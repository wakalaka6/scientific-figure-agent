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17666208" cy="9976104"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Editable reconstruction of the supplied DiffLiG architecture figure. All elements, including text, diagram nodes, globe shapes, and the noise texture, use native PowerPoint objects. Related elements are grouped. The SVG is generated from the same geometry.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White background"/>
          <p:cNvSpPr/>
          <p:nvPr/>
        </p:nvSpPr>
        <p:spPr>
          <a:xfrm>
            <a:off x="0" y="0"/>
            <a:ext cx="17666208" cy="9976104"/>
          </a:xfrm>
          <a:prstGeom prst="rect">
            <a:avLst/>
          </a:prstGeom>
          <a:solidFill>
            <a:srgbClr val="FFFFFF"/>
          </a:solidFill>
          <a:ln>
            <a:noFill/>
          </a:ln>
          <a:effectLst/>
        </p:spPr>
        <p:txBody>
          <a:bodyPr rtlCol="0" anchor="ctr"/>
          <a:lstStyle/>
          <a:p>
            <a:pPr algn="ctr"/>
          </a:p>
        </p:txBody>
      </p:sp>
      <p:grpSp>
        <p:nvGrpSpPr>
          <p:cNvPr id="3" name="Main flow connectors"/>
          <p:cNvGrpSpPr/>
          <p:nvPr/>
        </p:nvGrpSpPr>
        <p:grpSpPr>
          <a:xfrm>
            <a:off x="7269480" y="1408176"/>
            <a:ext cx="9628632" cy="2962656"/>
            <a:chOff x="7269480" y="1408176"/>
            <a:chExt cx="9628632" cy="2962656"/>
          </a:xfrm>
        </p:grpSpPr>
        <p:sp>
          <p:nvSpPr>
            <p:cNvPr id="4" name="Arrow shaft"/>
            <p:cNvSpPr/>
            <p:nvPr/>
          </p:nvSpPr>
          <p:spPr>
            <a:xfrm>
              <a:off x="7269480" y="1408176"/>
              <a:ext cx="914400" cy="192024"/>
            </a:xfrm>
            <a:custGeom>
              <a:avLst/>
              <a:gdLst/>
              <a:ahLst/>
              <a:cxnLst/>
              <a:rect l="l" t="t" r="r" b="b"/>
              <a:pathLst>
                <a:path w="100" h="21">
                  <a:moveTo>
                    <a:pt x="0" y="0"/>
                  </a:moveTo>
                  <a:lnTo>
                    <a:pt x="100" y="0"/>
                  </a:lnTo>
                  <a:lnTo>
                    <a:pt x="100" y="21"/>
                  </a:lnTo>
                </a:path>
              </a:pathLst>
            </a:custGeom>
            <a:noFill/>
            <a:ln w="54864" cap="flat">
              <a:solidFill>
                <a:srgbClr val="000000"/>
              </a:solidFill>
              <a:miter lim="800000"/>
            </a:ln>
            <a:effectLst/>
          </p:spPr>
          <p:txBody>
            <a:bodyPr rtlCol="0" anchor="ctr"/>
            <a:lstStyle/>
            <a:p>
              <a:pPr algn="ctr"/>
            </a:p>
          </p:txBody>
        </p:sp>
        <p:sp>
          <p:nvSpPr>
            <p:cNvPr id="5" name="Arrow head"/>
            <p:cNvSpPr/>
            <p:nvPr/>
          </p:nvSpPr>
          <p:spPr>
            <a:xfrm>
              <a:off x="8101584" y="1600200"/>
              <a:ext cx="164592" cy="182880"/>
            </a:xfrm>
            <a:custGeom>
              <a:avLst/>
              <a:gdLst/>
              <a:ahLst/>
              <a:cxnLst/>
              <a:rect l="l" t="t" r="r" b="b"/>
              <a:pathLst>
                <a:path w="18" h="20">
                  <a:moveTo>
                    <a:pt x="9" y="20"/>
                  </a:moveTo>
                  <a:lnTo>
                    <a:pt x="0" y="0"/>
                  </a:lnTo>
                  <a:lnTo>
                    <a:pt x="18" y="0"/>
                  </a:lnTo>
                  <a:close/>
                </a:path>
              </a:pathLst>
            </a:custGeom>
            <a:solidFill>
              <a:srgbClr val="000000"/>
            </a:solidFill>
            <a:ln>
              <a:noFill/>
            </a:ln>
            <a:effectLst/>
          </p:spPr>
          <p:txBody>
            <a:bodyPr rtlCol="0" anchor="ctr"/>
            <a:lstStyle/>
            <a:p>
              <a:pPr algn="ctr"/>
            </a:p>
          </p:txBody>
        </p:sp>
        <p:sp>
          <p:nvSpPr>
            <p:cNvPr id="6" name="Arrow shaft"/>
            <p:cNvSpPr/>
            <p:nvPr/>
          </p:nvSpPr>
          <p:spPr>
            <a:xfrm>
              <a:off x="7269480" y="3977640"/>
              <a:ext cx="914400" cy="192024"/>
            </a:xfrm>
            <a:custGeom>
              <a:avLst/>
              <a:gdLst/>
              <a:ahLst/>
              <a:cxnLst/>
              <a:rect l="l" t="t" r="r" b="b"/>
              <a:pathLst>
                <a:path w="100" h="21">
                  <a:moveTo>
                    <a:pt x="0" y="21"/>
                  </a:moveTo>
                  <a:lnTo>
                    <a:pt x="100" y="21"/>
                  </a:lnTo>
                  <a:lnTo>
                    <a:pt x="100" y="0"/>
                  </a:lnTo>
                </a:path>
              </a:pathLst>
            </a:custGeom>
            <a:noFill/>
            <a:ln w="54864" cap="flat">
              <a:solidFill>
                <a:srgbClr val="000000"/>
              </a:solidFill>
              <a:miter lim="800000"/>
            </a:ln>
            <a:effectLst/>
          </p:spPr>
          <p:txBody>
            <a:bodyPr rtlCol="0" anchor="ctr"/>
            <a:lstStyle/>
            <a:p>
              <a:pPr algn="ctr"/>
            </a:p>
          </p:txBody>
        </p:sp>
        <p:sp>
          <p:nvSpPr>
            <p:cNvPr id="7" name="Arrow head"/>
            <p:cNvSpPr/>
            <p:nvPr/>
          </p:nvSpPr>
          <p:spPr>
            <a:xfrm>
              <a:off x="8110728" y="3813048"/>
              <a:ext cx="146304" cy="164592"/>
            </a:xfrm>
            <a:custGeom>
              <a:avLst/>
              <a:gdLst/>
              <a:ahLst/>
              <a:cxnLst/>
              <a:rect l="l" t="t" r="r" b="b"/>
              <a:pathLst>
                <a:path w="16" h="18">
                  <a:moveTo>
                    <a:pt x="8" y="0"/>
                  </a:moveTo>
                  <a:lnTo>
                    <a:pt x="16" y="18"/>
                  </a:lnTo>
                  <a:lnTo>
                    <a:pt x="0" y="18"/>
                  </a:lnTo>
                  <a:close/>
                </a:path>
              </a:pathLst>
            </a:custGeom>
            <a:solidFill>
              <a:srgbClr val="000000"/>
            </a:solidFill>
            <a:ln>
              <a:noFill/>
            </a:ln>
            <a:effectLst/>
          </p:spPr>
          <p:txBody>
            <a:bodyPr rtlCol="0" anchor="ctr"/>
            <a:lstStyle/>
            <a:p>
              <a:pPr algn="ctr"/>
            </a:p>
          </p:txBody>
        </p:sp>
        <p:sp>
          <p:nvSpPr>
            <p:cNvPr id="8" name="Arrow shaft"/>
            <p:cNvSpPr/>
            <p:nvPr/>
          </p:nvSpPr>
          <p:spPr>
            <a:xfrm>
              <a:off x="8567928" y="1536192"/>
              <a:ext cx="777240" cy="1243584"/>
            </a:xfrm>
            <a:custGeom>
              <a:avLst/>
              <a:gdLst/>
              <a:ahLst/>
              <a:cxnLst/>
              <a:rect l="l" t="t" r="r" b="b"/>
              <a:pathLst>
                <a:path w="85" h="136">
                  <a:moveTo>
                    <a:pt x="0" y="136"/>
                  </a:moveTo>
                  <a:lnTo>
                    <a:pt x="51" y="136"/>
                  </a:lnTo>
                  <a:lnTo>
                    <a:pt x="51" y="0"/>
                  </a:lnTo>
                  <a:lnTo>
                    <a:pt x="85" y="0"/>
                  </a:lnTo>
                </a:path>
              </a:pathLst>
            </a:custGeom>
            <a:noFill/>
            <a:ln w="54864" cap="flat">
              <a:solidFill>
                <a:srgbClr val="000000"/>
              </a:solidFill>
              <a:miter lim="800000"/>
            </a:ln>
            <a:effectLst/>
          </p:spPr>
          <p:txBody>
            <a:bodyPr rtlCol="0" anchor="ctr"/>
            <a:lstStyle/>
            <a:p>
              <a:pPr algn="ctr"/>
            </a:p>
          </p:txBody>
        </p:sp>
        <p:sp>
          <p:nvSpPr>
            <p:cNvPr id="9" name="Arrow head"/>
            <p:cNvSpPr/>
            <p:nvPr/>
          </p:nvSpPr>
          <p:spPr>
            <a:xfrm>
              <a:off x="9345168" y="1453896"/>
              <a:ext cx="182880" cy="164592"/>
            </a:xfrm>
            <a:custGeom>
              <a:avLst/>
              <a:gdLst/>
              <a:ahLst/>
              <a:cxnLst/>
              <a:rect l="l" t="t" r="r" b="b"/>
              <a:pathLst>
                <a:path w="20" h="18">
                  <a:moveTo>
                    <a:pt x="20" y="9"/>
                  </a:moveTo>
                  <a:lnTo>
                    <a:pt x="0" y="18"/>
                  </a:lnTo>
                  <a:lnTo>
                    <a:pt x="0" y="0"/>
                  </a:lnTo>
                  <a:close/>
                </a:path>
              </a:pathLst>
            </a:custGeom>
            <a:solidFill>
              <a:srgbClr val="000000"/>
            </a:solidFill>
            <a:ln>
              <a:noFill/>
            </a:ln>
            <a:effectLst/>
          </p:spPr>
          <p:txBody>
            <a:bodyPr rtlCol="0" anchor="ctr"/>
            <a:lstStyle/>
            <a:p>
              <a:pPr algn="ctr"/>
            </a:p>
          </p:txBody>
        </p:sp>
        <p:sp>
          <p:nvSpPr>
            <p:cNvPr id="10" name="Arrow shaft"/>
            <p:cNvSpPr/>
            <p:nvPr/>
          </p:nvSpPr>
          <p:spPr>
            <a:xfrm>
              <a:off x="11283696" y="1554480"/>
              <a:ext cx="530352" cy="0"/>
            </a:xfrm>
            <a:custGeom>
              <a:avLst/>
              <a:gdLst/>
              <a:ahLst/>
              <a:cxnLst/>
              <a:rect l="l" t="t" r="r" b="b"/>
              <a:pathLst>
                <a:path w="58" h="0">
                  <a:moveTo>
                    <a:pt x="0" y="0"/>
                  </a:moveTo>
                  <a:lnTo>
                    <a:pt x="58" y="0"/>
                  </a:lnTo>
                </a:path>
              </a:pathLst>
            </a:custGeom>
            <a:noFill/>
            <a:ln w="54864" cap="flat">
              <a:solidFill>
                <a:srgbClr val="000000"/>
              </a:solidFill>
              <a:miter lim="800000"/>
            </a:ln>
            <a:effectLst/>
          </p:spPr>
          <p:txBody>
            <a:bodyPr rtlCol="0" anchor="ctr"/>
            <a:lstStyle/>
            <a:p>
              <a:pPr algn="ctr"/>
            </a:p>
          </p:txBody>
        </p:sp>
        <p:sp>
          <p:nvSpPr>
            <p:cNvPr id="11" name="Arrow head"/>
            <p:cNvSpPr/>
            <p:nvPr/>
          </p:nvSpPr>
          <p:spPr>
            <a:xfrm>
              <a:off x="11814048" y="1472184"/>
              <a:ext cx="173736" cy="164592"/>
            </a:xfrm>
            <a:custGeom>
              <a:avLst/>
              <a:gdLst/>
              <a:ahLst/>
              <a:cxnLst/>
              <a:rect l="l" t="t" r="r" b="b"/>
              <a:pathLst>
                <a:path w="19" h="18">
                  <a:moveTo>
                    <a:pt x="19" y="9"/>
                  </a:moveTo>
                  <a:lnTo>
                    <a:pt x="0" y="18"/>
                  </a:lnTo>
                  <a:lnTo>
                    <a:pt x="0" y="0"/>
                  </a:lnTo>
                  <a:close/>
                </a:path>
              </a:pathLst>
            </a:custGeom>
            <a:solidFill>
              <a:srgbClr val="000000"/>
            </a:solidFill>
            <a:ln>
              <a:noFill/>
            </a:ln>
            <a:effectLst/>
          </p:spPr>
          <p:txBody>
            <a:bodyPr rtlCol="0" anchor="ctr"/>
            <a:lstStyle/>
            <a:p>
              <a:pPr algn="ctr"/>
            </a:p>
          </p:txBody>
        </p:sp>
        <p:sp>
          <p:nvSpPr>
            <p:cNvPr id="12" name="Arrow shaft"/>
            <p:cNvSpPr/>
            <p:nvPr/>
          </p:nvSpPr>
          <p:spPr>
            <a:xfrm>
              <a:off x="12719304" y="1554480"/>
              <a:ext cx="329184" cy="0"/>
            </a:xfrm>
            <a:custGeom>
              <a:avLst/>
              <a:gdLst/>
              <a:ahLst/>
              <a:cxnLst/>
              <a:rect l="l" t="t" r="r" b="b"/>
              <a:pathLst>
                <a:path w="36" h="0">
                  <a:moveTo>
                    <a:pt x="0" y="0"/>
                  </a:moveTo>
                  <a:lnTo>
                    <a:pt x="36" y="0"/>
                  </a:lnTo>
                </a:path>
              </a:pathLst>
            </a:custGeom>
            <a:noFill/>
            <a:ln w="54864" cap="flat">
              <a:solidFill>
                <a:srgbClr val="000000"/>
              </a:solidFill>
              <a:miter lim="800000"/>
            </a:ln>
            <a:effectLst/>
          </p:spPr>
          <p:txBody>
            <a:bodyPr rtlCol="0" anchor="ctr"/>
            <a:lstStyle/>
            <a:p>
              <a:pPr algn="ctr"/>
            </a:p>
          </p:txBody>
        </p:sp>
        <p:sp>
          <p:nvSpPr>
            <p:cNvPr id="13" name="Arrow head"/>
            <p:cNvSpPr/>
            <p:nvPr/>
          </p:nvSpPr>
          <p:spPr>
            <a:xfrm>
              <a:off x="13048488" y="1472184"/>
              <a:ext cx="182880" cy="164592"/>
            </a:xfrm>
            <a:custGeom>
              <a:avLst/>
              <a:gdLst/>
              <a:ahLst/>
              <a:cxnLst/>
              <a:rect l="l" t="t" r="r" b="b"/>
              <a:pathLst>
                <a:path w="20" h="18">
                  <a:moveTo>
                    <a:pt x="20" y="9"/>
                  </a:moveTo>
                  <a:lnTo>
                    <a:pt x="0" y="18"/>
                  </a:lnTo>
                  <a:lnTo>
                    <a:pt x="0" y="0"/>
                  </a:lnTo>
                  <a:close/>
                </a:path>
              </a:pathLst>
            </a:custGeom>
            <a:solidFill>
              <a:srgbClr val="000000"/>
            </a:solidFill>
            <a:ln>
              <a:noFill/>
            </a:ln>
            <a:effectLst/>
          </p:spPr>
          <p:txBody>
            <a:bodyPr rtlCol="0" anchor="ctr"/>
            <a:lstStyle/>
            <a:p>
              <a:pPr algn="ctr"/>
            </a:p>
          </p:txBody>
        </p:sp>
        <p:sp>
          <p:nvSpPr>
            <p:cNvPr id="14" name="Arrow shaft"/>
            <p:cNvSpPr/>
            <p:nvPr/>
          </p:nvSpPr>
          <p:spPr>
            <a:xfrm>
              <a:off x="16523208" y="2706624"/>
              <a:ext cx="374904" cy="1517904"/>
            </a:xfrm>
            <a:custGeom>
              <a:avLst/>
              <a:gdLst/>
              <a:ahLst/>
              <a:cxnLst/>
              <a:rect l="l" t="t" r="r" b="b"/>
              <a:pathLst>
                <a:path w="41" h="166">
                  <a:moveTo>
                    <a:pt x="41" y="0"/>
                  </a:moveTo>
                  <a:lnTo>
                    <a:pt x="41" y="166"/>
                  </a:lnTo>
                  <a:lnTo>
                    <a:pt x="0" y="166"/>
                  </a:lnTo>
                </a:path>
              </a:pathLst>
            </a:custGeom>
            <a:noFill/>
            <a:ln w="155448" cap="flat">
              <a:solidFill>
                <a:srgbClr val="517F7C"/>
              </a:solidFill>
              <a:miter lim="800000"/>
            </a:ln>
            <a:effectLst/>
          </p:spPr>
          <p:txBody>
            <a:bodyPr rtlCol="0" anchor="ctr"/>
            <a:lstStyle/>
            <a:p>
              <a:pPr algn="ctr"/>
            </a:p>
          </p:txBody>
        </p:sp>
        <p:sp>
          <p:nvSpPr>
            <p:cNvPr id="15" name="Arrow head"/>
            <p:cNvSpPr/>
            <p:nvPr/>
          </p:nvSpPr>
          <p:spPr>
            <a:xfrm>
              <a:off x="16358616" y="4078224"/>
              <a:ext cx="164592" cy="292608"/>
            </a:xfrm>
            <a:custGeom>
              <a:avLst/>
              <a:gdLst/>
              <a:ahLst/>
              <a:cxnLst/>
              <a:rect l="l" t="t" r="r" b="b"/>
              <a:pathLst>
                <a:path w="18" h="32">
                  <a:moveTo>
                    <a:pt x="0" y="16"/>
                  </a:moveTo>
                  <a:lnTo>
                    <a:pt x="18" y="0"/>
                  </a:lnTo>
                  <a:lnTo>
                    <a:pt x="18" y="32"/>
                  </a:lnTo>
                  <a:close/>
                </a:path>
              </a:pathLst>
            </a:custGeom>
            <a:solidFill>
              <a:srgbClr val="517F7C"/>
            </a:solidFill>
            <a:ln>
              <a:noFill/>
            </a:ln>
            <a:effectLst/>
          </p:spPr>
          <p:txBody>
            <a:bodyPr rtlCol="0" anchor="ctr"/>
            <a:lstStyle/>
            <a:p>
              <a:pPr algn="ctr"/>
            </a:p>
          </p:txBody>
        </p:sp>
        <p:sp>
          <p:nvSpPr>
            <p:cNvPr id="16" name="Arrow shaft"/>
            <p:cNvSpPr/>
            <p:nvPr/>
          </p:nvSpPr>
          <p:spPr>
            <a:xfrm>
              <a:off x="13487400" y="4251960"/>
              <a:ext cx="621792" cy="0"/>
            </a:xfrm>
            <a:custGeom>
              <a:avLst/>
              <a:gdLst/>
              <a:ahLst/>
              <a:cxnLst/>
              <a:rect l="l" t="t" r="r" b="b"/>
              <a:pathLst>
                <a:path w="68" h="0">
                  <a:moveTo>
                    <a:pt x="68" y="0"/>
                  </a:moveTo>
                  <a:lnTo>
                    <a:pt x="0" y="0"/>
                  </a:lnTo>
                </a:path>
              </a:pathLst>
            </a:custGeom>
            <a:noFill/>
            <a:ln w="54864" cap="flat">
              <a:solidFill>
                <a:srgbClr val="000000"/>
              </a:solidFill>
              <a:miter lim="800000"/>
            </a:ln>
            <a:effectLst/>
          </p:spPr>
          <p:txBody>
            <a:bodyPr rtlCol="0" anchor="ctr"/>
            <a:lstStyle/>
            <a:p>
              <a:pPr algn="ctr"/>
            </a:p>
          </p:txBody>
        </p:sp>
        <p:sp>
          <p:nvSpPr>
            <p:cNvPr id="17" name="Arrow head"/>
            <p:cNvSpPr/>
            <p:nvPr/>
          </p:nvSpPr>
          <p:spPr>
            <a:xfrm>
              <a:off x="13313664" y="4169664"/>
              <a:ext cx="173736" cy="164592"/>
            </a:xfrm>
            <a:custGeom>
              <a:avLst/>
              <a:gdLst/>
              <a:ahLst/>
              <a:cxnLst/>
              <a:rect l="l" t="t" r="r" b="b"/>
              <a:pathLst>
                <a:path w="19" h="18">
                  <a:moveTo>
                    <a:pt x="0" y="9"/>
                  </a:moveTo>
                  <a:lnTo>
                    <a:pt x="19" y="0"/>
                  </a:lnTo>
                  <a:lnTo>
                    <a:pt x="19" y="18"/>
                  </a:lnTo>
                  <a:close/>
                </a:path>
              </a:pathLst>
            </a:custGeom>
            <a:solidFill>
              <a:srgbClr val="000000"/>
            </a:solidFill>
            <a:ln>
              <a:noFill/>
            </a:ln>
            <a:effectLst/>
          </p:spPr>
          <p:txBody>
            <a:bodyPr rtlCol="0" anchor="ctr"/>
            <a:lstStyle/>
            <a:p>
              <a:pPr algn="ctr"/>
            </a:p>
          </p:txBody>
        </p:sp>
        <p:sp>
          <p:nvSpPr>
            <p:cNvPr id="18" name="Arrow shaft"/>
            <p:cNvSpPr/>
            <p:nvPr/>
          </p:nvSpPr>
          <p:spPr>
            <a:xfrm>
              <a:off x="11420856" y="4251960"/>
              <a:ext cx="859536" cy="0"/>
            </a:xfrm>
            <a:custGeom>
              <a:avLst/>
              <a:gdLst/>
              <a:ahLst/>
              <a:cxnLst/>
              <a:rect l="l" t="t" r="r" b="b"/>
              <a:pathLst>
                <a:path w="94" h="0">
                  <a:moveTo>
                    <a:pt x="94" y="0"/>
                  </a:moveTo>
                  <a:lnTo>
                    <a:pt x="0" y="0"/>
                  </a:lnTo>
                </a:path>
              </a:pathLst>
            </a:custGeom>
            <a:noFill/>
            <a:ln w="54864" cap="flat">
              <a:solidFill>
                <a:srgbClr val="000000"/>
              </a:solidFill>
              <a:miter lim="800000"/>
            </a:ln>
            <a:effectLst/>
          </p:spPr>
          <p:txBody>
            <a:bodyPr rtlCol="0" anchor="ctr"/>
            <a:lstStyle/>
            <a:p>
              <a:pPr algn="ctr"/>
            </a:p>
          </p:txBody>
        </p:sp>
        <p:sp>
          <p:nvSpPr>
            <p:cNvPr id="19" name="Arrow head"/>
            <p:cNvSpPr/>
            <p:nvPr/>
          </p:nvSpPr>
          <p:spPr>
            <a:xfrm>
              <a:off x="11228832" y="4169664"/>
              <a:ext cx="192024" cy="164592"/>
            </a:xfrm>
            <a:custGeom>
              <a:avLst/>
              <a:gdLst/>
              <a:ahLst/>
              <a:cxnLst/>
              <a:rect l="l" t="t" r="r" b="b"/>
              <a:pathLst>
                <a:path w="21" h="18">
                  <a:moveTo>
                    <a:pt x="0" y="9"/>
                  </a:moveTo>
                  <a:lnTo>
                    <a:pt x="21" y="0"/>
                  </a:lnTo>
                  <a:lnTo>
                    <a:pt x="21" y="18"/>
                  </a:lnTo>
                  <a:close/>
                </a:path>
              </a:pathLst>
            </a:custGeom>
            <a:solidFill>
              <a:srgbClr val="000000"/>
            </a:solidFill>
            <a:ln>
              <a:noFill/>
            </a:ln>
            <a:effectLst/>
          </p:spPr>
          <p:txBody>
            <a:bodyPr rtlCol="0" anchor="ctr"/>
            <a:lstStyle/>
            <a:p>
              <a:pPr algn="ctr"/>
            </a:p>
          </p:txBody>
        </p:sp>
      </p:grpSp>
      <p:grpSp>
        <p:nvGrpSpPr>
          <p:cNvPr id="20" name="GeoLiquidNet input and continuous dynamics"/>
          <p:cNvGrpSpPr/>
          <p:nvPr/>
        </p:nvGrpSpPr>
        <p:grpSpPr>
          <a:xfrm>
            <a:off x="219456" y="164592"/>
            <a:ext cx="7077456" cy="2496312"/>
            <a:chOff x="219456" y="164592"/>
            <a:chExt cx="7077456" cy="2496312"/>
          </a:xfrm>
        </p:grpSpPr>
        <p:sp>
          <p:nvSpPr>
            <p:cNvPr id="21" name="Rectangle"/>
            <p:cNvSpPr/>
            <p:nvPr/>
          </p:nvSpPr>
          <p:spPr>
            <a:xfrm>
              <a:off x="219456" y="164592"/>
              <a:ext cx="7077456" cy="2496312"/>
            </a:xfrm>
            <a:prstGeom prst="roundRect">
              <a:avLst>
                <a:gd name="adj" fmla="val 17216"/>
              </a:avLst>
            </a:prstGeom>
            <a:solidFill>
              <a:srgbClr val="F6F5FA"/>
            </a:solidFill>
            <a:ln w="36576" cap="flat">
              <a:solidFill>
                <a:srgbClr val="8986BF"/>
              </a:solidFill>
              <a:miter lim="800000"/>
            </a:ln>
            <a:effectLst/>
          </p:spPr>
          <p:txBody>
            <a:bodyPr rtlCol="0" anchor="ctr"/>
            <a:lstStyle/>
            <a:p>
              <a:pPr algn="ctr"/>
            </a:p>
          </p:txBody>
        </p:sp>
        <p:sp>
          <p:nvSpPr>
            <p:cNvPr id="22" name="Station and history input"/>
            <p:cNvSpPr/>
            <p:nvPr/>
          </p:nvSpPr>
          <p:spPr>
            <a:xfrm>
              <a:off x="448056" y="292608"/>
              <a:ext cx="1938528" cy="2103120"/>
            </a:xfrm>
            <a:prstGeom prst="rect">
              <a:avLst/>
            </a:prstGeom>
            <a:solidFill>
              <a:srgbClr val="EAF1E9"/>
            </a:solidFill>
            <a:ln w="50292" cap="flat">
              <a:solidFill>
                <a:srgbClr val="B5D8A6"/>
              </a:solidFill>
              <a:custDash>
                <a:ds d="400000" sp="290909"/>
              </a:custDash>
              <a:miter lim="800000"/>
            </a:ln>
            <a:effectLst/>
          </p:spPr>
          <p:txBody>
            <a:bodyPr rtlCol="0" anchor="ctr"/>
            <a:lstStyle/>
            <a:p>
              <a:pPr algn="ctr"/>
            </a:p>
          </p:txBody>
        </p:sp>
        <p:sp>
          <p:nvSpPr>
            <p:cNvPr id="23" name="Node"/>
            <p:cNvSpPr/>
            <p:nvPr/>
          </p:nvSpPr>
          <p:spPr>
            <a:xfrm>
              <a:off x="1207008" y="502920"/>
              <a:ext cx="347472" cy="347472"/>
            </a:xfrm>
            <a:prstGeom prst="ellipse">
              <a:avLst/>
            </a:prstGeom>
            <a:solidFill>
              <a:srgbClr val="77AEE6"/>
            </a:solidFill>
            <a:ln w="9144" cap="flat">
              <a:solidFill>
                <a:srgbClr val="D9EEEB"/>
              </a:solidFill>
              <a:miter lim="800000"/>
            </a:ln>
            <a:effectLst/>
          </p:spPr>
          <p:txBody>
            <a:bodyPr rtlCol="0" anchor="ctr"/>
            <a:lstStyle/>
            <a:p>
              <a:pPr algn="ctr"/>
            </a:p>
          </p:txBody>
        </p:sp>
        <p:sp>
          <p:nvSpPr>
            <p:cNvPr id="24" name="Station Location(P)"/>
            <p:cNvSpPr txBox="1"/>
            <p:nvPr/>
          </p:nvSpPr>
          <p:spPr>
            <a:xfrm>
              <a:off x="438912" y="992124"/>
              <a:ext cx="1920240" cy="283464"/>
            </a:xfrm>
            <a:prstGeom prst="rect">
              <a:avLst/>
            </a:prstGeom>
            <a:noFill/>
            <a:ln>
              <a:noFill/>
            </a:ln>
            <a:effectLst/>
          </p:spPr>
          <p:txBody>
            <a:bodyPr wrap="none" lIns="0" rIns="0" tIns="0" bIns="0" anchor="ctr">
              <a:spAutoFit/>
            </a:bodyPr>
            <a:lstStyle/>
            <a:p>
              <a:pPr algn="ctr">
                <a:lnSpc>
                  <a:spcPts val="1969"/>
                </a:lnSpc>
                <a:spcBef>
                  <a:spcPts val="0"/>
                </a:spcBef>
                <a:spcAft>
                  <a:spcPts val="0"/>
                </a:spcAft>
              </a:pPr>
              <a:r>
                <a:rPr sz="1728" b="1" i="0">
                  <a:solidFill>
                    <a:srgbClr val="000000"/>
                  </a:solidFill>
                  <a:latin typeface="Times New Roman"/>
                  <a:ea typeface="Times New Roman"/>
                </a:rPr>
                <a:t>Station Location(</a:t>
              </a:r>
              <a:r>
                <a:rPr sz="1728" b="1" i="1">
                  <a:solidFill>
                    <a:srgbClr val="000000"/>
                  </a:solidFill>
                  <a:latin typeface="Times New Roman"/>
                  <a:ea typeface="Times New Roman"/>
                </a:rPr>
                <a:t>P</a:t>
              </a:r>
              <a:r>
                <a:rPr sz="1728" b="1" i="0">
                  <a:solidFill>
                    <a:srgbClr val="000000"/>
                  </a:solidFill>
                  <a:latin typeface="Times New Roman"/>
                  <a:ea typeface="Times New Roman"/>
                </a:rPr>
                <a:t>)</a:t>
              </a:r>
            </a:p>
          </p:txBody>
        </p:sp>
        <p:sp>
          <p:nvSpPr>
            <p:cNvPr id="25" name="Rectangle"/>
            <p:cNvSpPr/>
            <p:nvPr/>
          </p:nvSpPr>
          <p:spPr>
            <a:xfrm>
              <a:off x="649224" y="1399032"/>
              <a:ext cx="1472184" cy="521208"/>
            </a:xfrm>
            <a:prstGeom prst="roundRect">
              <a:avLst>
                <a:gd name="adj" fmla="val 17543"/>
              </a:avLst>
            </a:prstGeom>
            <a:solidFill>
              <a:srgbClr val="AEBACC"/>
            </a:solidFill>
            <a:ln w="18288" cap="flat">
              <a:solidFill>
                <a:srgbClr val="FFFFFF"/>
              </a:solidFill>
              <a:miter lim="800000"/>
            </a:ln>
            <a:effectLst/>
          </p:spPr>
          <p:txBody>
            <a:bodyPr rtlCol="0" anchor="ctr"/>
            <a:lstStyle/>
            <a:p>
              <a:pPr algn="ctr"/>
            </a:p>
          </p:txBody>
        </p:sp>
        <p:sp>
          <p:nvSpPr>
            <p:cNvPr id="26" name="Historical time series"/>
            <p:cNvSpPr/>
            <p:nvPr/>
          </p:nvSpPr>
          <p:spPr>
            <a:xfrm>
              <a:off x="740664" y="1536192"/>
              <a:ext cx="1280160" cy="237744"/>
            </a:xfrm>
            <a:custGeom>
              <a:avLst/>
              <a:gdLst/>
              <a:ahLst/>
              <a:cxnLst/>
              <a:rect l="l" t="t" r="r" b="b"/>
              <a:pathLst>
                <a:path w="140" h="26">
                  <a:moveTo>
                    <a:pt x="0" y="22"/>
                  </a:moveTo>
                  <a:lnTo>
                    <a:pt x="2" y="19"/>
                  </a:lnTo>
                  <a:lnTo>
                    <a:pt x="5" y="16"/>
                  </a:lnTo>
                  <a:lnTo>
                    <a:pt x="7" y="14"/>
                  </a:lnTo>
                  <a:lnTo>
                    <a:pt x="9" y="11"/>
                  </a:lnTo>
                  <a:lnTo>
                    <a:pt x="11" y="9"/>
                  </a:lnTo>
                  <a:lnTo>
                    <a:pt x="12" y="7"/>
                  </a:lnTo>
                  <a:lnTo>
                    <a:pt x="14" y="6"/>
                  </a:lnTo>
                  <a:lnTo>
                    <a:pt x="16" y="5"/>
                  </a:lnTo>
                  <a:lnTo>
                    <a:pt x="17" y="3"/>
                  </a:lnTo>
                  <a:lnTo>
                    <a:pt x="19" y="3"/>
                  </a:lnTo>
                  <a:lnTo>
                    <a:pt x="20" y="2"/>
                  </a:lnTo>
                  <a:lnTo>
                    <a:pt x="22" y="2"/>
                  </a:lnTo>
                  <a:lnTo>
                    <a:pt x="23" y="2"/>
                  </a:lnTo>
                  <a:lnTo>
                    <a:pt x="24" y="2"/>
                  </a:lnTo>
                  <a:lnTo>
                    <a:pt x="25" y="3"/>
                  </a:lnTo>
                  <a:lnTo>
                    <a:pt x="27" y="4"/>
                  </a:lnTo>
                  <a:lnTo>
                    <a:pt x="28" y="5"/>
                  </a:lnTo>
                  <a:lnTo>
                    <a:pt x="29" y="6"/>
                  </a:lnTo>
                  <a:lnTo>
                    <a:pt x="30" y="8"/>
                  </a:lnTo>
                  <a:lnTo>
                    <a:pt x="32" y="10"/>
                  </a:lnTo>
                  <a:lnTo>
                    <a:pt x="33" y="12"/>
                  </a:lnTo>
                  <a:lnTo>
                    <a:pt x="33" y="12"/>
                  </a:lnTo>
                  <a:lnTo>
                    <a:pt x="34" y="15"/>
                  </a:lnTo>
                  <a:lnTo>
                    <a:pt x="36" y="17"/>
                  </a:lnTo>
                  <a:lnTo>
                    <a:pt x="37" y="19"/>
                  </a:lnTo>
                  <a:lnTo>
                    <a:pt x="39" y="20"/>
                  </a:lnTo>
                  <a:lnTo>
                    <a:pt x="40" y="21"/>
                  </a:lnTo>
                  <a:lnTo>
                    <a:pt x="42" y="21"/>
                  </a:lnTo>
                  <a:lnTo>
                    <a:pt x="44" y="21"/>
                  </a:lnTo>
                  <a:lnTo>
                    <a:pt x="45" y="21"/>
                  </a:lnTo>
                  <a:lnTo>
                    <a:pt x="47" y="20"/>
                  </a:lnTo>
                  <a:lnTo>
                    <a:pt x="49" y="19"/>
                  </a:lnTo>
                  <a:lnTo>
                    <a:pt x="51" y="18"/>
                  </a:lnTo>
                  <a:lnTo>
                    <a:pt x="53" y="17"/>
                  </a:lnTo>
                  <a:lnTo>
                    <a:pt x="54" y="15"/>
                  </a:lnTo>
                  <a:lnTo>
                    <a:pt x="56" y="14"/>
                  </a:lnTo>
                  <a:lnTo>
                    <a:pt x="58" y="13"/>
                  </a:lnTo>
                  <a:lnTo>
                    <a:pt x="60" y="11"/>
                  </a:lnTo>
                  <a:lnTo>
                    <a:pt x="62" y="10"/>
                  </a:lnTo>
                  <a:lnTo>
                    <a:pt x="64" y="8"/>
                  </a:lnTo>
                  <a:lnTo>
                    <a:pt x="65" y="7"/>
                  </a:lnTo>
                  <a:lnTo>
                    <a:pt x="67" y="7"/>
                  </a:lnTo>
                  <a:lnTo>
                    <a:pt x="69" y="6"/>
                  </a:lnTo>
                  <a:lnTo>
                    <a:pt x="69" y="6"/>
                  </a:lnTo>
                  <a:lnTo>
                    <a:pt x="71" y="5"/>
                  </a:lnTo>
                  <a:lnTo>
                    <a:pt x="73" y="5"/>
                  </a:lnTo>
                  <a:lnTo>
                    <a:pt x="76" y="5"/>
                  </a:lnTo>
                  <a:lnTo>
                    <a:pt x="78" y="6"/>
                  </a:lnTo>
                  <a:lnTo>
                    <a:pt x="80" y="7"/>
                  </a:lnTo>
                  <a:lnTo>
                    <a:pt x="82" y="8"/>
                  </a:lnTo>
                  <a:lnTo>
                    <a:pt x="84" y="9"/>
                  </a:lnTo>
                  <a:lnTo>
                    <a:pt x="86" y="11"/>
                  </a:lnTo>
                  <a:lnTo>
                    <a:pt x="87" y="12"/>
                  </a:lnTo>
                  <a:lnTo>
                    <a:pt x="89" y="14"/>
                  </a:lnTo>
                  <a:lnTo>
                    <a:pt x="91" y="16"/>
                  </a:lnTo>
                  <a:lnTo>
                    <a:pt x="93" y="18"/>
                  </a:lnTo>
                  <a:lnTo>
                    <a:pt x="95" y="20"/>
                  </a:lnTo>
                  <a:lnTo>
                    <a:pt x="97" y="21"/>
                  </a:lnTo>
                  <a:lnTo>
                    <a:pt x="99" y="23"/>
                  </a:lnTo>
                  <a:lnTo>
                    <a:pt x="100" y="24"/>
                  </a:lnTo>
                  <a:lnTo>
                    <a:pt x="102" y="25"/>
                  </a:lnTo>
                  <a:lnTo>
                    <a:pt x="104" y="25"/>
                  </a:lnTo>
                  <a:lnTo>
                    <a:pt x="106" y="26"/>
                  </a:lnTo>
                  <a:lnTo>
                    <a:pt x="108" y="26"/>
                  </a:lnTo>
                  <a:lnTo>
                    <a:pt x="110" y="25"/>
                  </a:lnTo>
                  <a:lnTo>
                    <a:pt x="110" y="25"/>
                  </a:lnTo>
                  <a:lnTo>
                    <a:pt x="112" y="25"/>
                  </a:lnTo>
                  <a:lnTo>
                    <a:pt x="114" y="24"/>
                  </a:lnTo>
                  <a:lnTo>
                    <a:pt x="115" y="23"/>
                  </a:lnTo>
                  <a:lnTo>
                    <a:pt x="117" y="22"/>
                  </a:lnTo>
                  <a:lnTo>
                    <a:pt x="118" y="21"/>
                  </a:lnTo>
                  <a:lnTo>
                    <a:pt x="120" y="20"/>
                  </a:lnTo>
                  <a:lnTo>
                    <a:pt x="121" y="19"/>
                  </a:lnTo>
                  <a:lnTo>
                    <a:pt x="123" y="17"/>
                  </a:lnTo>
                  <a:lnTo>
                    <a:pt x="124" y="16"/>
                  </a:lnTo>
                  <a:lnTo>
                    <a:pt x="125" y="14"/>
                  </a:lnTo>
                  <a:lnTo>
                    <a:pt x="127" y="12"/>
                  </a:lnTo>
                  <a:lnTo>
                    <a:pt x="128" y="11"/>
                  </a:lnTo>
                  <a:lnTo>
                    <a:pt x="129" y="9"/>
                  </a:lnTo>
                  <a:lnTo>
                    <a:pt x="131" y="8"/>
                  </a:lnTo>
                  <a:lnTo>
                    <a:pt x="132" y="6"/>
                  </a:lnTo>
                  <a:lnTo>
                    <a:pt x="133" y="5"/>
                  </a:lnTo>
                  <a:lnTo>
                    <a:pt x="135" y="4"/>
                  </a:lnTo>
                  <a:lnTo>
                    <a:pt x="136" y="3"/>
                  </a:lnTo>
                  <a:lnTo>
                    <a:pt x="137" y="2"/>
                  </a:lnTo>
                  <a:lnTo>
                    <a:pt x="139" y="1"/>
                  </a:lnTo>
                  <a:lnTo>
                    <a:pt x="140" y="0"/>
                  </a:lnTo>
                </a:path>
              </a:pathLst>
            </a:custGeom>
            <a:noFill/>
            <a:ln w="16459" cap="flat">
              <a:solidFill>
                <a:srgbClr val="2854A2"/>
              </a:solidFill>
              <a:miter lim="800000"/>
            </a:ln>
            <a:effectLst/>
          </p:spPr>
          <p:txBody>
            <a:bodyPr rtlCol="0" anchor="ctr"/>
            <a:lstStyle/>
            <a:p>
              <a:pPr algn="ctr"/>
            </a:p>
          </p:txBody>
        </p:sp>
        <p:sp>
          <p:nvSpPr>
            <p:cNvPr id="27" name="Historical Data(H)"/>
            <p:cNvSpPr txBox="1"/>
            <p:nvPr/>
          </p:nvSpPr>
          <p:spPr>
            <a:xfrm>
              <a:off x="452628" y="2075688"/>
              <a:ext cx="1911096" cy="292608"/>
            </a:xfrm>
            <a:prstGeom prst="rect">
              <a:avLst/>
            </a:prstGeom>
            <a:noFill/>
            <a:ln>
              <a:noFill/>
            </a:ln>
            <a:effectLst/>
          </p:spPr>
          <p:txBody>
            <a:bodyPr wrap="none" lIns="0" rIns="0" tIns="0" bIns="0" anchor="ctr">
              <a:spAutoFit/>
            </a:bodyPr>
            <a:lstStyle/>
            <a:p>
              <a:pPr algn="ctr">
                <a:lnSpc>
                  <a:spcPts val="1969"/>
                </a:lnSpc>
                <a:spcBef>
                  <a:spcPts val="0"/>
                </a:spcBef>
                <a:spcAft>
                  <a:spcPts val="0"/>
                </a:spcAft>
              </a:pPr>
              <a:r>
                <a:rPr sz="1728" b="1" i="0">
                  <a:solidFill>
                    <a:srgbClr val="000000"/>
                  </a:solidFill>
                  <a:latin typeface="Times New Roman"/>
                  <a:ea typeface="Times New Roman"/>
                </a:rPr>
                <a:t>Historical Data(</a:t>
              </a:r>
              <a:r>
                <a:rPr sz="1728" b="1" i="1">
                  <a:solidFill>
                    <a:srgbClr val="000000"/>
                  </a:solidFill>
                  <a:latin typeface="Times New Roman"/>
                  <a:ea typeface="Times New Roman"/>
                </a:rPr>
                <a:t>H</a:t>
              </a:r>
              <a:r>
                <a:rPr sz="1728" b="1" i="0">
                  <a:solidFill>
                    <a:srgbClr val="000000"/>
                  </a:solidFill>
                  <a:latin typeface="Times New Roman"/>
                  <a:ea typeface="Times New Roman"/>
                </a:rPr>
                <a:t>)</a:t>
              </a:r>
            </a:p>
          </p:txBody>
        </p:sp>
        <p:sp>
          <p:nvSpPr>
            <p:cNvPr id="28" name="Arrow shaft"/>
            <p:cNvSpPr/>
            <p:nvPr/>
          </p:nvSpPr>
          <p:spPr>
            <a:xfrm>
              <a:off x="2414016" y="1335024"/>
              <a:ext cx="466344" cy="0"/>
            </a:xfrm>
            <a:custGeom>
              <a:avLst/>
              <a:gdLst/>
              <a:ahLst/>
              <a:cxnLst/>
              <a:rect l="l" t="t" r="r" b="b"/>
              <a:pathLst>
                <a:path w="51" h="0">
                  <a:moveTo>
                    <a:pt x="0" y="0"/>
                  </a:moveTo>
                  <a:lnTo>
                    <a:pt x="51" y="0"/>
                  </a:lnTo>
                </a:path>
              </a:pathLst>
            </a:custGeom>
            <a:noFill/>
            <a:ln w="164592" cap="flat">
              <a:solidFill>
                <a:srgbClr val="3E3794"/>
              </a:solidFill>
              <a:miter lim="800000"/>
            </a:ln>
            <a:effectLst/>
          </p:spPr>
          <p:txBody>
            <a:bodyPr rtlCol="0" anchor="ctr"/>
            <a:lstStyle/>
            <a:p>
              <a:pPr algn="ctr"/>
            </a:p>
          </p:txBody>
        </p:sp>
        <p:sp>
          <p:nvSpPr>
            <p:cNvPr id="29" name="Arrow head"/>
            <p:cNvSpPr/>
            <p:nvPr/>
          </p:nvSpPr>
          <p:spPr>
            <a:xfrm>
              <a:off x="2880360" y="1170432"/>
              <a:ext cx="164592" cy="329184"/>
            </a:xfrm>
            <a:custGeom>
              <a:avLst/>
              <a:gdLst/>
              <a:ahLst/>
              <a:cxnLst/>
              <a:rect l="l" t="t" r="r" b="b"/>
              <a:pathLst>
                <a:path w="18" h="36">
                  <a:moveTo>
                    <a:pt x="18" y="18"/>
                  </a:moveTo>
                  <a:lnTo>
                    <a:pt x="0" y="36"/>
                  </a:lnTo>
                  <a:lnTo>
                    <a:pt x="0" y="0"/>
                  </a:lnTo>
                  <a:close/>
                </a:path>
              </a:pathLst>
            </a:custGeom>
            <a:solidFill>
              <a:srgbClr val="3E3794"/>
            </a:solidFill>
            <a:ln>
              <a:noFill/>
            </a:ln>
            <a:effectLst/>
          </p:spPr>
          <p:txBody>
            <a:bodyPr rtlCol="0" anchor="ctr"/>
            <a:lstStyle/>
            <a:p>
              <a:pPr algn="ctr"/>
            </a:p>
          </p:txBody>
        </p:sp>
        <p:sp>
          <p:nvSpPr>
            <p:cNvPr id="30" name="Rectangle"/>
            <p:cNvSpPr/>
            <p:nvPr/>
          </p:nvSpPr>
          <p:spPr>
            <a:xfrm>
              <a:off x="3054096" y="1051560"/>
              <a:ext cx="2724912" cy="576072"/>
            </a:xfrm>
            <a:prstGeom prst="rect">
              <a:avLst/>
            </a:prstGeom>
            <a:solidFill>
              <a:srgbClr val="DED2E3"/>
            </a:solidFill>
            <a:ln w="36576" cap="flat">
              <a:solidFill>
                <a:srgbClr val="BEA8C7"/>
              </a:solidFill>
              <a:miter lim="800000"/>
            </a:ln>
            <a:effectLst/>
          </p:spPr>
          <p:txBody>
            <a:bodyPr rtlCol="0" anchor="ctr"/>
            <a:lstStyle/>
            <a:p>
              <a:pPr algn="ctr"/>
            </a:p>
          </p:txBody>
        </p:sp>
        <p:sp>
          <p:nvSpPr>
            <p:cNvPr id="31" name="Node"/>
            <p:cNvSpPr/>
            <p:nvPr/>
          </p:nvSpPr>
          <p:spPr>
            <a:xfrm>
              <a:off x="3145536" y="1170432"/>
              <a:ext cx="347472" cy="347472"/>
            </a:xfrm>
            <a:prstGeom prst="ellipse">
              <a:avLst/>
            </a:prstGeom>
            <a:solidFill>
              <a:srgbClr val="7CB0E2"/>
            </a:solidFill>
            <a:ln w="7315" cap="flat">
              <a:solidFill>
                <a:srgbClr val="ABCBE8"/>
              </a:solidFill>
              <a:miter lim="800000"/>
            </a:ln>
            <a:effectLst/>
          </p:spPr>
          <p:txBody>
            <a:bodyPr rtlCol="0" anchor="ctr"/>
            <a:lstStyle/>
            <a:p>
              <a:pPr algn="ctr"/>
            </a:p>
          </p:txBody>
        </p:sp>
        <p:sp>
          <p:nvSpPr>
            <p:cNvPr id="32" name="Node"/>
            <p:cNvSpPr/>
            <p:nvPr/>
          </p:nvSpPr>
          <p:spPr>
            <a:xfrm>
              <a:off x="3739896" y="1170432"/>
              <a:ext cx="347472" cy="347472"/>
            </a:xfrm>
            <a:prstGeom prst="ellipse">
              <a:avLst/>
            </a:prstGeom>
            <a:solidFill>
              <a:srgbClr val="326EB7"/>
            </a:solidFill>
            <a:ln>
              <a:noFill/>
            </a:ln>
            <a:effectLst/>
          </p:spPr>
          <p:txBody>
            <a:bodyPr rtlCol="0" anchor="ctr"/>
            <a:lstStyle/>
            <a:p>
              <a:pPr algn="ctr"/>
            </a:p>
          </p:txBody>
        </p:sp>
        <p:sp>
          <p:nvSpPr>
            <p:cNvPr id="33" name="Node"/>
            <p:cNvSpPr/>
            <p:nvPr/>
          </p:nvSpPr>
          <p:spPr>
            <a:xfrm>
              <a:off x="4303166" y="1285646"/>
              <a:ext cx="98755" cy="98755"/>
            </a:xfrm>
            <a:prstGeom prst="ellipse">
              <a:avLst/>
            </a:prstGeom>
            <a:solidFill>
              <a:srgbClr val="A4B5D1"/>
            </a:solidFill>
            <a:ln>
              <a:noFill/>
            </a:ln>
            <a:effectLst/>
          </p:spPr>
          <p:txBody>
            <a:bodyPr rtlCol="0" anchor="ctr"/>
            <a:lstStyle/>
            <a:p>
              <a:pPr algn="ctr"/>
            </a:p>
          </p:txBody>
        </p:sp>
        <p:sp>
          <p:nvSpPr>
            <p:cNvPr id="34" name="Node"/>
            <p:cNvSpPr/>
            <p:nvPr/>
          </p:nvSpPr>
          <p:spPr>
            <a:xfrm>
              <a:off x="4326941" y="1309421"/>
              <a:ext cx="69494" cy="69494"/>
            </a:xfrm>
            <a:prstGeom prst="ellipse">
              <a:avLst/>
            </a:prstGeom>
            <a:solidFill>
              <a:srgbClr val="567CAE"/>
            </a:solidFill>
            <a:ln>
              <a:noFill/>
            </a:ln>
            <a:effectLst/>
          </p:spPr>
          <p:txBody>
            <a:bodyPr rtlCol="0" anchor="ctr"/>
            <a:lstStyle/>
            <a:p>
              <a:pPr algn="ctr"/>
            </a:p>
          </p:txBody>
        </p:sp>
        <p:sp>
          <p:nvSpPr>
            <p:cNvPr id="35" name="Node"/>
            <p:cNvSpPr/>
            <p:nvPr/>
          </p:nvSpPr>
          <p:spPr>
            <a:xfrm>
              <a:off x="4348886" y="1331366"/>
              <a:ext cx="43891" cy="43891"/>
            </a:xfrm>
            <a:prstGeom prst="ellipse">
              <a:avLst/>
            </a:prstGeom>
            <a:solidFill>
              <a:srgbClr val="275194"/>
            </a:solidFill>
            <a:ln>
              <a:noFill/>
            </a:ln>
            <a:effectLst/>
          </p:spPr>
          <p:txBody>
            <a:bodyPr rtlCol="0" anchor="ctr"/>
            <a:lstStyle/>
            <a:p>
              <a:pPr algn="ctr"/>
            </a:p>
          </p:txBody>
        </p:sp>
        <p:sp>
          <p:nvSpPr>
            <p:cNvPr id="36" name="Node"/>
            <p:cNvSpPr/>
            <p:nvPr/>
          </p:nvSpPr>
          <p:spPr>
            <a:xfrm>
              <a:off x="4431182" y="1285646"/>
              <a:ext cx="98755" cy="98755"/>
            </a:xfrm>
            <a:prstGeom prst="ellipse">
              <a:avLst/>
            </a:prstGeom>
            <a:solidFill>
              <a:srgbClr val="A4B5D1"/>
            </a:solidFill>
            <a:ln>
              <a:noFill/>
            </a:ln>
            <a:effectLst/>
          </p:spPr>
          <p:txBody>
            <a:bodyPr rtlCol="0" anchor="ctr"/>
            <a:lstStyle/>
            <a:p>
              <a:pPr algn="ctr"/>
            </a:p>
          </p:txBody>
        </p:sp>
        <p:sp>
          <p:nvSpPr>
            <p:cNvPr id="37" name="Node"/>
            <p:cNvSpPr/>
            <p:nvPr/>
          </p:nvSpPr>
          <p:spPr>
            <a:xfrm>
              <a:off x="4454957" y="1309421"/>
              <a:ext cx="69494" cy="69494"/>
            </a:xfrm>
            <a:prstGeom prst="ellipse">
              <a:avLst/>
            </a:prstGeom>
            <a:solidFill>
              <a:srgbClr val="567CAE"/>
            </a:solidFill>
            <a:ln>
              <a:noFill/>
            </a:ln>
            <a:effectLst/>
          </p:spPr>
          <p:txBody>
            <a:bodyPr rtlCol="0" anchor="ctr"/>
            <a:lstStyle/>
            <a:p>
              <a:pPr algn="ctr"/>
            </a:p>
          </p:txBody>
        </p:sp>
        <p:sp>
          <p:nvSpPr>
            <p:cNvPr id="38" name="Node"/>
            <p:cNvSpPr/>
            <p:nvPr/>
          </p:nvSpPr>
          <p:spPr>
            <a:xfrm>
              <a:off x="4476902" y="1331366"/>
              <a:ext cx="43891" cy="43891"/>
            </a:xfrm>
            <a:prstGeom prst="ellipse">
              <a:avLst/>
            </a:prstGeom>
            <a:solidFill>
              <a:srgbClr val="275194"/>
            </a:solidFill>
            <a:ln>
              <a:noFill/>
            </a:ln>
            <a:effectLst/>
          </p:spPr>
          <p:txBody>
            <a:bodyPr rtlCol="0" anchor="ctr"/>
            <a:lstStyle/>
            <a:p>
              <a:pPr algn="ctr"/>
            </a:p>
          </p:txBody>
        </p:sp>
        <p:sp>
          <p:nvSpPr>
            <p:cNvPr id="39" name="Node"/>
            <p:cNvSpPr/>
            <p:nvPr/>
          </p:nvSpPr>
          <p:spPr>
            <a:xfrm>
              <a:off x="4559198" y="1285646"/>
              <a:ext cx="98755" cy="98755"/>
            </a:xfrm>
            <a:prstGeom prst="ellipse">
              <a:avLst/>
            </a:prstGeom>
            <a:solidFill>
              <a:srgbClr val="A4B5D1"/>
            </a:solidFill>
            <a:ln>
              <a:noFill/>
            </a:ln>
            <a:effectLst/>
          </p:spPr>
          <p:txBody>
            <a:bodyPr rtlCol="0" anchor="ctr"/>
            <a:lstStyle/>
            <a:p>
              <a:pPr algn="ctr"/>
            </a:p>
          </p:txBody>
        </p:sp>
        <p:sp>
          <p:nvSpPr>
            <p:cNvPr id="40" name="Node"/>
            <p:cNvSpPr/>
            <p:nvPr/>
          </p:nvSpPr>
          <p:spPr>
            <a:xfrm>
              <a:off x="4582973" y="1309421"/>
              <a:ext cx="69494" cy="69494"/>
            </a:xfrm>
            <a:prstGeom prst="ellipse">
              <a:avLst/>
            </a:prstGeom>
            <a:solidFill>
              <a:srgbClr val="567CAE"/>
            </a:solidFill>
            <a:ln>
              <a:noFill/>
            </a:ln>
            <a:effectLst/>
          </p:spPr>
          <p:txBody>
            <a:bodyPr rtlCol="0" anchor="ctr"/>
            <a:lstStyle/>
            <a:p>
              <a:pPr algn="ctr"/>
            </a:p>
          </p:txBody>
        </p:sp>
        <p:sp>
          <p:nvSpPr>
            <p:cNvPr id="41" name="Node"/>
            <p:cNvSpPr/>
            <p:nvPr/>
          </p:nvSpPr>
          <p:spPr>
            <a:xfrm>
              <a:off x="4604918" y="1331366"/>
              <a:ext cx="43891" cy="43891"/>
            </a:xfrm>
            <a:prstGeom prst="ellipse">
              <a:avLst/>
            </a:prstGeom>
            <a:solidFill>
              <a:srgbClr val="275194"/>
            </a:solidFill>
            <a:ln>
              <a:noFill/>
            </a:ln>
            <a:effectLst/>
          </p:spPr>
          <p:txBody>
            <a:bodyPr rtlCol="0" anchor="ctr"/>
            <a:lstStyle/>
            <a:p>
              <a:pPr algn="ctr"/>
            </a:p>
          </p:txBody>
        </p:sp>
        <p:sp>
          <p:nvSpPr>
            <p:cNvPr id="42" name="Node"/>
            <p:cNvSpPr/>
            <p:nvPr/>
          </p:nvSpPr>
          <p:spPr>
            <a:xfrm>
              <a:off x="4687214" y="1285646"/>
              <a:ext cx="98755" cy="98755"/>
            </a:xfrm>
            <a:prstGeom prst="ellipse">
              <a:avLst/>
            </a:prstGeom>
            <a:solidFill>
              <a:srgbClr val="A4B5D1"/>
            </a:solidFill>
            <a:ln>
              <a:noFill/>
            </a:ln>
            <a:effectLst/>
          </p:spPr>
          <p:txBody>
            <a:bodyPr rtlCol="0" anchor="ctr"/>
            <a:lstStyle/>
            <a:p>
              <a:pPr algn="ctr"/>
            </a:p>
          </p:txBody>
        </p:sp>
        <p:sp>
          <p:nvSpPr>
            <p:cNvPr id="43" name="Node"/>
            <p:cNvSpPr/>
            <p:nvPr/>
          </p:nvSpPr>
          <p:spPr>
            <a:xfrm>
              <a:off x="4710989" y="1309421"/>
              <a:ext cx="69494" cy="69494"/>
            </a:xfrm>
            <a:prstGeom prst="ellipse">
              <a:avLst/>
            </a:prstGeom>
            <a:solidFill>
              <a:srgbClr val="567CAE"/>
            </a:solidFill>
            <a:ln>
              <a:noFill/>
            </a:ln>
            <a:effectLst/>
          </p:spPr>
          <p:txBody>
            <a:bodyPr rtlCol="0" anchor="ctr"/>
            <a:lstStyle/>
            <a:p>
              <a:pPr algn="ctr"/>
            </a:p>
          </p:txBody>
        </p:sp>
        <p:sp>
          <p:nvSpPr>
            <p:cNvPr id="44" name="Node"/>
            <p:cNvSpPr/>
            <p:nvPr/>
          </p:nvSpPr>
          <p:spPr>
            <a:xfrm>
              <a:off x="4732934" y="1331366"/>
              <a:ext cx="43891" cy="43891"/>
            </a:xfrm>
            <a:prstGeom prst="ellipse">
              <a:avLst/>
            </a:prstGeom>
            <a:solidFill>
              <a:srgbClr val="275194"/>
            </a:solidFill>
            <a:ln>
              <a:noFill/>
            </a:ln>
            <a:effectLst/>
          </p:spPr>
          <p:txBody>
            <a:bodyPr rtlCol="0" anchor="ctr"/>
            <a:lstStyle/>
            <a:p>
              <a:pPr algn="ctr"/>
            </a:p>
          </p:txBody>
        </p:sp>
        <p:sp>
          <p:nvSpPr>
            <p:cNvPr id="45" name="Node"/>
            <p:cNvSpPr/>
            <p:nvPr/>
          </p:nvSpPr>
          <p:spPr>
            <a:xfrm>
              <a:off x="4815230" y="1285646"/>
              <a:ext cx="98755" cy="98755"/>
            </a:xfrm>
            <a:prstGeom prst="ellipse">
              <a:avLst/>
            </a:prstGeom>
            <a:solidFill>
              <a:srgbClr val="A4B5D1"/>
            </a:solidFill>
            <a:ln>
              <a:noFill/>
            </a:ln>
            <a:effectLst/>
          </p:spPr>
          <p:txBody>
            <a:bodyPr rtlCol="0" anchor="ctr"/>
            <a:lstStyle/>
            <a:p>
              <a:pPr algn="ctr"/>
            </a:p>
          </p:txBody>
        </p:sp>
        <p:sp>
          <p:nvSpPr>
            <p:cNvPr id="46" name="Node"/>
            <p:cNvSpPr/>
            <p:nvPr/>
          </p:nvSpPr>
          <p:spPr>
            <a:xfrm>
              <a:off x="4839005" y="1309421"/>
              <a:ext cx="69494" cy="69494"/>
            </a:xfrm>
            <a:prstGeom prst="ellipse">
              <a:avLst/>
            </a:prstGeom>
            <a:solidFill>
              <a:srgbClr val="567CAE"/>
            </a:solidFill>
            <a:ln>
              <a:noFill/>
            </a:ln>
            <a:effectLst/>
          </p:spPr>
          <p:txBody>
            <a:bodyPr rtlCol="0" anchor="ctr"/>
            <a:lstStyle/>
            <a:p>
              <a:pPr algn="ctr"/>
            </a:p>
          </p:txBody>
        </p:sp>
        <p:sp>
          <p:nvSpPr>
            <p:cNvPr id="47" name="Node"/>
            <p:cNvSpPr/>
            <p:nvPr/>
          </p:nvSpPr>
          <p:spPr>
            <a:xfrm>
              <a:off x="4860950" y="1331366"/>
              <a:ext cx="43891" cy="43891"/>
            </a:xfrm>
            <a:prstGeom prst="ellipse">
              <a:avLst/>
            </a:prstGeom>
            <a:solidFill>
              <a:srgbClr val="275194"/>
            </a:solidFill>
            <a:ln>
              <a:noFill/>
            </a:ln>
            <a:effectLst/>
          </p:spPr>
          <p:txBody>
            <a:bodyPr rtlCol="0" anchor="ctr"/>
            <a:lstStyle/>
            <a:p>
              <a:pPr algn="ctr"/>
            </a:p>
          </p:txBody>
        </p:sp>
        <p:sp>
          <p:nvSpPr>
            <p:cNvPr id="48" name="Node"/>
            <p:cNvSpPr/>
            <p:nvPr/>
          </p:nvSpPr>
          <p:spPr>
            <a:xfrm>
              <a:off x="4943246" y="1285646"/>
              <a:ext cx="98755" cy="98755"/>
            </a:xfrm>
            <a:prstGeom prst="ellipse">
              <a:avLst/>
            </a:prstGeom>
            <a:solidFill>
              <a:srgbClr val="A4B5D1"/>
            </a:solidFill>
            <a:ln>
              <a:noFill/>
            </a:ln>
            <a:effectLst/>
          </p:spPr>
          <p:txBody>
            <a:bodyPr rtlCol="0" anchor="ctr"/>
            <a:lstStyle/>
            <a:p>
              <a:pPr algn="ctr"/>
            </a:p>
          </p:txBody>
        </p:sp>
        <p:sp>
          <p:nvSpPr>
            <p:cNvPr id="49" name="Node"/>
            <p:cNvSpPr/>
            <p:nvPr/>
          </p:nvSpPr>
          <p:spPr>
            <a:xfrm>
              <a:off x="4967021" y="1309421"/>
              <a:ext cx="69494" cy="69494"/>
            </a:xfrm>
            <a:prstGeom prst="ellipse">
              <a:avLst/>
            </a:prstGeom>
            <a:solidFill>
              <a:srgbClr val="567CAE"/>
            </a:solidFill>
            <a:ln>
              <a:noFill/>
            </a:ln>
            <a:effectLst/>
          </p:spPr>
          <p:txBody>
            <a:bodyPr rtlCol="0" anchor="ctr"/>
            <a:lstStyle/>
            <a:p>
              <a:pPr algn="ctr"/>
            </a:p>
          </p:txBody>
        </p:sp>
        <p:sp>
          <p:nvSpPr>
            <p:cNvPr id="50" name="Node"/>
            <p:cNvSpPr/>
            <p:nvPr/>
          </p:nvSpPr>
          <p:spPr>
            <a:xfrm>
              <a:off x="4988966" y="1331366"/>
              <a:ext cx="43891" cy="43891"/>
            </a:xfrm>
            <a:prstGeom prst="ellipse">
              <a:avLst/>
            </a:prstGeom>
            <a:solidFill>
              <a:srgbClr val="275194"/>
            </a:solidFill>
            <a:ln>
              <a:noFill/>
            </a:ln>
            <a:effectLst/>
          </p:spPr>
          <p:txBody>
            <a:bodyPr rtlCol="0" anchor="ctr"/>
            <a:lstStyle/>
            <a:p>
              <a:pPr algn="ctr"/>
            </a:p>
          </p:txBody>
        </p:sp>
        <p:sp>
          <p:nvSpPr>
            <p:cNvPr id="51" name="Node"/>
            <p:cNvSpPr/>
            <p:nvPr/>
          </p:nvSpPr>
          <p:spPr>
            <a:xfrm>
              <a:off x="5239512" y="1170432"/>
              <a:ext cx="347472" cy="347472"/>
            </a:xfrm>
            <a:prstGeom prst="ellipse">
              <a:avLst/>
            </a:prstGeom>
            <a:solidFill>
              <a:srgbClr val="2D459D"/>
            </a:solidFill>
            <a:ln>
              <a:noFill/>
            </a:ln>
            <a:effectLst/>
          </p:spPr>
          <p:txBody>
            <a:bodyPr rtlCol="0" anchor="ctr"/>
            <a:lstStyle/>
            <a:p>
              <a:pPr algn="ctr"/>
            </a:p>
          </p:txBody>
        </p:sp>
        <p:sp>
          <p:nvSpPr>
            <p:cNvPr id="52" name="Arrow shaft"/>
            <p:cNvSpPr/>
            <p:nvPr/>
          </p:nvSpPr>
          <p:spPr>
            <a:xfrm>
              <a:off x="3419856" y="868680"/>
              <a:ext cx="1865376" cy="0"/>
            </a:xfrm>
            <a:custGeom>
              <a:avLst/>
              <a:gdLst/>
              <a:ahLst/>
              <a:cxnLst/>
              <a:rect l="l" t="t" r="r" b="b"/>
              <a:pathLst>
                <a:path w="204" h="0">
                  <a:moveTo>
                    <a:pt x="0" y="0"/>
                  </a:moveTo>
                  <a:lnTo>
                    <a:pt x="204" y="0"/>
                  </a:lnTo>
                </a:path>
              </a:pathLst>
            </a:custGeom>
            <a:noFill/>
            <a:ln w="41148" cap="flat">
              <a:solidFill>
                <a:srgbClr val="45586E"/>
              </a:solidFill>
              <a:miter lim="800000"/>
            </a:ln>
            <a:effectLst/>
          </p:spPr>
          <p:txBody>
            <a:bodyPr rtlCol="0" anchor="ctr"/>
            <a:lstStyle/>
            <a:p>
              <a:pPr algn="ctr"/>
            </a:p>
          </p:txBody>
        </p:sp>
        <p:sp>
          <p:nvSpPr>
            <p:cNvPr id="53" name="Arrow head"/>
            <p:cNvSpPr/>
            <p:nvPr/>
          </p:nvSpPr>
          <p:spPr>
            <a:xfrm>
              <a:off x="5285232" y="804672"/>
              <a:ext cx="128016" cy="128016"/>
            </a:xfrm>
            <a:custGeom>
              <a:avLst/>
              <a:gdLst/>
              <a:ahLst/>
              <a:cxnLst/>
              <a:rect l="l" t="t" r="r" b="b"/>
              <a:pathLst>
                <a:path w="14" h="14">
                  <a:moveTo>
                    <a:pt x="14" y="7"/>
                  </a:moveTo>
                  <a:lnTo>
                    <a:pt x="0" y="14"/>
                  </a:lnTo>
                  <a:lnTo>
                    <a:pt x="0" y="0"/>
                  </a:lnTo>
                  <a:close/>
                </a:path>
              </a:pathLst>
            </a:custGeom>
            <a:solidFill>
              <a:srgbClr val="45586E"/>
            </a:solidFill>
            <a:ln>
              <a:noFill/>
            </a:ln>
            <a:effectLst/>
          </p:spPr>
          <p:txBody>
            <a:bodyPr rtlCol="0" anchor="ctr"/>
            <a:lstStyle/>
            <a:p>
              <a:pPr algn="ctr"/>
            </a:p>
          </p:txBody>
        </p:sp>
        <p:sp>
          <p:nvSpPr>
            <p:cNvPr id="54" name="Δh = dt · f(h,x)"/>
            <p:cNvSpPr txBox="1"/>
            <p:nvPr/>
          </p:nvSpPr>
          <p:spPr>
            <a:xfrm>
              <a:off x="2948940" y="416052"/>
              <a:ext cx="2880360" cy="393192"/>
            </a:xfrm>
            <a:prstGeom prst="rect">
              <a:avLst/>
            </a:prstGeom>
            <a:noFill/>
            <a:ln>
              <a:noFill/>
            </a:ln>
            <a:effectLst/>
          </p:spPr>
          <p:txBody>
            <a:bodyPr wrap="none" lIns="0" rIns="0" tIns="0" bIns="0" anchor="ctr">
              <a:spAutoFit/>
            </a:bodyPr>
            <a:lstStyle/>
            <a:p>
              <a:pPr algn="ctr">
                <a:lnSpc>
                  <a:spcPts val="2462"/>
                </a:lnSpc>
                <a:spcBef>
                  <a:spcPts val="0"/>
                </a:spcBef>
                <a:spcAft>
                  <a:spcPts val="0"/>
                </a:spcAft>
              </a:pPr>
              <a:r>
                <a:rPr sz="2160" b="1" i="1">
                  <a:solidFill>
                    <a:srgbClr val="000000"/>
                  </a:solidFill>
                  <a:latin typeface="Times New Roman"/>
                  <a:ea typeface="Times New Roman"/>
                </a:rPr>
                <a:t>Δh = dt · f(h,x)</a:t>
              </a:r>
            </a:p>
          </p:txBody>
        </p:sp>
        <p:sp>
          <p:nvSpPr>
            <p:cNvPr id="55" name="GeoLiquidNet"/>
            <p:cNvSpPr txBox="1"/>
            <p:nvPr/>
          </p:nvSpPr>
          <p:spPr>
            <a:xfrm>
              <a:off x="2724912" y="1815084"/>
              <a:ext cx="3182112" cy="484632"/>
            </a:xfrm>
            <a:prstGeom prst="rect">
              <a:avLst/>
            </a:prstGeom>
            <a:noFill/>
            <a:ln>
              <a:noFill/>
            </a:ln>
            <a:effectLst/>
          </p:spPr>
          <p:txBody>
            <a:bodyPr wrap="none" lIns="0" rIns="0" tIns="0" bIns="0" anchor="ctr">
              <a:spAutoFit/>
            </a:bodyPr>
            <a:lstStyle/>
            <a:p>
              <a:pPr algn="ctr">
                <a:lnSpc>
                  <a:spcPts val="2954"/>
                </a:lnSpc>
                <a:spcBef>
                  <a:spcPts val="0"/>
                </a:spcBef>
                <a:spcAft>
                  <a:spcPts val="0"/>
                </a:spcAft>
              </a:pPr>
              <a:r>
                <a:rPr sz="2592" b="1" i="0">
                  <a:solidFill>
                    <a:srgbClr val="000000"/>
                  </a:solidFill>
                  <a:latin typeface="Times New Roman"/>
                  <a:ea typeface="Times New Roman"/>
                </a:rPr>
                <a:t>GeoLiquidNet</a:t>
              </a:r>
            </a:p>
          </p:txBody>
        </p:sp>
        <p:sp>
          <p:nvSpPr>
            <p:cNvPr id="56" name="Arrow shaft"/>
            <p:cNvSpPr/>
            <p:nvPr/>
          </p:nvSpPr>
          <p:spPr>
            <a:xfrm>
              <a:off x="5788152" y="1335024"/>
              <a:ext cx="356616" cy="0"/>
            </a:xfrm>
            <a:custGeom>
              <a:avLst/>
              <a:gdLst/>
              <a:ahLst/>
              <a:cxnLst/>
              <a:rect l="l" t="t" r="r" b="b"/>
              <a:pathLst>
                <a:path w="39" h="0">
                  <a:moveTo>
                    <a:pt x="0" y="0"/>
                  </a:moveTo>
                  <a:lnTo>
                    <a:pt x="39" y="0"/>
                  </a:lnTo>
                </a:path>
              </a:pathLst>
            </a:custGeom>
            <a:noFill/>
            <a:ln w="164592" cap="flat">
              <a:solidFill>
                <a:srgbClr val="3E3794"/>
              </a:solidFill>
              <a:miter lim="800000"/>
            </a:ln>
            <a:effectLst/>
          </p:spPr>
          <p:txBody>
            <a:bodyPr rtlCol="0" anchor="ctr"/>
            <a:lstStyle/>
            <a:p>
              <a:pPr algn="ctr"/>
            </a:p>
          </p:txBody>
        </p:sp>
        <p:sp>
          <p:nvSpPr>
            <p:cNvPr id="57" name="Arrow head"/>
            <p:cNvSpPr/>
            <p:nvPr/>
          </p:nvSpPr>
          <p:spPr>
            <a:xfrm>
              <a:off x="6144768" y="1170432"/>
              <a:ext cx="164592" cy="329184"/>
            </a:xfrm>
            <a:custGeom>
              <a:avLst/>
              <a:gdLst/>
              <a:ahLst/>
              <a:cxnLst/>
              <a:rect l="l" t="t" r="r" b="b"/>
              <a:pathLst>
                <a:path w="18" h="36">
                  <a:moveTo>
                    <a:pt x="18" y="18"/>
                  </a:moveTo>
                  <a:lnTo>
                    <a:pt x="0" y="36"/>
                  </a:lnTo>
                  <a:lnTo>
                    <a:pt x="0" y="0"/>
                  </a:lnTo>
                  <a:close/>
                </a:path>
              </a:pathLst>
            </a:custGeom>
            <a:solidFill>
              <a:srgbClr val="3E3794"/>
            </a:solidFill>
            <a:ln>
              <a:noFill/>
            </a:ln>
            <a:effectLst/>
          </p:spPr>
          <p:txBody>
            <a:bodyPr rtlCol="0" anchor="ctr"/>
            <a:lstStyle/>
            <a:p>
              <a:pPr algn="ctr"/>
            </a:p>
          </p:txBody>
        </p:sp>
        <p:grpSp>
          <p:nvGrpSpPr>
            <p:cNvPr id="58" name="Feature vector"/>
            <p:cNvGrpSpPr/>
            <p:nvPr/>
          </p:nvGrpSpPr>
          <p:grpSpPr>
            <a:xfrm>
              <a:off x="6309360" y="310896"/>
              <a:ext cx="667512" cy="2011680"/>
              <a:chOff x="6309360" y="310896"/>
              <a:chExt cx="667512" cy="2011680"/>
            </a:xfrm>
          </p:grpSpPr>
          <p:sp>
            <p:nvSpPr>
              <p:cNvPr id="59" name="Rectangle"/>
              <p:cNvSpPr/>
              <p:nvPr/>
            </p:nvSpPr>
            <p:spPr>
              <a:xfrm>
                <a:off x="6309360" y="310896"/>
                <a:ext cx="667512" cy="2011680"/>
              </a:xfrm>
              <a:prstGeom prst="roundRect">
                <a:avLst>
                  <a:gd name="adj" fmla="val 20547"/>
                </a:avLst>
              </a:prstGeom>
              <a:solidFill>
                <a:srgbClr val="BEBDDD"/>
              </a:solidFill>
              <a:ln>
                <a:noFill/>
              </a:ln>
              <a:effectLst/>
            </p:spPr>
            <p:txBody>
              <a:bodyPr rtlCol="0" anchor="ctr"/>
              <a:lstStyle/>
              <a:p>
                <a:pPr algn="ctr"/>
              </a:p>
            </p:txBody>
          </p:sp>
          <p:sp>
            <p:nvSpPr>
              <p:cNvPr id="60" name="Feature 1,1"/>
              <p:cNvSpPr/>
              <p:nvPr/>
            </p:nvSpPr>
            <p:spPr>
              <a:xfrm>
                <a:off x="6391656" y="475488"/>
                <a:ext cx="187452" cy="205740"/>
              </a:xfrm>
              <a:prstGeom prst="roundRect">
                <a:avLst>
                  <a:gd name="adj" fmla="val 14634"/>
                </a:avLst>
              </a:prstGeom>
              <a:solidFill>
                <a:srgbClr val="98A5CC"/>
              </a:solidFill>
              <a:ln w="42976" cap="flat">
                <a:solidFill>
                  <a:srgbClr val="595BA3"/>
                </a:solidFill>
                <a:miter lim="800000"/>
              </a:ln>
              <a:effectLst/>
            </p:spPr>
            <p:txBody>
              <a:bodyPr rtlCol="0" anchor="ctr"/>
              <a:lstStyle/>
              <a:p>
                <a:pPr algn="ctr"/>
              </a:p>
            </p:txBody>
          </p:sp>
          <p:sp>
            <p:nvSpPr>
              <p:cNvPr id="61" name="Feature 1,2"/>
              <p:cNvSpPr/>
              <p:nvPr/>
            </p:nvSpPr>
            <p:spPr>
              <a:xfrm>
                <a:off x="6707124" y="475488"/>
                <a:ext cx="187452" cy="205740"/>
              </a:xfrm>
              <a:prstGeom prst="roundRect">
                <a:avLst>
                  <a:gd name="adj" fmla="val 14634"/>
                </a:avLst>
              </a:prstGeom>
              <a:solidFill>
                <a:srgbClr val="98A5CC"/>
              </a:solidFill>
              <a:ln w="42976" cap="flat">
                <a:solidFill>
                  <a:srgbClr val="595BA3"/>
                </a:solidFill>
                <a:miter lim="800000"/>
              </a:ln>
              <a:effectLst/>
            </p:spPr>
            <p:txBody>
              <a:bodyPr rtlCol="0" anchor="ctr"/>
              <a:lstStyle/>
              <a:p>
                <a:pPr algn="ctr"/>
              </a:p>
            </p:txBody>
          </p:sp>
          <p:sp>
            <p:nvSpPr>
              <p:cNvPr id="62" name="Feature 2,1"/>
              <p:cNvSpPr/>
              <p:nvPr/>
            </p:nvSpPr>
            <p:spPr>
              <a:xfrm>
                <a:off x="6391656" y="781812"/>
                <a:ext cx="187452" cy="205740"/>
              </a:xfrm>
              <a:prstGeom prst="roundRect">
                <a:avLst>
                  <a:gd name="adj" fmla="val 14634"/>
                </a:avLst>
              </a:prstGeom>
              <a:solidFill>
                <a:srgbClr val="98A5CC"/>
              </a:solidFill>
              <a:ln w="42976" cap="flat">
                <a:solidFill>
                  <a:srgbClr val="595BA3"/>
                </a:solidFill>
                <a:miter lim="800000"/>
              </a:ln>
              <a:effectLst/>
            </p:spPr>
            <p:txBody>
              <a:bodyPr rtlCol="0" anchor="ctr"/>
              <a:lstStyle/>
              <a:p>
                <a:pPr algn="ctr"/>
              </a:p>
            </p:txBody>
          </p:sp>
          <p:sp>
            <p:nvSpPr>
              <p:cNvPr id="63" name="Feature 2,2"/>
              <p:cNvSpPr/>
              <p:nvPr/>
            </p:nvSpPr>
            <p:spPr>
              <a:xfrm>
                <a:off x="6707124" y="781812"/>
                <a:ext cx="187452" cy="205740"/>
              </a:xfrm>
              <a:prstGeom prst="roundRect">
                <a:avLst>
                  <a:gd name="adj" fmla="val 14634"/>
                </a:avLst>
              </a:prstGeom>
              <a:solidFill>
                <a:srgbClr val="98A5CC"/>
              </a:solidFill>
              <a:ln w="42976" cap="flat">
                <a:solidFill>
                  <a:srgbClr val="595BA3"/>
                </a:solidFill>
                <a:miter lim="800000"/>
              </a:ln>
              <a:effectLst/>
            </p:spPr>
            <p:txBody>
              <a:bodyPr rtlCol="0" anchor="ctr"/>
              <a:lstStyle/>
              <a:p>
                <a:pPr algn="ctr"/>
              </a:p>
            </p:txBody>
          </p:sp>
          <p:sp>
            <p:nvSpPr>
              <p:cNvPr id="64" name="Feature 3,1"/>
              <p:cNvSpPr/>
              <p:nvPr/>
            </p:nvSpPr>
            <p:spPr>
              <a:xfrm>
                <a:off x="6391656" y="1088136"/>
                <a:ext cx="187452" cy="205740"/>
              </a:xfrm>
              <a:prstGeom prst="roundRect">
                <a:avLst>
                  <a:gd name="adj" fmla="val 14634"/>
                </a:avLst>
              </a:prstGeom>
              <a:solidFill>
                <a:srgbClr val="98A5CC"/>
              </a:solidFill>
              <a:ln w="42976" cap="flat">
                <a:solidFill>
                  <a:srgbClr val="595BA3"/>
                </a:solidFill>
                <a:miter lim="800000"/>
              </a:ln>
              <a:effectLst/>
            </p:spPr>
            <p:txBody>
              <a:bodyPr rtlCol="0" anchor="ctr"/>
              <a:lstStyle/>
              <a:p>
                <a:pPr algn="ctr"/>
              </a:p>
            </p:txBody>
          </p:sp>
          <p:sp>
            <p:nvSpPr>
              <p:cNvPr id="65" name="Feature 3,2"/>
              <p:cNvSpPr/>
              <p:nvPr/>
            </p:nvSpPr>
            <p:spPr>
              <a:xfrm>
                <a:off x="6707124" y="1088136"/>
                <a:ext cx="187452" cy="205740"/>
              </a:xfrm>
              <a:prstGeom prst="roundRect">
                <a:avLst>
                  <a:gd name="adj" fmla="val 14634"/>
                </a:avLst>
              </a:prstGeom>
              <a:solidFill>
                <a:srgbClr val="98A5CC"/>
              </a:solidFill>
              <a:ln w="42976" cap="flat">
                <a:solidFill>
                  <a:srgbClr val="595BA3"/>
                </a:solidFill>
                <a:miter lim="800000"/>
              </a:ln>
              <a:effectLst/>
            </p:spPr>
            <p:txBody>
              <a:bodyPr rtlCol="0" anchor="ctr"/>
              <a:lstStyle/>
              <a:p>
                <a:pPr algn="ctr"/>
              </a:p>
            </p:txBody>
          </p:sp>
          <p:sp>
            <p:nvSpPr>
              <p:cNvPr id="66" name="Feature 4,1"/>
              <p:cNvSpPr/>
              <p:nvPr/>
            </p:nvSpPr>
            <p:spPr>
              <a:xfrm>
                <a:off x="6391656" y="1394460"/>
                <a:ext cx="187452" cy="205740"/>
              </a:xfrm>
              <a:prstGeom prst="roundRect">
                <a:avLst>
                  <a:gd name="adj" fmla="val 14634"/>
                </a:avLst>
              </a:prstGeom>
              <a:solidFill>
                <a:srgbClr val="98A5CC"/>
              </a:solidFill>
              <a:ln w="42976" cap="flat">
                <a:solidFill>
                  <a:srgbClr val="595BA3"/>
                </a:solidFill>
                <a:miter lim="800000"/>
              </a:ln>
              <a:effectLst/>
            </p:spPr>
            <p:txBody>
              <a:bodyPr rtlCol="0" anchor="ctr"/>
              <a:lstStyle/>
              <a:p>
                <a:pPr algn="ctr"/>
              </a:p>
            </p:txBody>
          </p:sp>
          <p:sp>
            <p:nvSpPr>
              <p:cNvPr id="67" name="Feature 4,2"/>
              <p:cNvSpPr/>
              <p:nvPr/>
            </p:nvSpPr>
            <p:spPr>
              <a:xfrm>
                <a:off x="6707124" y="1394460"/>
                <a:ext cx="187452" cy="205740"/>
              </a:xfrm>
              <a:prstGeom prst="roundRect">
                <a:avLst>
                  <a:gd name="adj" fmla="val 14634"/>
                </a:avLst>
              </a:prstGeom>
              <a:solidFill>
                <a:srgbClr val="98A5CC"/>
              </a:solidFill>
              <a:ln w="42976" cap="flat">
                <a:solidFill>
                  <a:srgbClr val="595BA3"/>
                </a:solidFill>
                <a:miter lim="800000"/>
              </a:ln>
              <a:effectLst/>
            </p:spPr>
            <p:txBody>
              <a:bodyPr rtlCol="0" anchor="ctr"/>
              <a:lstStyle/>
              <a:p>
                <a:pPr algn="ctr"/>
              </a:p>
            </p:txBody>
          </p:sp>
          <p:sp>
            <p:nvSpPr>
              <p:cNvPr id="68" name="Feature 5,1"/>
              <p:cNvSpPr/>
              <p:nvPr/>
            </p:nvSpPr>
            <p:spPr>
              <a:xfrm>
                <a:off x="6391656" y="1700784"/>
                <a:ext cx="187452" cy="205740"/>
              </a:xfrm>
              <a:prstGeom prst="roundRect">
                <a:avLst>
                  <a:gd name="adj" fmla="val 14634"/>
                </a:avLst>
              </a:prstGeom>
              <a:solidFill>
                <a:srgbClr val="98A5CC"/>
              </a:solidFill>
              <a:ln w="42976" cap="flat">
                <a:solidFill>
                  <a:srgbClr val="595BA3"/>
                </a:solidFill>
                <a:miter lim="800000"/>
              </a:ln>
              <a:effectLst/>
            </p:spPr>
            <p:txBody>
              <a:bodyPr rtlCol="0" anchor="ctr"/>
              <a:lstStyle/>
              <a:p>
                <a:pPr algn="ctr"/>
              </a:p>
            </p:txBody>
          </p:sp>
          <p:sp>
            <p:nvSpPr>
              <p:cNvPr id="69" name="Feature 5,2"/>
              <p:cNvSpPr/>
              <p:nvPr/>
            </p:nvSpPr>
            <p:spPr>
              <a:xfrm>
                <a:off x="6707124" y="1700784"/>
                <a:ext cx="187452" cy="205740"/>
              </a:xfrm>
              <a:prstGeom prst="roundRect">
                <a:avLst>
                  <a:gd name="adj" fmla="val 14634"/>
                </a:avLst>
              </a:prstGeom>
              <a:solidFill>
                <a:srgbClr val="98A5CC"/>
              </a:solidFill>
              <a:ln w="42976" cap="flat">
                <a:solidFill>
                  <a:srgbClr val="595BA3"/>
                </a:solidFill>
                <a:miter lim="800000"/>
              </a:ln>
              <a:effectLst/>
            </p:spPr>
            <p:txBody>
              <a:bodyPr rtlCol="0" anchor="ctr"/>
              <a:lstStyle/>
              <a:p>
                <a:pPr algn="ctr"/>
              </a:p>
            </p:txBody>
          </p:sp>
          <p:sp>
            <p:nvSpPr>
              <p:cNvPr id="70" name="Feature 6,1"/>
              <p:cNvSpPr/>
              <p:nvPr/>
            </p:nvSpPr>
            <p:spPr>
              <a:xfrm>
                <a:off x="6391656" y="2007108"/>
                <a:ext cx="187452" cy="205740"/>
              </a:xfrm>
              <a:prstGeom prst="roundRect">
                <a:avLst>
                  <a:gd name="adj" fmla="val 14634"/>
                </a:avLst>
              </a:prstGeom>
              <a:solidFill>
                <a:srgbClr val="98A5CC"/>
              </a:solidFill>
              <a:ln w="42976" cap="flat">
                <a:solidFill>
                  <a:srgbClr val="595BA3"/>
                </a:solidFill>
                <a:miter lim="800000"/>
              </a:ln>
              <a:effectLst/>
            </p:spPr>
            <p:txBody>
              <a:bodyPr rtlCol="0" anchor="ctr"/>
              <a:lstStyle/>
              <a:p>
                <a:pPr algn="ctr"/>
              </a:p>
            </p:txBody>
          </p:sp>
          <p:sp>
            <p:nvSpPr>
              <p:cNvPr id="71" name="Feature 6,2"/>
              <p:cNvSpPr/>
              <p:nvPr/>
            </p:nvSpPr>
            <p:spPr>
              <a:xfrm>
                <a:off x="6707124" y="2007108"/>
                <a:ext cx="187452" cy="205740"/>
              </a:xfrm>
              <a:prstGeom prst="roundRect">
                <a:avLst>
                  <a:gd name="adj" fmla="val 14634"/>
                </a:avLst>
              </a:prstGeom>
              <a:solidFill>
                <a:srgbClr val="98A5CC"/>
              </a:solidFill>
              <a:ln w="42976" cap="flat">
                <a:solidFill>
                  <a:srgbClr val="595BA3"/>
                </a:solidFill>
                <a:miter lim="800000"/>
              </a:ln>
              <a:effectLst/>
            </p:spPr>
            <p:txBody>
              <a:bodyPr rtlCol="0" anchor="ctr"/>
              <a:lstStyle/>
              <a:p>
                <a:pPr algn="ctr"/>
              </a:p>
            </p:txBody>
          </p:sp>
        </p:grpSp>
      </p:grpSp>
      <p:grpSp>
        <p:nvGrpSpPr>
          <p:cNvPr id="72" name="Gridded forecast and temporal attention"/>
          <p:cNvGrpSpPr/>
          <p:nvPr/>
        </p:nvGrpSpPr>
        <p:grpSpPr>
          <a:xfrm>
            <a:off x="114300" y="2880360"/>
            <a:ext cx="7182612" cy="2578608"/>
            <a:chOff x="114300" y="2880360"/>
            <a:chExt cx="7182612" cy="2578608"/>
          </a:xfrm>
        </p:grpSpPr>
        <p:sp>
          <p:nvSpPr>
            <p:cNvPr id="73" name="Rectangle"/>
            <p:cNvSpPr/>
            <p:nvPr/>
          </p:nvSpPr>
          <p:spPr>
            <a:xfrm>
              <a:off x="219456" y="2880360"/>
              <a:ext cx="7077456" cy="2578608"/>
            </a:xfrm>
            <a:prstGeom prst="roundRect">
              <a:avLst>
                <a:gd name="adj" fmla="val 16666"/>
              </a:avLst>
            </a:prstGeom>
            <a:solidFill>
              <a:srgbClr val="F3F2F8"/>
            </a:solidFill>
            <a:ln w="36576" cap="flat">
              <a:solidFill>
                <a:srgbClr val="8986BF"/>
              </a:solidFill>
              <a:miter lim="800000"/>
            </a:ln>
            <a:effectLst/>
          </p:spPr>
          <p:txBody>
            <a:bodyPr rtlCol="0" anchor="ctr"/>
            <a:lstStyle/>
            <a:p>
              <a:pPr algn="ctr"/>
            </a:p>
          </p:txBody>
        </p:sp>
        <p:grpSp>
          <p:nvGrpSpPr>
            <p:cNvPr id="74" name="Stack of gridded forecast maps"/>
            <p:cNvGrpSpPr/>
            <p:nvPr/>
          </p:nvGrpSpPr>
          <p:grpSpPr>
            <a:xfrm>
              <a:off x="411480" y="3200400"/>
              <a:ext cx="1645920" cy="1700784"/>
              <a:chOff x="411480" y="3200400"/>
              <a:chExt cx="1645920" cy="1700784"/>
            </a:xfrm>
          </p:grpSpPr>
          <p:sp>
            <p:nvSpPr>
              <p:cNvPr id="75" name="Rectangle"/>
              <p:cNvSpPr/>
              <p:nvPr/>
            </p:nvSpPr>
            <p:spPr>
              <a:xfrm>
                <a:off x="877824" y="3200400"/>
                <a:ext cx="1179576" cy="1298448"/>
              </a:xfrm>
              <a:prstGeom prst="rect">
                <a:avLst/>
              </a:prstGeom>
              <a:solidFill>
                <a:srgbClr val="D6EDED"/>
              </a:solidFill>
              <a:ln w="36576" cap="flat">
                <a:solidFill>
                  <a:srgbClr val="52A7AD"/>
                </a:solidFill>
                <a:miter lim="800000"/>
              </a:ln>
              <a:effectLst/>
            </p:spPr>
            <p:txBody>
              <a:bodyPr rtlCol="0" anchor="ctr"/>
              <a:lstStyle/>
              <a:p>
                <a:pPr algn="ctr"/>
              </a:p>
            </p:txBody>
          </p:sp>
          <p:sp>
            <p:nvSpPr>
              <p:cNvPr id="76" name="Rectangle"/>
              <p:cNvSpPr/>
              <p:nvPr/>
            </p:nvSpPr>
            <p:spPr>
              <a:xfrm>
                <a:off x="768096" y="3291840"/>
                <a:ext cx="1179576" cy="1298448"/>
              </a:xfrm>
              <a:prstGeom prst="rect">
                <a:avLst/>
              </a:prstGeom>
              <a:solidFill>
                <a:srgbClr val="D6EDED"/>
              </a:solidFill>
              <a:ln w="36576" cap="flat">
                <a:solidFill>
                  <a:srgbClr val="52A7AD"/>
                </a:solidFill>
                <a:miter lim="800000"/>
              </a:ln>
              <a:effectLst/>
            </p:spPr>
            <p:txBody>
              <a:bodyPr rtlCol="0" anchor="ctr"/>
              <a:lstStyle/>
              <a:p>
                <a:pPr algn="ctr"/>
              </a:p>
            </p:txBody>
          </p:sp>
          <p:sp>
            <p:nvSpPr>
              <p:cNvPr id="77" name="Rectangle"/>
              <p:cNvSpPr/>
              <p:nvPr/>
            </p:nvSpPr>
            <p:spPr>
              <a:xfrm>
                <a:off x="658368" y="3383280"/>
                <a:ext cx="1179576" cy="1298448"/>
              </a:xfrm>
              <a:prstGeom prst="rect">
                <a:avLst/>
              </a:prstGeom>
              <a:solidFill>
                <a:srgbClr val="D6EDED"/>
              </a:solidFill>
              <a:ln w="36576" cap="flat">
                <a:solidFill>
                  <a:srgbClr val="52A7AD"/>
                </a:solidFill>
                <a:miter lim="800000"/>
              </a:ln>
              <a:effectLst/>
            </p:spPr>
            <p:txBody>
              <a:bodyPr rtlCol="0" anchor="ctr"/>
              <a:lstStyle/>
              <a:p>
                <a:pPr algn="ctr"/>
              </a:p>
            </p:txBody>
          </p:sp>
          <p:sp>
            <p:nvSpPr>
              <p:cNvPr id="78" name="Rectangle"/>
              <p:cNvSpPr/>
              <p:nvPr/>
            </p:nvSpPr>
            <p:spPr>
              <a:xfrm>
                <a:off x="548640" y="3474720"/>
                <a:ext cx="1179576" cy="1298448"/>
              </a:xfrm>
              <a:prstGeom prst="rect">
                <a:avLst/>
              </a:prstGeom>
              <a:solidFill>
                <a:srgbClr val="D6EDED"/>
              </a:solidFill>
              <a:ln w="36576" cap="flat">
                <a:solidFill>
                  <a:srgbClr val="52A7AD"/>
                </a:solidFill>
                <a:miter lim="800000"/>
              </a:ln>
              <a:effectLst/>
            </p:spPr>
            <p:txBody>
              <a:bodyPr rtlCol="0" anchor="ctr"/>
              <a:lstStyle/>
              <a:p>
                <a:pPr algn="ctr"/>
              </a:p>
            </p:txBody>
          </p:sp>
          <p:sp>
            <p:nvSpPr>
              <p:cNvPr id="79" name="Rectangle"/>
              <p:cNvSpPr/>
              <p:nvPr/>
            </p:nvSpPr>
            <p:spPr>
              <a:xfrm>
                <a:off x="493776" y="3520440"/>
                <a:ext cx="1197864" cy="1316736"/>
              </a:xfrm>
              <a:prstGeom prst="rect">
                <a:avLst/>
              </a:prstGeom>
              <a:solidFill>
                <a:srgbClr val="7FC2C7"/>
              </a:solidFill>
              <a:ln w="36576" cap="flat">
                <a:solidFill>
                  <a:srgbClr val="52A7AD"/>
                </a:solidFill>
                <a:miter lim="800000"/>
              </a:ln>
              <a:effectLst/>
            </p:spPr>
            <p:txBody>
              <a:bodyPr rtlCol="0" anchor="ctr"/>
              <a:lstStyle/>
              <a:p>
                <a:pPr algn="ctr"/>
              </a:p>
            </p:txBody>
          </p:sp>
          <p:sp>
            <p:nvSpPr>
              <p:cNvPr id="80" name="Rectangle"/>
              <p:cNvSpPr/>
              <p:nvPr/>
            </p:nvSpPr>
            <p:spPr>
              <a:xfrm>
                <a:off x="411480" y="3557016"/>
                <a:ext cx="1207008" cy="1344168"/>
              </a:xfrm>
              <a:prstGeom prst="rect">
                <a:avLst/>
              </a:prstGeom>
              <a:solidFill>
                <a:srgbClr val="52A7AD"/>
              </a:solidFill>
              <a:ln>
                <a:noFill/>
              </a:ln>
              <a:effectLst/>
            </p:spPr>
            <p:txBody>
              <a:bodyPr rtlCol="0" anchor="ctr"/>
              <a:lstStyle/>
              <a:p>
                <a:pPr algn="ctr"/>
              </a:p>
            </p:txBody>
          </p:sp>
          <p:sp>
            <p:nvSpPr>
              <p:cNvPr id="81" name="Node"/>
              <p:cNvSpPr/>
              <p:nvPr/>
            </p:nvSpPr>
            <p:spPr>
              <a:xfrm>
                <a:off x="585216" y="3758184"/>
                <a:ext cx="859536" cy="932688"/>
              </a:xfrm>
              <a:prstGeom prst="ellipse">
                <a:avLst/>
              </a:prstGeom>
              <a:solidFill>
                <a:srgbClr val="52A7AD"/>
              </a:solidFill>
              <a:ln w="45719" cap="flat">
                <a:solidFill>
                  <a:srgbClr val="4676C6"/>
                </a:solidFill>
                <a:miter lim="800000"/>
              </a:ln>
              <a:effectLst/>
            </p:spPr>
            <p:txBody>
              <a:bodyPr rtlCol="0" anchor="ctr"/>
              <a:lstStyle/>
              <a:p>
                <a:pPr algn="ctr"/>
              </a:p>
            </p:txBody>
          </p:sp>
          <p:sp>
            <p:nvSpPr>
              <p:cNvPr id="82" name="Path"/>
              <p:cNvSpPr/>
              <p:nvPr/>
            </p:nvSpPr>
            <p:spPr>
              <a:xfrm>
                <a:off x="658368" y="3986784"/>
                <a:ext cx="384048" cy="667512"/>
              </a:xfrm>
              <a:custGeom>
                <a:avLst/>
                <a:gdLst/>
                <a:ahLst/>
                <a:cxnLst/>
                <a:rect l="l" t="t" r="r" b="b"/>
                <a:pathLst>
                  <a:path w="42" h="73">
                    <a:moveTo>
                      <a:pt x="0" y="11"/>
                    </a:moveTo>
                    <a:lnTo>
                      <a:pt x="3" y="2"/>
                    </a:lnTo>
                    <a:lnTo>
                      <a:pt x="7" y="0"/>
                    </a:lnTo>
                    <a:lnTo>
                      <a:pt x="7" y="6"/>
                    </a:lnTo>
                    <a:lnTo>
                      <a:pt x="11" y="7"/>
                    </a:lnTo>
                    <a:lnTo>
                      <a:pt x="13" y="9"/>
                    </a:lnTo>
                    <a:lnTo>
                      <a:pt x="16" y="9"/>
                    </a:lnTo>
                    <a:lnTo>
                      <a:pt x="16" y="14"/>
                    </a:lnTo>
                    <a:lnTo>
                      <a:pt x="12" y="15"/>
                    </a:lnTo>
                    <a:lnTo>
                      <a:pt x="10" y="19"/>
                    </a:lnTo>
                    <a:lnTo>
                      <a:pt x="9" y="22"/>
                    </a:lnTo>
                    <a:lnTo>
                      <a:pt x="12" y="24"/>
                    </a:lnTo>
                    <a:lnTo>
                      <a:pt x="18" y="24"/>
                    </a:lnTo>
                    <a:lnTo>
                      <a:pt x="22" y="27"/>
                    </a:lnTo>
                    <a:lnTo>
                      <a:pt x="26" y="28"/>
                    </a:lnTo>
                    <a:lnTo>
                      <a:pt x="30" y="32"/>
                    </a:lnTo>
                    <a:lnTo>
                      <a:pt x="35" y="34"/>
                    </a:lnTo>
                    <a:lnTo>
                      <a:pt x="42" y="38"/>
                    </a:lnTo>
                    <a:lnTo>
                      <a:pt x="37" y="45"/>
                    </a:lnTo>
                    <a:lnTo>
                      <a:pt x="37" y="51"/>
                    </a:lnTo>
                    <a:lnTo>
                      <a:pt x="33" y="55"/>
                    </a:lnTo>
                    <a:lnTo>
                      <a:pt x="31" y="62"/>
                    </a:lnTo>
                    <a:lnTo>
                      <a:pt x="29" y="67"/>
                    </a:lnTo>
                    <a:lnTo>
                      <a:pt x="31" y="73"/>
                    </a:lnTo>
                    <a:lnTo>
                      <a:pt x="26" y="69"/>
                    </a:lnTo>
                    <a:lnTo>
                      <a:pt x="22" y="62"/>
                    </a:lnTo>
                    <a:lnTo>
                      <a:pt x="19" y="54"/>
                    </a:lnTo>
                    <a:lnTo>
                      <a:pt x="15" y="47"/>
                    </a:lnTo>
                    <a:lnTo>
                      <a:pt x="14" y="40"/>
                    </a:lnTo>
                    <a:lnTo>
                      <a:pt x="10" y="34"/>
                    </a:lnTo>
                    <a:lnTo>
                      <a:pt x="8" y="26"/>
                    </a:lnTo>
                    <a:lnTo>
                      <a:pt x="4" y="25"/>
                    </a:lnTo>
                    <a:lnTo>
                      <a:pt x="4" y="17"/>
                    </a:lnTo>
                    <a:lnTo>
                      <a:pt x="1" y="17"/>
                    </a:lnTo>
                    <a:close/>
                  </a:path>
                </a:pathLst>
              </a:custGeom>
              <a:solidFill>
                <a:srgbClr val="4676C6"/>
              </a:solidFill>
              <a:ln>
                <a:noFill/>
              </a:ln>
              <a:effectLst/>
            </p:spPr>
            <p:txBody>
              <a:bodyPr rtlCol="0" anchor="ctr"/>
              <a:lstStyle/>
              <a:p>
                <a:pPr algn="ctr"/>
              </a:p>
            </p:txBody>
          </p:sp>
          <p:sp>
            <p:nvSpPr>
              <p:cNvPr id="83" name="Path"/>
              <p:cNvSpPr/>
              <p:nvPr/>
            </p:nvSpPr>
            <p:spPr>
              <a:xfrm>
                <a:off x="960120" y="3785616"/>
                <a:ext cx="347472" cy="786384"/>
              </a:xfrm>
              <a:custGeom>
                <a:avLst/>
                <a:gdLst/>
                <a:ahLst/>
                <a:cxnLst/>
                <a:rect l="l" t="t" r="r" b="b"/>
                <a:pathLst>
                  <a:path w="38" h="86">
                    <a:moveTo>
                      <a:pt x="5" y="1"/>
                    </a:moveTo>
                    <a:lnTo>
                      <a:pt x="14" y="0"/>
                    </a:lnTo>
                    <a:lnTo>
                      <a:pt x="17" y="3"/>
                    </a:lnTo>
                    <a:lnTo>
                      <a:pt x="22" y="2"/>
                    </a:lnTo>
                    <a:lnTo>
                      <a:pt x="27" y="5"/>
                    </a:lnTo>
                    <a:lnTo>
                      <a:pt x="22" y="10"/>
                    </a:lnTo>
                    <a:lnTo>
                      <a:pt x="19" y="12"/>
                    </a:lnTo>
                    <a:lnTo>
                      <a:pt x="19" y="16"/>
                    </a:lnTo>
                    <a:lnTo>
                      <a:pt x="15" y="18"/>
                    </a:lnTo>
                    <a:lnTo>
                      <a:pt x="18" y="22"/>
                    </a:lnTo>
                    <a:lnTo>
                      <a:pt x="21" y="20"/>
                    </a:lnTo>
                    <a:lnTo>
                      <a:pt x="25" y="23"/>
                    </a:lnTo>
                    <a:lnTo>
                      <a:pt x="30" y="25"/>
                    </a:lnTo>
                    <a:lnTo>
                      <a:pt x="32" y="30"/>
                    </a:lnTo>
                    <a:lnTo>
                      <a:pt x="37" y="31"/>
                    </a:lnTo>
                    <a:lnTo>
                      <a:pt x="38" y="35"/>
                    </a:lnTo>
                    <a:lnTo>
                      <a:pt x="32" y="35"/>
                    </a:lnTo>
                    <a:lnTo>
                      <a:pt x="27" y="32"/>
                    </a:lnTo>
                    <a:lnTo>
                      <a:pt x="24" y="29"/>
                    </a:lnTo>
                    <a:lnTo>
                      <a:pt x="19" y="30"/>
                    </a:lnTo>
                    <a:lnTo>
                      <a:pt x="16" y="36"/>
                    </a:lnTo>
                    <a:lnTo>
                      <a:pt x="13" y="41"/>
                    </a:lnTo>
                    <a:lnTo>
                      <a:pt x="15" y="47"/>
                    </a:lnTo>
                    <a:lnTo>
                      <a:pt x="20" y="48"/>
                    </a:lnTo>
                    <a:lnTo>
                      <a:pt x="23" y="47"/>
                    </a:lnTo>
                    <a:lnTo>
                      <a:pt x="26" y="51"/>
                    </a:lnTo>
                    <a:lnTo>
                      <a:pt x="28" y="59"/>
                    </a:lnTo>
                    <a:lnTo>
                      <a:pt x="27" y="66"/>
                    </a:lnTo>
                    <a:lnTo>
                      <a:pt x="24" y="72"/>
                    </a:lnTo>
                    <a:lnTo>
                      <a:pt x="23" y="79"/>
                    </a:lnTo>
                    <a:lnTo>
                      <a:pt x="19" y="86"/>
                    </a:lnTo>
                    <a:lnTo>
                      <a:pt x="15" y="85"/>
                    </a:lnTo>
                    <a:lnTo>
                      <a:pt x="13" y="79"/>
                    </a:lnTo>
                    <a:lnTo>
                      <a:pt x="12" y="73"/>
                    </a:lnTo>
                    <a:lnTo>
                      <a:pt x="10" y="65"/>
                    </a:lnTo>
                    <a:lnTo>
                      <a:pt x="7" y="60"/>
                    </a:lnTo>
                    <a:lnTo>
                      <a:pt x="3" y="56"/>
                    </a:lnTo>
                    <a:lnTo>
                      <a:pt x="0" y="52"/>
                    </a:lnTo>
                    <a:lnTo>
                      <a:pt x="0" y="47"/>
                    </a:lnTo>
                    <a:lnTo>
                      <a:pt x="3" y="40"/>
                    </a:lnTo>
                    <a:lnTo>
                      <a:pt x="4" y="34"/>
                    </a:lnTo>
                    <a:lnTo>
                      <a:pt x="5" y="28"/>
                    </a:lnTo>
                    <a:lnTo>
                      <a:pt x="2" y="25"/>
                    </a:lnTo>
                    <a:lnTo>
                      <a:pt x="4" y="21"/>
                    </a:lnTo>
                    <a:lnTo>
                      <a:pt x="0" y="18"/>
                    </a:lnTo>
                    <a:lnTo>
                      <a:pt x="5" y="15"/>
                    </a:lnTo>
                    <a:lnTo>
                      <a:pt x="4" y="12"/>
                    </a:lnTo>
                    <a:lnTo>
                      <a:pt x="8" y="8"/>
                    </a:lnTo>
                    <a:lnTo>
                      <a:pt x="5" y="7"/>
                    </a:lnTo>
                    <a:close/>
                  </a:path>
                </a:pathLst>
              </a:custGeom>
              <a:solidFill>
                <a:srgbClr val="4676C6"/>
              </a:solidFill>
              <a:ln>
                <a:noFill/>
              </a:ln>
              <a:effectLst/>
            </p:spPr>
            <p:txBody>
              <a:bodyPr rtlCol="0" anchor="ctr"/>
              <a:lstStyle/>
              <a:p>
                <a:pPr algn="ctr"/>
              </a:p>
            </p:txBody>
          </p:sp>
          <p:sp>
            <p:nvSpPr>
              <p:cNvPr id="84" name="Path"/>
              <p:cNvSpPr/>
              <p:nvPr/>
            </p:nvSpPr>
            <p:spPr>
              <a:xfrm>
                <a:off x="804672" y="3840480"/>
                <a:ext cx="137160" cy="100584"/>
              </a:xfrm>
              <a:custGeom>
                <a:avLst/>
                <a:gdLst/>
                <a:ahLst/>
                <a:cxnLst/>
                <a:rect l="l" t="t" r="r" b="b"/>
                <a:pathLst>
                  <a:path w="15" h="11">
                    <a:moveTo>
                      <a:pt x="0" y="10"/>
                    </a:moveTo>
                    <a:lnTo>
                      <a:pt x="6" y="4"/>
                    </a:lnTo>
                    <a:lnTo>
                      <a:pt x="11" y="3"/>
                    </a:lnTo>
                    <a:lnTo>
                      <a:pt x="12" y="0"/>
                    </a:lnTo>
                    <a:lnTo>
                      <a:pt x="15" y="0"/>
                    </a:lnTo>
                    <a:lnTo>
                      <a:pt x="14" y="5"/>
                    </a:lnTo>
                    <a:lnTo>
                      <a:pt x="8" y="8"/>
                    </a:lnTo>
                    <a:lnTo>
                      <a:pt x="6" y="11"/>
                    </a:lnTo>
                    <a:lnTo>
                      <a:pt x="2" y="11"/>
                    </a:lnTo>
                    <a:close/>
                  </a:path>
                </a:pathLst>
              </a:custGeom>
              <a:solidFill>
                <a:srgbClr val="4676C6"/>
              </a:solidFill>
              <a:ln>
                <a:noFill/>
              </a:ln>
              <a:effectLst/>
            </p:spPr>
            <p:txBody>
              <a:bodyPr rtlCol="0" anchor="ctr"/>
              <a:lstStyle/>
              <a:p>
                <a:pPr algn="ctr"/>
              </a:p>
            </p:txBody>
          </p:sp>
          <p:sp>
            <p:nvSpPr>
              <p:cNvPr id="85" name="Path"/>
              <p:cNvSpPr/>
              <p:nvPr/>
            </p:nvSpPr>
            <p:spPr>
              <a:xfrm>
                <a:off x="969264" y="3813048"/>
                <a:ext cx="45720" cy="45720"/>
              </a:xfrm>
              <a:custGeom>
                <a:avLst/>
                <a:gdLst/>
                <a:ahLst/>
                <a:cxnLst/>
                <a:rect l="l" t="t" r="r" b="b"/>
                <a:pathLst>
                  <a:path w="5" h="5">
                    <a:moveTo>
                      <a:pt x="0" y="3"/>
                    </a:moveTo>
                    <a:lnTo>
                      <a:pt x="2" y="0"/>
                    </a:lnTo>
                    <a:lnTo>
                      <a:pt x="5" y="1"/>
                    </a:lnTo>
                    <a:lnTo>
                      <a:pt x="3" y="5"/>
                    </a:lnTo>
                    <a:close/>
                  </a:path>
                </a:pathLst>
              </a:custGeom>
              <a:solidFill>
                <a:srgbClr val="4676C6"/>
              </a:solidFill>
              <a:ln>
                <a:noFill/>
              </a:ln>
              <a:effectLst/>
            </p:spPr>
            <p:txBody>
              <a:bodyPr rtlCol="0" anchor="ctr"/>
              <a:lstStyle/>
              <a:p>
                <a:pPr algn="ctr"/>
              </a:p>
            </p:txBody>
          </p:sp>
          <p:sp>
            <p:nvSpPr>
              <p:cNvPr id="86" name="Path"/>
              <p:cNvSpPr/>
              <p:nvPr/>
            </p:nvSpPr>
            <p:spPr>
              <a:xfrm>
                <a:off x="1243584" y="4178808"/>
                <a:ext cx="91440" cy="100584"/>
              </a:xfrm>
              <a:custGeom>
                <a:avLst/>
                <a:gdLst/>
                <a:ahLst/>
                <a:cxnLst/>
                <a:rect l="l" t="t" r="r" b="b"/>
                <a:pathLst>
                  <a:path w="10" h="11">
                    <a:moveTo>
                      <a:pt x="0" y="5"/>
                    </a:moveTo>
                    <a:lnTo>
                      <a:pt x="4" y="0"/>
                    </a:lnTo>
                    <a:lnTo>
                      <a:pt x="10" y="2"/>
                    </a:lnTo>
                    <a:lnTo>
                      <a:pt x="7" y="6"/>
                    </a:lnTo>
                    <a:lnTo>
                      <a:pt x="5" y="11"/>
                    </a:lnTo>
                    <a:lnTo>
                      <a:pt x="2" y="10"/>
                    </a:lnTo>
                    <a:close/>
                  </a:path>
                </a:pathLst>
              </a:custGeom>
              <a:solidFill>
                <a:srgbClr val="4676C6"/>
              </a:solidFill>
              <a:ln>
                <a:noFill/>
              </a:ln>
              <a:effectLst/>
            </p:spPr>
            <p:txBody>
              <a:bodyPr rtlCol="0" anchor="ctr"/>
              <a:lstStyle/>
              <a:p>
                <a:pPr algn="ctr"/>
              </a:p>
            </p:txBody>
          </p:sp>
          <p:sp>
            <p:nvSpPr>
              <p:cNvPr id="87" name="Path"/>
              <p:cNvSpPr/>
              <p:nvPr/>
            </p:nvSpPr>
            <p:spPr>
              <a:xfrm>
                <a:off x="1234440" y="4407408"/>
                <a:ext cx="45720" cy="91440"/>
              </a:xfrm>
              <a:custGeom>
                <a:avLst/>
                <a:gdLst/>
                <a:ahLst/>
                <a:cxnLst/>
                <a:rect l="l" t="t" r="r" b="b"/>
                <a:pathLst>
                  <a:path w="5" h="10">
                    <a:moveTo>
                      <a:pt x="4" y="0"/>
                    </a:moveTo>
                    <a:lnTo>
                      <a:pt x="5" y="5"/>
                    </a:lnTo>
                    <a:lnTo>
                      <a:pt x="2" y="10"/>
                    </a:lnTo>
                    <a:lnTo>
                      <a:pt x="0" y="8"/>
                    </a:lnTo>
                    <a:lnTo>
                      <a:pt x="1" y="4"/>
                    </a:lnTo>
                    <a:close/>
                  </a:path>
                </a:pathLst>
              </a:custGeom>
              <a:solidFill>
                <a:srgbClr val="4676C6"/>
              </a:solidFill>
              <a:ln>
                <a:noFill/>
              </a:ln>
              <a:effectLst/>
            </p:spPr>
            <p:txBody>
              <a:bodyPr rtlCol="0" anchor="ctr"/>
              <a:lstStyle/>
              <a:p>
                <a:pPr algn="ctr"/>
              </a:p>
            </p:txBody>
          </p:sp>
        </p:grpSp>
        <p:sp>
          <p:nvSpPr>
            <p:cNvPr id="88" name="Gridded Forecast(X)"/>
            <p:cNvSpPr txBox="1"/>
            <p:nvPr/>
          </p:nvSpPr>
          <p:spPr>
            <a:xfrm>
              <a:off x="114300" y="5079492"/>
              <a:ext cx="2606040" cy="320040"/>
            </a:xfrm>
            <a:prstGeom prst="rect">
              <a:avLst/>
            </a:prstGeom>
            <a:noFill/>
            <a:ln>
              <a:noFill/>
            </a:ln>
            <a:effectLst/>
          </p:spPr>
          <p:txBody>
            <a:bodyPr wrap="none" lIns="0" rIns="0" tIns="0" bIns="0" anchor="ctr">
              <a:spAutoFit/>
            </a:bodyPr>
            <a:lstStyle/>
            <a:p>
              <a:pPr algn="ctr">
                <a:lnSpc>
                  <a:spcPts val="2134"/>
                </a:lnSpc>
                <a:spcBef>
                  <a:spcPts val="0"/>
                </a:spcBef>
                <a:spcAft>
                  <a:spcPts val="0"/>
                </a:spcAft>
              </a:pPr>
              <a:r>
                <a:rPr sz="1872" b="1" i="0">
                  <a:solidFill>
                    <a:srgbClr val="000000"/>
                  </a:solidFill>
                  <a:latin typeface="Times New Roman"/>
                  <a:ea typeface="Times New Roman"/>
                </a:rPr>
                <a:t>Gridded Forecast(</a:t>
              </a:r>
              <a:r>
                <a:rPr sz="1872" b="1" i="1">
                  <a:solidFill>
                    <a:srgbClr val="000000"/>
                  </a:solidFill>
                  <a:latin typeface="Times New Roman"/>
                  <a:ea typeface="Times New Roman"/>
                </a:rPr>
                <a:t>X</a:t>
              </a:r>
              <a:r>
                <a:rPr sz="1872" b="1" i="0">
                  <a:solidFill>
                    <a:srgbClr val="000000"/>
                  </a:solidFill>
                  <a:latin typeface="Times New Roman"/>
                  <a:ea typeface="Times New Roman"/>
                </a:rPr>
                <a:t>)</a:t>
              </a:r>
            </a:p>
          </p:txBody>
        </p:sp>
        <p:sp>
          <p:nvSpPr>
            <p:cNvPr id="89" name="Connector"/>
            <p:cNvSpPr/>
            <p:nvPr/>
          </p:nvSpPr>
          <p:spPr>
            <a:xfrm>
              <a:off x="2459736" y="3008376"/>
              <a:ext cx="137160" cy="73152"/>
            </a:xfrm>
            <a:custGeom>
              <a:avLst/>
              <a:gdLst/>
              <a:ahLst/>
              <a:cxnLst/>
              <a:rect l="l" t="t" r="r" b="b"/>
              <a:pathLst>
                <a:path w="15" h="8">
                  <a:moveTo>
                    <a:pt x="0" y="8"/>
                  </a:moveTo>
                  <a:lnTo>
                    <a:pt x="15" y="0"/>
                  </a:lnTo>
                </a:path>
              </a:pathLst>
            </a:custGeom>
            <a:noFill/>
            <a:ln w="10058" cap="flat">
              <a:solidFill>
                <a:srgbClr val="5895AE"/>
              </a:solidFill>
              <a:miter lim="800000"/>
            </a:ln>
            <a:effectLst/>
          </p:spPr>
          <p:txBody>
            <a:bodyPr rtlCol="0" anchor="ctr"/>
            <a:lstStyle/>
            <a:p>
              <a:pPr algn="ctr"/>
            </a:p>
          </p:txBody>
        </p:sp>
        <p:sp>
          <p:nvSpPr>
            <p:cNvPr id="90" name="Connector"/>
            <p:cNvSpPr/>
            <p:nvPr/>
          </p:nvSpPr>
          <p:spPr>
            <a:xfrm>
              <a:off x="2459736" y="3081528"/>
              <a:ext cx="137160" cy="73152"/>
            </a:xfrm>
            <a:custGeom>
              <a:avLst/>
              <a:gdLst/>
              <a:ahLst/>
              <a:cxnLst/>
              <a:rect l="l" t="t" r="r" b="b"/>
              <a:pathLst>
                <a:path w="15" h="8">
                  <a:moveTo>
                    <a:pt x="0" y="0"/>
                  </a:moveTo>
                  <a:lnTo>
                    <a:pt x="15" y="8"/>
                  </a:lnTo>
                </a:path>
              </a:pathLst>
            </a:custGeom>
            <a:noFill/>
            <a:ln w="10058" cap="flat">
              <a:solidFill>
                <a:srgbClr val="5895AE"/>
              </a:solidFill>
              <a:miter lim="800000"/>
            </a:ln>
            <a:effectLst/>
          </p:spPr>
          <p:txBody>
            <a:bodyPr rtlCol="0" anchor="ctr"/>
            <a:lstStyle/>
            <a:p>
              <a:pPr algn="ctr"/>
            </a:p>
          </p:txBody>
        </p:sp>
        <p:sp>
          <p:nvSpPr>
            <p:cNvPr id="91" name="Connector"/>
            <p:cNvSpPr/>
            <p:nvPr/>
          </p:nvSpPr>
          <p:spPr>
            <a:xfrm>
              <a:off x="2459736" y="3081528"/>
              <a:ext cx="0" cy="292608"/>
            </a:xfrm>
            <a:custGeom>
              <a:avLst/>
              <a:gdLst/>
              <a:ahLst/>
              <a:cxnLst/>
              <a:rect l="l" t="t" r="r" b="b"/>
              <a:pathLst>
                <a:path w="0" h="32">
                  <a:moveTo>
                    <a:pt x="0" y="0"/>
                  </a:moveTo>
                  <a:lnTo>
                    <a:pt x="0" y="32"/>
                  </a:lnTo>
                </a:path>
              </a:pathLst>
            </a:custGeom>
            <a:noFill/>
            <a:ln w="10058" cap="flat">
              <a:solidFill>
                <a:srgbClr val="5895AE"/>
              </a:solidFill>
              <a:miter lim="800000"/>
            </a:ln>
            <a:effectLst/>
          </p:spPr>
          <p:txBody>
            <a:bodyPr rtlCol="0" anchor="ctr"/>
            <a:lstStyle/>
            <a:p>
              <a:pPr algn="ctr"/>
            </a:p>
          </p:txBody>
        </p:sp>
        <p:sp>
          <p:nvSpPr>
            <p:cNvPr id="92" name="Connector"/>
            <p:cNvSpPr/>
            <p:nvPr/>
          </p:nvSpPr>
          <p:spPr>
            <a:xfrm>
              <a:off x="2459736" y="3081528"/>
              <a:ext cx="137160" cy="219456"/>
            </a:xfrm>
            <a:custGeom>
              <a:avLst/>
              <a:gdLst/>
              <a:ahLst/>
              <a:cxnLst/>
              <a:rect l="l" t="t" r="r" b="b"/>
              <a:pathLst>
                <a:path w="15" h="24">
                  <a:moveTo>
                    <a:pt x="0" y="0"/>
                  </a:moveTo>
                  <a:lnTo>
                    <a:pt x="15" y="24"/>
                  </a:lnTo>
                </a:path>
              </a:pathLst>
            </a:custGeom>
            <a:noFill/>
            <a:ln w="10058" cap="flat">
              <a:solidFill>
                <a:srgbClr val="5895AE"/>
              </a:solidFill>
              <a:miter lim="800000"/>
            </a:ln>
            <a:effectLst/>
          </p:spPr>
          <p:txBody>
            <a:bodyPr rtlCol="0" anchor="ctr"/>
            <a:lstStyle/>
            <a:p>
              <a:pPr algn="ctr"/>
            </a:p>
          </p:txBody>
        </p:sp>
        <p:sp>
          <p:nvSpPr>
            <p:cNvPr id="93" name="Connector"/>
            <p:cNvSpPr/>
            <p:nvPr/>
          </p:nvSpPr>
          <p:spPr>
            <a:xfrm>
              <a:off x="2596896" y="3008376"/>
              <a:ext cx="0" cy="146304"/>
            </a:xfrm>
            <a:custGeom>
              <a:avLst/>
              <a:gdLst/>
              <a:ahLst/>
              <a:cxnLst/>
              <a:rect l="l" t="t" r="r" b="b"/>
              <a:pathLst>
                <a:path w="0" h="16">
                  <a:moveTo>
                    <a:pt x="0" y="0"/>
                  </a:moveTo>
                  <a:lnTo>
                    <a:pt x="0" y="16"/>
                  </a:lnTo>
                </a:path>
              </a:pathLst>
            </a:custGeom>
            <a:noFill/>
            <a:ln w="10058" cap="flat">
              <a:solidFill>
                <a:srgbClr val="5895AE"/>
              </a:solidFill>
              <a:miter lim="800000"/>
            </a:ln>
            <a:effectLst/>
          </p:spPr>
          <p:txBody>
            <a:bodyPr rtlCol="0" anchor="ctr"/>
            <a:lstStyle/>
            <a:p>
              <a:pPr algn="ctr"/>
            </a:p>
          </p:txBody>
        </p:sp>
        <p:sp>
          <p:nvSpPr>
            <p:cNvPr id="94" name="Connector"/>
            <p:cNvSpPr/>
            <p:nvPr/>
          </p:nvSpPr>
          <p:spPr>
            <a:xfrm>
              <a:off x="2596896" y="3154680"/>
              <a:ext cx="146304" cy="73152"/>
            </a:xfrm>
            <a:custGeom>
              <a:avLst/>
              <a:gdLst/>
              <a:ahLst/>
              <a:cxnLst/>
              <a:rect l="l" t="t" r="r" b="b"/>
              <a:pathLst>
                <a:path w="16" h="8">
                  <a:moveTo>
                    <a:pt x="0" y="0"/>
                  </a:moveTo>
                  <a:lnTo>
                    <a:pt x="16" y="8"/>
                  </a:lnTo>
                </a:path>
              </a:pathLst>
            </a:custGeom>
            <a:noFill/>
            <a:ln w="10058" cap="flat">
              <a:solidFill>
                <a:srgbClr val="5895AE"/>
              </a:solidFill>
              <a:miter lim="800000"/>
            </a:ln>
            <a:effectLst/>
          </p:spPr>
          <p:txBody>
            <a:bodyPr rtlCol="0" anchor="ctr"/>
            <a:lstStyle/>
            <a:p>
              <a:pPr algn="ctr"/>
            </a:p>
          </p:txBody>
        </p:sp>
        <p:sp>
          <p:nvSpPr>
            <p:cNvPr id="95" name="Connector"/>
            <p:cNvSpPr/>
            <p:nvPr/>
          </p:nvSpPr>
          <p:spPr>
            <a:xfrm>
              <a:off x="2596896" y="3154680"/>
              <a:ext cx="0" cy="146304"/>
            </a:xfrm>
            <a:custGeom>
              <a:avLst/>
              <a:gdLst/>
              <a:ahLst/>
              <a:cxnLst/>
              <a:rect l="l" t="t" r="r" b="b"/>
              <a:pathLst>
                <a:path w="0" h="16">
                  <a:moveTo>
                    <a:pt x="0" y="0"/>
                  </a:moveTo>
                  <a:lnTo>
                    <a:pt x="0" y="16"/>
                  </a:lnTo>
                </a:path>
              </a:pathLst>
            </a:custGeom>
            <a:noFill/>
            <a:ln w="10058" cap="flat">
              <a:solidFill>
                <a:srgbClr val="5895AE"/>
              </a:solidFill>
              <a:miter lim="800000"/>
            </a:ln>
            <a:effectLst/>
          </p:spPr>
          <p:txBody>
            <a:bodyPr rtlCol="0" anchor="ctr"/>
            <a:lstStyle/>
            <a:p>
              <a:pPr algn="ctr"/>
            </a:p>
          </p:txBody>
        </p:sp>
        <p:sp>
          <p:nvSpPr>
            <p:cNvPr id="96" name="Connector"/>
            <p:cNvSpPr/>
            <p:nvPr/>
          </p:nvSpPr>
          <p:spPr>
            <a:xfrm>
              <a:off x="2596896" y="3227832"/>
              <a:ext cx="146304" cy="73152"/>
            </a:xfrm>
            <a:custGeom>
              <a:avLst/>
              <a:gdLst/>
              <a:ahLst/>
              <a:cxnLst/>
              <a:rect l="l" t="t" r="r" b="b"/>
              <a:pathLst>
                <a:path w="16" h="8">
                  <a:moveTo>
                    <a:pt x="16" y="0"/>
                  </a:moveTo>
                  <a:lnTo>
                    <a:pt x="0" y="8"/>
                  </a:lnTo>
                </a:path>
              </a:pathLst>
            </a:custGeom>
            <a:noFill/>
            <a:ln w="10058" cap="flat">
              <a:solidFill>
                <a:srgbClr val="5895AE"/>
              </a:solidFill>
              <a:miter lim="800000"/>
            </a:ln>
            <a:effectLst/>
          </p:spPr>
          <p:txBody>
            <a:bodyPr rtlCol="0" anchor="ctr"/>
            <a:lstStyle/>
            <a:p>
              <a:pPr algn="ctr"/>
            </a:p>
          </p:txBody>
        </p:sp>
        <p:sp>
          <p:nvSpPr>
            <p:cNvPr id="97" name="Connector"/>
            <p:cNvSpPr/>
            <p:nvPr/>
          </p:nvSpPr>
          <p:spPr>
            <a:xfrm>
              <a:off x="2459736" y="3300984"/>
              <a:ext cx="137160" cy="73152"/>
            </a:xfrm>
            <a:custGeom>
              <a:avLst/>
              <a:gdLst/>
              <a:ahLst/>
              <a:cxnLst/>
              <a:rect l="l" t="t" r="r" b="b"/>
              <a:pathLst>
                <a:path w="15" h="8">
                  <a:moveTo>
                    <a:pt x="15" y="0"/>
                  </a:moveTo>
                  <a:lnTo>
                    <a:pt x="0" y="8"/>
                  </a:lnTo>
                </a:path>
              </a:pathLst>
            </a:custGeom>
            <a:noFill/>
            <a:ln w="10058" cap="flat">
              <a:solidFill>
                <a:srgbClr val="5895AE"/>
              </a:solidFill>
              <a:miter lim="800000"/>
            </a:ln>
            <a:effectLst/>
          </p:spPr>
          <p:txBody>
            <a:bodyPr rtlCol="0" anchor="ctr"/>
            <a:lstStyle/>
            <a:p>
              <a:pPr algn="ctr"/>
            </a:p>
          </p:txBody>
        </p:sp>
        <p:sp>
          <p:nvSpPr>
            <p:cNvPr id="98" name="Connector"/>
            <p:cNvSpPr/>
            <p:nvPr/>
          </p:nvSpPr>
          <p:spPr>
            <a:xfrm>
              <a:off x="2596896" y="3300984"/>
              <a:ext cx="0" cy="146304"/>
            </a:xfrm>
            <a:custGeom>
              <a:avLst/>
              <a:gdLst/>
              <a:ahLst/>
              <a:cxnLst/>
              <a:rect l="l" t="t" r="r" b="b"/>
              <a:pathLst>
                <a:path w="0" h="16">
                  <a:moveTo>
                    <a:pt x="0" y="0"/>
                  </a:moveTo>
                  <a:lnTo>
                    <a:pt x="0" y="16"/>
                  </a:lnTo>
                </a:path>
              </a:pathLst>
            </a:custGeom>
            <a:noFill/>
            <a:ln w="10058" cap="flat">
              <a:solidFill>
                <a:srgbClr val="5895AE"/>
              </a:solidFill>
              <a:miter lim="800000"/>
            </a:ln>
            <a:effectLst/>
          </p:spPr>
          <p:txBody>
            <a:bodyPr rtlCol="0" anchor="ctr"/>
            <a:lstStyle/>
            <a:p>
              <a:pPr algn="ctr"/>
            </a:p>
          </p:txBody>
        </p:sp>
        <p:sp>
          <p:nvSpPr>
            <p:cNvPr id="99" name="Connector"/>
            <p:cNvSpPr/>
            <p:nvPr/>
          </p:nvSpPr>
          <p:spPr>
            <a:xfrm>
              <a:off x="2459736" y="3374136"/>
              <a:ext cx="137160" cy="73152"/>
            </a:xfrm>
            <a:custGeom>
              <a:avLst/>
              <a:gdLst/>
              <a:ahLst/>
              <a:cxnLst/>
              <a:rect l="l" t="t" r="r" b="b"/>
              <a:pathLst>
                <a:path w="15" h="8">
                  <a:moveTo>
                    <a:pt x="0" y="0"/>
                  </a:moveTo>
                  <a:lnTo>
                    <a:pt x="15" y="8"/>
                  </a:lnTo>
                </a:path>
              </a:pathLst>
            </a:custGeom>
            <a:noFill/>
            <a:ln w="10058" cap="flat">
              <a:solidFill>
                <a:srgbClr val="5895AE"/>
              </a:solidFill>
              <a:miter lim="800000"/>
            </a:ln>
            <a:effectLst/>
          </p:spPr>
          <p:txBody>
            <a:bodyPr rtlCol="0" anchor="ctr"/>
            <a:lstStyle/>
            <a:p>
              <a:pPr algn="ctr"/>
            </a:p>
          </p:txBody>
        </p:sp>
        <p:sp>
          <p:nvSpPr>
            <p:cNvPr id="100" name="Node"/>
            <p:cNvSpPr/>
            <p:nvPr/>
          </p:nvSpPr>
          <p:spPr>
            <a:xfrm>
              <a:off x="2416759" y="3038551"/>
              <a:ext cx="85954" cy="85954"/>
            </a:xfrm>
            <a:prstGeom prst="ellipse">
              <a:avLst/>
            </a:prstGeom>
            <a:solidFill>
              <a:srgbClr val="7BC6D6"/>
            </a:solidFill>
            <a:ln w="4572" cap="flat">
              <a:solidFill>
                <a:srgbClr val="A5BACB"/>
              </a:solidFill>
              <a:miter lim="800000"/>
            </a:ln>
            <a:effectLst/>
          </p:spPr>
          <p:txBody>
            <a:bodyPr rtlCol="0" anchor="ctr"/>
            <a:lstStyle/>
            <a:p>
              <a:pPr algn="ctr"/>
            </a:p>
          </p:txBody>
        </p:sp>
        <p:sp>
          <p:nvSpPr>
            <p:cNvPr id="101" name="Node"/>
            <p:cNvSpPr/>
            <p:nvPr/>
          </p:nvSpPr>
          <p:spPr>
            <a:xfrm>
              <a:off x="2553919" y="2965399"/>
              <a:ext cx="85954" cy="85954"/>
            </a:xfrm>
            <a:prstGeom prst="ellipse">
              <a:avLst/>
            </a:prstGeom>
            <a:solidFill>
              <a:srgbClr val="3F91B4"/>
            </a:solidFill>
            <a:ln w="4572" cap="flat">
              <a:solidFill>
                <a:srgbClr val="A5BACB"/>
              </a:solidFill>
              <a:miter lim="800000"/>
            </a:ln>
            <a:effectLst/>
          </p:spPr>
          <p:txBody>
            <a:bodyPr rtlCol="0" anchor="ctr"/>
            <a:lstStyle/>
            <a:p>
              <a:pPr algn="ctr"/>
            </a:p>
          </p:txBody>
        </p:sp>
        <p:sp>
          <p:nvSpPr>
            <p:cNvPr id="102" name="Node"/>
            <p:cNvSpPr/>
            <p:nvPr/>
          </p:nvSpPr>
          <p:spPr>
            <a:xfrm>
              <a:off x="2553919" y="3111703"/>
              <a:ext cx="85954" cy="85954"/>
            </a:xfrm>
            <a:prstGeom prst="ellipse">
              <a:avLst/>
            </a:prstGeom>
            <a:solidFill>
              <a:srgbClr val="3F91B4"/>
            </a:solidFill>
            <a:ln w="4572" cap="flat">
              <a:solidFill>
                <a:srgbClr val="A5BACB"/>
              </a:solidFill>
              <a:miter lim="800000"/>
            </a:ln>
            <a:effectLst/>
          </p:spPr>
          <p:txBody>
            <a:bodyPr rtlCol="0" anchor="ctr"/>
            <a:lstStyle/>
            <a:p>
              <a:pPr algn="ctr"/>
            </a:p>
          </p:txBody>
        </p:sp>
        <p:sp>
          <p:nvSpPr>
            <p:cNvPr id="103" name="Node"/>
            <p:cNvSpPr/>
            <p:nvPr/>
          </p:nvSpPr>
          <p:spPr>
            <a:xfrm>
              <a:off x="2700223" y="3184855"/>
              <a:ext cx="85954" cy="85954"/>
            </a:xfrm>
            <a:prstGeom prst="ellipse">
              <a:avLst/>
            </a:prstGeom>
            <a:solidFill>
              <a:srgbClr val="E7673E"/>
            </a:solidFill>
            <a:ln w="4572" cap="flat">
              <a:solidFill>
                <a:srgbClr val="A5BACB"/>
              </a:solidFill>
              <a:miter lim="800000"/>
            </a:ln>
            <a:effectLst/>
          </p:spPr>
          <p:txBody>
            <a:bodyPr rtlCol="0" anchor="ctr"/>
            <a:lstStyle/>
            <a:p>
              <a:pPr algn="ctr"/>
            </a:p>
          </p:txBody>
        </p:sp>
        <p:sp>
          <p:nvSpPr>
            <p:cNvPr id="104" name="Node"/>
            <p:cNvSpPr/>
            <p:nvPr/>
          </p:nvSpPr>
          <p:spPr>
            <a:xfrm>
              <a:off x="2553919" y="3258007"/>
              <a:ext cx="85954" cy="85954"/>
            </a:xfrm>
            <a:prstGeom prst="ellipse">
              <a:avLst/>
            </a:prstGeom>
            <a:solidFill>
              <a:srgbClr val="3F91B4"/>
            </a:solidFill>
            <a:ln w="4572" cap="flat">
              <a:solidFill>
                <a:srgbClr val="A5BACB"/>
              </a:solidFill>
              <a:miter lim="800000"/>
            </a:ln>
            <a:effectLst/>
          </p:spPr>
          <p:txBody>
            <a:bodyPr rtlCol="0" anchor="ctr"/>
            <a:lstStyle/>
            <a:p>
              <a:pPr algn="ctr"/>
            </a:p>
          </p:txBody>
        </p:sp>
        <p:sp>
          <p:nvSpPr>
            <p:cNvPr id="105" name="Node"/>
            <p:cNvSpPr/>
            <p:nvPr/>
          </p:nvSpPr>
          <p:spPr>
            <a:xfrm>
              <a:off x="2416759" y="3331159"/>
              <a:ext cx="85954" cy="85954"/>
            </a:xfrm>
            <a:prstGeom prst="ellipse">
              <a:avLst/>
            </a:prstGeom>
            <a:solidFill>
              <a:srgbClr val="7BC6D6"/>
            </a:solidFill>
            <a:ln w="4572" cap="flat">
              <a:solidFill>
                <a:srgbClr val="A5BACB"/>
              </a:solidFill>
              <a:miter lim="800000"/>
            </a:ln>
            <a:effectLst/>
          </p:spPr>
          <p:txBody>
            <a:bodyPr rtlCol="0" anchor="ctr"/>
            <a:lstStyle/>
            <a:p>
              <a:pPr algn="ctr"/>
            </a:p>
          </p:txBody>
        </p:sp>
        <p:sp>
          <p:nvSpPr>
            <p:cNvPr id="106" name="Node"/>
            <p:cNvSpPr/>
            <p:nvPr/>
          </p:nvSpPr>
          <p:spPr>
            <a:xfrm>
              <a:off x="2553919" y="3404311"/>
              <a:ext cx="85954" cy="85954"/>
            </a:xfrm>
            <a:prstGeom prst="ellipse">
              <a:avLst/>
            </a:prstGeom>
            <a:solidFill>
              <a:srgbClr val="3F91B4"/>
            </a:solidFill>
            <a:ln w="4572" cap="flat">
              <a:solidFill>
                <a:srgbClr val="A5BACB"/>
              </a:solidFill>
              <a:miter lim="800000"/>
            </a:ln>
            <a:effectLst/>
          </p:spPr>
          <p:txBody>
            <a:bodyPr rtlCol="0" anchor="ctr"/>
            <a:lstStyle/>
            <a:p>
              <a:pPr algn="ctr"/>
            </a:p>
          </p:txBody>
        </p:sp>
        <p:sp>
          <p:nvSpPr>
            <p:cNvPr id="107" name="Temporal Attention MLP"/>
            <p:cNvSpPr txBox="1"/>
            <p:nvPr/>
          </p:nvSpPr>
          <p:spPr>
            <a:xfrm>
              <a:off x="2670048" y="3127248"/>
              <a:ext cx="3200400" cy="310896"/>
            </a:xfrm>
            <a:prstGeom prst="rect">
              <a:avLst/>
            </a:prstGeom>
            <a:noFill/>
            <a:ln>
              <a:noFill/>
            </a:ln>
            <a:effectLst/>
          </p:spPr>
          <p:txBody>
            <a:bodyPr wrap="none" lIns="0" rIns="0" tIns="0" bIns="0" anchor="ctr">
              <a:spAutoFit/>
            </a:bodyPr>
            <a:lstStyle/>
            <a:p>
              <a:pPr algn="ctr">
                <a:lnSpc>
                  <a:spcPts val="2051"/>
                </a:lnSpc>
                <a:spcBef>
                  <a:spcPts val="0"/>
                </a:spcBef>
                <a:spcAft>
                  <a:spcPts val="0"/>
                </a:spcAft>
              </a:pPr>
              <a:r>
                <a:rPr sz="1800" b="1" i="0">
                  <a:solidFill>
                    <a:srgbClr val="000000"/>
                  </a:solidFill>
                  <a:latin typeface="Times New Roman"/>
                  <a:ea typeface="Times New Roman"/>
                </a:rPr>
                <a:t>Temporal Attention MLP</a:t>
              </a:r>
            </a:p>
          </p:txBody>
        </p:sp>
        <p:sp>
          <p:nvSpPr>
            <p:cNvPr id="108" name="Arrow shaft"/>
            <p:cNvSpPr/>
            <p:nvPr/>
          </p:nvSpPr>
          <p:spPr>
            <a:xfrm>
              <a:off x="2057400" y="3547872"/>
              <a:ext cx="1417320" cy="173736"/>
            </a:xfrm>
            <a:custGeom>
              <a:avLst/>
              <a:gdLst/>
              <a:ahLst/>
              <a:cxnLst/>
              <a:rect l="l" t="t" r="r" b="b"/>
              <a:pathLst>
                <a:path w="155" h="19">
                  <a:moveTo>
                    <a:pt x="0" y="0"/>
                  </a:moveTo>
                  <a:lnTo>
                    <a:pt x="155" y="0"/>
                  </a:lnTo>
                  <a:lnTo>
                    <a:pt x="155" y="19"/>
                  </a:lnTo>
                </a:path>
              </a:pathLst>
            </a:custGeom>
            <a:noFill/>
            <a:ln w="109728" cap="flat">
              <a:solidFill>
                <a:srgbClr val="3E3794"/>
              </a:solidFill>
              <a:miter lim="800000"/>
            </a:ln>
            <a:effectLst/>
          </p:spPr>
          <p:txBody>
            <a:bodyPr rtlCol="0" anchor="ctr"/>
            <a:lstStyle/>
            <a:p>
              <a:pPr algn="ctr"/>
            </a:p>
          </p:txBody>
        </p:sp>
        <p:sp>
          <p:nvSpPr>
            <p:cNvPr id="109" name="Arrow head"/>
            <p:cNvSpPr/>
            <p:nvPr/>
          </p:nvSpPr>
          <p:spPr>
            <a:xfrm>
              <a:off x="3355848" y="3721608"/>
              <a:ext cx="237744" cy="182880"/>
            </a:xfrm>
            <a:custGeom>
              <a:avLst/>
              <a:gdLst/>
              <a:ahLst/>
              <a:cxnLst/>
              <a:rect l="l" t="t" r="r" b="b"/>
              <a:pathLst>
                <a:path w="26" h="20">
                  <a:moveTo>
                    <a:pt x="13" y="20"/>
                  </a:moveTo>
                  <a:lnTo>
                    <a:pt x="0" y="0"/>
                  </a:lnTo>
                  <a:lnTo>
                    <a:pt x="26" y="0"/>
                  </a:lnTo>
                  <a:close/>
                </a:path>
              </a:pathLst>
            </a:custGeom>
            <a:solidFill>
              <a:srgbClr val="3E3794"/>
            </a:solidFill>
            <a:ln>
              <a:noFill/>
            </a:ln>
            <a:effectLst/>
          </p:spPr>
          <p:txBody>
            <a:bodyPr rtlCol="0" anchor="ctr"/>
            <a:lstStyle/>
            <a:p>
              <a:pPr algn="ctr"/>
            </a:p>
          </p:txBody>
        </p:sp>
        <p:sp>
          <p:nvSpPr>
            <p:cNvPr id="110" name="Connector"/>
            <p:cNvSpPr/>
            <p:nvPr/>
          </p:nvSpPr>
          <p:spPr>
            <a:xfrm>
              <a:off x="2322576" y="4005072"/>
              <a:ext cx="201168" cy="201168"/>
            </a:xfrm>
            <a:custGeom>
              <a:avLst/>
              <a:gdLst/>
              <a:ahLst/>
              <a:cxnLst/>
              <a:rect l="l" t="t" r="r" b="b"/>
              <a:pathLst>
                <a:path w="22" h="22">
                  <a:moveTo>
                    <a:pt x="0" y="0"/>
                  </a:moveTo>
                  <a:lnTo>
                    <a:pt x="22" y="22"/>
                  </a:lnTo>
                </a:path>
              </a:pathLst>
            </a:custGeom>
            <a:noFill/>
            <a:ln w="91439" cap="flat">
              <a:solidFill>
                <a:srgbClr val="3E3794"/>
              </a:solidFill>
              <a:miter lim="800000"/>
            </a:ln>
            <a:effectLst/>
          </p:spPr>
          <p:txBody>
            <a:bodyPr rtlCol="0" anchor="ctr"/>
            <a:lstStyle/>
            <a:p>
              <a:pPr algn="ctr"/>
            </a:p>
          </p:txBody>
        </p:sp>
        <p:sp>
          <p:nvSpPr>
            <p:cNvPr id="111" name="Connector"/>
            <p:cNvSpPr/>
            <p:nvPr/>
          </p:nvSpPr>
          <p:spPr>
            <a:xfrm>
              <a:off x="2322576" y="4005072"/>
              <a:ext cx="201168" cy="201168"/>
            </a:xfrm>
            <a:custGeom>
              <a:avLst/>
              <a:gdLst/>
              <a:ahLst/>
              <a:cxnLst/>
              <a:rect l="l" t="t" r="r" b="b"/>
              <a:pathLst>
                <a:path w="22" h="22">
                  <a:moveTo>
                    <a:pt x="0" y="22"/>
                  </a:moveTo>
                  <a:lnTo>
                    <a:pt x="22" y="0"/>
                  </a:lnTo>
                </a:path>
              </a:pathLst>
            </a:custGeom>
            <a:noFill/>
            <a:ln w="91439" cap="flat">
              <a:solidFill>
                <a:srgbClr val="3E3794"/>
              </a:solidFill>
              <a:miter lim="800000"/>
            </a:ln>
            <a:effectLst/>
          </p:spPr>
          <p:txBody>
            <a:bodyPr rtlCol="0" anchor="ctr"/>
            <a:lstStyle/>
            <a:p>
              <a:pPr algn="ctr"/>
            </a:p>
          </p:txBody>
        </p:sp>
        <p:sp>
          <p:nvSpPr>
            <p:cNvPr id="112" name="Rectangle"/>
            <p:cNvSpPr/>
            <p:nvPr/>
          </p:nvSpPr>
          <p:spPr>
            <a:xfrm>
              <a:off x="2807208" y="3895344"/>
              <a:ext cx="1353312" cy="338328"/>
            </a:xfrm>
            <a:prstGeom prst="rect">
              <a:avLst/>
            </a:prstGeom>
            <a:solidFill>
              <a:srgbClr val="EF929F"/>
            </a:solidFill>
            <a:ln w="45719" cap="flat">
              <a:solidFill>
                <a:srgbClr val="ED8DA1"/>
              </a:solidFill>
              <a:miter lim="800000"/>
            </a:ln>
            <a:effectLst/>
          </p:spPr>
          <p:txBody>
            <a:bodyPr rtlCol="0" anchor="ctr"/>
            <a:lstStyle/>
            <a:p>
              <a:pPr algn="ctr"/>
            </a:p>
          </p:txBody>
        </p:sp>
        <p:sp>
          <p:nvSpPr>
            <p:cNvPr id="113" name="Rectangle"/>
            <p:cNvSpPr/>
            <p:nvPr/>
          </p:nvSpPr>
          <p:spPr>
            <a:xfrm>
              <a:off x="2852928" y="3931920"/>
              <a:ext cx="249631" cy="265176"/>
            </a:xfrm>
            <a:prstGeom prst="rect">
              <a:avLst/>
            </a:prstGeom>
            <a:solidFill>
              <a:srgbClr val="ECA8A0"/>
            </a:solidFill>
            <a:ln>
              <a:noFill/>
            </a:ln>
            <a:effectLst/>
          </p:spPr>
          <p:txBody>
            <a:bodyPr rtlCol="0" anchor="ctr"/>
            <a:lstStyle/>
            <a:p>
              <a:pPr algn="ctr"/>
            </a:p>
          </p:txBody>
        </p:sp>
        <p:sp>
          <p:nvSpPr>
            <p:cNvPr id="114" name="Rectangle"/>
            <p:cNvSpPr/>
            <p:nvPr/>
          </p:nvSpPr>
          <p:spPr>
            <a:xfrm>
              <a:off x="3102559" y="3931920"/>
              <a:ext cx="249631" cy="265176"/>
            </a:xfrm>
            <a:prstGeom prst="rect">
              <a:avLst/>
            </a:prstGeom>
            <a:solidFill>
              <a:srgbClr val="F4CBC8"/>
            </a:solidFill>
            <a:ln>
              <a:noFill/>
            </a:ln>
            <a:effectLst/>
          </p:spPr>
          <p:txBody>
            <a:bodyPr rtlCol="0" anchor="ctr"/>
            <a:lstStyle/>
            <a:p>
              <a:pPr algn="ctr"/>
            </a:p>
          </p:txBody>
        </p:sp>
        <p:sp>
          <p:nvSpPr>
            <p:cNvPr id="115" name="Rectangle"/>
            <p:cNvSpPr/>
            <p:nvPr/>
          </p:nvSpPr>
          <p:spPr>
            <a:xfrm>
              <a:off x="3352190" y="3931920"/>
              <a:ext cx="249631" cy="265176"/>
            </a:xfrm>
            <a:prstGeom prst="rect">
              <a:avLst/>
            </a:prstGeom>
            <a:solidFill>
              <a:srgbClr val="DF7A79"/>
            </a:solidFill>
            <a:ln>
              <a:noFill/>
            </a:ln>
            <a:effectLst/>
          </p:spPr>
          <p:txBody>
            <a:bodyPr rtlCol="0" anchor="ctr"/>
            <a:lstStyle/>
            <a:p>
              <a:pPr algn="ctr"/>
            </a:p>
          </p:txBody>
        </p:sp>
        <p:sp>
          <p:nvSpPr>
            <p:cNvPr id="116" name="Rectangle"/>
            <p:cNvSpPr/>
            <p:nvPr/>
          </p:nvSpPr>
          <p:spPr>
            <a:xfrm>
              <a:off x="3601822" y="3931920"/>
              <a:ext cx="249631" cy="265176"/>
            </a:xfrm>
            <a:prstGeom prst="rect">
              <a:avLst/>
            </a:prstGeom>
            <a:solidFill>
              <a:srgbClr val="E77C83"/>
            </a:solidFill>
            <a:ln>
              <a:noFill/>
            </a:ln>
            <a:effectLst/>
          </p:spPr>
          <p:txBody>
            <a:bodyPr rtlCol="0" anchor="ctr"/>
            <a:lstStyle/>
            <a:p>
              <a:pPr algn="ctr"/>
            </a:p>
          </p:txBody>
        </p:sp>
        <p:sp>
          <p:nvSpPr>
            <p:cNvPr id="117" name="Rectangle"/>
            <p:cNvSpPr/>
            <p:nvPr/>
          </p:nvSpPr>
          <p:spPr>
            <a:xfrm>
              <a:off x="3851453" y="3931920"/>
              <a:ext cx="249631" cy="265176"/>
            </a:xfrm>
            <a:prstGeom prst="rect">
              <a:avLst/>
            </a:prstGeom>
            <a:solidFill>
              <a:srgbClr val="EB6465"/>
            </a:solidFill>
            <a:ln>
              <a:noFill/>
            </a:ln>
            <a:effectLst/>
          </p:spPr>
          <p:txBody>
            <a:bodyPr rtlCol="0" anchor="ctr"/>
            <a:lstStyle/>
            <a:p>
              <a:pPr algn="ctr"/>
            </a:p>
          </p:txBody>
        </p:sp>
        <p:sp>
          <p:nvSpPr>
            <p:cNvPr id="118" name="Temporal Attention&#10;Weights"/>
            <p:cNvSpPr txBox="1"/>
            <p:nvPr/>
          </p:nvSpPr>
          <p:spPr>
            <a:xfrm>
              <a:off x="2304288" y="4562856"/>
              <a:ext cx="2487168" cy="603504"/>
            </a:xfrm>
            <a:prstGeom prst="rect">
              <a:avLst/>
            </a:prstGeom>
            <a:noFill/>
            <a:ln>
              <a:noFill/>
            </a:ln>
            <a:effectLst/>
          </p:spPr>
          <p:txBody>
            <a:bodyPr wrap="none" lIns="0" rIns="0" tIns="0" bIns="0" anchor="ctr">
              <a:spAutoFit/>
            </a:bodyPr>
            <a:lstStyle/>
            <a:p>
              <a:pPr algn="ctr">
                <a:lnSpc>
                  <a:spcPts val="2134"/>
                </a:lnSpc>
                <a:spcBef>
                  <a:spcPts val="0"/>
                </a:spcBef>
                <a:spcAft>
                  <a:spcPts val="0"/>
                </a:spcAft>
              </a:pPr>
              <a:r>
                <a:rPr sz="1872" b="1" i="0">
                  <a:solidFill>
                    <a:srgbClr val="000000"/>
                  </a:solidFill>
                  <a:latin typeface="Times New Roman"/>
                  <a:ea typeface="Times New Roman"/>
                </a:rPr>
                <a:t>Temporal Attention</a:t>
              </a:r>
            </a:p>
            <a:p>
              <a:pPr algn="ctr">
                <a:lnSpc>
                  <a:spcPts val="2134"/>
                </a:lnSpc>
                <a:spcBef>
                  <a:spcPts val="0"/>
                </a:spcBef>
                <a:spcAft>
                  <a:spcPts val="0"/>
                </a:spcAft>
              </a:pPr>
              <a:r>
                <a:rPr sz="1872" b="1" i="0">
                  <a:solidFill>
                    <a:srgbClr val="000000"/>
                  </a:solidFill>
                  <a:latin typeface="Times New Roman"/>
                  <a:ea typeface="Times New Roman"/>
                </a:rPr>
                <a:t>Weights</a:t>
              </a:r>
            </a:p>
          </p:txBody>
        </p:sp>
        <p:sp>
          <p:nvSpPr>
            <p:cNvPr id="119" name="Arrow shaft"/>
            <p:cNvSpPr/>
            <p:nvPr/>
          </p:nvSpPr>
          <p:spPr>
            <a:xfrm>
              <a:off x="4590288" y="4050792"/>
              <a:ext cx="356616" cy="0"/>
            </a:xfrm>
            <a:custGeom>
              <a:avLst/>
              <a:gdLst/>
              <a:ahLst/>
              <a:cxnLst/>
              <a:rect l="l" t="t" r="r" b="b"/>
              <a:pathLst>
                <a:path w="39" h="0">
                  <a:moveTo>
                    <a:pt x="0" y="0"/>
                  </a:moveTo>
                  <a:lnTo>
                    <a:pt x="39" y="0"/>
                  </a:lnTo>
                </a:path>
              </a:pathLst>
            </a:custGeom>
            <a:noFill/>
            <a:ln w="164592" cap="flat">
              <a:solidFill>
                <a:srgbClr val="3E3794"/>
              </a:solidFill>
              <a:miter lim="800000"/>
            </a:ln>
            <a:effectLst/>
          </p:spPr>
          <p:txBody>
            <a:bodyPr rtlCol="0" anchor="ctr"/>
            <a:lstStyle/>
            <a:p>
              <a:pPr algn="ctr"/>
            </a:p>
          </p:txBody>
        </p:sp>
        <p:sp>
          <p:nvSpPr>
            <p:cNvPr id="120" name="Arrow head"/>
            <p:cNvSpPr/>
            <p:nvPr/>
          </p:nvSpPr>
          <p:spPr>
            <a:xfrm>
              <a:off x="4946904" y="3895344"/>
              <a:ext cx="164592" cy="310896"/>
            </a:xfrm>
            <a:custGeom>
              <a:avLst/>
              <a:gdLst/>
              <a:ahLst/>
              <a:cxnLst/>
              <a:rect l="l" t="t" r="r" b="b"/>
              <a:pathLst>
                <a:path w="18" h="34">
                  <a:moveTo>
                    <a:pt x="18" y="17"/>
                  </a:moveTo>
                  <a:lnTo>
                    <a:pt x="0" y="34"/>
                  </a:lnTo>
                  <a:lnTo>
                    <a:pt x="0" y="0"/>
                  </a:lnTo>
                  <a:close/>
                </a:path>
              </a:pathLst>
            </a:custGeom>
            <a:solidFill>
              <a:srgbClr val="3E3794"/>
            </a:solidFill>
            <a:ln>
              <a:noFill/>
            </a:ln>
            <a:effectLst/>
          </p:spPr>
          <p:txBody>
            <a:bodyPr rtlCol="0" anchor="ctr"/>
            <a:lstStyle/>
            <a:p>
              <a:pPr algn="ctr"/>
            </a:p>
          </p:txBody>
        </p:sp>
        <p:sp>
          <p:nvSpPr>
            <p:cNvPr id="121" name="Path"/>
            <p:cNvSpPr/>
            <p:nvPr/>
          </p:nvSpPr>
          <p:spPr>
            <a:xfrm>
              <a:off x="5230368" y="3447288"/>
              <a:ext cx="722376" cy="1152144"/>
            </a:xfrm>
            <a:custGeom>
              <a:avLst/>
              <a:gdLst/>
              <a:ahLst/>
              <a:cxnLst/>
              <a:rect l="l" t="t" r="r" b="b"/>
              <a:pathLst>
                <a:path w="79" h="126">
                  <a:moveTo>
                    <a:pt x="0" y="20"/>
                  </a:moveTo>
                  <a:lnTo>
                    <a:pt x="79" y="0"/>
                  </a:lnTo>
                  <a:lnTo>
                    <a:pt x="79" y="126"/>
                  </a:lnTo>
                  <a:lnTo>
                    <a:pt x="0" y="107"/>
                  </a:lnTo>
                  <a:close/>
                </a:path>
              </a:pathLst>
            </a:custGeom>
            <a:solidFill>
              <a:srgbClr val="DED0E3"/>
            </a:solidFill>
            <a:ln w="27432" cap="flat">
              <a:solidFill>
                <a:srgbClr val="BCA4C5"/>
              </a:solidFill>
              <a:miter lim="800000"/>
            </a:ln>
            <a:effectLst/>
          </p:spPr>
          <p:txBody>
            <a:bodyPr rtlCol="0" anchor="ctr"/>
            <a:lstStyle/>
            <a:p>
              <a:pPr algn="ctr"/>
            </a:p>
          </p:txBody>
        </p:sp>
        <p:sp>
          <p:nvSpPr>
            <p:cNvPr id="122" name="Embedding&#10;MLP"/>
            <p:cNvSpPr txBox="1"/>
            <p:nvPr/>
          </p:nvSpPr>
          <p:spPr>
            <a:xfrm>
              <a:off x="4887468" y="4640580"/>
              <a:ext cx="1380744" cy="557784"/>
            </a:xfrm>
            <a:prstGeom prst="rect">
              <a:avLst/>
            </a:prstGeom>
            <a:noFill/>
            <a:ln>
              <a:noFill/>
            </a:ln>
            <a:effectLst/>
          </p:spPr>
          <p:txBody>
            <a:bodyPr wrap="none" lIns="0" rIns="0" tIns="0" bIns="0" anchor="ctr">
              <a:spAutoFit/>
            </a:bodyPr>
            <a:lstStyle/>
            <a:p>
              <a:pPr algn="ctr">
                <a:lnSpc>
                  <a:spcPts val="1969"/>
                </a:lnSpc>
                <a:spcBef>
                  <a:spcPts val="0"/>
                </a:spcBef>
                <a:spcAft>
                  <a:spcPts val="0"/>
                </a:spcAft>
              </a:pPr>
              <a:r>
                <a:rPr sz="1728" b="1" i="0">
                  <a:solidFill>
                    <a:srgbClr val="000000"/>
                  </a:solidFill>
                  <a:latin typeface="Times New Roman"/>
                  <a:ea typeface="Times New Roman"/>
                </a:rPr>
                <a:t>Embedding</a:t>
              </a:r>
            </a:p>
            <a:p>
              <a:pPr algn="ctr">
                <a:lnSpc>
                  <a:spcPts val="1969"/>
                </a:lnSpc>
                <a:spcBef>
                  <a:spcPts val="0"/>
                </a:spcBef>
                <a:spcAft>
                  <a:spcPts val="0"/>
                </a:spcAft>
              </a:pPr>
              <a:r>
                <a:rPr sz="1728" b="1" i="0">
                  <a:solidFill>
                    <a:srgbClr val="000000"/>
                  </a:solidFill>
                  <a:latin typeface="Times New Roman"/>
                  <a:ea typeface="Times New Roman"/>
                </a:rPr>
                <a:t>MLP</a:t>
              </a:r>
            </a:p>
          </p:txBody>
        </p:sp>
        <p:grpSp>
          <p:nvGrpSpPr>
            <p:cNvPr id="123" name="Forecast embedding vector"/>
            <p:cNvGrpSpPr/>
            <p:nvPr/>
          </p:nvGrpSpPr>
          <p:grpSpPr>
            <a:xfrm>
              <a:off x="6254496" y="3017520"/>
              <a:ext cx="676656" cy="2020824"/>
              <a:chOff x="6254496" y="3017520"/>
              <a:chExt cx="676656" cy="2020824"/>
            </a:xfrm>
          </p:grpSpPr>
          <p:sp>
            <p:nvSpPr>
              <p:cNvPr id="124" name="Rectangle"/>
              <p:cNvSpPr/>
              <p:nvPr/>
            </p:nvSpPr>
            <p:spPr>
              <a:xfrm>
                <a:off x="6254496" y="3017520"/>
                <a:ext cx="676656" cy="2020824"/>
              </a:xfrm>
              <a:prstGeom prst="roundRect">
                <a:avLst>
                  <a:gd name="adj" fmla="val 20270"/>
                </a:avLst>
              </a:prstGeom>
              <a:solidFill>
                <a:srgbClr val="BEBDDD"/>
              </a:solidFill>
              <a:ln>
                <a:noFill/>
              </a:ln>
              <a:effectLst/>
            </p:spPr>
            <p:txBody>
              <a:bodyPr rtlCol="0" anchor="ctr"/>
              <a:lstStyle/>
              <a:p>
                <a:pPr algn="ctr"/>
              </a:p>
            </p:txBody>
          </p:sp>
          <p:sp>
            <p:nvSpPr>
              <p:cNvPr id="125" name="Feature 1,1"/>
              <p:cNvSpPr/>
              <p:nvPr/>
            </p:nvSpPr>
            <p:spPr>
              <a:xfrm>
                <a:off x="6336792" y="3182112"/>
                <a:ext cx="187452" cy="207264"/>
              </a:xfrm>
              <a:prstGeom prst="roundRect">
                <a:avLst>
                  <a:gd name="adj" fmla="val 14634"/>
                </a:avLst>
              </a:prstGeom>
              <a:solidFill>
                <a:srgbClr val="98A5CC"/>
              </a:solidFill>
              <a:ln w="45719" cap="flat">
                <a:solidFill>
                  <a:srgbClr val="595BA3"/>
                </a:solidFill>
                <a:miter lim="800000"/>
              </a:ln>
              <a:effectLst/>
            </p:spPr>
            <p:txBody>
              <a:bodyPr rtlCol="0" anchor="ctr"/>
              <a:lstStyle/>
              <a:p>
                <a:pPr algn="ctr"/>
              </a:p>
            </p:txBody>
          </p:sp>
          <p:sp>
            <p:nvSpPr>
              <p:cNvPr id="126" name="Feature 1,2"/>
              <p:cNvSpPr/>
              <p:nvPr/>
            </p:nvSpPr>
            <p:spPr>
              <a:xfrm>
                <a:off x="6661404" y="3182112"/>
                <a:ext cx="187452" cy="207264"/>
              </a:xfrm>
              <a:prstGeom prst="roundRect">
                <a:avLst>
                  <a:gd name="adj" fmla="val 14634"/>
                </a:avLst>
              </a:prstGeom>
              <a:solidFill>
                <a:srgbClr val="98A5CC"/>
              </a:solidFill>
              <a:ln w="45719" cap="flat">
                <a:solidFill>
                  <a:srgbClr val="595BA3"/>
                </a:solidFill>
                <a:miter lim="800000"/>
              </a:ln>
              <a:effectLst/>
            </p:spPr>
            <p:txBody>
              <a:bodyPr rtlCol="0" anchor="ctr"/>
              <a:lstStyle/>
              <a:p>
                <a:pPr algn="ctr"/>
              </a:p>
            </p:txBody>
          </p:sp>
          <p:sp>
            <p:nvSpPr>
              <p:cNvPr id="127" name="Feature 2,1"/>
              <p:cNvSpPr/>
              <p:nvPr/>
            </p:nvSpPr>
            <p:spPr>
              <a:xfrm>
                <a:off x="6336792" y="3489960"/>
                <a:ext cx="187452" cy="207264"/>
              </a:xfrm>
              <a:prstGeom prst="roundRect">
                <a:avLst>
                  <a:gd name="adj" fmla="val 14634"/>
                </a:avLst>
              </a:prstGeom>
              <a:solidFill>
                <a:srgbClr val="98A5CC"/>
              </a:solidFill>
              <a:ln w="45719" cap="flat">
                <a:solidFill>
                  <a:srgbClr val="595BA3"/>
                </a:solidFill>
                <a:miter lim="800000"/>
              </a:ln>
              <a:effectLst/>
            </p:spPr>
            <p:txBody>
              <a:bodyPr rtlCol="0" anchor="ctr"/>
              <a:lstStyle/>
              <a:p>
                <a:pPr algn="ctr"/>
              </a:p>
            </p:txBody>
          </p:sp>
          <p:sp>
            <p:nvSpPr>
              <p:cNvPr id="128" name="Feature 2,2"/>
              <p:cNvSpPr/>
              <p:nvPr/>
            </p:nvSpPr>
            <p:spPr>
              <a:xfrm>
                <a:off x="6661404" y="3489960"/>
                <a:ext cx="187452" cy="207264"/>
              </a:xfrm>
              <a:prstGeom prst="roundRect">
                <a:avLst>
                  <a:gd name="adj" fmla="val 14634"/>
                </a:avLst>
              </a:prstGeom>
              <a:solidFill>
                <a:srgbClr val="98A5CC"/>
              </a:solidFill>
              <a:ln w="45719" cap="flat">
                <a:solidFill>
                  <a:srgbClr val="595BA3"/>
                </a:solidFill>
                <a:miter lim="800000"/>
              </a:ln>
              <a:effectLst/>
            </p:spPr>
            <p:txBody>
              <a:bodyPr rtlCol="0" anchor="ctr"/>
              <a:lstStyle/>
              <a:p>
                <a:pPr algn="ctr"/>
              </a:p>
            </p:txBody>
          </p:sp>
          <p:sp>
            <p:nvSpPr>
              <p:cNvPr id="129" name="Feature 3,1"/>
              <p:cNvSpPr/>
              <p:nvPr/>
            </p:nvSpPr>
            <p:spPr>
              <a:xfrm>
                <a:off x="6336792" y="3797808"/>
                <a:ext cx="187452" cy="207264"/>
              </a:xfrm>
              <a:prstGeom prst="roundRect">
                <a:avLst>
                  <a:gd name="adj" fmla="val 14634"/>
                </a:avLst>
              </a:prstGeom>
              <a:solidFill>
                <a:srgbClr val="98A5CC"/>
              </a:solidFill>
              <a:ln w="45719" cap="flat">
                <a:solidFill>
                  <a:srgbClr val="595BA3"/>
                </a:solidFill>
                <a:miter lim="800000"/>
              </a:ln>
              <a:effectLst/>
            </p:spPr>
            <p:txBody>
              <a:bodyPr rtlCol="0" anchor="ctr"/>
              <a:lstStyle/>
              <a:p>
                <a:pPr algn="ctr"/>
              </a:p>
            </p:txBody>
          </p:sp>
          <p:sp>
            <p:nvSpPr>
              <p:cNvPr id="130" name="Feature 3,2"/>
              <p:cNvSpPr/>
              <p:nvPr/>
            </p:nvSpPr>
            <p:spPr>
              <a:xfrm>
                <a:off x="6661404" y="3797808"/>
                <a:ext cx="187452" cy="207264"/>
              </a:xfrm>
              <a:prstGeom prst="roundRect">
                <a:avLst>
                  <a:gd name="adj" fmla="val 14634"/>
                </a:avLst>
              </a:prstGeom>
              <a:solidFill>
                <a:srgbClr val="98A5CC"/>
              </a:solidFill>
              <a:ln w="45719" cap="flat">
                <a:solidFill>
                  <a:srgbClr val="595BA3"/>
                </a:solidFill>
                <a:miter lim="800000"/>
              </a:ln>
              <a:effectLst/>
            </p:spPr>
            <p:txBody>
              <a:bodyPr rtlCol="0" anchor="ctr"/>
              <a:lstStyle/>
              <a:p>
                <a:pPr algn="ctr"/>
              </a:p>
            </p:txBody>
          </p:sp>
          <p:sp>
            <p:nvSpPr>
              <p:cNvPr id="131" name="Feature 4,1"/>
              <p:cNvSpPr/>
              <p:nvPr/>
            </p:nvSpPr>
            <p:spPr>
              <a:xfrm>
                <a:off x="6336792" y="4105656"/>
                <a:ext cx="187452" cy="207264"/>
              </a:xfrm>
              <a:prstGeom prst="roundRect">
                <a:avLst>
                  <a:gd name="adj" fmla="val 14634"/>
                </a:avLst>
              </a:prstGeom>
              <a:solidFill>
                <a:srgbClr val="98A5CC"/>
              </a:solidFill>
              <a:ln w="45719" cap="flat">
                <a:solidFill>
                  <a:srgbClr val="595BA3"/>
                </a:solidFill>
                <a:miter lim="800000"/>
              </a:ln>
              <a:effectLst/>
            </p:spPr>
            <p:txBody>
              <a:bodyPr rtlCol="0" anchor="ctr"/>
              <a:lstStyle/>
              <a:p>
                <a:pPr algn="ctr"/>
              </a:p>
            </p:txBody>
          </p:sp>
          <p:sp>
            <p:nvSpPr>
              <p:cNvPr id="132" name="Feature 4,2"/>
              <p:cNvSpPr/>
              <p:nvPr/>
            </p:nvSpPr>
            <p:spPr>
              <a:xfrm>
                <a:off x="6661404" y="4105656"/>
                <a:ext cx="187452" cy="207264"/>
              </a:xfrm>
              <a:prstGeom prst="roundRect">
                <a:avLst>
                  <a:gd name="adj" fmla="val 14634"/>
                </a:avLst>
              </a:prstGeom>
              <a:solidFill>
                <a:srgbClr val="98A5CC"/>
              </a:solidFill>
              <a:ln w="45719" cap="flat">
                <a:solidFill>
                  <a:srgbClr val="595BA3"/>
                </a:solidFill>
                <a:miter lim="800000"/>
              </a:ln>
              <a:effectLst/>
            </p:spPr>
            <p:txBody>
              <a:bodyPr rtlCol="0" anchor="ctr"/>
              <a:lstStyle/>
              <a:p>
                <a:pPr algn="ctr"/>
              </a:p>
            </p:txBody>
          </p:sp>
          <p:sp>
            <p:nvSpPr>
              <p:cNvPr id="133" name="Feature 5,1"/>
              <p:cNvSpPr/>
              <p:nvPr/>
            </p:nvSpPr>
            <p:spPr>
              <a:xfrm>
                <a:off x="6336792" y="4413504"/>
                <a:ext cx="187452" cy="207264"/>
              </a:xfrm>
              <a:prstGeom prst="roundRect">
                <a:avLst>
                  <a:gd name="adj" fmla="val 14634"/>
                </a:avLst>
              </a:prstGeom>
              <a:solidFill>
                <a:srgbClr val="98A5CC"/>
              </a:solidFill>
              <a:ln w="45719" cap="flat">
                <a:solidFill>
                  <a:srgbClr val="595BA3"/>
                </a:solidFill>
                <a:miter lim="800000"/>
              </a:ln>
              <a:effectLst/>
            </p:spPr>
            <p:txBody>
              <a:bodyPr rtlCol="0" anchor="ctr"/>
              <a:lstStyle/>
              <a:p>
                <a:pPr algn="ctr"/>
              </a:p>
            </p:txBody>
          </p:sp>
          <p:sp>
            <p:nvSpPr>
              <p:cNvPr id="134" name="Feature 5,2"/>
              <p:cNvSpPr/>
              <p:nvPr/>
            </p:nvSpPr>
            <p:spPr>
              <a:xfrm>
                <a:off x="6661404" y="4413504"/>
                <a:ext cx="187452" cy="207264"/>
              </a:xfrm>
              <a:prstGeom prst="roundRect">
                <a:avLst>
                  <a:gd name="adj" fmla="val 14634"/>
                </a:avLst>
              </a:prstGeom>
              <a:solidFill>
                <a:srgbClr val="98A5CC"/>
              </a:solidFill>
              <a:ln w="45719" cap="flat">
                <a:solidFill>
                  <a:srgbClr val="595BA3"/>
                </a:solidFill>
                <a:miter lim="800000"/>
              </a:ln>
              <a:effectLst/>
            </p:spPr>
            <p:txBody>
              <a:bodyPr rtlCol="0" anchor="ctr"/>
              <a:lstStyle/>
              <a:p>
                <a:pPr algn="ctr"/>
              </a:p>
            </p:txBody>
          </p:sp>
          <p:sp>
            <p:nvSpPr>
              <p:cNvPr id="135" name="Feature 6,1"/>
              <p:cNvSpPr/>
              <p:nvPr/>
            </p:nvSpPr>
            <p:spPr>
              <a:xfrm>
                <a:off x="6336792" y="4721352"/>
                <a:ext cx="187452" cy="207264"/>
              </a:xfrm>
              <a:prstGeom prst="roundRect">
                <a:avLst>
                  <a:gd name="adj" fmla="val 14634"/>
                </a:avLst>
              </a:prstGeom>
              <a:solidFill>
                <a:srgbClr val="98A5CC"/>
              </a:solidFill>
              <a:ln w="45719" cap="flat">
                <a:solidFill>
                  <a:srgbClr val="595BA3"/>
                </a:solidFill>
                <a:miter lim="800000"/>
              </a:ln>
              <a:effectLst/>
            </p:spPr>
            <p:txBody>
              <a:bodyPr rtlCol="0" anchor="ctr"/>
              <a:lstStyle/>
              <a:p>
                <a:pPr algn="ctr"/>
              </a:p>
            </p:txBody>
          </p:sp>
          <p:sp>
            <p:nvSpPr>
              <p:cNvPr id="136" name="Feature 6,2"/>
              <p:cNvSpPr/>
              <p:nvPr/>
            </p:nvSpPr>
            <p:spPr>
              <a:xfrm>
                <a:off x="6661404" y="4721352"/>
                <a:ext cx="187452" cy="207264"/>
              </a:xfrm>
              <a:prstGeom prst="roundRect">
                <a:avLst>
                  <a:gd name="adj" fmla="val 14634"/>
                </a:avLst>
              </a:prstGeom>
              <a:solidFill>
                <a:srgbClr val="98A5CC"/>
              </a:solidFill>
              <a:ln w="45719" cap="flat">
                <a:solidFill>
                  <a:srgbClr val="595BA3"/>
                </a:solidFill>
                <a:miter lim="800000"/>
              </a:ln>
              <a:effectLst/>
            </p:spPr>
            <p:txBody>
              <a:bodyPr rtlCol="0" anchor="ctr"/>
              <a:lstStyle/>
              <a:p>
                <a:pPr algn="ctr"/>
              </a:p>
            </p:txBody>
          </p:sp>
        </p:grpSp>
      </p:grpSp>
      <p:grpSp>
        <p:nvGrpSpPr>
          <p:cNvPr id="137" name="Dynamic edge modulator main block"/>
          <p:cNvGrpSpPr/>
          <p:nvPr/>
        </p:nvGrpSpPr>
        <p:grpSpPr>
          <a:xfrm>
            <a:off x="7178040" y="1755648"/>
            <a:ext cx="2027225" cy="2057400"/>
            <a:chOff x="7178040" y="1755648"/>
            <a:chExt cx="2027225" cy="2057400"/>
          </a:xfrm>
        </p:grpSpPr>
        <p:sp>
          <p:nvSpPr>
            <p:cNvPr id="138" name="Rectangle"/>
            <p:cNvSpPr/>
            <p:nvPr/>
          </p:nvSpPr>
          <p:spPr>
            <a:xfrm>
              <a:off x="7799832" y="1755648"/>
              <a:ext cx="768096" cy="2057400"/>
            </a:xfrm>
            <a:prstGeom prst="rect">
              <a:avLst/>
            </a:prstGeom>
            <a:solidFill>
              <a:srgbClr val="B3CFE6"/>
            </a:solidFill>
            <a:ln w="32004" cap="flat">
              <a:solidFill>
                <a:srgbClr val="2C54A5"/>
              </a:solidFill>
              <a:custDash>
                <a:ds d="342857" sp="142857"/>
              </a:custDash>
              <a:miter lim="800000"/>
            </a:ln>
            <a:effectLst/>
          </p:spPr>
          <p:txBody>
            <a:bodyPr rtlCol="0" anchor="ctr"/>
            <a:lstStyle/>
            <a:p>
              <a:pPr algn="ctr"/>
            </a:p>
          </p:txBody>
        </p:sp>
        <p:sp>
          <p:nvSpPr>
            <p:cNvPr id="139" name="Dynamic Edge&#10;Modulator shadow"/>
            <p:cNvSpPr txBox="1"/>
            <p:nvPr/>
          </p:nvSpPr>
          <p:spPr>
            <a:xfrm rot="5400000">
              <a:off x="7193585" y="2411273"/>
              <a:ext cx="2011680" cy="749808"/>
            </a:xfrm>
            <a:prstGeom prst="rect">
              <a:avLst/>
            </a:prstGeom>
            <a:noFill/>
            <a:ln>
              <a:noFill/>
            </a:ln>
            <a:effectLst/>
          </p:spPr>
          <p:txBody>
            <a:bodyPr wrap="none" lIns="0" rIns="0" tIns="0" bIns="0" anchor="ctr">
              <a:spAutoFit/>
            </a:bodyPr>
            <a:lstStyle/>
            <a:p>
              <a:pPr algn="ctr">
                <a:lnSpc>
                  <a:spcPts val="2380"/>
                </a:lnSpc>
                <a:spcBef>
                  <a:spcPts val="0"/>
                </a:spcBef>
                <a:spcAft>
                  <a:spcPts val="0"/>
                </a:spcAft>
              </a:pPr>
              <a:r>
                <a:rPr sz="2088" b="1" i="0">
                  <a:solidFill>
                    <a:srgbClr val="91A0BA"/>
                  </a:solidFill>
                  <a:latin typeface="Times New Roman"/>
                  <a:ea typeface="Times New Roman"/>
                </a:rPr>
                <a:t>Dynamic Edge</a:t>
              </a:r>
            </a:p>
            <a:p>
              <a:pPr algn="ctr">
                <a:lnSpc>
                  <a:spcPts val="2380"/>
                </a:lnSpc>
                <a:spcBef>
                  <a:spcPts val="0"/>
                </a:spcBef>
                <a:spcAft>
                  <a:spcPts val="0"/>
                </a:spcAft>
              </a:pPr>
              <a:r>
                <a:rPr sz="2088" b="1" i="0">
                  <a:solidFill>
                    <a:srgbClr val="91A0BA"/>
                  </a:solidFill>
                  <a:latin typeface="Times New Roman"/>
                  <a:ea typeface="Times New Roman"/>
                </a:rPr>
                <a:t>Modulator</a:t>
              </a:r>
            </a:p>
          </p:txBody>
        </p:sp>
        <p:sp>
          <p:nvSpPr>
            <p:cNvPr id="140" name="Dynamic Edge&#10;Modulator"/>
            <p:cNvSpPr txBox="1"/>
            <p:nvPr/>
          </p:nvSpPr>
          <p:spPr>
            <a:xfrm rot="5400000">
              <a:off x="7178040" y="2395728"/>
              <a:ext cx="2011680" cy="749808"/>
            </a:xfrm>
            <a:prstGeom prst="rect">
              <a:avLst/>
            </a:prstGeom>
            <a:noFill/>
            <a:ln>
              <a:noFill/>
            </a:ln>
            <a:effectLst/>
          </p:spPr>
          <p:txBody>
            <a:bodyPr wrap="none" lIns="0" rIns="0" tIns="0" bIns="0" anchor="ctr">
              <a:spAutoFit/>
            </a:bodyPr>
            <a:lstStyle/>
            <a:p>
              <a:pPr algn="ctr">
                <a:lnSpc>
                  <a:spcPts val="2380"/>
                </a:lnSpc>
                <a:spcBef>
                  <a:spcPts val="0"/>
                </a:spcBef>
                <a:spcAft>
                  <a:spcPts val="0"/>
                </a:spcAft>
              </a:pPr>
              <a:r>
                <a:rPr sz="2088" b="1" i="0">
                  <a:solidFill>
                    <a:srgbClr val="3B6DB9"/>
                  </a:solidFill>
                  <a:latin typeface="Times New Roman"/>
                  <a:ea typeface="Times New Roman"/>
                </a:rPr>
                <a:t>Dynamic Edge</a:t>
              </a:r>
            </a:p>
            <a:p>
              <a:pPr algn="ctr">
                <a:lnSpc>
                  <a:spcPts val="2380"/>
                </a:lnSpc>
                <a:spcBef>
                  <a:spcPts val="0"/>
                </a:spcBef>
                <a:spcAft>
                  <a:spcPts val="0"/>
                </a:spcAft>
              </a:pPr>
              <a:r>
                <a:rPr sz="2088" b="1" i="0">
                  <a:solidFill>
                    <a:srgbClr val="3B6DB9"/>
                  </a:solidFill>
                  <a:latin typeface="Times New Roman"/>
                  <a:ea typeface="Times New Roman"/>
                </a:rPr>
                <a:t>Modulator</a:t>
              </a:r>
            </a:p>
          </p:txBody>
        </p:sp>
      </p:grpSp>
      <p:grpSp>
        <p:nvGrpSpPr>
          <p:cNvPr id="141" name="Station and grid graph"/>
          <p:cNvGrpSpPr/>
          <p:nvPr/>
        </p:nvGrpSpPr>
        <p:grpSpPr>
          <a:xfrm>
            <a:off x="9509760" y="429768"/>
            <a:ext cx="1783080" cy="2194560"/>
            <a:chOff x="9509760" y="429768"/>
            <a:chExt cx="1783080" cy="2194560"/>
          </a:xfrm>
        </p:grpSpPr>
        <p:sp>
          <p:nvSpPr>
            <p:cNvPr id="142" name="Rectangle"/>
            <p:cNvSpPr/>
            <p:nvPr/>
          </p:nvSpPr>
          <p:spPr>
            <a:xfrm>
              <a:off x="9509760" y="429768"/>
              <a:ext cx="1783080" cy="2194560"/>
            </a:xfrm>
            <a:prstGeom prst="roundRect">
              <a:avLst>
                <a:gd name="adj" fmla="val 16923"/>
              </a:avLst>
            </a:prstGeom>
            <a:solidFill>
              <a:srgbClr val="D2D9E3"/>
            </a:solidFill>
            <a:ln w="36576" cap="flat">
              <a:solidFill>
                <a:srgbClr val="A7B7C2"/>
              </a:solidFill>
              <a:miter lim="800000"/>
            </a:ln>
            <a:effectLst/>
          </p:spPr>
          <p:txBody>
            <a:bodyPr rtlCol="0" anchor="ctr"/>
            <a:lstStyle/>
            <a:p>
              <a:pPr algn="ctr"/>
            </a:p>
          </p:txBody>
        </p:sp>
        <p:sp>
          <p:nvSpPr>
            <p:cNvPr id="143" name="Connector"/>
            <p:cNvSpPr/>
            <p:nvPr/>
          </p:nvSpPr>
          <p:spPr>
            <a:xfrm>
              <a:off x="10341864" y="813816"/>
              <a:ext cx="137160" cy="740664"/>
            </a:xfrm>
            <a:custGeom>
              <a:avLst/>
              <a:gdLst/>
              <a:ahLst/>
              <a:cxnLst/>
              <a:rect l="l" t="t" r="r" b="b"/>
              <a:pathLst>
                <a:path w="15" h="81">
                  <a:moveTo>
                    <a:pt x="0" y="81"/>
                  </a:moveTo>
                  <a:lnTo>
                    <a:pt x="15" y="0"/>
                  </a:lnTo>
                </a:path>
              </a:pathLst>
            </a:custGeom>
            <a:noFill/>
            <a:ln w="36576" cap="flat">
              <a:solidFill>
                <a:srgbClr val="9D91A0"/>
              </a:solidFill>
              <a:custDash>
                <a:ds d="275000" sp="125000"/>
              </a:custDash>
              <a:miter lim="800000"/>
            </a:ln>
            <a:effectLst/>
          </p:spPr>
          <p:txBody>
            <a:bodyPr rtlCol="0" anchor="ctr"/>
            <a:lstStyle/>
            <a:p>
              <a:pPr algn="ctr"/>
            </a:p>
          </p:txBody>
        </p:sp>
        <p:sp>
          <p:nvSpPr>
            <p:cNvPr id="144" name="Connector"/>
            <p:cNvSpPr/>
            <p:nvPr/>
          </p:nvSpPr>
          <p:spPr>
            <a:xfrm>
              <a:off x="10479024" y="603504"/>
              <a:ext cx="521208" cy="210312"/>
            </a:xfrm>
            <a:custGeom>
              <a:avLst/>
              <a:gdLst/>
              <a:ahLst/>
              <a:cxnLst/>
              <a:rect l="l" t="t" r="r" b="b"/>
              <a:pathLst>
                <a:path w="57" h="23">
                  <a:moveTo>
                    <a:pt x="0" y="23"/>
                  </a:moveTo>
                  <a:lnTo>
                    <a:pt x="57" y="0"/>
                  </a:lnTo>
                </a:path>
              </a:pathLst>
            </a:custGeom>
            <a:noFill/>
            <a:ln w="36576" cap="flat">
              <a:solidFill>
                <a:srgbClr val="9D91A0"/>
              </a:solidFill>
              <a:miter lim="800000"/>
            </a:ln>
            <a:effectLst/>
          </p:spPr>
          <p:txBody>
            <a:bodyPr rtlCol="0" anchor="ctr"/>
            <a:lstStyle/>
            <a:p>
              <a:pPr algn="ctr"/>
            </a:p>
          </p:txBody>
        </p:sp>
        <p:sp>
          <p:nvSpPr>
            <p:cNvPr id="145" name="Connector"/>
            <p:cNvSpPr/>
            <p:nvPr/>
          </p:nvSpPr>
          <p:spPr>
            <a:xfrm>
              <a:off x="9976104" y="1234440"/>
              <a:ext cx="365760" cy="320040"/>
            </a:xfrm>
            <a:custGeom>
              <a:avLst/>
              <a:gdLst/>
              <a:ahLst/>
              <a:cxnLst/>
              <a:rect l="l" t="t" r="r" b="b"/>
              <a:pathLst>
                <a:path w="40" h="35">
                  <a:moveTo>
                    <a:pt x="40" y="35"/>
                  </a:moveTo>
                  <a:lnTo>
                    <a:pt x="0" y="0"/>
                  </a:lnTo>
                </a:path>
              </a:pathLst>
            </a:custGeom>
            <a:noFill/>
            <a:ln w="36576" cap="flat">
              <a:solidFill>
                <a:srgbClr val="958496"/>
              </a:solidFill>
              <a:miter lim="800000"/>
            </a:ln>
            <a:effectLst/>
          </p:spPr>
          <p:txBody>
            <a:bodyPr rtlCol="0" anchor="ctr"/>
            <a:lstStyle/>
            <a:p>
              <a:pPr algn="ctr"/>
            </a:p>
          </p:txBody>
        </p:sp>
        <p:sp>
          <p:nvSpPr>
            <p:cNvPr id="146" name="Connector"/>
            <p:cNvSpPr/>
            <p:nvPr/>
          </p:nvSpPr>
          <p:spPr>
            <a:xfrm>
              <a:off x="10341864" y="1234440"/>
              <a:ext cx="347472" cy="320040"/>
            </a:xfrm>
            <a:custGeom>
              <a:avLst/>
              <a:gdLst/>
              <a:ahLst/>
              <a:cxnLst/>
              <a:rect l="l" t="t" r="r" b="b"/>
              <a:pathLst>
                <a:path w="38" h="35">
                  <a:moveTo>
                    <a:pt x="0" y="35"/>
                  </a:moveTo>
                  <a:lnTo>
                    <a:pt x="38" y="0"/>
                  </a:lnTo>
                </a:path>
              </a:pathLst>
            </a:custGeom>
            <a:noFill/>
            <a:ln w="36576" cap="flat">
              <a:solidFill>
                <a:srgbClr val="A77695"/>
              </a:solidFill>
              <a:miter lim="800000"/>
            </a:ln>
            <a:effectLst/>
          </p:spPr>
          <p:txBody>
            <a:bodyPr rtlCol="0" anchor="ctr"/>
            <a:lstStyle/>
            <a:p>
              <a:pPr algn="ctr"/>
            </a:p>
          </p:txBody>
        </p:sp>
        <p:sp>
          <p:nvSpPr>
            <p:cNvPr id="147" name="Connector"/>
            <p:cNvSpPr/>
            <p:nvPr/>
          </p:nvSpPr>
          <p:spPr>
            <a:xfrm>
              <a:off x="9976104" y="1554480"/>
              <a:ext cx="365760" cy="338328"/>
            </a:xfrm>
            <a:custGeom>
              <a:avLst/>
              <a:gdLst/>
              <a:ahLst/>
              <a:cxnLst/>
              <a:rect l="l" t="t" r="r" b="b"/>
              <a:pathLst>
                <a:path w="40" h="37">
                  <a:moveTo>
                    <a:pt x="40" y="0"/>
                  </a:moveTo>
                  <a:lnTo>
                    <a:pt x="0" y="37"/>
                  </a:lnTo>
                </a:path>
              </a:pathLst>
            </a:custGeom>
            <a:noFill/>
            <a:ln w="36576" cap="flat">
              <a:solidFill>
                <a:srgbClr val="987B94"/>
              </a:solidFill>
              <a:miter lim="800000"/>
            </a:ln>
            <a:effectLst/>
          </p:spPr>
          <p:txBody>
            <a:bodyPr rtlCol="0" anchor="ctr"/>
            <a:lstStyle/>
            <a:p>
              <a:pPr algn="ctr"/>
            </a:p>
          </p:txBody>
        </p:sp>
        <p:sp>
          <p:nvSpPr>
            <p:cNvPr id="148" name="Connector"/>
            <p:cNvSpPr/>
            <p:nvPr/>
          </p:nvSpPr>
          <p:spPr>
            <a:xfrm>
              <a:off x="10341864" y="1554480"/>
              <a:ext cx="347472" cy="338328"/>
            </a:xfrm>
            <a:custGeom>
              <a:avLst/>
              <a:gdLst/>
              <a:ahLst/>
              <a:cxnLst/>
              <a:rect l="l" t="t" r="r" b="b"/>
              <a:pathLst>
                <a:path w="38" h="37">
                  <a:moveTo>
                    <a:pt x="0" y="0"/>
                  </a:moveTo>
                  <a:lnTo>
                    <a:pt x="38" y="37"/>
                  </a:lnTo>
                </a:path>
              </a:pathLst>
            </a:custGeom>
            <a:noFill/>
            <a:ln w="36576" cap="flat">
              <a:solidFill>
                <a:srgbClr val="96738A"/>
              </a:solidFill>
              <a:miter lim="800000"/>
            </a:ln>
            <a:effectLst/>
          </p:spPr>
          <p:txBody>
            <a:bodyPr rtlCol="0" anchor="ctr"/>
            <a:lstStyle/>
            <a:p>
              <a:pPr algn="ctr"/>
            </a:p>
          </p:txBody>
        </p:sp>
        <p:sp>
          <p:nvSpPr>
            <p:cNvPr id="149" name="Connector"/>
            <p:cNvSpPr/>
            <p:nvPr/>
          </p:nvSpPr>
          <p:spPr>
            <a:xfrm>
              <a:off x="9720072" y="1554480"/>
              <a:ext cx="621792" cy="82296"/>
            </a:xfrm>
            <a:custGeom>
              <a:avLst/>
              <a:gdLst/>
              <a:ahLst/>
              <a:cxnLst/>
              <a:rect l="l" t="t" r="r" b="b"/>
              <a:pathLst>
                <a:path w="68" h="9">
                  <a:moveTo>
                    <a:pt x="68" y="0"/>
                  </a:moveTo>
                  <a:lnTo>
                    <a:pt x="0" y="9"/>
                  </a:lnTo>
                </a:path>
              </a:pathLst>
            </a:custGeom>
            <a:noFill/>
            <a:ln w="36576" cap="flat">
              <a:solidFill>
                <a:srgbClr val="665368"/>
              </a:solidFill>
              <a:miter lim="800000"/>
            </a:ln>
            <a:effectLst/>
          </p:spPr>
          <p:txBody>
            <a:bodyPr rtlCol="0" anchor="ctr"/>
            <a:lstStyle/>
            <a:p>
              <a:pPr algn="ctr"/>
            </a:p>
          </p:txBody>
        </p:sp>
        <p:sp>
          <p:nvSpPr>
            <p:cNvPr id="150" name="Connector"/>
            <p:cNvSpPr/>
            <p:nvPr/>
          </p:nvSpPr>
          <p:spPr>
            <a:xfrm>
              <a:off x="10341864" y="1554480"/>
              <a:ext cx="292608" cy="886968"/>
            </a:xfrm>
            <a:custGeom>
              <a:avLst/>
              <a:gdLst/>
              <a:ahLst/>
              <a:cxnLst/>
              <a:rect l="l" t="t" r="r" b="b"/>
              <a:pathLst>
                <a:path w="32" h="97">
                  <a:moveTo>
                    <a:pt x="0" y="0"/>
                  </a:moveTo>
                  <a:lnTo>
                    <a:pt x="32" y="97"/>
                  </a:lnTo>
                </a:path>
              </a:pathLst>
            </a:custGeom>
            <a:noFill/>
            <a:ln w="36576" cap="flat">
              <a:solidFill>
                <a:srgbClr val="AD7998"/>
              </a:solidFill>
              <a:miter lim="800000"/>
            </a:ln>
            <a:effectLst/>
          </p:spPr>
          <p:txBody>
            <a:bodyPr rtlCol="0" anchor="ctr"/>
            <a:lstStyle/>
            <a:p>
              <a:pPr algn="ctr"/>
            </a:p>
          </p:txBody>
        </p:sp>
        <p:sp>
          <p:nvSpPr>
            <p:cNvPr id="151" name="Rectangle"/>
            <p:cNvSpPr/>
            <p:nvPr/>
          </p:nvSpPr>
          <p:spPr>
            <a:xfrm>
              <a:off x="9870948" y="1129284"/>
              <a:ext cx="210312" cy="210312"/>
            </a:xfrm>
            <a:prstGeom prst="rect">
              <a:avLst/>
            </a:prstGeom>
            <a:solidFill>
              <a:srgbClr val="2E9CBF"/>
            </a:solidFill>
            <a:ln w="32004" cap="flat">
              <a:solidFill>
                <a:srgbClr val="1F578E"/>
              </a:solidFill>
              <a:miter lim="800000"/>
            </a:ln>
            <a:effectLst/>
          </p:spPr>
          <p:txBody>
            <a:bodyPr rtlCol="0" anchor="ctr"/>
            <a:lstStyle/>
            <a:p>
              <a:pPr algn="ctr"/>
            </a:p>
          </p:txBody>
        </p:sp>
        <p:sp>
          <p:nvSpPr>
            <p:cNvPr id="152" name="Rectangle"/>
            <p:cNvSpPr/>
            <p:nvPr/>
          </p:nvSpPr>
          <p:spPr>
            <a:xfrm>
              <a:off x="10584180" y="1129284"/>
              <a:ext cx="210312" cy="210312"/>
            </a:xfrm>
            <a:prstGeom prst="rect">
              <a:avLst/>
            </a:prstGeom>
            <a:solidFill>
              <a:srgbClr val="2799C0"/>
            </a:solidFill>
            <a:ln w="32004" cap="flat">
              <a:solidFill>
                <a:srgbClr val="1F578E"/>
              </a:solidFill>
              <a:miter lim="800000"/>
            </a:ln>
            <a:effectLst/>
          </p:spPr>
          <p:txBody>
            <a:bodyPr rtlCol="0" anchor="ctr"/>
            <a:lstStyle/>
            <a:p>
              <a:pPr algn="ctr"/>
            </a:p>
          </p:txBody>
        </p:sp>
        <p:sp>
          <p:nvSpPr>
            <p:cNvPr id="153" name="Rectangle"/>
            <p:cNvSpPr/>
            <p:nvPr/>
          </p:nvSpPr>
          <p:spPr>
            <a:xfrm>
              <a:off x="9870948" y="1787652"/>
              <a:ext cx="210312" cy="210312"/>
            </a:xfrm>
            <a:prstGeom prst="rect">
              <a:avLst/>
            </a:prstGeom>
            <a:solidFill>
              <a:srgbClr val="75B4CB"/>
            </a:solidFill>
            <a:ln w="32004" cap="flat">
              <a:solidFill>
                <a:srgbClr val="1F578E"/>
              </a:solidFill>
              <a:miter lim="800000"/>
            </a:ln>
            <a:effectLst/>
          </p:spPr>
          <p:txBody>
            <a:bodyPr rtlCol="0" anchor="ctr"/>
            <a:lstStyle/>
            <a:p>
              <a:pPr algn="ctr"/>
            </a:p>
          </p:txBody>
        </p:sp>
        <p:sp>
          <p:nvSpPr>
            <p:cNvPr id="154" name="Rectangle"/>
            <p:cNvSpPr/>
            <p:nvPr/>
          </p:nvSpPr>
          <p:spPr>
            <a:xfrm>
              <a:off x="10584180" y="1787652"/>
              <a:ext cx="210312" cy="210312"/>
            </a:xfrm>
            <a:prstGeom prst="rect">
              <a:avLst/>
            </a:prstGeom>
            <a:solidFill>
              <a:srgbClr val="60B4CB"/>
            </a:solidFill>
            <a:ln w="32004" cap="flat">
              <a:solidFill>
                <a:srgbClr val="1F578E"/>
              </a:solidFill>
              <a:miter lim="800000"/>
            </a:ln>
            <a:effectLst/>
          </p:spPr>
          <p:txBody>
            <a:bodyPr rtlCol="0" anchor="ctr"/>
            <a:lstStyle/>
            <a:p>
              <a:pPr algn="ctr"/>
            </a:p>
          </p:txBody>
        </p:sp>
        <p:sp>
          <p:nvSpPr>
            <p:cNvPr id="155" name="Node"/>
            <p:cNvSpPr/>
            <p:nvPr/>
          </p:nvSpPr>
          <p:spPr>
            <a:xfrm>
              <a:off x="10397642" y="732434"/>
              <a:ext cx="162763" cy="162763"/>
            </a:xfrm>
            <a:prstGeom prst="ellipse">
              <a:avLst/>
            </a:prstGeom>
            <a:solidFill>
              <a:srgbClr val="569FCE"/>
            </a:solidFill>
            <a:ln w="18288" cap="flat">
              <a:solidFill>
                <a:srgbClr val="000000"/>
              </a:solidFill>
              <a:miter lim="800000"/>
            </a:ln>
            <a:effectLst/>
          </p:spPr>
          <p:txBody>
            <a:bodyPr rtlCol="0" anchor="ctr"/>
            <a:lstStyle/>
            <a:p>
              <a:pPr algn="ctr"/>
            </a:p>
          </p:txBody>
        </p:sp>
        <p:sp>
          <p:nvSpPr>
            <p:cNvPr id="156" name="Node"/>
            <p:cNvSpPr/>
            <p:nvPr/>
          </p:nvSpPr>
          <p:spPr>
            <a:xfrm>
              <a:off x="10918850" y="522122"/>
              <a:ext cx="162763" cy="162763"/>
            </a:xfrm>
            <a:prstGeom prst="ellipse">
              <a:avLst/>
            </a:prstGeom>
            <a:solidFill>
              <a:srgbClr val="8CAEDF"/>
            </a:solidFill>
            <a:ln w="18288" cap="flat">
              <a:solidFill>
                <a:srgbClr val="000000"/>
              </a:solidFill>
              <a:miter lim="800000"/>
            </a:ln>
            <a:effectLst/>
          </p:spPr>
          <p:txBody>
            <a:bodyPr rtlCol="0" anchor="ctr"/>
            <a:lstStyle/>
            <a:p>
              <a:pPr algn="ctr"/>
            </a:p>
          </p:txBody>
        </p:sp>
        <p:sp>
          <p:nvSpPr>
            <p:cNvPr id="157" name="Node"/>
            <p:cNvSpPr/>
            <p:nvPr/>
          </p:nvSpPr>
          <p:spPr>
            <a:xfrm>
              <a:off x="9638690" y="1555394"/>
              <a:ext cx="162763" cy="162763"/>
            </a:xfrm>
            <a:prstGeom prst="ellipse">
              <a:avLst/>
            </a:prstGeom>
            <a:solidFill>
              <a:srgbClr val="D7DCE4"/>
            </a:solidFill>
            <a:ln w="18288" cap="flat">
              <a:solidFill>
                <a:srgbClr val="000000"/>
              </a:solidFill>
              <a:miter lim="800000"/>
            </a:ln>
            <a:effectLst/>
          </p:spPr>
          <p:txBody>
            <a:bodyPr rtlCol="0" anchor="ctr"/>
            <a:lstStyle/>
            <a:p>
              <a:pPr algn="ctr"/>
            </a:p>
          </p:txBody>
        </p:sp>
        <p:sp>
          <p:nvSpPr>
            <p:cNvPr id="158" name="Node"/>
            <p:cNvSpPr/>
            <p:nvPr/>
          </p:nvSpPr>
          <p:spPr>
            <a:xfrm>
              <a:off x="10553090" y="2360066"/>
              <a:ext cx="162763" cy="162763"/>
            </a:xfrm>
            <a:prstGeom prst="ellipse">
              <a:avLst/>
            </a:prstGeom>
            <a:solidFill>
              <a:srgbClr val="D3D9E0"/>
            </a:solidFill>
            <a:ln w="18288" cap="flat">
              <a:solidFill>
                <a:srgbClr val="000000"/>
              </a:solidFill>
              <a:miter lim="800000"/>
            </a:ln>
            <a:effectLst/>
          </p:spPr>
          <p:txBody>
            <a:bodyPr rtlCol="0" anchor="ctr"/>
            <a:lstStyle/>
            <a:p>
              <a:pPr algn="ctr"/>
            </a:p>
          </p:txBody>
        </p:sp>
        <p:sp>
          <p:nvSpPr>
            <p:cNvPr id="159" name="Node"/>
            <p:cNvSpPr/>
            <p:nvPr/>
          </p:nvSpPr>
          <p:spPr>
            <a:xfrm>
              <a:off x="10265054" y="1477670"/>
              <a:ext cx="153619" cy="153619"/>
            </a:xfrm>
            <a:prstGeom prst="ellipse">
              <a:avLst/>
            </a:prstGeom>
            <a:solidFill>
              <a:srgbClr val="244B92"/>
            </a:solidFill>
            <a:ln w="18288" cap="flat">
              <a:solidFill>
                <a:srgbClr val="000000"/>
              </a:solidFill>
              <a:miter lim="800000"/>
            </a:ln>
            <a:effectLst/>
          </p:spPr>
          <p:txBody>
            <a:bodyPr rtlCol="0" anchor="ctr"/>
            <a:lstStyle/>
            <a:p>
              <a:pPr algn="ctr"/>
            </a:p>
          </p:txBody>
        </p:sp>
      </p:grpSp>
      <p:grpSp>
        <p:nvGrpSpPr>
          <p:cNvPr id="160" name="Probabilistic forecast diffuser main block"/>
          <p:cNvGrpSpPr/>
          <p:nvPr/>
        </p:nvGrpSpPr>
        <p:grpSpPr>
          <a:xfrm>
            <a:off x="11041380" y="219456"/>
            <a:ext cx="2619756" cy="2660904"/>
            <a:chOff x="11041380" y="219456"/>
            <a:chExt cx="2619756" cy="2660904"/>
          </a:xfrm>
        </p:grpSpPr>
        <p:sp>
          <p:nvSpPr>
            <p:cNvPr id="161" name="Rectangle"/>
            <p:cNvSpPr/>
            <p:nvPr/>
          </p:nvSpPr>
          <p:spPr>
            <a:xfrm>
              <a:off x="11960352" y="219456"/>
              <a:ext cx="768096" cy="2660904"/>
            </a:xfrm>
            <a:prstGeom prst="roundRect">
              <a:avLst>
                <a:gd name="adj" fmla="val 19047"/>
              </a:avLst>
            </a:prstGeom>
            <a:solidFill>
              <a:srgbClr val="FCE7D4"/>
            </a:solidFill>
            <a:ln w="32004" cap="flat">
              <a:solidFill>
                <a:srgbClr val="F9A372"/>
              </a:solidFill>
              <a:custDash>
                <a:ds d="314285" sp="142857"/>
              </a:custDash>
              <a:miter lim="800000"/>
            </a:ln>
            <a:effectLst/>
          </p:spPr>
          <p:txBody>
            <a:bodyPr rtlCol="0" anchor="ctr"/>
            <a:lstStyle/>
            <a:p>
              <a:pPr algn="ctr"/>
            </a:p>
          </p:txBody>
        </p:sp>
        <p:sp>
          <p:nvSpPr>
            <p:cNvPr id="162" name="Probabilistic&#10;Forecast Diffuser shadow"/>
            <p:cNvSpPr txBox="1"/>
            <p:nvPr/>
          </p:nvSpPr>
          <p:spPr>
            <a:xfrm rot="5400000">
              <a:off x="11055096" y="1197864"/>
              <a:ext cx="2606040" cy="740664"/>
            </a:xfrm>
            <a:prstGeom prst="rect">
              <a:avLst/>
            </a:prstGeom>
            <a:noFill/>
            <a:ln>
              <a:noFill/>
            </a:ln>
            <a:effectLst/>
          </p:spPr>
          <p:txBody>
            <a:bodyPr wrap="none" lIns="0" rIns="0" tIns="0" bIns="0" anchor="ctr">
              <a:spAutoFit/>
            </a:bodyPr>
            <a:lstStyle/>
            <a:p>
              <a:pPr algn="ctr">
                <a:lnSpc>
                  <a:spcPts val="2626"/>
                </a:lnSpc>
                <a:spcBef>
                  <a:spcPts val="0"/>
                </a:spcBef>
                <a:spcAft>
                  <a:spcPts val="0"/>
                </a:spcAft>
              </a:pPr>
              <a:r>
                <a:rPr sz="2304" b="1" i="0">
                  <a:solidFill>
                    <a:srgbClr val="EAB591"/>
                  </a:solidFill>
                  <a:latin typeface="Times New Roman"/>
                  <a:ea typeface="Times New Roman"/>
                </a:rPr>
                <a:t>Probabilistic</a:t>
              </a:r>
            </a:p>
            <a:p>
              <a:pPr algn="ctr">
                <a:lnSpc>
                  <a:spcPts val="2626"/>
                </a:lnSpc>
                <a:spcBef>
                  <a:spcPts val="0"/>
                </a:spcBef>
                <a:spcAft>
                  <a:spcPts val="0"/>
                </a:spcAft>
              </a:pPr>
              <a:r>
                <a:rPr sz="2304" b="1" i="0">
                  <a:solidFill>
                    <a:srgbClr val="EAB591"/>
                  </a:solidFill>
                  <a:latin typeface="Times New Roman"/>
                  <a:ea typeface="Times New Roman"/>
                </a:rPr>
                <a:t>Forecast Diffuser</a:t>
              </a:r>
            </a:p>
          </p:txBody>
        </p:sp>
        <p:sp>
          <p:nvSpPr>
            <p:cNvPr id="163" name="Probabilistic&#10;Forecast Diffuser"/>
            <p:cNvSpPr txBox="1"/>
            <p:nvPr/>
          </p:nvSpPr>
          <p:spPr>
            <a:xfrm rot="5400000">
              <a:off x="11041380" y="1184148"/>
              <a:ext cx="2606040" cy="740664"/>
            </a:xfrm>
            <a:prstGeom prst="rect">
              <a:avLst/>
            </a:prstGeom>
            <a:noFill/>
            <a:ln>
              <a:noFill/>
            </a:ln>
            <a:effectLst/>
          </p:spPr>
          <p:txBody>
            <a:bodyPr wrap="none" lIns="0" rIns="0" tIns="0" bIns="0" anchor="ctr">
              <a:spAutoFit/>
            </a:bodyPr>
            <a:lstStyle/>
            <a:p>
              <a:pPr algn="ctr">
                <a:lnSpc>
                  <a:spcPts val="2626"/>
                </a:lnSpc>
                <a:spcBef>
                  <a:spcPts val="0"/>
                </a:spcBef>
                <a:spcAft>
                  <a:spcPts val="0"/>
                </a:spcAft>
              </a:pPr>
              <a:r>
                <a:rPr sz="2304" b="1" i="0">
                  <a:solidFill>
                    <a:srgbClr val="CA662B"/>
                  </a:solidFill>
                  <a:latin typeface="Times New Roman"/>
                  <a:ea typeface="Times New Roman"/>
                </a:rPr>
                <a:t>Probabilistic</a:t>
              </a:r>
            </a:p>
            <a:p>
              <a:pPr algn="ctr">
                <a:lnSpc>
                  <a:spcPts val="2626"/>
                </a:lnSpc>
                <a:spcBef>
                  <a:spcPts val="0"/>
                </a:spcBef>
                <a:spcAft>
                  <a:spcPts val="0"/>
                </a:spcAft>
              </a:pPr>
              <a:r>
                <a:rPr sz="2304" b="1" i="0">
                  <a:solidFill>
                    <a:srgbClr val="CA662B"/>
                  </a:solidFill>
                  <a:latin typeface="Times New Roman"/>
                  <a:ea typeface="Times New Roman"/>
                </a:rPr>
                <a:t>Forecast Diffuser</a:t>
              </a:r>
            </a:p>
          </p:txBody>
        </p:sp>
      </p:grpSp>
      <p:grpSp>
        <p:nvGrpSpPr>
          <p:cNvPr id="164" name="Multi criteria score aggregator"/>
          <p:cNvGrpSpPr/>
          <p:nvPr/>
        </p:nvGrpSpPr>
        <p:grpSpPr>
          <a:xfrm>
            <a:off x="13249656" y="219456"/>
            <a:ext cx="4823460" cy="2670048"/>
            <a:chOff x="13249656" y="219456"/>
            <a:chExt cx="4823460" cy="2670048"/>
          </a:xfrm>
        </p:grpSpPr>
        <p:sp>
          <p:nvSpPr>
            <p:cNvPr id="165" name="Rectangle"/>
            <p:cNvSpPr/>
            <p:nvPr/>
          </p:nvSpPr>
          <p:spPr>
            <a:xfrm>
              <a:off x="13249656" y="219456"/>
              <a:ext cx="4334256" cy="2670048"/>
            </a:xfrm>
            <a:prstGeom prst="roundRect">
              <a:avLst>
                <a:gd name="adj" fmla="val 16780"/>
              </a:avLst>
            </a:prstGeom>
            <a:solidFill>
              <a:srgbClr val="C6DDDB"/>
            </a:solidFill>
            <a:ln w="41148" cap="flat">
              <a:solidFill>
                <a:srgbClr val="71A4A0"/>
              </a:solidFill>
              <a:miter lim="800000"/>
            </a:ln>
            <a:effectLst/>
          </p:spPr>
          <p:txBody>
            <a:bodyPr rtlCol="0" anchor="ctr"/>
            <a:lstStyle/>
            <a:p>
              <a:pPr algn="ctr"/>
            </a:p>
          </p:txBody>
        </p:sp>
        <p:sp>
          <p:nvSpPr>
            <p:cNvPr id="166" name="Connector"/>
            <p:cNvSpPr/>
            <p:nvPr/>
          </p:nvSpPr>
          <p:spPr>
            <a:xfrm>
              <a:off x="13258800" y="1554480"/>
              <a:ext cx="521208" cy="0"/>
            </a:xfrm>
            <a:custGeom>
              <a:avLst/>
              <a:gdLst/>
              <a:ahLst/>
              <a:cxnLst/>
              <a:rect l="l" t="t" r="r" b="b"/>
              <a:pathLst>
                <a:path w="57" h="0">
                  <a:moveTo>
                    <a:pt x="0" y="0"/>
                  </a:moveTo>
                  <a:lnTo>
                    <a:pt x="57" y="0"/>
                  </a:lnTo>
                </a:path>
              </a:pathLst>
            </a:custGeom>
            <a:noFill/>
            <a:ln w="36576" cap="flat">
              <a:solidFill>
                <a:srgbClr val="000000"/>
              </a:solidFill>
              <a:miter lim="800000"/>
            </a:ln>
            <a:effectLst/>
          </p:spPr>
          <p:txBody>
            <a:bodyPr rtlCol="0" anchor="ctr"/>
            <a:lstStyle/>
            <a:p>
              <a:pPr algn="ctr"/>
            </a:p>
          </p:txBody>
        </p:sp>
        <p:sp>
          <p:nvSpPr>
            <p:cNvPr id="167" name="Arrow shaft"/>
            <p:cNvSpPr/>
            <p:nvPr/>
          </p:nvSpPr>
          <p:spPr>
            <a:xfrm>
              <a:off x="13780008" y="685800"/>
              <a:ext cx="822960" cy="868680"/>
            </a:xfrm>
            <a:custGeom>
              <a:avLst/>
              <a:gdLst/>
              <a:ahLst/>
              <a:cxnLst/>
              <a:rect l="l" t="t" r="r" b="b"/>
              <a:pathLst>
                <a:path w="90" h="95">
                  <a:moveTo>
                    <a:pt x="0" y="95"/>
                  </a:moveTo>
                  <a:lnTo>
                    <a:pt x="0" y="0"/>
                  </a:lnTo>
                  <a:lnTo>
                    <a:pt x="90" y="0"/>
                  </a:lnTo>
                </a:path>
              </a:pathLst>
            </a:custGeom>
            <a:noFill/>
            <a:ln w="36576" cap="flat">
              <a:solidFill>
                <a:srgbClr val="000000"/>
              </a:solidFill>
              <a:miter lim="800000"/>
            </a:ln>
            <a:effectLst/>
          </p:spPr>
          <p:txBody>
            <a:bodyPr rtlCol="0" anchor="ctr"/>
            <a:lstStyle/>
            <a:p>
              <a:pPr algn="ctr"/>
            </a:p>
          </p:txBody>
        </p:sp>
        <p:sp>
          <p:nvSpPr>
            <p:cNvPr id="168" name="Arrow head"/>
            <p:cNvSpPr/>
            <p:nvPr/>
          </p:nvSpPr>
          <p:spPr>
            <a:xfrm>
              <a:off x="14602968" y="621792"/>
              <a:ext cx="128016" cy="128016"/>
            </a:xfrm>
            <a:custGeom>
              <a:avLst/>
              <a:gdLst/>
              <a:ahLst/>
              <a:cxnLst/>
              <a:rect l="l" t="t" r="r" b="b"/>
              <a:pathLst>
                <a:path w="14" h="14">
                  <a:moveTo>
                    <a:pt x="14" y="7"/>
                  </a:moveTo>
                  <a:lnTo>
                    <a:pt x="0" y="14"/>
                  </a:lnTo>
                  <a:lnTo>
                    <a:pt x="0" y="0"/>
                  </a:lnTo>
                  <a:close/>
                </a:path>
              </a:pathLst>
            </a:custGeom>
            <a:solidFill>
              <a:srgbClr val="000000"/>
            </a:solidFill>
            <a:ln>
              <a:noFill/>
            </a:ln>
            <a:effectLst/>
          </p:spPr>
          <p:txBody>
            <a:bodyPr rtlCol="0" anchor="ctr"/>
            <a:lstStyle/>
            <a:p>
              <a:pPr algn="ctr"/>
            </a:p>
          </p:txBody>
        </p:sp>
        <p:sp>
          <p:nvSpPr>
            <p:cNvPr id="169" name="Arrow shaft"/>
            <p:cNvSpPr/>
            <p:nvPr/>
          </p:nvSpPr>
          <p:spPr>
            <a:xfrm>
              <a:off x="13780008" y="1554480"/>
              <a:ext cx="822960" cy="0"/>
            </a:xfrm>
            <a:custGeom>
              <a:avLst/>
              <a:gdLst/>
              <a:ahLst/>
              <a:cxnLst/>
              <a:rect l="l" t="t" r="r" b="b"/>
              <a:pathLst>
                <a:path w="90" h="0">
                  <a:moveTo>
                    <a:pt x="0" y="0"/>
                  </a:moveTo>
                  <a:lnTo>
                    <a:pt x="90" y="0"/>
                  </a:lnTo>
                </a:path>
              </a:pathLst>
            </a:custGeom>
            <a:noFill/>
            <a:ln w="36576" cap="flat">
              <a:solidFill>
                <a:srgbClr val="000000"/>
              </a:solidFill>
              <a:miter lim="800000"/>
            </a:ln>
            <a:effectLst/>
          </p:spPr>
          <p:txBody>
            <a:bodyPr rtlCol="0" anchor="ctr"/>
            <a:lstStyle/>
            <a:p>
              <a:pPr algn="ctr"/>
            </a:p>
          </p:txBody>
        </p:sp>
        <p:sp>
          <p:nvSpPr>
            <p:cNvPr id="170" name="Arrow head"/>
            <p:cNvSpPr/>
            <p:nvPr/>
          </p:nvSpPr>
          <p:spPr>
            <a:xfrm>
              <a:off x="14602968" y="1499616"/>
              <a:ext cx="128016" cy="109728"/>
            </a:xfrm>
            <a:custGeom>
              <a:avLst/>
              <a:gdLst/>
              <a:ahLst/>
              <a:cxnLst/>
              <a:rect l="l" t="t" r="r" b="b"/>
              <a:pathLst>
                <a:path w="14" h="12">
                  <a:moveTo>
                    <a:pt x="14" y="6"/>
                  </a:moveTo>
                  <a:lnTo>
                    <a:pt x="0" y="12"/>
                  </a:lnTo>
                  <a:lnTo>
                    <a:pt x="0" y="0"/>
                  </a:lnTo>
                  <a:close/>
                </a:path>
              </a:pathLst>
            </a:custGeom>
            <a:solidFill>
              <a:srgbClr val="000000"/>
            </a:solidFill>
            <a:ln>
              <a:noFill/>
            </a:ln>
            <a:effectLst/>
          </p:spPr>
          <p:txBody>
            <a:bodyPr rtlCol="0" anchor="ctr"/>
            <a:lstStyle/>
            <a:p>
              <a:pPr algn="ctr"/>
            </a:p>
          </p:txBody>
        </p:sp>
        <p:sp>
          <p:nvSpPr>
            <p:cNvPr id="171" name="Arrow shaft"/>
            <p:cNvSpPr/>
            <p:nvPr/>
          </p:nvSpPr>
          <p:spPr>
            <a:xfrm>
              <a:off x="13780008" y="1554480"/>
              <a:ext cx="813816" cy="841248"/>
            </a:xfrm>
            <a:custGeom>
              <a:avLst/>
              <a:gdLst/>
              <a:ahLst/>
              <a:cxnLst/>
              <a:rect l="l" t="t" r="r" b="b"/>
              <a:pathLst>
                <a:path w="89" h="92">
                  <a:moveTo>
                    <a:pt x="0" y="0"/>
                  </a:moveTo>
                  <a:lnTo>
                    <a:pt x="0" y="92"/>
                  </a:lnTo>
                  <a:lnTo>
                    <a:pt x="89" y="92"/>
                  </a:lnTo>
                </a:path>
              </a:pathLst>
            </a:custGeom>
            <a:noFill/>
            <a:ln w="36576" cap="flat">
              <a:solidFill>
                <a:srgbClr val="000000"/>
              </a:solidFill>
              <a:miter lim="800000"/>
            </a:ln>
            <a:effectLst/>
          </p:spPr>
          <p:txBody>
            <a:bodyPr rtlCol="0" anchor="ctr"/>
            <a:lstStyle/>
            <a:p>
              <a:pPr algn="ctr"/>
            </a:p>
          </p:txBody>
        </p:sp>
        <p:sp>
          <p:nvSpPr>
            <p:cNvPr id="172" name="Arrow head"/>
            <p:cNvSpPr/>
            <p:nvPr/>
          </p:nvSpPr>
          <p:spPr>
            <a:xfrm>
              <a:off x="14593824" y="2340864"/>
              <a:ext cx="128016" cy="109728"/>
            </a:xfrm>
            <a:custGeom>
              <a:avLst/>
              <a:gdLst/>
              <a:ahLst/>
              <a:cxnLst/>
              <a:rect l="l" t="t" r="r" b="b"/>
              <a:pathLst>
                <a:path w="14" h="12">
                  <a:moveTo>
                    <a:pt x="14" y="6"/>
                  </a:moveTo>
                  <a:lnTo>
                    <a:pt x="0" y="12"/>
                  </a:lnTo>
                  <a:lnTo>
                    <a:pt x="0" y="0"/>
                  </a:lnTo>
                  <a:close/>
                </a:path>
              </a:pathLst>
            </a:custGeom>
            <a:solidFill>
              <a:srgbClr val="000000"/>
            </a:solidFill>
            <a:ln>
              <a:noFill/>
            </a:ln>
            <a:effectLst/>
          </p:spPr>
          <p:txBody>
            <a:bodyPr rtlCol="0" anchor="ctr"/>
            <a:lstStyle/>
            <a:p>
              <a:pPr algn="ctr"/>
            </a:p>
          </p:txBody>
        </p:sp>
        <p:sp>
          <p:nvSpPr>
            <p:cNvPr id="173" name="Attention"/>
            <p:cNvSpPr txBox="1"/>
            <p:nvPr/>
          </p:nvSpPr>
          <p:spPr>
            <a:xfrm>
              <a:off x="13661136" y="393192"/>
              <a:ext cx="1097280" cy="256032"/>
            </a:xfrm>
            <a:prstGeom prst="rect">
              <a:avLst/>
            </a:prstGeom>
            <a:noFill/>
            <a:ln>
              <a:noFill/>
            </a:ln>
            <a:effectLst/>
          </p:spPr>
          <p:txBody>
            <a:bodyPr wrap="none" lIns="0" rIns="0" tIns="0" bIns="0" anchor="ctr">
              <a:spAutoFit/>
            </a:bodyPr>
            <a:lstStyle/>
            <a:p>
              <a:pPr algn="ctr">
                <a:lnSpc>
                  <a:spcPts val="2051"/>
                </a:lnSpc>
                <a:spcBef>
                  <a:spcPts val="0"/>
                </a:spcBef>
                <a:spcAft>
                  <a:spcPts val="0"/>
                </a:spcAft>
              </a:pPr>
              <a:r>
                <a:rPr sz="1800" b="1" i="0">
                  <a:solidFill>
                    <a:srgbClr val="000000"/>
                  </a:solidFill>
                  <a:latin typeface="Times New Roman"/>
                  <a:ea typeface="Times New Roman"/>
                </a:rPr>
                <a:t>Attention</a:t>
              </a:r>
            </a:p>
          </p:txBody>
        </p:sp>
        <p:sp>
          <p:nvSpPr>
            <p:cNvPr id="174" name="GCN"/>
            <p:cNvSpPr txBox="1"/>
            <p:nvPr/>
          </p:nvSpPr>
          <p:spPr>
            <a:xfrm>
              <a:off x="13688568" y="1220724"/>
              <a:ext cx="914400" cy="265176"/>
            </a:xfrm>
            <a:prstGeom prst="rect">
              <a:avLst/>
            </a:prstGeom>
            <a:noFill/>
            <a:ln>
              <a:noFill/>
            </a:ln>
            <a:effectLst/>
          </p:spPr>
          <p:txBody>
            <a:bodyPr wrap="none" lIns="0" rIns="0" tIns="0" bIns="0" anchor="ctr">
              <a:spAutoFit/>
            </a:bodyPr>
            <a:lstStyle/>
            <a:p>
              <a:pPr algn="ctr">
                <a:lnSpc>
                  <a:spcPts val="2051"/>
                </a:lnSpc>
                <a:spcBef>
                  <a:spcPts val="0"/>
                </a:spcBef>
                <a:spcAft>
                  <a:spcPts val="0"/>
                </a:spcAft>
              </a:pPr>
              <a:r>
                <a:rPr sz="1800" b="1" i="0">
                  <a:solidFill>
                    <a:srgbClr val="000000"/>
                  </a:solidFill>
                  <a:latin typeface="Times New Roman"/>
                  <a:ea typeface="Times New Roman"/>
                </a:rPr>
                <a:t>GCN</a:t>
              </a:r>
            </a:p>
          </p:txBody>
        </p:sp>
        <p:sp>
          <p:nvSpPr>
            <p:cNvPr id="175" name="MLP"/>
            <p:cNvSpPr txBox="1"/>
            <p:nvPr/>
          </p:nvSpPr>
          <p:spPr>
            <a:xfrm>
              <a:off x="13716000" y="2061972"/>
              <a:ext cx="914400" cy="265176"/>
            </a:xfrm>
            <a:prstGeom prst="rect">
              <a:avLst/>
            </a:prstGeom>
            <a:noFill/>
            <a:ln>
              <a:noFill/>
            </a:ln>
            <a:effectLst/>
          </p:spPr>
          <p:txBody>
            <a:bodyPr wrap="none" lIns="0" rIns="0" tIns="0" bIns="0" anchor="ctr">
              <a:spAutoFit/>
            </a:bodyPr>
            <a:lstStyle/>
            <a:p>
              <a:pPr algn="ctr">
                <a:lnSpc>
                  <a:spcPts val="2051"/>
                </a:lnSpc>
                <a:spcBef>
                  <a:spcPts val="0"/>
                </a:spcBef>
                <a:spcAft>
                  <a:spcPts val="0"/>
                </a:spcAft>
              </a:pPr>
              <a:r>
                <a:rPr sz="1800" b="1" i="0">
                  <a:solidFill>
                    <a:srgbClr val="000000"/>
                  </a:solidFill>
                  <a:latin typeface="Times New Roman"/>
                  <a:ea typeface="Times New Roman"/>
                </a:rPr>
                <a:t>MLP</a:t>
              </a:r>
            </a:p>
          </p:txBody>
        </p:sp>
        <p:grpSp>
          <p:nvGrpSpPr>
            <p:cNvPr id="176" name="Attention scoring network"/>
            <p:cNvGrpSpPr/>
            <p:nvPr/>
          </p:nvGrpSpPr>
          <p:grpSpPr>
            <a:xfrm>
              <a:off x="14730984" y="301752"/>
              <a:ext cx="1536192" cy="768096"/>
              <a:chOff x="14730984" y="301752"/>
              <a:chExt cx="1536192" cy="768096"/>
            </a:xfrm>
          </p:grpSpPr>
          <p:sp>
            <p:nvSpPr>
              <p:cNvPr id="177" name="Rectangle"/>
              <p:cNvSpPr/>
              <p:nvPr/>
            </p:nvSpPr>
            <p:spPr>
              <a:xfrm>
                <a:off x="14730984" y="301752"/>
                <a:ext cx="1536192" cy="768096"/>
              </a:xfrm>
              <a:prstGeom prst="rect">
                <a:avLst/>
              </a:prstGeom>
              <a:solidFill>
                <a:srgbClr val="B6DCEA"/>
              </a:solidFill>
              <a:ln>
                <a:noFill/>
              </a:ln>
              <a:effectLst/>
            </p:spPr>
            <p:txBody>
              <a:bodyPr rtlCol="0" anchor="ctr"/>
              <a:lstStyle/>
              <a:p>
                <a:pPr algn="ctr"/>
              </a:p>
            </p:txBody>
          </p:sp>
          <p:sp>
            <p:nvSpPr>
              <p:cNvPr id="178" name="Rectangle"/>
              <p:cNvSpPr/>
              <p:nvPr/>
            </p:nvSpPr>
            <p:spPr>
              <a:xfrm>
                <a:off x="15041880" y="374904"/>
                <a:ext cx="109728" cy="164592"/>
              </a:xfrm>
              <a:prstGeom prst="roundRect">
                <a:avLst>
                  <a:gd name="adj" fmla="val 16666"/>
                </a:avLst>
              </a:prstGeom>
              <a:solidFill>
                <a:srgbClr val="F0D7A0"/>
              </a:solidFill>
              <a:ln w="7315" cap="flat">
                <a:solidFill>
                  <a:srgbClr val="DBAF63"/>
                </a:solidFill>
                <a:miter lim="800000"/>
              </a:ln>
              <a:effectLst/>
            </p:spPr>
            <p:txBody>
              <a:bodyPr rtlCol="0" anchor="ctr"/>
              <a:lstStyle/>
              <a:p>
                <a:pPr algn="ctr"/>
              </a:p>
            </p:txBody>
          </p:sp>
          <p:sp>
            <p:nvSpPr>
              <p:cNvPr id="179" name="Rectangle"/>
              <p:cNvSpPr/>
              <p:nvPr/>
            </p:nvSpPr>
            <p:spPr>
              <a:xfrm>
                <a:off x="15023592" y="393192"/>
                <a:ext cx="109728" cy="164592"/>
              </a:xfrm>
              <a:prstGeom prst="roundRect">
                <a:avLst>
                  <a:gd name="adj" fmla="val 16666"/>
                </a:avLst>
              </a:prstGeom>
              <a:solidFill>
                <a:srgbClr val="F5DCA2"/>
              </a:solidFill>
              <a:ln w="7315" cap="flat">
                <a:solidFill>
                  <a:srgbClr val="DFB266"/>
                </a:solidFill>
                <a:miter lim="800000"/>
              </a:ln>
              <a:effectLst/>
            </p:spPr>
            <p:txBody>
              <a:bodyPr rtlCol="0" anchor="ctr"/>
              <a:lstStyle/>
              <a:p>
                <a:pPr algn="ctr"/>
              </a:p>
            </p:txBody>
          </p:sp>
          <p:sp>
            <p:nvSpPr>
              <p:cNvPr id="180" name="Connector"/>
              <p:cNvSpPr/>
              <p:nvPr/>
            </p:nvSpPr>
            <p:spPr>
              <a:xfrm>
                <a:off x="15133320" y="475488"/>
                <a:ext cx="201168" cy="0"/>
              </a:xfrm>
              <a:custGeom>
                <a:avLst/>
                <a:gdLst/>
                <a:ahLst/>
                <a:cxnLst/>
                <a:rect l="l" t="t" r="r" b="b"/>
                <a:pathLst>
                  <a:path w="22" h="0">
                    <a:moveTo>
                      <a:pt x="0" y="0"/>
                    </a:moveTo>
                    <a:lnTo>
                      <a:pt x="22" y="0"/>
                    </a:lnTo>
                  </a:path>
                </a:pathLst>
              </a:custGeom>
              <a:noFill/>
              <a:ln w="10972" cap="flat">
                <a:solidFill>
                  <a:srgbClr val="1C4D80"/>
                </a:solidFill>
                <a:miter lim="800000"/>
              </a:ln>
              <a:effectLst/>
            </p:spPr>
            <p:txBody>
              <a:bodyPr rtlCol="0" anchor="ctr"/>
              <a:lstStyle/>
              <a:p>
                <a:pPr algn="ctr"/>
              </a:p>
            </p:txBody>
          </p:sp>
          <p:sp>
            <p:nvSpPr>
              <p:cNvPr id="181" name="Rectangle"/>
              <p:cNvSpPr/>
              <p:nvPr/>
            </p:nvSpPr>
            <p:spPr>
              <a:xfrm>
                <a:off x="15041880" y="621792"/>
                <a:ext cx="109728" cy="164592"/>
              </a:xfrm>
              <a:prstGeom prst="roundRect">
                <a:avLst>
                  <a:gd name="adj" fmla="val 16666"/>
                </a:avLst>
              </a:prstGeom>
              <a:solidFill>
                <a:srgbClr val="F0D7A0"/>
              </a:solidFill>
              <a:ln w="7315" cap="flat">
                <a:solidFill>
                  <a:srgbClr val="DBAF63"/>
                </a:solidFill>
                <a:miter lim="800000"/>
              </a:ln>
              <a:effectLst/>
            </p:spPr>
            <p:txBody>
              <a:bodyPr rtlCol="0" anchor="ctr"/>
              <a:lstStyle/>
              <a:p>
                <a:pPr algn="ctr"/>
              </a:p>
            </p:txBody>
          </p:sp>
          <p:sp>
            <p:nvSpPr>
              <p:cNvPr id="182" name="Rectangle"/>
              <p:cNvSpPr/>
              <p:nvPr/>
            </p:nvSpPr>
            <p:spPr>
              <a:xfrm>
                <a:off x="15023592" y="640080"/>
                <a:ext cx="109728" cy="164592"/>
              </a:xfrm>
              <a:prstGeom prst="roundRect">
                <a:avLst>
                  <a:gd name="adj" fmla="val 16666"/>
                </a:avLst>
              </a:prstGeom>
              <a:solidFill>
                <a:srgbClr val="F5DCA2"/>
              </a:solidFill>
              <a:ln w="7315" cap="flat">
                <a:solidFill>
                  <a:srgbClr val="DFB266"/>
                </a:solidFill>
                <a:miter lim="800000"/>
              </a:ln>
              <a:effectLst/>
            </p:spPr>
            <p:txBody>
              <a:bodyPr rtlCol="0" anchor="ctr"/>
              <a:lstStyle/>
              <a:p>
                <a:pPr algn="ctr"/>
              </a:p>
            </p:txBody>
          </p:sp>
          <p:sp>
            <p:nvSpPr>
              <p:cNvPr id="183" name="Connector"/>
              <p:cNvSpPr/>
              <p:nvPr/>
            </p:nvSpPr>
            <p:spPr>
              <a:xfrm>
                <a:off x="15133320" y="722376"/>
                <a:ext cx="201168" cy="0"/>
              </a:xfrm>
              <a:custGeom>
                <a:avLst/>
                <a:gdLst/>
                <a:ahLst/>
                <a:cxnLst/>
                <a:rect l="l" t="t" r="r" b="b"/>
                <a:pathLst>
                  <a:path w="22" h="0">
                    <a:moveTo>
                      <a:pt x="0" y="0"/>
                    </a:moveTo>
                    <a:lnTo>
                      <a:pt x="22" y="0"/>
                    </a:lnTo>
                  </a:path>
                </a:pathLst>
              </a:custGeom>
              <a:noFill/>
              <a:ln w="10972" cap="flat">
                <a:solidFill>
                  <a:srgbClr val="1C4D80"/>
                </a:solidFill>
                <a:miter lim="800000"/>
              </a:ln>
              <a:effectLst/>
            </p:spPr>
            <p:txBody>
              <a:bodyPr rtlCol="0" anchor="ctr"/>
              <a:lstStyle/>
              <a:p>
                <a:pPr algn="ctr"/>
              </a:p>
            </p:txBody>
          </p:sp>
          <p:sp>
            <p:nvSpPr>
              <p:cNvPr id="184" name="Rectangle"/>
              <p:cNvSpPr/>
              <p:nvPr/>
            </p:nvSpPr>
            <p:spPr>
              <a:xfrm>
                <a:off x="15041880" y="868680"/>
                <a:ext cx="109728" cy="164592"/>
              </a:xfrm>
              <a:prstGeom prst="roundRect">
                <a:avLst>
                  <a:gd name="adj" fmla="val 16666"/>
                </a:avLst>
              </a:prstGeom>
              <a:solidFill>
                <a:srgbClr val="F0D7A0"/>
              </a:solidFill>
              <a:ln w="7315" cap="flat">
                <a:solidFill>
                  <a:srgbClr val="DBAF63"/>
                </a:solidFill>
                <a:miter lim="800000"/>
              </a:ln>
              <a:effectLst/>
            </p:spPr>
            <p:txBody>
              <a:bodyPr rtlCol="0" anchor="ctr"/>
              <a:lstStyle/>
              <a:p>
                <a:pPr algn="ctr"/>
              </a:p>
            </p:txBody>
          </p:sp>
          <p:sp>
            <p:nvSpPr>
              <p:cNvPr id="185" name="Rectangle"/>
              <p:cNvSpPr/>
              <p:nvPr/>
            </p:nvSpPr>
            <p:spPr>
              <a:xfrm>
                <a:off x="15023592" y="886968"/>
                <a:ext cx="109728" cy="164592"/>
              </a:xfrm>
              <a:prstGeom prst="roundRect">
                <a:avLst>
                  <a:gd name="adj" fmla="val 16666"/>
                </a:avLst>
              </a:prstGeom>
              <a:solidFill>
                <a:srgbClr val="F5DCA2"/>
              </a:solidFill>
              <a:ln w="7315" cap="flat">
                <a:solidFill>
                  <a:srgbClr val="DFB266"/>
                </a:solidFill>
                <a:miter lim="800000"/>
              </a:ln>
              <a:effectLst/>
            </p:spPr>
            <p:txBody>
              <a:bodyPr rtlCol="0" anchor="ctr"/>
              <a:lstStyle/>
              <a:p>
                <a:pPr algn="ctr"/>
              </a:p>
            </p:txBody>
          </p:sp>
          <p:sp>
            <p:nvSpPr>
              <p:cNvPr id="186" name="Connector"/>
              <p:cNvSpPr/>
              <p:nvPr/>
            </p:nvSpPr>
            <p:spPr>
              <a:xfrm>
                <a:off x="15133320" y="969264"/>
                <a:ext cx="201168" cy="0"/>
              </a:xfrm>
              <a:custGeom>
                <a:avLst/>
                <a:gdLst/>
                <a:ahLst/>
                <a:cxnLst/>
                <a:rect l="l" t="t" r="r" b="b"/>
                <a:pathLst>
                  <a:path w="22" h="0">
                    <a:moveTo>
                      <a:pt x="0" y="0"/>
                    </a:moveTo>
                    <a:lnTo>
                      <a:pt x="22" y="0"/>
                    </a:lnTo>
                  </a:path>
                </a:pathLst>
              </a:custGeom>
              <a:noFill/>
              <a:ln w="10972" cap="flat">
                <a:solidFill>
                  <a:srgbClr val="1C4D80"/>
                </a:solidFill>
                <a:miter lim="800000"/>
              </a:ln>
              <a:effectLst/>
            </p:spPr>
            <p:txBody>
              <a:bodyPr rtlCol="0" anchor="ctr"/>
              <a:lstStyle/>
              <a:p>
                <a:pPr algn="ctr"/>
              </a:p>
            </p:txBody>
          </p:sp>
          <p:sp>
            <p:nvSpPr>
              <p:cNvPr id="187" name="Rectangle"/>
              <p:cNvSpPr/>
              <p:nvPr/>
            </p:nvSpPr>
            <p:spPr>
              <a:xfrm>
                <a:off x="15352776" y="347472"/>
                <a:ext cx="173736" cy="676656"/>
              </a:xfrm>
              <a:prstGeom prst="roundRect">
                <a:avLst>
                  <a:gd name="adj" fmla="val 21052"/>
                </a:avLst>
              </a:prstGeom>
              <a:solidFill>
                <a:srgbClr val="D4A5A5"/>
              </a:solidFill>
              <a:ln w="8229" cap="flat">
                <a:solidFill>
                  <a:srgbClr val="B66F76"/>
                </a:solidFill>
                <a:miter lim="800000"/>
              </a:ln>
              <a:effectLst/>
            </p:spPr>
            <p:txBody>
              <a:bodyPr rtlCol="0" anchor="ctr"/>
              <a:lstStyle/>
              <a:p>
                <a:pPr algn="ctr"/>
              </a:p>
            </p:txBody>
          </p:sp>
          <p:sp>
            <p:nvSpPr>
              <p:cNvPr id="188" name="Rectangle"/>
              <p:cNvSpPr/>
              <p:nvPr/>
            </p:nvSpPr>
            <p:spPr>
              <a:xfrm>
                <a:off x="15325344" y="365760"/>
                <a:ext cx="173736" cy="676656"/>
              </a:xfrm>
              <a:prstGeom prst="roundRect">
                <a:avLst>
                  <a:gd name="adj" fmla="val 21052"/>
                </a:avLst>
              </a:prstGeom>
              <a:solidFill>
                <a:srgbClr val="D9AEAD"/>
              </a:solidFill>
              <a:ln w="9144" cap="flat">
                <a:solidFill>
                  <a:srgbClr val="B7747A"/>
                </a:solidFill>
                <a:miter lim="800000"/>
              </a:ln>
              <a:effectLst/>
            </p:spPr>
            <p:txBody>
              <a:bodyPr rtlCol="0" anchor="ctr"/>
              <a:lstStyle/>
              <a:p>
                <a:pPr algn="ctr"/>
              </a:p>
            </p:txBody>
          </p:sp>
          <p:sp>
            <p:nvSpPr>
              <p:cNvPr id="189" name="Connector"/>
              <p:cNvSpPr/>
              <p:nvPr/>
            </p:nvSpPr>
            <p:spPr>
              <a:xfrm>
                <a:off x="15499080" y="713232"/>
                <a:ext cx="192024" cy="0"/>
              </a:xfrm>
              <a:custGeom>
                <a:avLst/>
                <a:gdLst/>
                <a:ahLst/>
                <a:cxnLst/>
                <a:rect l="l" t="t" r="r" b="b"/>
                <a:pathLst>
                  <a:path w="21" h="0">
                    <a:moveTo>
                      <a:pt x="0" y="0"/>
                    </a:moveTo>
                    <a:lnTo>
                      <a:pt x="21" y="0"/>
                    </a:lnTo>
                  </a:path>
                </a:pathLst>
              </a:custGeom>
              <a:noFill/>
              <a:ln w="10972" cap="flat">
                <a:solidFill>
                  <a:srgbClr val="244E7B"/>
                </a:solidFill>
                <a:miter lim="800000"/>
              </a:ln>
              <a:effectLst/>
            </p:spPr>
            <p:txBody>
              <a:bodyPr rtlCol="0" anchor="ctr"/>
              <a:lstStyle/>
              <a:p>
                <a:pPr algn="ctr"/>
              </a:p>
            </p:txBody>
          </p:sp>
          <p:sp>
            <p:nvSpPr>
              <p:cNvPr id="190" name="Rectangle"/>
              <p:cNvSpPr/>
              <p:nvPr/>
            </p:nvSpPr>
            <p:spPr>
              <a:xfrm>
                <a:off x="15672816" y="548640"/>
                <a:ext cx="182880" cy="347472"/>
              </a:xfrm>
              <a:prstGeom prst="roundRect">
                <a:avLst>
                  <a:gd name="adj" fmla="val 20000"/>
                </a:avLst>
              </a:prstGeom>
              <a:solidFill>
                <a:srgbClr val="F6F3E8"/>
              </a:solidFill>
              <a:ln w="9144" cap="flat">
                <a:solidFill>
                  <a:srgbClr val="E4D6AD"/>
                </a:solidFill>
                <a:miter lim="800000"/>
              </a:ln>
              <a:effectLst/>
            </p:spPr>
            <p:txBody>
              <a:bodyPr rtlCol="0" anchor="ctr"/>
              <a:lstStyle/>
              <a:p>
                <a:pPr algn="ctr"/>
              </a:p>
            </p:txBody>
          </p:sp>
          <p:sp>
            <p:nvSpPr>
              <p:cNvPr id="191" name="Arrow shaft"/>
              <p:cNvSpPr/>
              <p:nvPr/>
            </p:nvSpPr>
            <p:spPr>
              <a:xfrm>
                <a:off x="15855696" y="722376"/>
                <a:ext cx="137160" cy="0"/>
              </a:xfrm>
              <a:custGeom>
                <a:avLst/>
                <a:gdLst/>
                <a:ahLst/>
                <a:cxnLst/>
                <a:rect l="l" t="t" r="r" b="b"/>
                <a:pathLst>
                  <a:path w="15" h="0">
                    <a:moveTo>
                      <a:pt x="0" y="0"/>
                    </a:moveTo>
                    <a:lnTo>
                      <a:pt x="15" y="0"/>
                    </a:lnTo>
                  </a:path>
                </a:pathLst>
              </a:custGeom>
              <a:noFill/>
              <a:ln w="36576" cap="flat">
                <a:solidFill>
                  <a:srgbClr val="5E9BC6"/>
                </a:solidFill>
                <a:miter lim="800000"/>
              </a:ln>
              <a:effectLst/>
            </p:spPr>
            <p:txBody>
              <a:bodyPr rtlCol="0" anchor="ctr"/>
              <a:lstStyle/>
              <a:p>
                <a:pPr algn="ctr"/>
              </a:p>
            </p:txBody>
          </p:sp>
          <p:sp>
            <p:nvSpPr>
              <p:cNvPr id="192" name="Arrow head"/>
              <p:cNvSpPr/>
              <p:nvPr/>
            </p:nvSpPr>
            <p:spPr>
              <a:xfrm>
                <a:off x="15992856" y="667512"/>
                <a:ext cx="64008" cy="109728"/>
              </a:xfrm>
              <a:custGeom>
                <a:avLst/>
                <a:gdLst/>
                <a:ahLst/>
                <a:cxnLst/>
                <a:rect l="l" t="t" r="r" b="b"/>
                <a:pathLst>
                  <a:path w="7" h="12">
                    <a:moveTo>
                      <a:pt x="7" y="6"/>
                    </a:moveTo>
                    <a:lnTo>
                      <a:pt x="0" y="12"/>
                    </a:lnTo>
                    <a:lnTo>
                      <a:pt x="0" y="0"/>
                    </a:lnTo>
                    <a:close/>
                  </a:path>
                </a:pathLst>
              </a:custGeom>
              <a:solidFill>
                <a:srgbClr val="5E9BC6"/>
              </a:solidFill>
              <a:ln>
                <a:noFill/>
              </a:ln>
              <a:effectLst/>
            </p:spPr>
            <p:txBody>
              <a:bodyPr rtlCol="0" anchor="ctr"/>
              <a:lstStyle/>
              <a:p>
                <a:pPr algn="ctr"/>
              </a:p>
            </p:txBody>
          </p:sp>
        </p:grpSp>
        <p:grpSp>
          <p:nvGrpSpPr>
            <p:cNvPr id="193" name="GCN scoring network"/>
            <p:cNvGrpSpPr/>
            <p:nvPr/>
          </p:nvGrpSpPr>
          <p:grpSpPr>
            <a:xfrm>
              <a:off x="14730984" y="1161288"/>
              <a:ext cx="1536192" cy="758952"/>
              <a:chOff x="14730984" y="1161288"/>
              <a:chExt cx="1536192" cy="758952"/>
            </a:xfrm>
          </p:grpSpPr>
          <p:sp>
            <p:nvSpPr>
              <p:cNvPr id="194" name="Rectangle"/>
              <p:cNvSpPr/>
              <p:nvPr/>
            </p:nvSpPr>
            <p:spPr>
              <a:xfrm>
                <a:off x="14730984" y="1161288"/>
                <a:ext cx="1536192" cy="758952"/>
              </a:xfrm>
              <a:prstGeom prst="rect">
                <a:avLst/>
              </a:prstGeom>
              <a:solidFill>
                <a:srgbClr val="ADB8CA"/>
              </a:solidFill>
              <a:ln>
                <a:noFill/>
              </a:ln>
              <a:effectLst/>
            </p:spPr>
            <p:txBody>
              <a:bodyPr rtlCol="0" anchor="ctr"/>
              <a:lstStyle/>
              <a:p>
                <a:pPr algn="ctr"/>
              </a:p>
            </p:txBody>
          </p:sp>
          <p:sp>
            <p:nvSpPr>
              <p:cNvPr id="195" name="Rectangle"/>
              <p:cNvSpPr/>
              <p:nvPr/>
            </p:nvSpPr>
            <p:spPr>
              <a:xfrm>
                <a:off x="14868144" y="1261872"/>
                <a:ext cx="365760" cy="539496"/>
              </a:xfrm>
              <a:prstGeom prst="roundRect">
                <a:avLst>
                  <a:gd name="adj" fmla="val 17500"/>
                </a:avLst>
              </a:prstGeom>
              <a:solidFill>
                <a:srgbClr val="B6C6ED"/>
              </a:solidFill>
              <a:ln w="9144" cap="flat">
                <a:solidFill>
                  <a:srgbClr val="8B9DBB"/>
                </a:solidFill>
                <a:miter lim="800000"/>
              </a:ln>
              <a:effectLst/>
            </p:spPr>
            <p:txBody>
              <a:bodyPr rtlCol="0" anchor="ctr"/>
              <a:lstStyle/>
              <a:p>
                <a:pPr algn="ctr"/>
              </a:p>
            </p:txBody>
          </p:sp>
          <p:sp>
            <p:nvSpPr>
              <p:cNvPr id="196" name="Rectangle"/>
              <p:cNvSpPr/>
              <p:nvPr/>
            </p:nvSpPr>
            <p:spPr>
              <a:xfrm>
                <a:off x="14849856" y="1280160"/>
                <a:ext cx="365760" cy="539496"/>
              </a:xfrm>
              <a:prstGeom prst="roundRect">
                <a:avLst>
                  <a:gd name="adj" fmla="val 17500"/>
                </a:avLst>
              </a:prstGeom>
              <a:solidFill>
                <a:srgbClr val="B6C6ED"/>
              </a:solidFill>
              <a:ln w="9144" cap="flat">
                <a:solidFill>
                  <a:srgbClr val="8B9DBB"/>
                </a:solidFill>
                <a:miter lim="800000"/>
              </a:ln>
              <a:effectLst/>
            </p:spPr>
            <p:txBody>
              <a:bodyPr rtlCol="0" anchor="ctr"/>
              <a:lstStyle/>
              <a:p>
                <a:pPr algn="ctr"/>
              </a:p>
            </p:txBody>
          </p:sp>
          <p:sp>
            <p:nvSpPr>
              <p:cNvPr id="197" name="Rectangle"/>
              <p:cNvSpPr/>
              <p:nvPr/>
            </p:nvSpPr>
            <p:spPr>
              <a:xfrm>
                <a:off x="14822424" y="1307592"/>
                <a:ext cx="365760" cy="539496"/>
              </a:xfrm>
              <a:prstGeom prst="roundRect">
                <a:avLst>
                  <a:gd name="adj" fmla="val 17500"/>
                </a:avLst>
              </a:prstGeom>
              <a:solidFill>
                <a:srgbClr val="B6C6ED"/>
              </a:solidFill>
              <a:ln w="9144" cap="flat">
                <a:solidFill>
                  <a:srgbClr val="8B9DBB"/>
                </a:solidFill>
                <a:miter lim="800000"/>
              </a:ln>
              <a:effectLst/>
            </p:spPr>
            <p:txBody>
              <a:bodyPr rtlCol="0" anchor="ctr"/>
              <a:lstStyle/>
              <a:p>
                <a:pPr algn="ctr"/>
              </a:p>
            </p:txBody>
          </p:sp>
          <p:sp>
            <p:nvSpPr>
              <p:cNvPr id="198" name="Rectangle"/>
              <p:cNvSpPr/>
              <p:nvPr/>
            </p:nvSpPr>
            <p:spPr>
              <a:xfrm>
                <a:off x="15809976" y="1261872"/>
                <a:ext cx="365760" cy="539496"/>
              </a:xfrm>
              <a:prstGeom prst="roundRect">
                <a:avLst>
                  <a:gd name="adj" fmla="val 17500"/>
                </a:avLst>
              </a:prstGeom>
              <a:solidFill>
                <a:srgbClr val="B6C6ED"/>
              </a:solidFill>
              <a:ln w="9144" cap="flat">
                <a:solidFill>
                  <a:srgbClr val="8B9DBB"/>
                </a:solidFill>
                <a:miter lim="800000"/>
              </a:ln>
              <a:effectLst/>
            </p:spPr>
            <p:txBody>
              <a:bodyPr rtlCol="0" anchor="ctr"/>
              <a:lstStyle/>
              <a:p>
                <a:pPr algn="ctr"/>
              </a:p>
            </p:txBody>
          </p:sp>
          <p:sp>
            <p:nvSpPr>
              <p:cNvPr id="199" name="Rectangle"/>
              <p:cNvSpPr/>
              <p:nvPr/>
            </p:nvSpPr>
            <p:spPr>
              <a:xfrm>
                <a:off x="15791688" y="1280160"/>
                <a:ext cx="365760" cy="539496"/>
              </a:xfrm>
              <a:prstGeom prst="roundRect">
                <a:avLst>
                  <a:gd name="adj" fmla="val 17500"/>
                </a:avLst>
              </a:prstGeom>
              <a:solidFill>
                <a:srgbClr val="B6C6ED"/>
              </a:solidFill>
              <a:ln w="9144" cap="flat">
                <a:solidFill>
                  <a:srgbClr val="8B9DBB"/>
                </a:solidFill>
                <a:miter lim="800000"/>
              </a:ln>
              <a:effectLst/>
            </p:spPr>
            <p:txBody>
              <a:bodyPr rtlCol="0" anchor="ctr"/>
              <a:lstStyle/>
              <a:p>
                <a:pPr algn="ctr"/>
              </a:p>
            </p:txBody>
          </p:sp>
          <p:sp>
            <p:nvSpPr>
              <p:cNvPr id="200" name="Rectangle"/>
              <p:cNvSpPr/>
              <p:nvPr/>
            </p:nvSpPr>
            <p:spPr>
              <a:xfrm>
                <a:off x="15764256" y="1307592"/>
                <a:ext cx="365760" cy="539496"/>
              </a:xfrm>
              <a:prstGeom prst="roundRect">
                <a:avLst>
                  <a:gd name="adj" fmla="val 17500"/>
                </a:avLst>
              </a:prstGeom>
              <a:solidFill>
                <a:srgbClr val="B6C6ED"/>
              </a:solidFill>
              <a:ln w="9144" cap="flat">
                <a:solidFill>
                  <a:srgbClr val="8B9DBB"/>
                </a:solidFill>
                <a:miter lim="800000"/>
              </a:ln>
              <a:effectLst/>
            </p:spPr>
            <p:txBody>
              <a:bodyPr rtlCol="0" anchor="ctr"/>
              <a:lstStyle/>
              <a:p>
                <a:pPr algn="ctr"/>
              </a:p>
            </p:txBody>
          </p:sp>
          <p:sp>
            <p:nvSpPr>
              <p:cNvPr id="201" name="Connector"/>
              <p:cNvSpPr/>
              <p:nvPr/>
            </p:nvSpPr>
            <p:spPr>
              <a:xfrm>
                <a:off x="14904720" y="1463040"/>
                <a:ext cx="182880" cy="237744"/>
              </a:xfrm>
              <a:custGeom>
                <a:avLst/>
                <a:gdLst/>
                <a:ahLst/>
                <a:cxnLst/>
                <a:rect l="l" t="t" r="r" b="b"/>
                <a:pathLst>
                  <a:path w="20" h="26">
                    <a:moveTo>
                      <a:pt x="9" y="0"/>
                    </a:moveTo>
                    <a:lnTo>
                      <a:pt x="20" y="15"/>
                    </a:lnTo>
                    <a:lnTo>
                      <a:pt x="0" y="26"/>
                    </a:lnTo>
                  </a:path>
                </a:pathLst>
              </a:custGeom>
              <a:noFill/>
              <a:ln w="13716" cap="flat">
                <a:solidFill>
                  <a:srgbClr val="154B82"/>
                </a:solidFill>
                <a:miter lim="800000"/>
              </a:ln>
              <a:effectLst/>
            </p:spPr>
            <p:txBody>
              <a:bodyPr rtlCol="0" anchor="ctr"/>
              <a:lstStyle/>
              <a:p>
                <a:pPr algn="ctr"/>
              </a:p>
            </p:txBody>
          </p:sp>
          <p:sp>
            <p:nvSpPr>
              <p:cNvPr id="202" name="Connector"/>
              <p:cNvSpPr/>
              <p:nvPr/>
            </p:nvSpPr>
            <p:spPr>
              <a:xfrm>
                <a:off x="14904720" y="1463040"/>
                <a:ext cx="82296" cy="237744"/>
              </a:xfrm>
              <a:custGeom>
                <a:avLst/>
                <a:gdLst/>
                <a:ahLst/>
                <a:cxnLst/>
                <a:rect l="l" t="t" r="r" b="b"/>
                <a:pathLst>
                  <a:path w="9" h="26">
                    <a:moveTo>
                      <a:pt x="9" y="0"/>
                    </a:moveTo>
                    <a:lnTo>
                      <a:pt x="0" y="26"/>
                    </a:lnTo>
                  </a:path>
                </a:pathLst>
              </a:custGeom>
              <a:noFill/>
              <a:ln w="13716" cap="flat">
                <a:solidFill>
                  <a:srgbClr val="154B82"/>
                </a:solidFill>
                <a:miter lim="800000"/>
              </a:ln>
              <a:effectLst/>
            </p:spPr>
            <p:txBody>
              <a:bodyPr rtlCol="0" anchor="ctr"/>
              <a:lstStyle/>
              <a:p>
                <a:pPr algn="ctr"/>
              </a:p>
            </p:txBody>
          </p:sp>
          <p:sp>
            <p:nvSpPr>
              <p:cNvPr id="203" name="Connector"/>
              <p:cNvSpPr/>
              <p:nvPr/>
            </p:nvSpPr>
            <p:spPr>
              <a:xfrm>
                <a:off x="15855696" y="1463040"/>
                <a:ext cx="173736" cy="237744"/>
              </a:xfrm>
              <a:custGeom>
                <a:avLst/>
                <a:gdLst/>
                <a:ahLst/>
                <a:cxnLst/>
                <a:rect l="l" t="t" r="r" b="b"/>
                <a:pathLst>
                  <a:path w="19" h="26">
                    <a:moveTo>
                      <a:pt x="13" y="0"/>
                    </a:moveTo>
                    <a:lnTo>
                      <a:pt x="0" y="15"/>
                    </a:lnTo>
                    <a:lnTo>
                      <a:pt x="19" y="26"/>
                    </a:lnTo>
                  </a:path>
                </a:pathLst>
              </a:custGeom>
              <a:noFill/>
              <a:ln w="13716" cap="flat">
                <a:solidFill>
                  <a:srgbClr val="154B82"/>
                </a:solidFill>
                <a:miter lim="800000"/>
              </a:ln>
              <a:effectLst/>
            </p:spPr>
            <p:txBody>
              <a:bodyPr rtlCol="0" anchor="ctr"/>
              <a:lstStyle/>
              <a:p>
                <a:pPr algn="ctr"/>
              </a:p>
            </p:txBody>
          </p:sp>
          <p:sp>
            <p:nvSpPr>
              <p:cNvPr id="204" name="Connector"/>
              <p:cNvSpPr/>
              <p:nvPr/>
            </p:nvSpPr>
            <p:spPr>
              <a:xfrm>
                <a:off x="15974568" y="1463040"/>
                <a:ext cx="54864" cy="237744"/>
              </a:xfrm>
              <a:custGeom>
                <a:avLst/>
                <a:gdLst/>
                <a:ahLst/>
                <a:cxnLst/>
                <a:rect l="l" t="t" r="r" b="b"/>
                <a:pathLst>
                  <a:path w="6" h="26">
                    <a:moveTo>
                      <a:pt x="0" y="0"/>
                    </a:moveTo>
                    <a:lnTo>
                      <a:pt x="6" y="26"/>
                    </a:lnTo>
                  </a:path>
                </a:pathLst>
              </a:custGeom>
              <a:noFill/>
              <a:ln w="13716" cap="flat">
                <a:solidFill>
                  <a:srgbClr val="154B82"/>
                </a:solidFill>
                <a:miter lim="800000"/>
              </a:ln>
              <a:effectLst/>
            </p:spPr>
            <p:txBody>
              <a:bodyPr rtlCol="0" anchor="ctr"/>
              <a:lstStyle/>
              <a:p>
                <a:pPr algn="ctr"/>
              </a:p>
            </p:txBody>
          </p:sp>
          <p:sp>
            <p:nvSpPr>
              <p:cNvPr id="205" name="Connector"/>
              <p:cNvSpPr/>
              <p:nvPr/>
            </p:nvSpPr>
            <p:spPr>
              <a:xfrm>
                <a:off x="14987016" y="1463040"/>
                <a:ext cx="320040" cy="137160"/>
              </a:xfrm>
              <a:custGeom>
                <a:avLst/>
                <a:gdLst/>
                <a:ahLst/>
                <a:cxnLst/>
                <a:rect l="l" t="t" r="r" b="b"/>
                <a:pathLst>
                  <a:path w="35" h="15">
                    <a:moveTo>
                      <a:pt x="0" y="0"/>
                    </a:moveTo>
                    <a:lnTo>
                      <a:pt x="35" y="15"/>
                    </a:lnTo>
                  </a:path>
                </a:pathLst>
              </a:custGeom>
              <a:noFill/>
              <a:ln w="9144" cap="flat">
                <a:solidFill>
                  <a:srgbClr val="ED8856"/>
                </a:solidFill>
                <a:miter lim="800000"/>
              </a:ln>
              <a:effectLst/>
            </p:spPr>
            <p:txBody>
              <a:bodyPr rtlCol="0" anchor="ctr"/>
              <a:lstStyle/>
              <a:p>
                <a:pPr algn="ctr"/>
              </a:p>
            </p:txBody>
          </p:sp>
          <p:sp>
            <p:nvSpPr>
              <p:cNvPr id="206" name="Connector"/>
              <p:cNvSpPr/>
              <p:nvPr/>
            </p:nvSpPr>
            <p:spPr>
              <a:xfrm>
                <a:off x="15087600" y="1600200"/>
                <a:ext cx="219456" cy="0"/>
              </a:xfrm>
              <a:custGeom>
                <a:avLst/>
                <a:gdLst/>
                <a:ahLst/>
                <a:cxnLst/>
                <a:rect l="l" t="t" r="r" b="b"/>
                <a:pathLst>
                  <a:path w="24" h="0">
                    <a:moveTo>
                      <a:pt x="0" y="0"/>
                    </a:moveTo>
                    <a:lnTo>
                      <a:pt x="24" y="0"/>
                    </a:lnTo>
                  </a:path>
                </a:pathLst>
              </a:custGeom>
              <a:noFill/>
              <a:ln w="9144" cap="flat">
                <a:solidFill>
                  <a:srgbClr val="ED8856"/>
                </a:solidFill>
                <a:miter lim="800000"/>
              </a:ln>
              <a:effectLst/>
            </p:spPr>
            <p:txBody>
              <a:bodyPr rtlCol="0" anchor="ctr"/>
              <a:lstStyle/>
              <a:p>
                <a:pPr algn="ctr"/>
              </a:p>
            </p:txBody>
          </p:sp>
          <p:sp>
            <p:nvSpPr>
              <p:cNvPr id="207" name="Connector"/>
              <p:cNvSpPr/>
              <p:nvPr/>
            </p:nvSpPr>
            <p:spPr>
              <a:xfrm>
                <a:off x="14904720" y="1600200"/>
                <a:ext cx="402336" cy="100584"/>
              </a:xfrm>
              <a:custGeom>
                <a:avLst/>
                <a:gdLst/>
                <a:ahLst/>
                <a:cxnLst/>
                <a:rect l="l" t="t" r="r" b="b"/>
                <a:pathLst>
                  <a:path w="44" h="11">
                    <a:moveTo>
                      <a:pt x="0" y="11"/>
                    </a:moveTo>
                    <a:lnTo>
                      <a:pt x="44" y="0"/>
                    </a:lnTo>
                  </a:path>
                </a:pathLst>
              </a:custGeom>
              <a:noFill/>
              <a:ln w="9144" cap="flat">
                <a:solidFill>
                  <a:srgbClr val="ED8856"/>
                </a:solidFill>
                <a:miter lim="800000"/>
              </a:ln>
              <a:effectLst/>
            </p:spPr>
            <p:txBody>
              <a:bodyPr rtlCol="0" anchor="ctr"/>
              <a:lstStyle/>
              <a:p>
                <a:pPr algn="ctr"/>
              </a:p>
            </p:txBody>
          </p:sp>
          <p:sp>
            <p:nvSpPr>
              <p:cNvPr id="208" name="Connector"/>
              <p:cNvSpPr/>
              <p:nvPr/>
            </p:nvSpPr>
            <p:spPr>
              <a:xfrm>
                <a:off x="15617952" y="1463040"/>
                <a:ext cx="356616" cy="137160"/>
              </a:xfrm>
              <a:custGeom>
                <a:avLst/>
                <a:gdLst/>
                <a:ahLst/>
                <a:cxnLst/>
                <a:rect l="l" t="t" r="r" b="b"/>
                <a:pathLst>
                  <a:path w="39" h="15">
                    <a:moveTo>
                      <a:pt x="39" y="0"/>
                    </a:moveTo>
                    <a:lnTo>
                      <a:pt x="0" y="15"/>
                    </a:lnTo>
                  </a:path>
                </a:pathLst>
              </a:custGeom>
              <a:noFill/>
              <a:ln w="9144" cap="flat">
                <a:solidFill>
                  <a:srgbClr val="ED8856"/>
                </a:solidFill>
                <a:miter lim="800000"/>
              </a:ln>
              <a:effectLst/>
            </p:spPr>
            <p:txBody>
              <a:bodyPr rtlCol="0" anchor="ctr"/>
              <a:lstStyle/>
              <a:p>
                <a:pPr algn="ctr"/>
              </a:p>
            </p:txBody>
          </p:sp>
          <p:sp>
            <p:nvSpPr>
              <p:cNvPr id="209" name="Connector"/>
              <p:cNvSpPr/>
              <p:nvPr/>
            </p:nvSpPr>
            <p:spPr>
              <a:xfrm>
                <a:off x="15617952" y="1600200"/>
                <a:ext cx="237744" cy="0"/>
              </a:xfrm>
              <a:custGeom>
                <a:avLst/>
                <a:gdLst/>
                <a:ahLst/>
                <a:cxnLst/>
                <a:rect l="l" t="t" r="r" b="b"/>
                <a:pathLst>
                  <a:path w="26" h="0">
                    <a:moveTo>
                      <a:pt x="26" y="0"/>
                    </a:moveTo>
                    <a:lnTo>
                      <a:pt x="0" y="0"/>
                    </a:lnTo>
                  </a:path>
                </a:pathLst>
              </a:custGeom>
              <a:noFill/>
              <a:ln w="9144" cap="flat">
                <a:solidFill>
                  <a:srgbClr val="ED8856"/>
                </a:solidFill>
                <a:miter lim="800000"/>
              </a:ln>
              <a:effectLst/>
            </p:spPr>
            <p:txBody>
              <a:bodyPr rtlCol="0" anchor="ctr"/>
              <a:lstStyle/>
              <a:p>
                <a:pPr algn="ctr"/>
              </a:p>
            </p:txBody>
          </p:sp>
          <p:sp>
            <p:nvSpPr>
              <p:cNvPr id="210" name="Connector"/>
              <p:cNvSpPr/>
              <p:nvPr/>
            </p:nvSpPr>
            <p:spPr>
              <a:xfrm>
                <a:off x="15617952" y="1600200"/>
                <a:ext cx="411480" cy="100584"/>
              </a:xfrm>
              <a:custGeom>
                <a:avLst/>
                <a:gdLst/>
                <a:ahLst/>
                <a:cxnLst/>
                <a:rect l="l" t="t" r="r" b="b"/>
                <a:pathLst>
                  <a:path w="45" h="11">
                    <a:moveTo>
                      <a:pt x="45" y="11"/>
                    </a:moveTo>
                    <a:lnTo>
                      <a:pt x="0" y="0"/>
                    </a:lnTo>
                  </a:path>
                </a:pathLst>
              </a:custGeom>
              <a:noFill/>
              <a:ln w="9144" cap="flat">
                <a:solidFill>
                  <a:srgbClr val="ED8856"/>
                </a:solidFill>
                <a:miter lim="800000"/>
              </a:ln>
              <a:effectLst/>
            </p:spPr>
            <p:txBody>
              <a:bodyPr rtlCol="0" anchor="ctr"/>
              <a:lstStyle/>
              <a:p>
                <a:pPr algn="ctr"/>
              </a:p>
            </p:txBody>
          </p:sp>
          <p:sp>
            <p:nvSpPr>
              <p:cNvPr id="211" name="Connector"/>
              <p:cNvSpPr/>
              <p:nvPr/>
            </p:nvSpPr>
            <p:spPr>
              <a:xfrm>
                <a:off x="15307056" y="1600200"/>
                <a:ext cx="310896" cy="0"/>
              </a:xfrm>
              <a:custGeom>
                <a:avLst/>
                <a:gdLst/>
                <a:ahLst/>
                <a:cxnLst/>
                <a:rect l="l" t="t" r="r" b="b"/>
                <a:pathLst>
                  <a:path w="34" h="0">
                    <a:moveTo>
                      <a:pt x="0" y="0"/>
                    </a:moveTo>
                    <a:lnTo>
                      <a:pt x="34" y="0"/>
                    </a:lnTo>
                  </a:path>
                </a:pathLst>
              </a:custGeom>
              <a:noFill/>
              <a:ln w="10972" cap="flat">
                <a:solidFill>
                  <a:srgbClr val="22548D"/>
                </a:solidFill>
                <a:custDash>
                  <a:ds d="250000" sp="166666"/>
                </a:custDash>
                <a:miter lim="800000"/>
              </a:ln>
              <a:effectLst/>
            </p:spPr>
            <p:txBody>
              <a:bodyPr rtlCol="0" anchor="ctr"/>
              <a:lstStyle/>
              <a:p>
                <a:pPr algn="ctr"/>
              </a:p>
            </p:txBody>
          </p:sp>
          <p:sp>
            <p:nvSpPr>
              <p:cNvPr id="212" name="Node"/>
              <p:cNvSpPr/>
              <p:nvPr/>
            </p:nvSpPr>
            <p:spPr>
              <a:xfrm>
                <a:off x="14947697" y="1423721"/>
                <a:ext cx="78638" cy="78638"/>
              </a:xfrm>
              <a:prstGeom prst="ellipse">
                <a:avLst/>
              </a:prstGeom>
              <a:solidFill>
                <a:srgbClr val="F77890"/>
              </a:solidFill>
              <a:ln w="10972" cap="flat">
                <a:solidFill>
                  <a:srgbClr val="235797"/>
                </a:solidFill>
                <a:miter lim="800000"/>
              </a:ln>
              <a:effectLst/>
            </p:spPr>
            <p:txBody>
              <a:bodyPr rtlCol="0" anchor="ctr"/>
              <a:lstStyle/>
              <a:p>
                <a:pPr algn="ctr"/>
              </a:p>
            </p:txBody>
          </p:sp>
          <p:sp>
            <p:nvSpPr>
              <p:cNvPr id="213" name="Node"/>
              <p:cNvSpPr/>
              <p:nvPr/>
            </p:nvSpPr>
            <p:spPr>
              <a:xfrm>
                <a:off x="15048281" y="1560881"/>
                <a:ext cx="78638" cy="78638"/>
              </a:xfrm>
              <a:prstGeom prst="ellipse">
                <a:avLst/>
              </a:prstGeom>
              <a:solidFill>
                <a:srgbClr val="F9BB86"/>
              </a:solidFill>
              <a:ln w="10972" cap="flat">
                <a:solidFill>
                  <a:srgbClr val="235797"/>
                </a:solidFill>
                <a:miter lim="800000"/>
              </a:ln>
              <a:effectLst/>
            </p:spPr>
            <p:txBody>
              <a:bodyPr rtlCol="0" anchor="ctr"/>
              <a:lstStyle/>
              <a:p>
                <a:pPr algn="ctr"/>
              </a:p>
            </p:txBody>
          </p:sp>
          <p:sp>
            <p:nvSpPr>
              <p:cNvPr id="214" name="Node"/>
              <p:cNvSpPr/>
              <p:nvPr/>
            </p:nvSpPr>
            <p:spPr>
              <a:xfrm>
                <a:off x="14865401" y="1661465"/>
                <a:ext cx="78638" cy="78638"/>
              </a:xfrm>
              <a:prstGeom prst="ellipse">
                <a:avLst/>
              </a:prstGeom>
              <a:solidFill>
                <a:srgbClr val="DE7C34"/>
              </a:solidFill>
              <a:ln w="10972" cap="flat">
                <a:solidFill>
                  <a:srgbClr val="235797"/>
                </a:solidFill>
                <a:miter lim="800000"/>
              </a:ln>
              <a:effectLst/>
            </p:spPr>
            <p:txBody>
              <a:bodyPr rtlCol="0" anchor="ctr"/>
              <a:lstStyle/>
              <a:p>
                <a:pPr algn="ctr"/>
              </a:p>
            </p:txBody>
          </p:sp>
          <p:sp>
            <p:nvSpPr>
              <p:cNvPr id="215" name="Node"/>
              <p:cNvSpPr/>
              <p:nvPr/>
            </p:nvSpPr>
            <p:spPr>
              <a:xfrm>
                <a:off x="15935249" y="1423721"/>
                <a:ext cx="78638" cy="78638"/>
              </a:xfrm>
              <a:prstGeom prst="ellipse">
                <a:avLst/>
              </a:prstGeom>
              <a:solidFill>
                <a:srgbClr val="F77890"/>
              </a:solidFill>
              <a:ln w="10972" cap="flat">
                <a:solidFill>
                  <a:srgbClr val="235797"/>
                </a:solidFill>
                <a:miter lim="800000"/>
              </a:ln>
              <a:effectLst/>
            </p:spPr>
            <p:txBody>
              <a:bodyPr rtlCol="0" anchor="ctr"/>
              <a:lstStyle/>
              <a:p>
                <a:pPr algn="ctr"/>
              </a:p>
            </p:txBody>
          </p:sp>
          <p:sp>
            <p:nvSpPr>
              <p:cNvPr id="216" name="Node"/>
              <p:cNvSpPr/>
              <p:nvPr/>
            </p:nvSpPr>
            <p:spPr>
              <a:xfrm>
                <a:off x="15816377" y="1560881"/>
                <a:ext cx="78638" cy="78638"/>
              </a:xfrm>
              <a:prstGeom prst="ellipse">
                <a:avLst/>
              </a:prstGeom>
              <a:solidFill>
                <a:srgbClr val="F9BB86"/>
              </a:solidFill>
              <a:ln w="10972" cap="flat">
                <a:solidFill>
                  <a:srgbClr val="235797"/>
                </a:solidFill>
                <a:miter lim="800000"/>
              </a:ln>
              <a:effectLst/>
            </p:spPr>
            <p:txBody>
              <a:bodyPr rtlCol="0" anchor="ctr"/>
              <a:lstStyle/>
              <a:p>
                <a:pPr algn="ctr"/>
              </a:p>
            </p:txBody>
          </p:sp>
          <p:sp>
            <p:nvSpPr>
              <p:cNvPr id="217" name="Node"/>
              <p:cNvSpPr/>
              <p:nvPr/>
            </p:nvSpPr>
            <p:spPr>
              <a:xfrm>
                <a:off x="15990113" y="1661465"/>
                <a:ext cx="78638" cy="78638"/>
              </a:xfrm>
              <a:prstGeom prst="ellipse">
                <a:avLst/>
              </a:prstGeom>
              <a:solidFill>
                <a:srgbClr val="DE7C34"/>
              </a:solidFill>
              <a:ln w="10972" cap="flat">
                <a:solidFill>
                  <a:srgbClr val="235797"/>
                </a:solidFill>
                <a:miter lim="800000"/>
              </a:ln>
              <a:effectLst/>
            </p:spPr>
            <p:txBody>
              <a:bodyPr rtlCol="0" anchor="ctr"/>
              <a:lstStyle/>
              <a:p>
                <a:pPr algn="ctr"/>
              </a:p>
            </p:txBody>
          </p:sp>
        </p:grpSp>
        <p:grpSp>
          <p:nvGrpSpPr>
            <p:cNvPr id="218" name="MLP scoring network"/>
            <p:cNvGrpSpPr/>
            <p:nvPr/>
          </p:nvGrpSpPr>
          <p:grpSpPr>
            <a:xfrm>
              <a:off x="14730984" y="2011680"/>
              <a:ext cx="1536192" cy="768096"/>
              <a:chOff x="14730984" y="2011680"/>
              <a:chExt cx="1536192" cy="768096"/>
            </a:xfrm>
          </p:grpSpPr>
          <p:sp>
            <p:nvSpPr>
              <p:cNvPr id="219" name="Rectangle"/>
              <p:cNvSpPr/>
              <p:nvPr/>
            </p:nvSpPr>
            <p:spPr>
              <a:xfrm>
                <a:off x="14730984" y="2011680"/>
                <a:ext cx="1536192" cy="768096"/>
              </a:xfrm>
              <a:prstGeom prst="rect">
                <a:avLst/>
              </a:prstGeom>
              <a:solidFill>
                <a:srgbClr val="B7DCEA"/>
              </a:solidFill>
              <a:ln>
                <a:noFill/>
              </a:ln>
              <a:effectLst/>
            </p:spPr>
            <p:txBody>
              <a:bodyPr rtlCol="0" anchor="ctr"/>
              <a:lstStyle/>
              <a:p>
                <a:pPr algn="ctr"/>
              </a:p>
            </p:txBody>
          </p:sp>
          <p:sp>
            <p:nvSpPr>
              <p:cNvPr id="220" name="Connector"/>
              <p:cNvSpPr/>
              <p:nvPr/>
            </p:nvSpPr>
            <p:spPr>
              <a:xfrm>
                <a:off x="15014448" y="2121408"/>
                <a:ext cx="548640" cy="182880"/>
              </a:xfrm>
              <a:custGeom>
                <a:avLst/>
                <a:gdLst/>
                <a:ahLst/>
                <a:cxnLst/>
                <a:rect l="l" t="t" r="r" b="b"/>
                <a:pathLst>
                  <a:path w="60" h="20">
                    <a:moveTo>
                      <a:pt x="0" y="20"/>
                    </a:moveTo>
                    <a:lnTo>
                      <a:pt x="60" y="0"/>
                    </a:lnTo>
                  </a:path>
                </a:pathLst>
              </a:custGeom>
              <a:noFill/>
              <a:ln w="18288" cap="flat">
                <a:solidFill>
                  <a:srgbClr val="082D6F"/>
                </a:solidFill>
                <a:miter lim="800000"/>
              </a:ln>
              <a:effectLst/>
            </p:spPr>
            <p:txBody>
              <a:bodyPr rtlCol="0" anchor="ctr"/>
              <a:lstStyle/>
              <a:p>
                <a:pPr algn="ctr"/>
              </a:p>
            </p:txBody>
          </p:sp>
          <p:sp>
            <p:nvSpPr>
              <p:cNvPr id="221" name="Connector"/>
              <p:cNvSpPr/>
              <p:nvPr/>
            </p:nvSpPr>
            <p:spPr>
              <a:xfrm>
                <a:off x="15014448" y="2304288"/>
                <a:ext cx="548640" cy="0"/>
              </a:xfrm>
              <a:custGeom>
                <a:avLst/>
                <a:gdLst/>
                <a:ahLst/>
                <a:cxnLst/>
                <a:rect l="l" t="t" r="r" b="b"/>
                <a:pathLst>
                  <a:path w="60" h="0">
                    <a:moveTo>
                      <a:pt x="0" y="0"/>
                    </a:moveTo>
                    <a:lnTo>
                      <a:pt x="60" y="0"/>
                    </a:lnTo>
                  </a:path>
                </a:pathLst>
              </a:custGeom>
              <a:noFill/>
              <a:ln w="18288" cap="flat">
                <a:solidFill>
                  <a:srgbClr val="082D6F"/>
                </a:solidFill>
                <a:miter lim="800000"/>
              </a:ln>
              <a:effectLst/>
            </p:spPr>
            <p:txBody>
              <a:bodyPr rtlCol="0" anchor="ctr"/>
              <a:lstStyle/>
              <a:p>
                <a:pPr algn="ctr"/>
              </a:p>
            </p:txBody>
          </p:sp>
          <p:sp>
            <p:nvSpPr>
              <p:cNvPr id="222" name="Connector"/>
              <p:cNvSpPr/>
              <p:nvPr/>
            </p:nvSpPr>
            <p:spPr>
              <a:xfrm>
                <a:off x="15014448" y="2304288"/>
                <a:ext cx="548640" cy="182880"/>
              </a:xfrm>
              <a:custGeom>
                <a:avLst/>
                <a:gdLst/>
                <a:ahLst/>
                <a:cxnLst/>
                <a:rect l="l" t="t" r="r" b="b"/>
                <a:pathLst>
                  <a:path w="60" h="20">
                    <a:moveTo>
                      <a:pt x="0" y="0"/>
                    </a:moveTo>
                    <a:lnTo>
                      <a:pt x="60" y="20"/>
                    </a:lnTo>
                  </a:path>
                </a:pathLst>
              </a:custGeom>
              <a:noFill/>
              <a:ln w="18288" cap="flat">
                <a:solidFill>
                  <a:srgbClr val="082D6F"/>
                </a:solidFill>
                <a:miter lim="800000"/>
              </a:ln>
              <a:effectLst/>
            </p:spPr>
            <p:txBody>
              <a:bodyPr rtlCol="0" anchor="ctr"/>
              <a:lstStyle/>
              <a:p>
                <a:pPr algn="ctr"/>
              </a:p>
            </p:txBody>
          </p:sp>
          <p:sp>
            <p:nvSpPr>
              <p:cNvPr id="223" name="Connector"/>
              <p:cNvSpPr/>
              <p:nvPr/>
            </p:nvSpPr>
            <p:spPr>
              <a:xfrm>
                <a:off x="15014448" y="2304288"/>
                <a:ext cx="548640" cy="374904"/>
              </a:xfrm>
              <a:custGeom>
                <a:avLst/>
                <a:gdLst/>
                <a:ahLst/>
                <a:cxnLst/>
                <a:rect l="l" t="t" r="r" b="b"/>
                <a:pathLst>
                  <a:path w="60" h="41">
                    <a:moveTo>
                      <a:pt x="0" y="0"/>
                    </a:moveTo>
                    <a:lnTo>
                      <a:pt x="60" y="41"/>
                    </a:lnTo>
                  </a:path>
                </a:pathLst>
              </a:custGeom>
              <a:noFill/>
              <a:ln w="18288" cap="flat">
                <a:solidFill>
                  <a:srgbClr val="082D6F"/>
                </a:solidFill>
                <a:miter lim="800000"/>
              </a:ln>
              <a:effectLst/>
            </p:spPr>
            <p:txBody>
              <a:bodyPr rtlCol="0" anchor="ctr"/>
              <a:lstStyle/>
              <a:p>
                <a:pPr algn="ctr"/>
              </a:p>
            </p:txBody>
          </p:sp>
          <p:sp>
            <p:nvSpPr>
              <p:cNvPr id="224" name="Connector"/>
              <p:cNvSpPr/>
              <p:nvPr/>
            </p:nvSpPr>
            <p:spPr>
              <a:xfrm>
                <a:off x="15014448" y="2121408"/>
                <a:ext cx="548640" cy="365760"/>
              </a:xfrm>
              <a:custGeom>
                <a:avLst/>
                <a:gdLst/>
                <a:ahLst/>
                <a:cxnLst/>
                <a:rect l="l" t="t" r="r" b="b"/>
                <a:pathLst>
                  <a:path w="60" h="40">
                    <a:moveTo>
                      <a:pt x="0" y="40"/>
                    </a:moveTo>
                    <a:lnTo>
                      <a:pt x="60" y="0"/>
                    </a:lnTo>
                  </a:path>
                </a:pathLst>
              </a:custGeom>
              <a:noFill/>
              <a:ln w="18288" cap="flat">
                <a:solidFill>
                  <a:srgbClr val="082D6F"/>
                </a:solidFill>
                <a:miter lim="800000"/>
              </a:ln>
              <a:effectLst/>
            </p:spPr>
            <p:txBody>
              <a:bodyPr rtlCol="0" anchor="ctr"/>
              <a:lstStyle/>
              <a:p>
                <a:pPr algn="ctr"/>
              </a:p>
            </p:txBody>
          </p:sp>
          <p:sp>
            <p:nvSpPr>
              <p:cNvPr id="225" name="Connector"/>
              <p:cNvSpPr/>
              <p:nvPr/>
            </p:nvSpPr>
            <p:spPr>
              <a:xfrm>
                <a:off x="15014448" y="2304288"/>
                <a:ext cx="548640" cy="182880"/>
              </a:xfrm>
              <a:custGeom>
                <a:avLst/>
                <a:gdLst/>
                <a:ahLst/>
                <a:cxnLst/>
                <a:rect l="l" t="t" r="r" b="b"/>
                <a:pathLst>
                  <a:path w="60" h="20">
                    <a:moveTo>
                      <a:pt x="0" y="20"/>
                    </a:moveTo>
                    <a:lnTo>
                      <a:pt x="60" y="0"/>
                    </a:lnTo>
                  </a:path>
                </a:pathLst>
              </a:custGeom>
              <a:noFill/>
              <a:ln w="18288" cap="flat">
                <a:solidFill>
                  <a:srgbClr val="082D6F"/>
                </a:solidFill>
                <a:miter lim="800000"/>
              </a:ln>
              <a:effectLst/>
            </p:spPr>
            <p:txBody>
              <a:bodyPr rtlCol="0" anchor="ctr"/>
              <a:lstStyle/>
              <a:p>
                <a:pPr algn="ctr"/>
              </a:p>
            </p:txBody>
          </p:sp>
          <p:sp>
            <p:nvSpPr>
              <p:cNvPr id="226" name="Connector"/>
              <p:cNvSpPr/>
              <p:nvPr/>
            </p:nvSpPr>
            <p:spPr>
              <a:xfrm>
                <a:off x="15014448" y="2487168"/>
                <a:ext cx="548640" cy="0"/>
              </a:xfrm>
              <a:custGeom>
                <a:avLst/>
                <a:gdLst/>
                <a:ahLst/>
                <a:cxnLst/>
                <a:rect l="l" t="t" r="r" b="b"/>
                <a:pathLst>
                  <a:path w="60" h="0">
                    <a:moveTo>
                      <a:pt x="0" y="0"/>
                    </a:moveTo>
                    <a:lnTo>
                      <a:pt x="60" y="0"/>
                    </a:lnTo>
                  </a:path>
                </a:pathLst>
              </a:custGeom>
              <a:noFill/>
              <a:ln w="18288" cap="flat">
                <a:solidFill>
                  <a:srgbClr val="082D6F"/>
                </a:solidFill>
                <a:miter lim="800000"/>
              </a:ln>
              <a:effectLst/>
            </p:spPr>
            <p:txBody>
              <a:bodyPr rtlCol="0" anchor="ctr"/>
              <a:lstStyle/>
              <a:p>
                <a:pPr algn="ctr"/>
              </a:p>
            </p:txBody>
          </p:sp>
          <p:sp>
            <p:nvSpPr>
              <p:cNvPr id="227" name="Connector"/>
              <p:cNvSpPr/>
              <p:nvPr/>
            </p:nvSpPr>
            <p:spPr>
              <a:xfrm>
                <a:off x="15014448" y="2487168"/>
                <a:ext cx="548640" cy="192024"/>
              </a:xfrm>
              <a:custGeom>
                <a:avLst/>
                <a:gdLst/>
                <a:ahLst/>
                <a:cxnLst/>
                <a:rect l="l" t="t" r="r" b="b"/>
                <a:pathLst>
                  <a:path w="60" h="21">
                    <a:moveTo>
                      <a:pt x="0" y="0"/>
                    </a:moveTo>
                    <a:lnTo>
                      <a:pt x="60" y="21"/>
                    </a:lnTo>
                  </a:path>
                </a:pathLst>
              </a:custGeom>
              <a:noFill/>
              <a:ln w="18288" cap="flat">
                <a:solidFill>
                  <a:srgbClr val="082D6F"/>
                </a:solidFill>
                <a:miter lim="800000"/>
              </a:ln>
              <a:effectLst/>
            </p:spPr>
            <p:txBody>
              <a:bodyPr rtlCol="0" anchor="ctr"/>
              <a:lstStyle/>
              <a:p>
                <a:pPr algn="ctr"/>
              </a:p>
            </p:txBody>
          </p:sp>
          <p:sp>
            <p:nvSpPr>
              <p:cNvPr id="228" name="Connector"/>
              <p:cNvSpPr/>
              <p:nvPr/>
            </p:nvSpPr>
            <p:spPr>
              <a:xfrm>
                <a:off x="15563088" y="2121408"/>
                <a:ext cx="429768" cy="274320"/>
              </a:xfrm>
              <a:custGeom>
                <a:avLst/>
                <a:gdLst/>
                <a:ahLst/>
                <a:cxnLst/>
                <a:rect l="l" t="t" r="r" b="b"/>
                <a:pathLst>
                  <a:path w="47" h="30">
                    <a:moveTo>
                      <a:pt x="0" y="0"/>
                    </a:moveTo>
                    <a:lnTo>
                      <a:pt x="47" y="30"/>
                    </a:lnTo>
                  </a:path>
                </a:pathLst>
              </a:custGeom>
              <a:noFill/>
              <a:ln w="18288" cap="flat">
                <a:solidFill>
                  <a:srgbClr val="082D6F"/>
                </a:solidFill>
                <a:miter lim="800000"/>
              </a:ln>
              <a:effectLst/>
            </p:spPr>
            <p:txBody>
              <a:bodyPr rtlCol="0" anchor="ctr"/>
              <a:lstStyle/>
              <a:p>
                <a:pPr algn="ctr"/>
              </a:p>
            </p:txBody>
          </p:sp>
          <p:sp>
            <p:nvSpPr>
              <p:cNvPr id="229" name="Connector"/>
              <p:cNvSpPr/>
              <p:nvPr/>
            </p:nvSpPr>
            <p:spPr>
              <a:xfrm>
                <a:off x="15563088" y="2304288"/>
                <a:ext cx="429768" cy="91440"/>
              </a:xfrm>
              <a:custGeom>
                <a:avLst/>
                <a:gdLst/>
                <a:ahLst/>
                <a:cxnLst/>
                <a:rect l="l" t="t" r="r" b="b"/>
                <a:pathLst>
                  <a:path w="47" h="10">
                    <a:moveTo>
                      <a:pt x="0" y="0"/>
                    </a:moveTo>
                    <a:lnTo>
                      <a:pt x="47" y="10"/>
                    </a:lnTo>
                  </a:path>
                </a:pathLst>
              </a:custGeom>
              <a:noFill/>
              <a:ln w="18288" cap="flat">
                <a:solidFill>
                  <a:srgbClr val="082D6F"/>
                </a:solidFill>
                <a:miter lim="800000"/>
              </a:ln>
              <a:effectLst/>
            </p:spPr>
            <p:txBody>
              <a:bodyPr rtlCol="0" anchor="ctr"/>
              <a:lstStyle/>
              <a:p>
                <a:pPr algn="ctr"/>
              </a:p>
            </p:txBody>
          </p:sp>
          <p:sp>
            <p:nvSpPr>
              <p:cNvPr id="230" name="Connector"/>
              <p:cNvSpPr/>
              <p:nvPr/>
            </p:nvSpPr>
            <p:spPr>
              <a:xfrm>
                <a:off x="15563088" y="2395728"/>
                <a:ext cx="429768" cy="91440"/>
              </a:xfrm>
              <a:custGeom>
                <a:avLst/>
                <a:gdLst/>
                <a:ahLst/>
                <a:cxnLst/>
                <a:rect l="l" t="t" r="r" b="b"/>
                <a:pathLst>
                  <a:path w="47" h="10">
                    <a:moveTo>
                      <a:pt x="0" y="10"/>
                    </a:moveTo>
                    <a:lnTo>
                      <a:pt x="47" y="0"/>
                    </a:lnTo>
                  </a:path>
                </a:pathLst>
              </a:custGeom>
              <a:noFill/>
              <a:ln w="18288" cap="flat">
                <a:solidFill>
                  <a:srgbClr val="082D6F"/>
                </a:solidFill>
                <a:miter lim="800000"/>
              </a:ln>
              <a:effectLst/>
            </p:spPr>
            <p:txBody>
              <a:bodyPr rtlCol="0" anchor="ctr"/>
              <a:lstStyle/>
              <a:p>
                <a:pPr algn="ctr"/>
              </a:p>
            </p:txBody>
          </p:sp>
          <p:sp>
            <p:nvSpPr>
              <p:cNvPr id="231" name="Connector"/>
              <p:cNvSpPr/>
              <p:nvPr/>
            </p:nvSpPr>
            <p:spPr>
              <a:xfrm>
                <a:off x="15563088" y="2395728"/>
                <a:ext cx="429768" cy="283464"/>
              </a:xfrm>
              <a:custGeom>
                <a:avLst/>
                <a:gdLst/>
                <a:ahLst/>
                <a:cxnLst/>
                <a:rect l="l" t="t" r="r" b="b"/>
                <a:pathLst>
                  <a:path w="47" h="31">
                    <a:moveTo>
                      <a:pt x="0" y="31"/>
                    </a:moveTo>
                    <a:lnTo>
                      <a:pt x="47" y="0"/>
                    </a:lnTo>
                  </a:path>
                </a:pathLst>
              </a:custGeom>
              <a:noFill/>
              <a:ln w="18288" cap="flat">
                <a:solidFill>
                  <a:srgbClr val="082D6F"/>
                </a:solidFill>
                <a:miter lim="800000"/>
              </a:ln>
              <a:effectLst/>
            </p:spPr>
            <p:txBody>
              <a:bodyPr rtlCol="0" anchor="ctr"/>
              <a:lstStyle/>
              <a:p>
                <a:pPr algn="ctr"/>
              </a:p>
            </p:txBody>
          </p:sp>
          <p:sp>
            <p:nvSpPr>
              <p:cNvPr id="232" name="Node"/>
              <p:cNvSpPr/>
              <p:nvPr/>
            </p:nvSpPr>
            <p:spPr>
              <a:xfrm>
                <a:off x="14913864" y="2203704"/>
                <a:ext cx="201168" cy="201168"/>
              </a:xfrm>
              <a:prstGeom prst="ellipse">
                <a:avLst/>
              </a:prstGeom>
              <a:solidFill>
                <a:srgbClr val="3097B0"/>
              </a:solidFill>
              <a:ln>
                <a:noFill/>
              </a:ln>
              <a:effectLst/>
            </p:spPr>
            <p:txBody>
              <a:bodyPr rtlCol="0" anchor="ctr"/>
              <a:lstStyle/>
              <a:p>
                <a:pPr algn="ctr"/>
              </a:p>
            </p:txBody>
          </p:sp>
          <p:sp>
            <p:nvSpPr>
              <p:cNvPr id="233" name="Node"/>
              <p:cNvSpPr/>
              <p:nvPr/>
            </p:nvSpPr>
            <p:spPr>
              <a:xfrm>
                <a:off x="14913864" y="2386584"/>
                <a:ext cx="201168" cy="201168"/>
              </a:xfrm>
              <a:prstGeom prst="ellipse">
                <a:avLst/>
              </a:prstGeom>
              <a:solidFill>
                <a:srgbClr val="3097B0"/>
              </a:solidFill>
              <a:ln>
                <a:noFill/>
              </a:ln>
              <a:effectLst/>
            </p:spPr>
            <p:txBody>
              <a:bodyPr rtlCol="0" anchor="ctr"/>
              <a:lstStyle/>
              <a:p>
                <a:pPr algn="ctr"/>
              </a:p>
            </p:txBody>
          </p:sp>
          <p:sp>
            <p:nvSpPr>
              <p:cNvPr id="234" name="Node"/>
              <p:cNvSpPr/>
              <p:nvPr/>
            </p:nvSpPr>
            <p:spPr>
              <a:xfrm>
                <a:off x="15462504" y="2020824"/>
                <a:ext cx="201168" cy="201168"/>
              </a:xfrm>
              <a:prstGeom prst="ellipse">
                <a:avLst/>
              </a:prstGeom>
              <a:solidFill>
                <a:srgbClr val="3C989A"/>
              </a:solidFill>
              <a:ln>
                <a:noFill/>
              </a:ln>
              <a:effectLst/>
            </p:spPr>
            <p:txBody>
              <a:bodyPr rtlCol="0" anchor="ctr"/>
              <a:lstStyle/>
              <a:p>
                <a:pPr algn="ctr"/>
              </a:p>
            </p:txBody>
          </p:sp>
          <p:sp>
            <p:nvSpPr>
              <p:cNvPr id="235" name="Node"/>
              <p:cNvSpPr/>
              <p:nvPr/>
            </p:nvSpPr>
            <p:spPr>
              <a:xfrm>
                <a:off x="15462504" y="2203704"/>
                <a:ext cx="201168" cy="201168"/>
              </a:xfrm>
              <a:prstGeom prst="ellipse">
                <a:avLst/>
              </a:prstGeom>
              <a:solidFill>
                <a:srgbClr val="3C989A"/>
              </a:solidFill>
              <a:ln>
                <a:noFill/>
              </a:ln>
              <a:effectLst/>
            </p:spPr>
            <p:txBody>
              <a:bodyPr rtlCol="0" anchor="ctr"/>
              <a:lstStyle/>
              <a:p>
                <a:pPr algn="ctr"/>
              </a:p>
            </p:txBody>
          </p:sp>
          <p:sp>
            <p:nvSpPr>
              <p:cNvPr id="236" name="Node"/>
              <p:cNvSpPr/>
              <p:nvPr/>
            </p:nvSpPr>
            <p:spPr>
              <a:xfrm>
                <a:off x="15462504" y="2386584"/>
                <a:ext cx="201168" cy="201168"/>
              </a:xfrm>
              <a:prstGeom prst="ellipse">
                <a:avLst/>
              </a:prstGeom>
              <a:solidFill>
                <a:srgbClr val="3C989A"/>
              </a:solidFill>
              <a:ln>
                <a:noFill/>
              </a:ln>
              <a:effectLst/>
            </p:spPr>
            <p:txBody>
              <a:bodyPr rtlCol="0" anchor="ctr"/>
              <a:lstStyle/>
              <a:p>
                <a:pPr algn="ctr"/>
              </a:p>
            </p:txBody>
          </p:sp>
          <p:sp>
            <p:nvSpPr>
              <p:cNvPr id="237" name="Node"/>
              <p:cNvSpPr/>
              <p:nvPr/>
            </p:nvSpPr>
            <p:spPr>
              <a:xfrm>
                <a:off x="15462504" y="2578608"/>
                <a:ext cx="201168" cy="201168"/>
              </a:xfrm>
              <a:prstGeom prst="ellipse">
                <a:avLst/>
              </a:prstGeom>
              <a:solidFill>
                <a:srgbClr val="3C989A"/>
              </a:solidFill>
              <a:ln>
                <a:noFill/>
              </a:ln>
              <a:effectLst/>
            </p:spPr>
            <p:txBody>
              <a:bodyPr rtlCol="0" anchor="ctr"/>
              <a:lstStyle/>
              <a:p>
                <a:pPr algn="ctr"/>
              </a:p>
            </p:txBody>
          </p:sp>
          <p:sp>
            <p:nvSpPr>
              <p:cNvPr id="238" name="Node"/>
              <p:cNvSpPr/>
              <p:nvPr/>
            </p:nvSpPr>
            <p:spPr>
              <a:xfrm>
                <a:off x="15892272" y="2295144"/>
                <a:ext cx="201168" cy="201168"/>
              </a:xfrm>
              <a:prstGeom prst="ellipse">
                <a:avLst/>
              </a:prstGeom>
              <a:solidFill>
                <a:srgbClr val="2B859D"/>
              </a:solidFill>
              <a:ln>
                <a:noFill/>
              </a:ln>
              <a:effectLst/>
            </p:spPr>
            <p:txBody>
              <a:bodyPr rtlCol="0" anchor="ctr"/>
              <a:lstStyle/>
              <a:p>
                <a:pPr algn="ctr"/>
              </a:p>
            </p:txBody>
          </p:sp>
        </p:grpSp>
        <p:sp>
          <p:nvSpPr>
            <p:cNvPr id="239" name="Arrow shaft"/>
            <p:cNvSpPr/>
            <p:nvPr/>
          </p:nvSpPr>
          <p:spPr>
            <a:xfrm>
              <a:off x="16276320" y="713232"/>
              <a:ext cx="265176" cy="0"/>
            </a:xfrm>
            <a:custGeom>
              <a:avLst/>
              <a:gdLst/>
              <a:ahLst/>
              <a:cxnLst/>
              <a:rect l="l" t="t" r="r" b="b"/>
              <a:pathLst>
                <a:path w="29" h="0">
                  <a:moveTo>
                    <a:pt x="0" y="0"/>
                  </a:moveTo>
                  <a:lnTo>
                    <a:pt x="29" y="0"/>
                  </a:lnTo>
                </a:path>
              </a:pathLst>
            </a:custGeom>
            <a:noFill/>
            <a:ln w="34747" cap="flat">
              <a:solidFill>
                <a:srgbClr val="000000"/>
              </a:solidFill>
              <a:miter lim="800000"/>
            </a:ln>
            <a:effectLst/>
          </p:spPr>
          <p:txBody>
            <a:bodyPr rtlCol="0" anchor="ctr"/>
            <a:lstStyle/>
            <a:p>
              <a:pPr algn="ctr"/>
            </a:p>
          </p:txBody>
        </p:sp>
        <p:sp>
          <p:nvSpPr>
            <p:cNvPr id="240" name="Arrow head"/>
            <p:cNvSpPr/>
            <p:nvPr/>
          </p:nvSpPr>
          <p:spPr>
            <a:xfrm>
              <a:off x="16541496" y="658368"/>
              <a:ext cx="118872" cy="109728"/>
            </a:xfrm>
            <a:custGeom>
              <a:avLst/>
              <a:gdLst/>
              <a:ahLst/>
              <a:cxnLst/>
              <a:rect l="l" t="t" r="r" b="b"/>
              <a:pathLst>
                <a:path w="13" h="12">
                  <a:moveTo>
                    <a:pt x="13" y="6"/>
                  </a:moveTo>
                  <a:lnTo>
                    <a:pt x="0" y="12"/>
                  </a:lnTo>
                  <a:lnTo>
                    <a:pt x="0" y="0"/>
                  </a:lnTo>
                  <a:close/>
                </a:path>
              </a:pathLst>
            </a:custGeom>
            <a:solidFill>
              <a:srgbClr val="000000"/>
            </a:solidFill>
            <a:ln>
              <a:noFill/>
            </a:ln>
            <a:effectLst/>
          </p:spPr>
          <p:txBody>
            <a:bodyPr rtlCol="0" anchor="ctr"/>
            <a:lstStyle/>
            <a:p>
              <a:pPr algn="ctr"/>
            </a:p>
          </p:txBody>
        </p:sp>
        <p:sp>
          <p:nvSpPr>
            <p:cNvPr id="241" name="Arrow shaft"/>
            <p:cNvSpPr/>
            <p:nvPr/>
          </p:nvSpPr>
          <p:spPr>
            <a:xfrm>
              <a:off x="16276320" y="1554480"/>
              <a:ext cx="265176" cy="0"/>
            </a:xfrm>
            <a:custGeom>
              <a:avLst/>
              <a:gdLst/>
              <a:ahLst/>
              <a:cxnLst/>
              <a:rect l="l" t="t" r="r" b="b"/>
              <a:pathLst>
                <a:path w="29" h="0">
                  <a:moveTo>
                    <a:pt x="0" y="0"/>
                  </a:moveTo>
                  <a:lnTo>
                    <a:pt x="29" y="0"/>
                  </a:lnTo>
                </a:path>
              </a:pathLst>
            </a:custGeom>
            <a:noFill/>
            <a:ln w="34747" cap="flat">
              <a:solidFill>
                <a:srgbClr val="000000"/>
              </a:solidFill>
              <a:miter lim="800000"/>
            </a:ln>
            <a:effectLst/>
          </p:spPr>
          <p:txBody>
            <a:bodyPr rtlCol="0" anchor="ctr"/>
            <a:lstStyle/>
            <a:p>
              <a:pPr algn="ctr"/>
            </a:p>
          </p:txBody>
        </p:sp>
        <p:sp>
          <p:nvSpPr>
            <p:cNvPr id="242" name="Arrow head"/>
            <p:cNvSpPr/>
            <p:nvPr/>
          </p:nvSpPr>
          <p:spPr>
            <a:xfrm>
              <a:off x="16541496" y="1499616"/>
              <a:ext cx="118872" cy="109728"/>
            </a:xfrm>
            <a:custGeom>
              <a:avLst/>
              <a:gdLst/>
              <a:ahLst/>
              <a:cxnLst/>
              <a:rect l="l" t="t" r="r" b="b"/>
              <a:pathLst>
                <a:path w="13" h="12">
                  <a:moveTo>
                    <a:pt x="13" y="6"/>
                  </a:moveTo>
                  <a:lnTo>
                    <a:pt x="0" y="12"/>
                  </a:lnTo>
                  <a:lnTo>
                    <a:pt x="0" y="0"/>
                  </a:lnTo>
                  <a:close/>
                </a:path>
              </a:pathLst>
            </a:custGeom>
            <a:solidFill>
              <a:srgbClr val="000000"/>
            </a:solidFill>
            <a:ln>
              <a:noFill/>
            </a:ln>
            <a:effectLst/>
          </p:spPr>
          <p:txBody>
            <a:bodyPr rtlCol="0" anchor="ctr"/>
            <a:lstStyle/>
            <a:p>
              <a:pPr algn="ctr"/>
            </a:p>
          </p:txBody>
        </p:sp>
        <p:sp>
          <p:nvSpPr>
            <p:cNvPr id="243" name="Arrow shaft"/>
            <p:cNvSpPr/>
            <p:nvPr/>
          </p:nvSpPr>
          <p:spPr>
            <a:xfrm>
              <a:off x="16276320" y="2395728"/>
              <a:ext cx="265176" cy="0"/>
            </a:xfrm>
            <a:custGeom>
              <a:avLst/>
              <a:gdLst/>
              <a:ahLst/>
              <a:cxnLst/>
              <a:rect l="l" t="t" r="r" b="b"/>
              <a:pathLst>
                <a:path w="29" h="0">
                  <a:moveTo>
                    <a:pt x="0" y="0"/>
                  </a:moveTo>
                  <a:lnTo>
                    <a:pt x="29" y="0"/>
                  </a:lnTo>
                </a:path>
              </a:pathLst>
            </a:custGeom>
            <a:noFill/>
            <a:ln w="34747" cap="flat">
              <a:solidFill>
                <a:srgbClr val="000000"/>
              </a:solidFill>
              <a:miter lim="800000"/>
            </a:ln>
            <a:effectLst/>
          </p:spPr>
          <p:txBody>
            <a:bodyPr rtlCol="0" anchor="ctr"/>
            <a:lstStyle/>
            <a:p>
              <a:pPr algn="ctr"/>
            </a:p>
          </p:txBody>
        </p:sp>
        <p:sp>
          <p:nvSpPr>
            <p:cNvPr id="244" name="Arrow head"/>
            <p:cNvSpPr/>
            <p:nvPr/>
          </p:nvSpPr>
          <p:spPr>
            <a:xfrm>
              <a:off x="16541496" y="2340864"/>
              <a:ext cx="118872" cy="109728"/>
            </a:xfrm>
            <a:custGeom>
              <a:avLst/>
              <a:gdLst/>
              <a:ahLst/>
              <a:cxnLst/>
              <a:rect l="l" t="t" r="r" b="b"/>
              <a:pathLst>
                <a:path w="13" h="12">
                  <a:moveTo>
                    <a:pt x="13" y="6"/>
                  </a:moveTo>
                  <a:lnTo>
                    <a:pt x="0" y="12"/>
                  </a:lnTo>
                  <a:lnTo>
                    <a:pt x="0" y="0"/>
                  </a:lnTo>
                  <a:close/>
                </a:path>
              </a:pathLst>
            </a:custGeom>
            <a:solidFill>
              <a:srgbClr val="000000"/>
            </a:solidFill>
            <a:ln>
              <a:noFill/>
            </a:ln>
            <a:effectLst/>
          </p:spPr>
          <p:txBody>
            <a:bodyPr rtlCol="0" anchor="ctr"/>
            <a:lstStyle/>
            <a:p>
              <a:pPr algn="ctr"/>
            </a:p>
          </p:txBody>
        </p:sp>
        <p:sp>
          <p:nvSpPr>
            <p:cNvPr id="245" name="Rectangle"/>
            <p:cNvSpPr/>
            <p:nvPr/>
          </p:nvSpPr>
          <p:spPr>
            <a:xfrm>
              <a:off x="16651224" y="365760"/>
              <a:ext cx="539496" cy="2368296"/>
            </a:xfrm>
            <a:prstGeom prst="rect">
              <a:avLst/>
            </a:prstGeom>
            <a:solidFill>
              <a:srgbClr val="52A7AD"/>
            </a:solidFill>
            <a:ln>
              <a:noFill/>
            </a:ln>
            <a:effectLst/>
          </p:spPr>
          <p:txBody>
            <a:bodyPr rtlCol="0" anchor="ctr"/>
            <a:lstStyle/>
            <a:p>
              <a:pPr algn="ctr"/>
            </a:p>
          </p:txBody>
        </p:sp>
        <p:sp>
          <p:nvSpPr>
            <p:cNvPr id="246" name="Multi-Criteria Score&#10;Aggregator"/>
            <p:cNvSpPr txBox="1"/>
            <p:nvPr/>
          </p:nvSpPr>
          <p:spPr>
            <a:xfrm rot="5400000">
              <a:off x="15759684" y="1280160"/>
              <a:ext cx="2313432" cy="548640"/>
            </a:xfrm>
            <a:prstGeom prst="rect">
              <a:avLst/>
            </a:prstGeom>
            <a:noFill/>
            <a:ln>
              <a:noFill/>
            </a:ln>
            <a:effectLst/>
          </p:spPr>
          <p:txBody>
            <a:bodyPr wrap="none" lIns="0" rIns="0" tIns="0" bIns="0" anchor="ctr">
              <a:spAutoFit/>
            </a:bodyPr>
            <a:lstStyle/>
            <a:p>
              <a:pPr algn="ctr">
                <a:lnSpc>
                  <a:spcPts val="2134"/>
                </a:lnSpc>
                <a:spcBef>
                  <a:spcPts val="0"/>
                </a:spcBef>
                <a:spcAft>
                  <a:spcPts val="0"/>
                </a:spcAft>
              </a:pPr>
              <a:r>
                <a:rPr sz="1872" b="1" i="0">
                  <a:solidFill>
                    <a:srgbClr val="000000"/>
                  </a:solidFill>
                  <a:latin typeface="Times New Roman"/>
                  <a:ea typeface="Times New Roman"/>
                </a:rPr>
                <a:t>Multi-Criteria Score</a:t>
              </a:r>
            </a:p>
            <a:p>
              <a:pPr algn="ctr">
                <a:lnSpc>
                  <a:spcPts val="2134"/>
                </a:lnSpc>
                <a:spcBef>
                  <a:spcPts val="0"/>
                </a:spcBef>
                <a:spcAft>
                  <a:spcPts val="0"/>
                </a:spcAft>
              </a:pPr>
              <a:r>
                <a:rPr sz="1872" b="1" i="0">
                  <a:solidFill>
                    <a:srgbClr val="000000"/>
                  </a:solidFill>
                  <a:latin typeface="Times New Roman"/>
                  <a:ea typeface="Times New Roman"/>
                </a:rPr>
                <a:t>Aggregator</a:t>
              </a:r>
            </a:p>
          </p:txBody>
        </p:sp>
      </p:grpSp>
      <p:grpSp>
        <p:nvGrpSpPr>
          <p:cNvPr id="247" name="Station feature vector"/>
          <p:cNvGrpSpPr/>
          <p:nvPr/>
        </p:nvGrpSpPr>
        <p:grpSpPr>
          <a:xfrm>
            <a:off x="14090904" y="3200400"/>
            <a:ext cx="2194560" cy="2093976"/>
            <a:chOff x="14090904" y="3200400"/>
            <a:chExt cx="2194560" cy="2093976"/>
          </a:xfrm>
        </p:grpSpPr>
        <p:sp>
          <p:nvSpPr>
            <p:cNvPr id="248" name="Rectangle"/>
            <p:cNvSpPr/>
            <p:nvPr/>
          </p:nvSpPr>
          <p:spPr>
            <a:xfrm>
              <a:off x="14090904" y="3200400"/>
              <a:ext cx="2194560" cy="2093976"/>
            </a:xfrm>
            <a:prstGeom prst="rect">
              <a:avLst/>
            </a:prstGeom>
            <a:solidFill>
              <a:srgbClr val="EDF5E9"/>
            </a:solidFill>
            <a:ln w="50292" cap="flat">
              <a:solidFill>
                <a:srgbClr val="B5D8A6"/>
              </a:solidFill>
              <a:custDash>
                <a:ds d="418181" sp="272727"/>
              </a:custDash>
              <a:miter lim="800000"/>
            </a:ln>
            <a:effectLst/>
          </p:spPr>
          <p:txBody>
            <a:bodyPr rtlCol="0" anchor="ctr"/>
            <a:lstStyle/>
            <a:p>
              <a:pPr algn="ctr"/>
            </a:p>
          </p:txBody>
        </p:sp>
        <p:grpSp>
          <p:nvGrpSpPr>
            <p:cNvPr id="249" name="Station feature entries"/>
            <p:cNvGrpSpPr/>
            <p:nvPr/>
          </p:nvGrpSpPr>
          <p:grpSpPr>
            <a:xfrm>
              <a:off x="14932152" y="3291840"/>
              <a:ext cx="475488" cy="1527048"/>
              <a:chOff x="14932152" y="3291840"/>
              <a:chExt cx="475488" cy="1527048"/>
            </a:xfrm>
          </p:grpSpPr>
          <p:sp>
            <p:nvSpPr>
              <p:cNvPr id="250" name="Rectangle"/>
              <p:cNvSpPr/>
              <p:nvPr/>
            </p:nvSpPr>
            <p:spPr>
              <a:xfrm>
                <a:off x="14932152" y="3291840"/>
                <a:ext cx="475488" cy="1527048"/>
              </a:xfrm>
              <a:prstGeom prst="roundRect">
                <a:avLst>
                  <a:gd name="adj" fmla="val 25000"/>
                </a:avLst>
              </a:prstGeom>
              <a:solidFill>
                <a:srgbClr val="E5C3D4"/>
              </a:solidFill>
              <a:ln>
                <a:noFill/>
              </a:ln>
              <a:effectLst/>
            </p:spPr>
            <p:txBody>
              <a:bodyPr rtlCol="0" anchor="ctr"/>
              <a:lstStyle/>
              <a:p>
                <a:pPr algn="ctr"/>
              </a:p>
            </p:txBody>
          </p:sp>
          <p:sp>
            <p:nvSpPr>
              <p:cNvPr id="251" name="Feature 1,1"/>
              <p:cNvSpPr/>
              <p:nvPr/>
            </p:nvSpPr>
            <p:spPr>
              <a:xfrm>
                <a:off x="14987016" y="3419856"/>
                <a:ext cx="137160" cy="146304"/>
              </a:xfrm>
              <a:prstGeom prst="roundRect">
                <a:avLst>
                  <a:gd name="adj" fmla="val 20000"/>
                </a:avLst>
              </a:prstGeom>
              <a:solidFill>
                <a:srgbClr val="DBA0BA"/>
              </a:solidFill>
              <a:ln w="38404" cap="flat">
                <a:solidFill>
                  <a:srgbClr val="B85F7A"/>
                </a:solidFill>
                <a:miter lim="800000"/>
              </a:ln>
              <a:effectLst/>
            </p:spPr>
            <p:txBody>
              <a:bodyPr rtlCol="0" anchor="ctr"/>
              <a:lstStyle/>
              <a:p>
                <a:pPr algn="ctr"/>
              </a:p>
            </p:txBody>
          </p:sp>
          <p:sp>
            <p:nvSpPr>
              <p:cNvPr id="252" name="Feature 1,2"/>
              <p:cNvSpPr/>
              <p:nvPr/>
            </p:nvSpPr>
            <p:spPr>
              <a:xfrm>
                <a:off x="15215616" y="3419856"/>
                <a:ext cx="137160" cy="146304"/>
              </a:xfrm>
              <a:prstGeom prst="roundRect">
                <a:avLst>
                  <a:gd name="adj" fmla="val 20000"/>
                </a:avLst>
              </a:prstGeom>
              <a:solidFill>
                <a:srgbClr val="DBA0BA"/>
              </a:solidFill>
              <a:ln w="38404" cap="flat">
                <a:solidFill>
                  <a:srgbClr val="B85F7A"/>
                </a:solidFill>
                <a:miter lim="800000"/>
              </a:ln>
              <a:effectLst/>
            </p:spPr>
            <p:txBody>
              <a:bodyPr rtlCol="0" anchor="ctr"/>
              <a:lstStyle/>
              <a:p>
                <a:pPr algn="ctr"/>
              </a:p>
            </p:txBody>
          </p:sp>
          <p:sp>
            <p:nvSpPr>
              <p:cNvPr id="253" name="Feature 2,1"/>
              <p:cNvSpPr/>
              <p:nvPr/>
            </p:nvSpPr>
            <p:spPr>
              <a:xfrm>
                <a:off x="14987016" y="3648456"/>
                <a:ext cx="137160" cy="146304"/>
              </a:xfrm>
              <a:prstGeom prst="roundRect">
                <a:avLst>
                  <a:gd name="adj" fmla="val 20000"/>
                </a:avLst>
              </a:prstGeom>
              <a:solidFill>
                <a:srgbClr val="DBA0BA"/>
              </a:solidFill>
              <a:ln w="38404" cap="flat">
                <a:solidFill>
                  <a:srgbClr val="B85F7A"/>
                </a:solidFill>
                <a:miter lim="800000"/>
              </a:ln>
              <a:effectLst/>
            </p:spPr>
            <p:txBody>
              <a:bodyPr rtlCol="0" anchor="ctr"/>
              <a:lstStyle/>
              <a:p>
                <a:pPr algn="ctr"/>
              </a:p>
            </p:txBody>
          </p:sp>
          <p:sp>
            <p:nvSpPr>
              <p:cNvPr id="254" name="Feature 2,2"/>
              <p:cNvSpPr/>
              <p:nvPr/>
            </p:nvSpPr>
            <p:spPr>
              <a:xfrm>
                <a:off x="15215616" y="3648456"/>
                <a:ext cx="137160" cy="146304"/>
              </a:xfrm>
              <a:prstGeom prst="roundRect">
                <a:avLst>
                  <a:gd name="adj" fmla="val 20000"/>
                </a:avLst>
              </a:prstGeom>
              <a:solidFill>
                <a:srgbClr val="DBA0BA"/>
              </a:solidFill>
              <a:ln w="38404" cap="flat">
                <a:solidFill>
                  <a:srgbClr val="B85F7A"/>
                </a:solidFill>
                <a:miter lim="800000"/>
              </a:ln>
              <a:effectLst/>
            </p:spPr>
            <p:txBody>
              <a:bodyPr rtlCol="0" anchor="ctr"/>
              <a:lstStyle/>
              <a:p>
                <a:pPr algn="ctr"/>
              </a:p>
            </p:txBody>
          </p:sp>
          <p:sp>
            <p:nvSpPr>
              <p:cNvPr id="255" name="Feature 3,1"/>
              <p:cNvSpPr/>
              <p:nvPr/>
            </p:nvSpPr>
            <p:spPr>
              <a:xfrm>
                <a:off x="14987016" y="3877056"/>
                <a:ext cx="137160" cy="146304"/>
              </a:xfrm>
              <a:prstGeom prst="roundRect">
                <a:avLst>
                  <a:gd name="adj" fmla="val 20000"/>
                </a:avLst>
              </a:prstGeom>
              <a:solidFill>
                <a:srgbClr val="DBA0BA"/>
              </a:solidFill>
              <a:ln w="38404" cap="flat">
                <a:solidFill>
                  <a:srgbClr val="B85F7A"/>
                </a:solidFill>
                <a:miter lim="800000"/>
              </a:ln>
              <a:effectLst/>
            </p:spPr>
            <p:txBody>
              <a:bodyPr rtlCol="0" anchor="ctr"/>
              <a:lstStyle/>
              <a:p>
                <a:pPr algn="ctr"/>
              </a:p>
            </p:txBody>
          </p:sp>
          <p:sp>
            <p:nvSpPr>
              <p:cNvPr id="256" name="Feature 3,2"/>
              <p:cNvSpPr/>
              <p:nvPr/>
            </p:nvSpPr>
            <p:spPr>
              <a:xfrm>
                <a:off x="15215616" y="3877056"/>
                <a:ext cx="137160" cy="146304"/>
              </a:xfrm>
              <a:prstGeom prst="roundRect">
                <a:avLst>
                  <a:gd name="adj" fmla="val 20000"/>
                </a:avLst>
              </a:prstGeom>
              <a:solidFill>
                <a:srgbClr val="DBA0BA"/>
              </a:solidFill>
              <a:ln w="38404" cap="flat">
                <a:solidFill>
                  <a:srgbClr val="B85F7A"/>
                </a:solidFill>
                <a:miter lim="800000"/>
              </a:ln>
              <a:effectLst/>
            </p:spPr>
            <p:txBody>
              <a:bodyPr rtlCol="0" anchor="ctr"/>
              <a:lstStyle/>
              <a:p>
                <a:pPr algn="ctr"/>
              </a:p>
            </p:txBody>
          </p:sp>
          <p:sp>
            <p:nvSpPr>
              <p:cNvPr id="257" name="Feature 4,1"/>
              <p:cNvSpPr/>
              <p:nvPr/>
            </p:nvSpPr>
            <p:spPr>
              <a:xfrm>
                <a:off x="14987016" y="4105656"/>
                <a:ext cx="137160" cy="146304"/>
              </a:xfrm>
              <a:prstGeom prst="roundRect">
                <a:avLst>
                  <a:gd name="adj" fmla="val 20000"/>
                </a:avLst>
              </a:prstGeom>
              <a:solidFill>
                <a:srgbClr val="DBA0BA"/>
              </a:solidFill>
              <a:ln w="38404" cap="flat">
                <a:solidFill>
                  <a:srgbClr val="B85F7A"/>
                </a:solidFill>
                <a:miter lim="800000"/>
              </a:ln>
              <a:effectLst/>
            </p:spPr>
            <p:txBody>
              <a:bodyPr rtlCol="0" anchor="ctr"/>
              <a:lstStyle/>
              <a:p>
                <a:pPr algn="ctr"/>
              </a:p>
            </p:txBody>
          </p:sp>
          <p:sp>
            <p:nvSpPr>
              <p:cNvPr id="258" name="Feature 4,2"/>
              <p:cNvSpPr/>
              <p:nvPr/>
            </p:nvSpPr>
            <p:spPr>
              <a:xfrm>
                <a:off x="15215616" y="4105656"/>
                <a:ext cx="137160" cy="146304"/>
              </a:xfrm>
              <a:prstGeom prst="roundRect">
                <a:avLst>
                  <a:gd name="adj" fmla="val 20000"/>
                </a:avLst>
              </a:prstGeom>
              <a:solidFill>
                <a:srgbClr val="DBA0BA"/>
              </a:solidFill>
              <a:ln w="38404" cap="flat">
                <a:solidFill>
                  <a:srgbClr val="B85F7A"/>
                </a:solidFill>
                <a:miter lim="800000"/>
              </a:ln>
              <a:effectLst/>
            </p:spPr>
            <p:txBody>
              <a:bodyPr rtlCol="0" anchor="ctr"/>
              <a:lstStyle/>
              <a:p>
                <a:pPr algn="ctr"/>
              </a:p>
            </p:txBody>
          </p:sp>
          <p:sp>
            <p:nvSpPr>
              <p:cNvPr id="259" name="Feature 5,1"/>
              <p:cNvSpPr/>
              <p:nvPr/>
            </p:nvSpPr>
            <p:spPr>
              <a:xfrm>
                <a:off x="14987016" y="4334256"/>
                <a:ext cx="137160" cy="146304"/>
              </a:xfrm>
              <a:prstGeom prst="roundRect">
                <a:avLst>
                  <a:gd name="adj" fmla="val 20000"/>
                </a:avLst>
              </a:prstGeom>
              <a:solidFill>
                <a:srgbClr val="DBA0BA"/>
              </a:solidFill>
              <a:ln w="38404" cap="flat">
                <a:solidFill>
                  <a:srgbClr val="B85F7A"/>
                </a:solidFill>
                <a:miter lim="800000"/>
              </a:ln>
              <a:effectLst/>
            </p:spPr>
            <p:txBody>
              <a:bodyPr rtlCol="0" anchor="ctr"/>
              <a:lstStyle/>
              <a:p>
                <a:pPr algn="ctr"/>
              </a:p>
            </p:txBody>
          </p:sp>
          <p:sp>
            <p:nvSpPr>
              <p:cNvPr id="260" name="Feature 5,2"/>
              <p:cNvSpPr/>
              <p:nvPr/>
            </p:nvSpPr>
            <p:spPr>
              <a:xfrm>
                <a:off x="15215616" y="4334256"/>
                <a:ext cx="137160" cy="146304"/>
              </a:xfrm>
              <a:prstGeom prst="roundRect">
                <a:avLst>
                  <a:gd name="adj" fmla="val 20000"/>
                </a:avLst>
              </a:prstGeom>
              <a:solidFill>
                <a:srgbClr val="DBA0BA"/>
              </a:solidFill>
              <a:ln w="38404" cap="flat">
                <a:solidFill>
                  <a:srgbClr val="B85F7A"/>
                </a:solidFill>
                <a:miter lim="800000"/>
              </a:ln>
              <a:effectLst/>
            </p:spPr>
            <p:txBody>
              <a:bodyPr rtlCol="0" anchor="ctr"/>
              <a:lstStyle/>
              <a:p>
                <a:pPr algn="ctr"/>
              </a:p>
            </p:txBody>
          </p:sp>
          <p:sp>
            <p:nvSpPr>
              <p:cNvPr id="261" name="Feature 6,1"/>
              <p:cNvSpPr/>
              <p:nvPr/>
            </p:nvSpPr>
            <p:spPr>
              <a:xfrm>
                <a:off x="14987016" y="4562856"/>
                <a:ext cx="137160" cy="146304"/>
              </a:xfrm>
              <a:prstGeom prst="roundRect">
                <a:avLst>
                  <a:gd name="adj" fmla="val 20000"/>
                </a:avLst>
              </a:prstGeom>
              <a:solidFill>
                <a:srgbClr val="DBA0BA"/>
              </a:solidFill>
              <a:ln w="38404" cap="flat">
                <a:solidFill>
                  <a:srgbClr val="B85F7A"/>
                </a:solidFill>
                <a:miter lim="800000"/>
              </a:ln>
              <a:effectLst/>
            </p:spPr>
            <p:txBody>
              <a:bodyPr rtlCol="0" anchor="ctr"/>
              <a:lstStyle/>
              <a:p>
                <a:pPr algn="ctr"/>
              </a:p>
            </p:txBody>
          </p:sp>
          <p:sp>
            <p:nvSpPr>
              <p:cNvPr id="262" name="Feature 6,2"/>
              <p:cNvSpPr/>
              <p:nvPr/>
            </p:nvSpPr>
            <p:spPr>
              <a:xfrm>
                <a:off x="15215616" y="4562856"/>
                <a:ext cx="137160" cy="146304"/>
              </a:xfrm>
              <a:prstGeom prst="roundRect">
                <a:avLst>
                  <a:gd name="adj" fmla="val 20000"/>
                </a:avLst>
              </a:prstGeom>
              <a:solidFill>
                <a:srgbClr val="DBA0BA"/>
              </a:solidFill>
              <a:ln w="38404" cap="flat">
                <a:solidFill>
                  <a:srgbClr val="B85F7A"/>
                </a:solidFill>
                <a:miter lim="800000"/>
              </a:ln>
              <a:effectLst/>
            </p:spPr>
            <p:txBody>
              <a:bodyPr rtlCol="0" anchor="ctr"/>
              <a:lstStyle/>
              <a:p>
                <a:pPr algn="ctr"/>
              </a:p>
            </p:txBody>
          </p:sp>
        </p:grpSp>
        <p:sp>
          <p:nvSpPr>
            <p:cNvPr id="263" name="Station Features"/>
            <p:cNvSpPr txBox="1"/>
            <p:nvPr/>
          </p:nvSpPr>
          <p:spPr>
            <a:xfrm>
              <a:off x="14127480" y="4892040"/>
              <a:ext cx="2121408" cy="384048"/>
            </a:xfrm>
            <a:prstGeom prst="rect">
              <a:avLst/>
            </a:prstGeom>
            <a:noFill/>
            <a:ln>
              <a:noFill/>
            </a:ln>
            <a:effectLst/>
          </p:spPr>
          <p:txBody>
            <a:bodyPr wrap="none" lIns="0" rIns="0" tIns="0" bIns="0" anchor="ctr">
              <a:spAutoFit/>
            </a:bodyPr>
            <a:lstStyle/>
            <a:p>
              <a:pPr algn="ctr">
                <a:lnSpc>
                  <a:spcPts val="2380"/>
                </a:lnSpc>
                <a:spcBef>
                  <a:spcPts val="0"/>
                </a:spcBef>
                <a:spcAft>
                  <a:spcPts val="0"/>
                </a:spcAft>
              </a:pPr>
              <a:r>
                <a:rPr sz="2088" b="1" i="0">
                  <a:solidFill>
                    <a:srgbClr val="000000"/>
                  </a:solidFill>
                  <a:latin typeface="Times New Roman"/>
                  <a:ea typeface="Times New Roman"/>
                </a:rPr>
                <a:t>Station Features</a:t>
              </a:r>
            </a:p>
          </p:txBody>
        </p:sp>
      </p:grpSp>
      <p:grpSp>
        <p:nvGrpSpPr>
          <p:cNvPr id="264" name="Station bias correction"/>
          <p:cNvGrpSpPr/>
          <p:nvPr/>
        </p:nvGrpSpPr>
        <p:grpSpPr>
          <a:xfrm>
            <a:off x="12289536" y="2944368"/>
            <a:ext cx="996696" cy="2596896"/>
            <a:chOff x="12289536" y="2944368"/>
            <a:chExt cx="996696" cy="2596896"/>
          </a:xfrm>
        </p:grpSpPr>
        <p:sp>
          <p:nvSpPr>
            <p:cNvPr id="265" name="Rectangle"/>
            <p:cNvSpPr/>
            <p:nvPr/>
          </p:nvSpPr>
          <p:spPr>
            <a:xfrm>
              <a:off x="12289536" y="3246120"/>
              <a:ext cx="996696" cy="2295144"/>
            </a:xfrm>
            <a:prstGeom prst="roundRect">
              <a:avLst>
                <a:gd name="adj" fmla="val 18348"/>
              </a:avLst>
            </a:prstGeom>
            <a:solidFill>
              <a:srgbClr val="E3F2F6"/>
            </a:solidFill>
            <a:ln w="36576" cap="flat">
              <a:solidFill>
                <a:srgbClr val="4C9AAE"/>
              </a:solidFill>
              <a:miter lim="800000"/>
            </a:ln>
            <a:effectLst/>
          </p:spPr>
          <p:txBody>
            <a:bodyPr rtlCol="0" anchor="ctr"/>
            <a:lstStyle/>
            <a:p>
              <a:pPr algn="ctr"/>
            </a:p>
          </p:txBody>
        </p:sp>
        <p:sp>
          <p:nvSpPr>
            <p:cNvPr id="266" name="Rectangle"/>
            <p:cNvSpPr/>
            <p:nvPr/>
          </p:nvSpPr>
          <p:spPr>
            <a:xfrm>
              <a:off x="12362688" y="4023360"/>
              <a:ext cx="182880" cy="594360"/>
            </a:xfrm>
            <a:prstGeom prst="roundRect">
              <a:avLst>
                <a:gd name="adj" fmla="val 15000"/>
              </a:avLst>
            </a:prstGeom>
            <a:solidFill>
              <a:srgbClr val="B4CBCD"/>
            </a:solidFill>
            <a:ln>
              <a:noFill/>
            </a:ln>
            <a:effectLst/>
          </p:spPr>
          <p:txBody>
            <a:bodyPr rtlCol="0" anchor="ctr"/>
            <a:lstStyle/>
            <a:p>
              <a:pPr algn="ctr"/>
            </a:p>
          </p:txBody>
        </p:sp>
        <p:sp>
          <p:nvSpPr>
            <p:cNvPr id="267" name="Rectangle"/>
            <p:cNvSpPr/>
            <p:nvPr/>
          </p:nvSpPr>
          <p:spPr>
            <a:xfrm>
              <a:off x="12335256" y="4005072"/>
              <a:ext cx="182880" cy="594360"/>
            </a:xfrm>
            <a:prstGeom prst="roundRect">
              <a:avLst>
                <a:gd name="adj" fmla="val 15000"/>
              </a:avLst>
            </a:prstGeom>
            <a:solidFill>
              <a:srgbClr val="86C3CD"/>
            </a:solidFill>
            <a:ln>
              <a:noFill/>
            </a:ln>
            <a:effectLst/>
          </p:spPr>
          <p:txBody>
            <a:bodyPr rtlCol="0" anchor="ctr"/>
            <a:lstStyle/>
            <a:p>
              <a:pPr algn="ctr"/>
            </a:p>
          </p:txBody>
        </p:sp>
        <p:sp>
          <p:nvSpPr>
            <p:cNvPr id="268" name="Rectangle"/>
            <p:cNvSpPr/>
            <p:nvPr/>
          </p:nvSpPr>
          <p:spPr>
            <a:xfrm>
              <a:off x="12316968" y="4005072"/>
              <a:ext cx="182880" cy="594360"/>
            </a:xfrm>
            <a:prstGeom prst="roundRect">
              <a:avLst>
                <a:gd name="adj" fmla="val 15000"/>
              </a:avLst>
            </a:prstGeom>
            <a:solidFill>
              <a:srgbClr val="52B1C1"/>
            </a:solidFill>
            <a:ln>
              <a:noFill/>
            </a:ln>
            <a:effectLst/>
          </p:spPr>
          <p:txBody>
            <a:bodyPr rtlCol="0" anchor="ctr"/>
            <a:lstStyle/>
            <a:p>
              <a:pPr algn="ctr"/>
            </a:p>
          </p:txBody>
        </p:sp>
        <p:sp>
          <p:nvSpPr>
            <p:cNvPr id="269" name="Rectangle"/>
            <p:cNvSpPr/>
            <p:nvPr/>
          </p:nvSpPr>
          <p:spPr>
            <a:xfrm>
              <a:off x="12719304" y="3867912"/>
              <a:ext cx="164592" cy="987552"/>
            </a:xfrm>
            <a:prstGeom prst="roundRect">
              <a:avLst>
                <a:gd name="adj" fmla="val 16666"/>
              </a:avLst>
            </a:prstGeom>
            <a:solidFill>
              <a:srgbClr val="B4CBCD"/>
            </a:solidFill>
            <a:ln>
              <a:noFill/>
            </a:ln>
            <a:effectLst/>
          </p:spPr>
          <p:txBody>
            <a:bodyPr rtlCol="0" anchor="ctr"/>
            <a:lstStyle/>
            <a:p>
              <a:pPr algn="ctr"/>
            </a:p>
          </p:txBody>
        </p:sp>
        <p:sp>
          <p:nvSpPr>
            <p:cNvPr id="270" name="Rectangle"/>
            <p:cNvSpPr/>
            <p:nvPr/>
          </p:nvSpPr>
          <p:spPr>
            <a:xfrm>
              <a:off x="12691872" y="3849624"/>
              <a:ext cx="164592" cy="987552"/>
            </a:xfrm>
            <a:prstGeom prst="roundRect">
              <a:avLst>
                <a:gd name="adj" fmla="val 16666"/>
              </a:avLst>
            </a:prstGeom>
            <a:solidFill>
              <a:srgbClr val="86C3CD"/>
            </a:solidFill>
            <a:ln>
              <a:noFill/>
            </a:ln>
            <a:effectLst/>
          </p:spPr>
          <p:txBody>
            <a:bodyPr rtlCol="0" anchor="ctr"/>
            <a:lstStyle/>
            <a:p>
              <a:pPr algn="ctr"/>
            </a:p>
          </p:txBody>
        </p:sp>
        <p:sp>
          <p:nvSpPr>
            <p:cNvPr id="271" name="Rectangle"/>
            <p:cNvSpPr/>
            <p:nvPr/>
          </p:nvSpPr>
          <p:spPr>
            <a:xfrm>
              <a:off x="12673584" y="3849624"/>
              <a:ext cx="164592" cy="987552"/>
            </a:xfrm>
            <a:prstGeom prst="roundRect">
              <a:avLst>
                <a:gd name="adj" fmla="val 16666"/>
              </a:avLst>
            </a:prstGeom>
            <a:solidFill>
              <a:srgbClr val="52B1C1"/>
            </a:solidFill>
            <a:ln>
              <a:noFill/>
            </a:ln>
            <a:effectLst/>
          </p:spPr>
          <p:txBody>
            <a:bodyPr rtlCol="0" anchor="ctr"/>
            <a:lstStyle/>
            <a:p>
              <a:pPr algn="ctr"/>
            </a:p>
          </p:txBody>
        </p:sp>
        <p:sp>
          <p:nvSpPr>
            <p:cNvPr id="272" name="Rectangle"/>
            <p:cNvSpPr/>
            <p:nvPr/>
          </p:nvSpPr>
          <p:spPr>
            <a:xfrm>
              <a:off x="13066776" y="3529584"/>
              <a:ext cx="155448" cy="1609344"/>
            </a:xfrm>
            <a:prstGeom prst="roundRect">
              <a:avLst>
                <a:gd name="adj" fmla="val 17647"/>
              </a:avLst>
            </a:prstGeom>
            <a:solidFill>
              <a:srgbClr val="B4CBCD"/>
            </a:solidFill>
            <a:ln>
              <a:noFill/>
            </a:ln>
            <a:effectLst/>
          </p:spPr>
          <p:txBody>
            <a:bodyPr rtlCol="0" anchor="ctr"/>
            <a:lstStyle/>
            <a:p>
              <a:pPr algn="ctr"/>
            </a:p>
          </p:txBody>
        </p:sp>
        <p:sp>
          <p:nvSpPr>
            <p:cNvPr id="273" name="Rectangle"/>
            <p:cNvSpPr/>
            <p:nvPr/>
          </p:nvSpPr>
          <p:spPr>
            <a:xfrm>
              <a:off x="13039344" y="3511296"/>
              <a:ext cx="155448" cy="1609344"/>
            </a:xfrm>
            <a:prstGeom prst="roundRect">
              <a:avLst>
                <a:gd name="adj" fmla="val 17647"/>
              </a:avLst>
            </a:prstGeom>
            <a:solidFill>
              <a:srgbClr val="86C3CD"/>
            </a:solidFill>
            <a:ln>
              <a:noFill/>
            </a:ln>
            <a:effectLst/>
          </p:spPr>
          <p:txBody>
            <a:bodyPr rtlCol="0" anchor="ctr"/>
            <a:lstStyle/>
            <a:p>
              <a:pPr algn="ctr"/>
            </a:p>
          </p:txBody>
        </p:sp>
        <p:sp>
          <p:nvSpPr>
            <p:cNvPr id="274" name="Rectangle"/>
            <p:cNvSpPr/>
            <p:nvPr/>
          </p:nvSpPr>
          <p:spPr>
            <a:xfrm>
              <a:off x="13021056" y="3511296"/>
              <a:ext cx="155448" cy="1609344"/>
            </a:xfrm>
            <a:prstGeom prst="roundRect">
              <a:avLst>
                <a:gd name="adj" fmla="val 17647"/>
              </a:avLst>
            </a:prstGeom>
            <a:solidFill>
              <a:srgbClr val="52B1C1"/>
            </a:solidFill>
            <a:ln>
              <a:noFill/>
            </a:ln>
            <a:effectLst/>
          </p:spPr>
          <p:txBody>
            <a:bodyPr rtlCol="0" anchor="ctr"/>
            <a:lstStyle/>
            <a:p>
              <a:pPr algn="ctr"/>
            </a:p>
          </p:txBody>
        </p:sp>
        <p:sp>
          <p:nvSpPr>
            <p:cNvPr id="275" name="Rectangle"/>
            <p:cNvSpPr/>
            <p:nvPr/>
          </p:nvSpPr>
          <p:spPr>
            <a:xfrm>
              <a:off x="12371832" y="2944368"/>
              <a:ext cx="841248" cy="448056"/>
            </a:xfrm>
            <a:prstGeom prst="rect">
              <a:avLst/>
            </a:prstGeom>
            <a:solidFill>
              <a:srgbClr val="AED9E7"/>
            </a:solidFill>
            <a:ln w="36576" cap="flat">
              <a:solidFill>
                <a:srgbClr val="75B4C7"/>
              </a:solidFill>
              <a:miter lim="800000"/>
            </a:ln>
            <a:effectLst/>
          </p:spPr>
          <p:txBody>
            <a:bodyPr rtlCol="0" anchor="ctr"/>
            <a:lstStyle/>
            <a:p>
              <a:pPr algn="ctr"/>
            </a:p>
          </p:txBody>
        </p:sp>
        <p:sp>
          <p:nvSpPr>
            <p:cNvPr id="276" name="Station&#10;Bias"/>
            <p:cNvSpPr txBox="1"/>
            <p:nvPr/>
          </p:nvSpPr>
          <p:spPr>
            <a:xfrm>
              <a:off x="12385548" y="2958084"/>
              <a:ext cx="813816" cy="429768"/>
            </a:xfrm>
            <a:prstGeom prst="rect">
              <a:avLst/>
            </a:prstGeom>
            <a:noFill/>
            <a:ln>
              <a:noFill/>
            </a:ln>
            <a:effectLst/>
          </p:spPr>
          <p:txBody>
            <a:bodyPr wrap="none" lIns="0" rIns="0" tIns="0" bIns="0" anchor="ctr">
              <a:spAutoFit/>
            </a:bodyPr>
            <a:lstStyle/>
            <a:p>
              <a:pPr algn="ctr">
                <a:lnSpc>
                  <a:spcPts val="1723"/>
                </a:lnSpc>
                <a:spcBef>
                  <a:spcPts val="0"/>
                </a:spcBef>
                <a:spcAft>
                  <a:spcPts val="0"/>
                </a:spcAft>
              </a:pPr>
              <a:r>
                <a:rPr sz="1512" b="1" i="0">
                  <a:solidFill>
                    <a:srgbClr val="000000"/>
                  </a:solidFill>
                  <a:latin typeface="Times New Roman"/>
                  <a:ea typeface="Times New Roman"/>
                </a:rPr>
                <a:t>Station</a:t>
              </a:r>
            </a:p>
            <a:p>
              <a:pPr algn="ctr">
                <a:lnSpc>
                  <a:spcPts val="1723"/>
                </a:lnSpc>
                <a:spcBef>
                  <a:spcPts val="0"/>
                </a:spcBef>
                <a:spcAft>
                  <a:spcPts val="0"/>
                </a:spcAft>
              </a:pPr>
              <a:r>
                <a:rPr sz="1512" b="1" i="0">
                  <a:solidFill>
                    <a:srgbClr val="000000"/>
                  </a:solidFill>
                  <a:latin typeface="Times New Roman"/>
                  <a:ea typeface="Times New Roman"/>
                </a:rPr>
                <a:t>Bias</a:t>
              </a:r>
            </a:p>
          </p:txBody>
        </p:sp>
      </p:grpSp>
      <p:grpSp>
        <p:nvGrpSpPr>
          <p:cNvPr id="277" name="Corrected station precipitation"/>
          <p:cNvGrpSpPr/>
          <p:nvPr/>
        </p:nvGrpSpPr>
        <p:grpSpPr>
          <a:xfrm>
            <a:off x="9043416" y="3209544"/>
            <a:ext cx="2203704" cy="2093976"/>
            <a:chOff x="9043416" y="3209544"/>
            <a:chExt cx="2203704" cy="2093976"/>
          </a:xfrm>
        </p:grpSpPr>
        <p:sp>
          <p:nvSpPr>
            <p:cNvPr id="278" name="Rectangle"/>
            <p:cNvSpPr/>
            <p:nvPr/>
          </p:nvSpPr>
          <p:spPr>
            <a:xfrm>
              <a:off x="9043416" y="3209544"/>
              <a:ext cx="2203704" cy="2093976"/>
            </a:xfrm>
            <a:prstGeom prst="rect">
              <a:avLst/>
            </a:prstGeom>
            <a:solidFill>
              <a:srgbClr val="EDF5E9"/>
            </a:solidFill>
            <a:ln w="50292" cap="flat">
              <a:solidFill>
                <a:srgbClr val="B5D8A6"/>
              </a:solidFill>
              <a:custDash>
                <a:ds d="418181" sp="272727"/>
              </a:custDash>
              <a:miter lim="800000"/>
            </a:ln>
            <a:effectLst/>
          </p:spPr>
          <p:txBody>
            <a:bodyPr rtlCol="0" anchor="ctr"/>
            <a:lstStyle/>
            <a:p>
              <a:pPr algn="ctr"/>
            </a:p>
          </p:txBody>
        </p:sp>
        <p:sp>
          <p:nvSpPr>
            <p:cNvPr id="279" name="Rectangle"/>
            <p:cNvSpPr/>
            <p:nvPr/>
          </p:nvSpPr>
          <p:spPr>
            <a:xfrm>
              <a:off x="9838944" y="3803904"/>
              <a:ext cx="530352" cy="530352"/>
            </a:xfrm>
            <a:prstGeom prst="roundRect">
              <a:avLst>
                <a:gd name="adj" fmla="val 17241"/>
              </a:avLst>
            </a:prstGeom>
            <a:solidFill>
              <a:srgbClr val="DFB0C6"/>
            </a:solidFill>
            <a:ln w="41148" cap="flat">
              <a:solidFill>
                <a:srgbClr val="B85779"/>
              </a:solidFill>
              <a:miter lim="800000"/>
            </a:ln>
            <a:effectLst/>
          </p:spPr>
          <p:txBody>
            <a:bodyPr rtlCol="0" anchor="ctr"/>
            <a:lstStyle/>
            <a:p>
              <a:pPr algn="ctr"/>
            </a:p>
          </p:txBody>
        </p:sp>
        <p:sp>
          <p:nvSpPr>
            <p:cNvPr id="280" name="Station&#10;Precipitation Value"/>
            <p:cNvSpPr txBox="1"/>
            <p:nvPr/>
          </p:nvSpPr>
          <p:spPr>
            <a:xfrm>
              <a:off x="9089136" y="4539996"/>
              <a:ext cx="2103120" cy="557784"/>
            </a:xfrm>
            <a:prstGeom prst="rect">
              <a:avLst/>
            </a:prstGeom>
            <a:noFill/>
            <a:ln>
              <a:noFill/>
            </a:ln>
            <a:effectLst/>
          </p:spPr>
          <p:txBody>
            <a:bodyPr wrap="none" lIns="0" rIns="0" tIns="0" bIns="0" anchor="ctr">
              <a:spAutoFit/>
            </a:bodyPr>
            <a:lstStyle/>
            <a:p>
              <a:pPr algn="ctr">
                <a:lnSpc>
                  <a:spcPts val="2051"/>
                </a:lnSpc>
                <a:spcBef>
                  <a:spcPts val="0"/>
                </a:spcBef>
                <a:spcAft>
                  <a:spcPts val="0"/>
                </a:spcAft>
              </a:pPr>
              <a:r>
                <a:rPr sz="1800" b="1" i="0">
                  <a:solidFill>
                    <a:srgbClr val="000000"/>
                  </a:solidFill>
                  <a:latin typeface="Times New Roman"/>
                  <a:ea typeface="Times New Roman"/>
                </a:rPr>
                <a:t>Station</a:t>
              </a:r>
            </a:p>
            <a:p>
              <a:pPr algn="ctr">
                <a:lnSpc>
                  <a:spcPts val="2051"/>
                </a:lnSpc>
                <a:spcBef>
                  <a:spcPts val="0"/>
                </a:spcBef>
                <a:spcAft>
                  <a:spcPts val="0"/>
                </a:spcAft>
              </a:pPr>
              <a:r>
                <a:rPr sz="1800" b="1" i="0">
                  <a:solidFill>
                    <a:srgbClr val="000000"/>
                  </a:solidFill>
                  <a:latin typeface="Times New Roman"/>
                  <a:ea typeface="Times New Roman"/>
                </a:rPr>
                <a:t>Precipitation Value</a:t>
              </a:r>
            </a:p>
          </p:txBody>
        </p:sp>
      </p:grpSp>
      <p:sp>
        <p:nvSpPr>
          <p:cNvPr id="281" name="Horizontal dashed divider"/>
          <p:cNvSpPr/>
          <p:nvPr/>
        </p:nvSpPr>
        <p:spPr>
          <a:xfrm>
            <a:off x="73152" y="5696712"/>
            <a:ext cx="17556480" cy="0"/>
          </a:xfrm>
          <a:custGeom>
            <a:avLst/>
            <a:gdLst/>
            <a:ahLst/>
            <a:cxnLst/>
            <a:rect l="l" t="t" r="r" b="b"/>
            <a:pathLst>
              <a:path w="1920" h="0">
                <a:moveTo>
                  <a:pt x="0" y="0"/>
                </a:moveTo>
                <a:lnTo>
                  <a:pt x="1920" y="0"/>
                </a:lnTo>
              </a:path>
            </a:pathLst>
          </a:custGeom>
          <a:noFill/>
          <a:ln w="54864" cap="flat">
            <a:solidFill>
              <a:srgbClr val="000000"/>
            </a:solidFill>
            <a:custDash>
              <a:ds d="283333" sp="116666"/>
            </a:custDash>
            <a:miter lim="800000"/>
          </a:ln>
          <a:effectLst/>
        </p:spPr>
        <p:txBody>
          <a:bodyPr rtlCol="0" anchor="ctr"/>
          <a:lstStyle/>
          <a:p>
            <a:pPr algn="ctr"/>
          </a:p>
        </p:txBody>
      </p:sp>
      <p:sp>
        <p:nvSpPr>
          <p:cNvPr id="282" name="Vertical dashed divider"/>
          <p:cNvSpPr/>
          <p:nvPr/>
        </p:nvSpPr>
        <p:spPr>
          <a:xfrm>
            <a:off x="8787384" y="5696712"/>
            <a:ext cx="0" cy="4279392"/>
          </a:xfrm>
          <a:custGeom>
            <a:avLst/>
            <a:gdLst/>
            <a:ahLst/>
            <a:cxnLst/>
            <a:rect l="l" t="t" r="r" b="b"/>
            <a:pathLst>
              <a:path w="0" h="468">
                <a:moveTo>
                  <a:pt x="0" y="0"/>
                </a:moveTo>
                <a:lnTo>
                  <a:pt x="0" y="468"/>
                </a:lnTo>
              </a:path>
            </a:pathLst>
          </a:custGeom>
          <a:noFill/>
          <a:ln w="54864" cap="flat">
            <a:solidFill>
              <a:srgbClr val="000000"/>
            </a:solidFill>
            <a:custDash>
              <a:ds d="283333" sp="116666"/>
            </a:custDash>
            <a:miter lim="800000"/>
          </a:ln>
          <a:effectLst/>
        </p:spPr>
        <p:txBody>
          <a:bodyPr rtlCol="0" anchor="ctr"/>
          <a:lstStyle/>
          <a:p>
            <a:pPr algn="ctr"/>
          </a:p>
        </p:txBody>
      </p:sp>
      <p:grpSp>
        <p:nvGrpSpPr>
          <p:cNvPr id="283" name="Dynamic Edge Modulator detail"/>
          <p:cNvGrpSpPr/>
          <p:nvPr/>
        </p:nvGrpSpPr>
        <p:grpSpPr>
          <a:xfrm>
            <a:off x="548640" y="5765292"/>
            <a:ext cx="7909560" cy="4082796"/>
            <a:chOff x="548640" y="5765292"/>
            <a:chExt cx="7909560" cy="4082796"/>
          </a:xfrm>
        </p:grpSpPr>
        <p:sp>
          <p:nvSpPr>
            <p:cNvPr id="284" name="Rectangle"/>
            <p:cNvSpPr/>
            <p:nvPr/>
          </p:nvSpPr>
          <p:spPr>
            <a:xfrm>
              <a:off x="548640" y="5907024"/>
              <a:ext cx="7909560" cy="3941064"/>
            </a:xfrm>
            <a:prstGeom prst="roundRect">
              <a:avLst>
                <a:gd name="adj" fmla="val 16937"/>
              </a:avLst>
            </a:prstGeom>
            <a:solidFill>
              <a:srgbClr val="CADBED"/>
            </a:solidFill>
            <a:ln>
              <a:noFill/>
            </a:ln>
            <a:effectLst/>
          </p:spPr>
          <p:txBody>
            <a:bodyPr rtlCol="0" anchor="ctr"/>
            <a:lstStyle/>
            <a:p>
              <a:pPr algn="ctr"/>
            </a:p>
          </p:txBody>
        </p:sp>
        <p:sp>
          <p:nvSpPr>
            <p:cNvPr id="285" name="Rectangle"/>
            <p:cNvSpPr/>
            <p:nvPr/>
          </p:nvSpPr>
          <p:spPr>
            <a:xfrm>
              <a:off x="5358384" y="5788152"/>
              <a:ext cx="2889504" cy="713232"/>
            </a:xfrm>
            <a:prstGeom prst="rect">
              <a:avLst/>
            </a:prstGeom>
            <a:solidFill>
              <a:srgbClr val="BDD2E8"/>
            </a:solidFill>
            <a:ln w="36576" cap="flat">
              <a:solidFill>
                <a:srgbClr val="365CA6"/>
              </a:solidFill>
              <a:miter lim="800000"/>
            </a:ln>
            <a:effectLst/>
          </p:spPr>
          <p:txBody>
            <a:bodyPr rtlCol="0" anchor="ctr"/>
            <a:lstStyle/>
            <a:p>
              <a:pPr algn="ctr"/>
            </a:p>
          </p:txBody>
        </p:sp>
        <p:sp>
          <p:nvSpPr>
            <p:cNvPr id="286" name="Dynamic Edge&#10;Modulator shadow"/>
            <p:cNvSpPr txBox="1"/>
            <p:nvPr/>
          </p:nvSpPr>
          <p:spPr>
            <a:xfrm>
              <a:off x="5394046" y="5779008"/>
              <a:ext cx="2843784" cy="740664"/>
            </a:xfrm>
            <a:prstGeom prst="rect">
              <a:avLst/>
            </a:prstGeom>
            <a:noFill/>
            <a:ln>
              <a:noFill/>
            </a:ln>
            <a:effectLst/>
          </p:spPr>
          <p:txBody>
            <a:bodyPr wrap="none" lIns="0" rIns="0" tIns="0" bIns="0" anchor="ctr">
              <a:spAutoFit/>
            </a:bodyPr>
            <a:lstStyle/>
            <a:p>
              <a:pPr algn="ctr">
                <a:lnSpc>
                  <a:spcPts val="3119"/>
                </a:lnSpc>
                <a:spcBef>
                  <a:spcPts val="0"/>
                </a:spcBef>
                <a:spcAft>
                  <a:spcPts val="0"/>
                </a:spcAft>
              </a:pPr>
              <a:r>
                <a:rPr sz="2736" b="1" i="0">
                  <a:solidFill>
                    <a:srgbClr val="929DAA"/>
                  </a:solidFill>
                  <a:latin typeface="Times New Roman"/>
                  <a:ea typeface="Times New Roman"/>
                </a:rPr>
                <a:t>Dynamic Edge</a:t>
              </a:r>
            </a:p>
            <a:p>
              <a:pPr algn="ctr">
                <a:lnSpc>
                  <a:spcPts val="3119"/>
                </a:lnSpc>
                <a:spcBef>
                  <a:spcPts val="0"/>
                </a:spcBef>
                <a:spcAft>
                  <a:spcPts val="0"/>
                </a:spcAft>
              </a:pPr>
              <a:r>
                <a:rPr sz="2736" b="1" i="0">
                  <a:solidFill>
                    <a:srgbClr val="929DAA"/>
                  </a:solidFill>
                  <a:latin typeface="Times New Roman"/>
                  <a:ea typeface="Times New Roman"/>
                </a:rPr>
                <a:t>Modulator</a:t>
              </a:r>
            </a:p>
          </p:txBody>
        </p:sp>
        <p:sp>
          <p:nvSpPr>
            <p:cNvPr id="287" name="Dynamic Edge&#10;Modulator"/>
            <p:cNvSpPr txBox="1"/>
            <p:nvPr/>
          </p:nvSpPr>
          <p:spPr>
            <a:xfrm>
              <a:off x="5381244" y="5765292"/>
              <a:ext cx="2843784" cy="740664"/>
            </a:xfrm>
            <a:prstGeom prst="rect">
              <a:avLst/>
            </a:prstGeom>
            <a:noFill/>
            <a:ln>
              <a:noFill/>
            </a:ln>
            <a:effectLst/>
          </p:spPr>
          <p:txBody>
            <a:bodyPr wrap="none" lIns="0" rIns="0" tIns="0" bIns="0" anchor="ctr">
              <a:spAutoFit/>
            </a:bodyPr>
            <a:lstStyle/>
            <a:p>
              <a:pPr algn="ctr">
                <a:lnSpc>
                  <a:spcPts val="3119"/>
                </a:lnSpc>
                <a:spcBef>
                  <a:spcPts val="0"/>
                </a:spcBef>
                <a:spcAft>
                  <a:spcPts val="0"/>
                </a:spcAft>
              </a:pPr>
              <a:r>
                <a:rPr sz="2736" b="1" i="0">
                  <a:solidFill>
                    <a:srgbClr val="3D6DB6"/>
                  </a:solidFill>
                  <a:latin typeface="Times New Roman"/>
                  <a:ea typeface="Times New Roman"/>
                </a:rPr>
                <a:t>Dynamic Edge</a:t>
              </a:r>
            </a:p>
            <a:p>
              <a:pPr algn="ctr">
                <a:lnSpc>
                  <a:spcPts val="3119"/>
                </a:lnSpc>
                <a:spcBef>
                  <a:spcPts val="0"/>
                </a:spcBef>
                <a:spcAft>
                  <a:spcPts val="0"/>
                </a:spcAft>
              </a:pPr>
              <a:r>
                <a:rPr sz="2736" b="1" i="0">
                  <a:solidFill>
                    <a:srgbClr val="3D6DB6"/>
                  </a:solidFill>
                  <a:latin typeface="Times New Roman"/>
                  <a:ea typeface="Times New Roman"/>
                </a:rPr>
                <a:t>Modulator</a:t>
              </a:r>
            </a:p>
          </p:txBody>
        </p:sp>
        <p:sp>
          <p:nvSpPr>
            <p:cNvPr id="288" name="Arrow shaft"/>
            <p:cNvSpPr/>
            <p:nvPr/>
          </p:nvSpPr>
          <p:spPr>
            <a:xfrm>
              <a:off x="1929384" y="7662672"/>
              <a:ext cx="356616" cy="0"/>
            </a:xfrm>
            <a:custGeom>
              <a:avLst/>
              <a:gdLst/>
              <a:ahLst/>
              <a:cxnLst/>
              <a:rect l="l" t="t" r="r" b="b"/>
              <a:pathLst>
                <a:path w="39" h="0">
                  <a:moveTo>
                    <a:pt x="0" y="0"/>
                  </a:moveTo>
                  <a:lnTo>
                    <a:pt x="39" y="0"/>
                  </a:lnTo>
                </a:path>
              </a:pathLst>
            </a:custGeom>
            <a:noFill/>
            <a:ln w="54864" cap="flat">
              <a:solidFill>
                <a:srgbClr val="000000"/>
              </a:solidFill>
              <a:miter lim="800000"/>
            </a:ln>
            <a:effectLst/>
          </p:spPr>
          <p:txBody>
            <a:bodyPr rtlCol="0" anchor="ctr"/>
            <a:lstStyle/>
            <a:p>
              <a:pPr algn="ctr"/>
            </a:p>
          </p:txBody>
        </p:sp>
        <p:sp>
          <p:nvSpPr>
            <p:cNvPr id="289" name="Arrow head"/>
            <p:cNvSpPr/>
            <p:nvPr/>
          </p:nvSpPr>
          <p:spPr>
            <a:xfrm>
              <a:off x="2286000" y="7580376"/>
              <a:ext cx="182880" cy="164592"/>
            </a:xfrm>
            <a:custGeom>
              <a:avLst/>
              <a:gdLst/>
              <a:ahLst/>
              <a:cxnLst/>
              <a:rect l="l" t="t" r="r" b="b"/>
              <a:pathLst>
                <a:path w="20" h="18">
                  <a:moveTo>
                    <a:pt x="20" y="9"/>
                  </a:moveTo>
                  <a:lnTo>
                    <a:pt x="0" y="18"/>
                  </a:lnTo>
                  <a:lnTo>
                    <a:pt x="0" y="0"/>
                  </a:lnTo>
                  <a:close/>
                </a:path>
              </a:pathLst>
            </a:custGeom>
            <a:solidFill>
              <a:srgbClr val="000000"/>
            </a:solidFill>
            <a:ln>
              <a:noFill/>
            </a:ln>
            <a:effectLst/>
          </p:spPr>
          <p:txBody>
            <a:bodyPr rtlCol="0" anchor="ctr"/>
            <a:lstStyle/>
            <a:p>
              <a:pPr algn="ctr"/>
            </a:p>
          </p:txBody>
        </p:sp>
        <p:sp>
          <p:nvSpPr>
            <p:cNvPr id="290" name="Arrow shaft"/>
            <p:cNvSpPr/>
            <p:nvPr/>
          </p:nvSpPr>
          <p:spPr>
            <a:xfrm>
              <a:off x="3136392" y="6693408"/>
              <a:ext cx="457200" cy="0"/>
            </a:xfrm>
            <a:custGeom>
              <a:avLst/>
              <a:gdLst/>
              <a:ahLst/>
              <a:cxnLst/>
              <a:rect l="l" t="t" r="r" b="b"/>
              <a:pathLst>
                <a:path w="50" h="0">
                  <a:moveTo>
                    <a:pt x="0" y="0"/>
                  </a:moveTo>
                  <a:lnTo>
                    <a:pt x="50" y="0"/>
                  </a:lnTo>
                </a:path>
              </a:pathLst>
            </a:custGeom>
            <a:noFill/>
            <a:ln w="54864" cap="flat">
              <a:solidFill>
                <a:srgbClr val="000000"/>
              </a:solidFill>
              <a:miter lim="800000"/>
            </a:ln>
            <a:effectLst/>
          </p:spPr>
          <p:txBody>
            <a:bodyPr rtlCol="0" anchor="ctr"/>
            <a:lstStyle/>
            <a:p>
              <a:pPr algn="ctr"/>
            </a:p>
          </p:txBody>
        </p:sp>
        <p:sp>
          <p:nvSpPr>
            <p:cNvPr id="291" name="Arrow head"/>
            <p:cNvSpPr/>
            <p:nvPr/>
          </p:nvSpPr>
          <p:spPr>
            <a:xfrm>
              <a:off x="3593592" y="6611112"/>
              <a:ext cx="182880" cy="164592"/>
            </a:xfrm>
            <a:custGeom>
              <a:avLst/>
              <a:gdLst/>
              <a:ahLst/>
              <a:cxnLst/>
              <a:rect l="l" t="t" r="r" b="b"/>
              <a:pathLst>
                <a:path w="20" h="18">
                  <a:moveTo>
                    <a:pt x="20" y="9"/>
                  </a:moveTo>
                  <a:lnTo>
                    <a:pt x="0" y="18"/>
                  </a:lnTo>
                  <a:lnTo>
                    <a:pt x="0" y="0"/>
                  </a:lnTo>
                  <a:close/>
                </a:path>
              </a:pathLst>
            </a:custGeom>
            <a:solidFill>
              <a:srgbClr val="000000"/>
            </a:solidFill>
            <a:ln>
              <a:noFill/>
            </a:ln>
            <a:effectLst/>
          </p:spPr>
          <p:txBody>
            <a:bodyPr rtlCol="0" anchor="ctr"/>
            <a:lstStyle/>
            <a:p>
              <a:pPr algn="ctr"/>
            </a:p>
          </p:txBody>
        </p:sp>
        <p:sp>
          <p:nvSpPr>
            <p:cNvPr id="292" name="Arrow shaft"/>
            <p:cNvSpPr/>
            <p:nvPr/>
          </p:nvSpPr>
          <p:spPr>
            <a:xfrm>
              <a:off x="3136392" y="8394192"/>
              <a:ext cx="457200" cy="0"/>
            </a:xfrm>
            <a:custGeom>
              <a:avLst/>
              <a:gdLst/>
              <a:ahLst/>
              <a:cxnLst/>
              <a:rect l="l" t="t" r="r" b="b"/>
              <a:pathLst>
                <a:path w="50" h="0">
                  <a:moveTo>
                    <a:pt x="0" y="0"/>
                  </a:moveTo>
                  <a:lnTo>
                    <a:pt x="50" y="0"/>
                  </a:lnTo>
                </a:path>
              </a:pathLst>
            </a:custGeom>
            <a:noFill/>
            <a:ln w="54864" cap="flat">
              <a:solidFill>
                <a:srgbClr val="000000"/>
              </a:solidFill>
              <a:miter lim="800000"/>
            </a:ln>
            <a:effectLst/>
          </p:spPr>
          <p:txBody>
            <a:bodyPr rtlCol="0" anchor="ctr"/>
            <a:lstStyle/>
            <a:p>
              <a:pPr algn="ctr"/>
            </a:p>
          </p:txBody>
        </p:sp>
        <p:sp>
          <p:nvSpPr>
            <p:cNvPr id="293" name="Arrow head"/>
            <p:cNvSpPr/>
            <p:nvPr/>
          </p:nvSpPr>
          <p:spPr>
            <a:xfrm>
              <a:off x="3593592" y="8311896"/>
              <a:ext cx="182880" cy="164592"/>
            </a:xfrm>
            <a:custGeom>
              <a:avLst/>
              <a:gdLst/>
              <a:ahLst/>
              <a:cxnLst/>
              <a:rect l="l" t="t" r="r" b="b"/>
              <a:pathLst>
                <a:path w="20" h="18">
                  <a:moveTo>
                    <a:pt x="20" y="9"/>
                  </a:moveTo>
                  <a:lnTo>
                    <a:pt x="0" y="18"/>
                  </a:lnTo>
                  <a:lnTo>
                    <a:pt x="0" y="0"/>
                  </a:lnTo>
                  <a:close/>
                </a:path>
              </a:pathLst>
            </a:custGeom>
            <a:solidFill>
              <a:srgbClr val="000000"/>
            </a:solidFill>
            <a:ln>
              <a:noFill/>
            </a:ln>
            <a:effectLst/>
          </p:spPr>
          <p:txBody>
            <a:bodyPr rtlCol="0" anchor="ctr"/>
            <a:lstStyle/>
            <a:p>
              <a:pPr algn="ctr"/>
            </a:p>
          </p:txBody>
        </p:sp>
        <p:sp>
          <p:nvSpPr>
            <p:cNvPr id="294" name="Arrow shaft"/>
            <p:cNvSpPr/>
            <p:nvPr/>
          </p:nvSpPr>
          <p:spPr>
            <a:xfrm>
              <a:off x="4727448" y="8394192"/>
              <a:ext cx="201168" cy="0"/>
            </a:xfrm>
            <a:custGeom>
              <a:avLst/>
              <a:gdLst/>
              <a:ahLst/>
              <a:cxnLst/>
              <a:rect l="l" t="t" r="r" b="b"/>
              <a:pathLst>
                <a:path w="22" h="0">
                  <a:moveTo>
                    <a:pt x="0" y="0"/>
                  </a:moveTo>
                  <a:lnTo>
                    <a:pt x="22" y="0"/>
                  </a:lnTo>
                </a:path>
              </a:pathLst>
            </a:custGeom>
            <a:noFill/>
            <a:ln w="54864" cap="flat">
              <a:solidFill>
                <a:srgbClr val="000000"/>
              </a:solidFill>
              <a:miter lim="800000"/>
            </a:ln>
            <a:effectLst/>
          </p:spPr>
          <p:txBody>
            <a:bodyPr rtlCol="0" anchor="ctr"/>
            <a:lstStyle/>
            <a:p>
              <a:pPr algn="ctr"/>
            </a:p>
          </p:txBody>
        </p:sp>
        <p:sp>
          <p:nvSpPr>
            <p:cNvPr id="295" name="Arrow head"/>
            <p:cNvSpPr/>
            <p:nvPr/>
          </p:nvSpPr>
          <p:spPr>
            <a:xfrm>
              <a:off x="4928616" y="8311896"/>
              <a:ext cx="173736" cy="164592"/>
            </a:xfrm>
            <a:custGeom>
              <a:avLst/>
              <a:gdLst/>
              <a:ahLst/>
              <a:cxnLst/>
              <a:rect l="l" t="t" r="r" b="b"/>
              <a:pathLst>
                <a:path w="19" h="18">
                  <a:moveTo>
                    <a:pt x="19" y="9"/>
                  </a:moveTo>
                  <a:lnTo>
                    <a:pt x="0" y="18"/>
                  </a:lnTo>
                  <a:lnTo>
                    <a:pt x="0" y="0"/>
                  </a:lnTo>
                  <a:close/>
                </a:path>
              </a:pathLst>
            </a:custGeom>
            <a:solidFill>
              <a:srgbClr val="000000"/>
            </a:solidFill>
            <a:ln>
              <a:noFill/>
            </a:ln>
            <a:effectLst/>
          </p:spPr>
          <p:txBody>
            <a:bodyPr rtlCol="0" anchor="ctr"/>
            <a:lstStyle/>
            <a:p>
              <a:pPr algn="ctr"/>
            </a:p>
          </p:txBody>
        </p:sp>
        <p:sp>
          <p:nvSpPr>
            <p:cNvPr id="296" name="Arrow shaft"/>
            <p:cNvSpPr/>
            <p:nvPr/>
          </p:nvSpPr>
          <p:spPr>
            <a:xfrm>
              <a:off x="5687568" y="8394192"/>
              <a:ext cx="310896" cy="0"/>
            </a:xfrm>
            <a:custGeom>
              <a:avLst/>
              <a:gdLst/>
              <a:ahLst/>
              <a:cxnLst/>
              <a:rect l="l" t="t" r="r" b="b"/>
              <a:pathLst>
                <a:path w="34" h="0">
                  <a:moveTo>
                    <a:pt x="0" y="0"/>
                  </a:moveTo>
                  <a:lnTo>
                    <a:pt x="34" y="0"/>
                  </a:lnTo>
                </a:path>
              </a:pathLst>
            </a:custGeom>
            <a:noFill/>
            <a:ln w="54864" cap="flat">
              <a:solidFill>
                <a:srgbClr val="000000"/>
              </a:solidFill>
              <a:miter lim="800000"/>
            </a:ln>
            <a:effectLst/>
          </p:spPr>
          <p:txBody>
            <a:bodyPr rtlCol="0" anchor="ctr"/>
            <a:lstStyle/>
            <a:p>
              <a:pPr algn="ctr"/>
            </a:p>
          </p:txBody>
        </p:sp>
        <p:sp>
          <p:nvSpPr>
            <p:cNvPr id="297" name="Arrow head"/>
            <p:cNvSpPr/>
            <p:nvPr/>
          </p:nvSpPr>
          <p:spPr>
            <a:xfrm>
              <a:off x="5998464" y="8311896"/>
              <a:ext cx="173736" cy="164592"/>
            </a:xfrm>
            <a:custGeom>
              <a:avLst/>
              <a:gdLst/>
              <a:ahLst/>
              <a:cxnLst/>
              <a:rect l="l" t="t" r="r" b="b"/>
              <a:pathLst>
                <a:path w="19" h="18">
                  <a:moveTo>
                    <a:pt x="19" y="9"/>
                  </a:moveTo>
                  <a:lnTo>
                    <a:pt x="0" y="18"/>
                  </a:lnTo>
                  <a:lnTo>
                    <a:pt x="0" y="0"/>
                  </a:lnTo>
                  <a:close/>
                </a:path>
              </a:pathLst>
            </a:custGeom>
            <a:solidFill>
              <a:srgbClr val="000000"/>
            </a:solidFill>
            <a:ln>
              <a:noFill/>
            </a:ln>
            <a:effectLst/>
          </p:spPr>
          <p:txBody>
            <a:bodyPr rtlCol="0" anchor="ctr"/>
            <a:lstStyle/>
            <a:p>
              <a:pPr algn="ctr"/>
            </a:p>
          </p:txBody>
        </p:sp>
        <p:sp>
          <p:nvSpPr>
            <p:cNvPr id="298" name="Arrow shaft"/>
            <p:cNvSpPr/>
            <p:nvPr/>
          </p:nvSpPr>
          <p:spPr>
            <a:xfrm>
              <a:off x="6757416" y="8394192"/>
              <a:ext cx="466344" cy="0"/>
            </a:xfrm>
            <a:custGeom>
              <a:avLst/>
              <a:gdLst/>
              <a:ahLst/>
              <a:cxnLst/>
              <a:rect l="l" t="t" r="r" b="b"/>
              <a:pathLst>
                <a:path w="51" h="0">
                  <a:moveTo>
                    <a:pt x="0" y="0"/>
                  </a:moveTo>
                  <a:lnTo>
                    <a:pt x="51" y="0"/>
                  </a:lnTo>
                </a:path>
              </a:pathLst>
            </a:custGeom>
            <a:noFill/>
            <a:ln w="54864" cap="flat">
              <a:solidFill>
                <a:srgbClr val="000000"/>
              </a:solidFill>
              <a:miter lim="800000"/>
            </a:ln>
            <a:effectLst/>
          </p:spPr>
          <p:txBody>
            <a:bodyPr rtlCol="0" anchor="ctr"/>
            <a:lstStyle/>
            <a:p>
              <a:pPr algn="ctr"/>
            </a:p>
          </p:txBody>
        </p:sp>
        <p:sp>
          <p:nvSpPr>
            <p:cNvPr id="299" name="Arrow head"/>
            <p:cNvSpPr/>
            <p:nvPr/>
          </p:nvSpPr>
          <p:spPr>
            <a:xfrm>
              <a:off x="7223760" y="8311896"/>
              <a:ext cx="182880" cy="164592"/>
            </a:xfrm>
            <a:custGeom>
              <a:avLst/>
              <a:gdLst/>
              <a:ahLst/>
              <a:cxnLst/>
              <a:rect l="l" t="t" r="r" b="b"/>
              <a:pathLst>
                <a:path w="20" h="18">
                  <a:moveTo>
                    <a:pt x="20" y="9"/>
                  </a:moveTo>
                  <a:lnTo>
                    <a:pt x="0" y="18"/>
                  </a:lnTo>
                  <a:lnTo>
                    <a:pt x="0" y="0"/>
                  </a:lnTo>
                  <a:close/>
                </a:path>
              </a:pathLst>
            </a:custGeom>
            <a:solidFill>
              <a:srgbClr val="000000"/>
            </a:solidFill>
            <a:ln>
              <a:noFill/>
            </a:ln>
            <a:effectLst/>
          </p:spPr>
          <p:txBody>
            <a:bodyPr rtlCol="0" anchor="ctr"/>
            <a:lstStyle/>
            <a:p>
              <a:pPr algn="ctr"/>
            </a:p>
          </p:txBody>
        </p:sp>
        <p:sp>
          <p:nvSpPr>
            <p:cNvPr id="300" name="Rectangle"/>
            <p:cNvSpPr/>
            <p:nvPr/>
          </p:nvSpPr>
          <p:spPr>
            <a:xfrm>
              <a:off x="786384" y="7068312"/>
              <a:ext cx="1161288" cy="1179576"/>
            </a:xfrm>
            <a:prstGeom prst="roundRect">
              <a:avLst>
                <a:gd name="adj" fmla="val 15748"/>
              </a:avLst>
            </a:prstGeom>
            <a:solidFill>
              <a:srgbClr val="B8C6CF"/>
            </a:solidFill>
            <a:ln>
              <a:noFill/>
            </a:ln>
            <a:effectLst/>
          </p:spPr>
          <p:txBody>
            <a:bodyPr rtlCol="0" anchor="ctr"/>
            <a:lstStyle/>
            <a:p>
              <a:pPr algn="ctr"/>
            </a:p>
          </p:txBody>
        </p:sp>
        <p:sp>
          <p:nvSpPr>
            <p:cNvPr id="301" name="Connector"/>
            <p:cNvSpPr/>
            <p:nvPr/>
          </p:nvSpPr>
          <p:spPr>
            <a:xfrm>
              <a:off x="1078992" y="7452360"/>
              <a:ext cx="576072" cy="502920"/>
            </a:xfrm>
            <a:custGeom>
              <a:avLst/>
              <a:gdLst/>
              <a:ahLst/>
              <a:cxnLst/>
              <a:rect l="l" t="t" r="r" b="b"/>
              <a:pathLst>
                <a:path w="63" h="55">
                  <a:moveTo>
                    <a:pt x="0" y="0"/>
                  </a:moveTo>
                  <a:lnTo>
                    <a:pt x="63" y="55"/>
                  </a:lnTo>
                </a:path>
              </a:pathLst>
            </a:custGeom>
            <a:noFill/>
            <a:ln w="36576" cap="flat">
              <a:solidFill>
                <a:srgbClr val="507DCC"/>
              </a:solidFill>
              <a:custDash>
                <a:ds d="250000" sp="100000"/>
              </a:custDash>
              <a:miter lim="800000"/>
            </a:ln>
            <a:effectLst/>
          </p:spPr>
          <p:txBody>
            <a:bodyPr rtlCol="0" anchor="ctr"/>
            <a:lstStyle/>
            <a:p>
              <a:pPr algn="ctr"/>
            </a:p>
          </p:txBody>
        </p:sp>
        <p:sp>
          <p:nvSpPr>
            <p:cNvPr id="302" name="Node"/>
            <p:cNvSpPr/>
            <p:nvPr/>
          </p:nvSpPr>
          <p:spPr>
            <a:xfrm>
              <a:off x="955548" y="7328916"/>
              <a:ext cx="246888" cy="246888"/>
            </a:xfrm>
            <a:prstGeom prst="ellipse">
              <a:avLst/>
            </a:prstGeom>
            <a:solidFill>
              <a:srgbClr val="4475CD"/>
            </a:solidFill>
            <a:ln w="18288" cap="flat">
              <a:solidFill>
                <a:srgbClr val="000000"/>
              </a:solidFill>
              <a:miter lim="800000"/>
            </a:ln>
            <a:effectLst/>
          </p:spPr>
          <p:txBody>
            <a:bodyPr rtlCol="0" anchor="ctr"/>
            <a:lstStyle/>
            <a:p>
              <a:pPr algn="ctr"/>
            </a:p>
          </p:txBody>
        </p:sp>
        <p:sp>
          <p:nvSpPr>
            <p:cNvPr id="303" name="Node"/>
            <p:cNvSpPr/>
            <p:nvPr/>
          </p:nvSpPr>
          <p:spPr>
            <a:xfrm>
              <a:off x="1531620" y="7831836"/>
              <a:ext cx="246888" cy="246888"/>
            </a:xfrm>
            <a:prstGeom prst="ellipse">
              <a:avLst/>
            </a:prstGeom>
            <a:solidFill>
              <a:srgbClr val="D1D8E1"/>
            </a:solidFill>
            <a:ln w="18288" cap="flat">
              <a:solidFill>
                <a:srgbClr val="000000"/>
              </a:solidFill>
              <a:miter lim="800000"/>
            </a:ln>
            <a:effectLst/>
          </p:spPr>
          <p:txBody>
            <a:bodyPr rtlCol="0" anchor="ctr"/>
            <a:lstStyle/>
            <a:p>
              <a:pPr algn="ctr"/>
            </a:p>
          </p:txBody>
        </p:sp>
        <p:sp>
          <p:nvSpPr>
            <p:cNvPr id="304" name="Rectangle"/>
            <p:cNvSpPr/>
            <p:nvPr/>
          </p:nvSpPr>
          <p:spPr>
            <a:xfrm>
              <a:off x="2468880" y="6364224"/>
              <a:ext cx="667512" cy="2596896"/>
            </a:xfrm>
            <a:prstGeom prst="roundRect">
              <a:avLst>
                <a:gd name="adj" fmla="val 17808"/>
              </a:avLst>
            </a:prstGeom>
            <a:solidFill>
              <a:srgbClr val="F7BC7B"/>
            </a:solidFill>
            <a:ln w="9144" cap="flat">
              <a:solidFill>
                <a:srgbClr val="F6CC91"/>
              </a:solidFill>
              <a:miter lim="800000"/>
            </a:ln>
            <a:effectLst/>
          </p:spPr>
          <p:txBody>
            <a:bodyPr rtlCol="0" anchor="ctr"/>
            <a:lstStyle/>
            <a:p>
              <a:pPr algn="ctr"/>
            </a:p>
          </p:txBody>
        </p:sp>
        <p:sp>
          <p:nvSpPr>
            <p:cNvPr id="305" name="Edge Gating"/>
            <p:cNvSpPr txBox="1"/>
            <p:nvPr/>
          </p:nvSpPr>
          <p:spPr>
            <a:xfrm rot="5400000">
              <a:off x="1549908" y="7356348"/>
              <a:ext cx="2496312" cy="612648"/>
            </a:xfrm>
            <a:prstGeom prst="rect">
              <a:avLst/>
            </a:prstGeom>
            <a:noFill/>
            <a:ln>
              <a:noFill/>
            </a:ln>
            <a:effectLst/>
          </p:spPr>
          <p:txBody>
            <a:bodyPr wrap="none" lIns="0" rIns="0" tIns="0" bIns="0" anchor="ctr">
              <a:spAutoFit/>
            </a:bodyPr>
            <a:lstStyle/>
            <a:p>
              <a:pPr algn="ctr">
                <a:lnSpc>
                  <a:spcPts val="3036"/>
                </a:lnSpc>
                <a:spcBef>
                  <a:spcPts val="0"/>
                </a:spcBef>
                <a:spcAft>
                  <a:spcPts val="0"/>
                </a:spcAft>
              </a:pPr>
              <a:r>
                <a:rPr sz="2664" b="1" i="0">
                  <a:solidFill>
                    <a:srgbClr val="000000"/>
                  </a:solidFill>
                  <a:latin typeface="Times New Roman"/>
                  <a:ea typeface="Times New Roman"/>
                </a:rPr>
                <a:t>Edge Gating</a:t>
              </a:r>
            </a:p>
          </p:txBody>
        </p:sp>
        <p:sp>
          <p:nvSpPr>
            <p:cNvPr id="306" name="Rectangle"/>
            <p:cNvSpPr/>
            <p:nvPr/>
          </p:nvSpPr>
          <p:spPr>
            <a:xfrm>
              <a:off x="3776472" y="6153912"/>
              <a:ext cx="950976" cy="1042416"/>
            </a:xfrm>
            <a:prstGeom prst="roundRect">
              <a:avLst>
                <a:gd name="adj" fmla="val 18269"/>
              </a:avLst>
            </a:prstGeom>
            <a:solidFill>
              <a:srgbClr val="B8C6CF"/>
            </a:solidFill>
            <a:ln>
              <a:noFill/>
            </a:ln>
            <a:effectLst/>
          </p:spPr>
          <p:txBody>
            <a:bodyPr rtlCol="0" anchor="ctr"/>
            <a:lstStyle/>
            <a:p>
              <a:pPr algn="ctr"/>
            </a:p>
          </p:txBody>
        </p:sp>
        <p:sp>
          <p:nvSpPr>
            <p:cNvPr id="307" name="Node"/>
            <p:cNvSpPr/>
            <p:nvPr/>
          </p:nvSpPr>
          <p:spPr>
            <a:xfrm>
              <a:off x="3908146" y="6395314"/>
              <a:ext cx="212141" cy="212141"/>
            </a:xfrm>
            <a:prstGeom prst="ellipse">
              <a:avLst/>
            </a:prstGeom>
            <a:solidFill>
              <a:srgbClr val="4475CD"/>
            </a:solidFill>
            <a:ln w="18288" cap="flat">
              <a:solidFill>
                <a:srgbClr val="000000"/>
              </a:solidFill>
              <a:miter lim="800000"/>
            </a:ln>
            <a:effectLst/>
          </p:spPr>
          <p:txBody>
            <a:bodyPr rtlCol="0" anchor="ctr"/>
            <a:lstStyle/>
            <a:p>
              <a:pPr algn="ctr"/>
            </a:p>
          </p:txBody>
        </p:sp>
        <p:sp>
          <p:nvSpPr>
            <p:cNvPr id="308" name="Node"/>
            <p:cNvSpPr/>
            <p:nvPr/>
          </p:nvSpPr>
          <p:spPr>
            <a:xfrm>
              <a:off x="4374490" y="6825082"/>
              <a:ext cx="212141" cy="212141"/>
            </a:xfrm>
            <a:prstGeom prst="ellipse">
              <a:avLst/>
            </a:prstGeom>
            <a:solidFill>
              <a:srgbClr val="D2D9E0"/>
            </a:solidFill>
            <a:ln w="18288" cap="flat">
              <a:solidFill>
                <a:srgbClr val="000000"/>
              </a:solidFill>
              <a:miter lim="800000"/>
            </a:ln>
            <a:effectLst/>
          </p:spPr>
          <p:txBody>
            <a:bodyPr rtlCol="0" anchor="ctr"/>
            <a:lstStyle/>
            <a:p>
              <a:pPr algn="ctr"/>
            </a:p>
          </p:txBody>
        </p:sp>
        <p:sp>
          <p:nvSpPr>
            <p:cNvPr id="309" name="Rectangle"/>
            <p:cNvSpPr/>
            <p:nvPr/>
          </p:nvSpPr>
          <p:spPr>
            <a:xfrm>
              <a:off x="3776472" y="7872984"/>
              <a:ext cx="950976" cy="1033272"/>
            </a:xfrm>
            <a:prstGeom prst="roundRect">
              <a:avLst>
                <a:gd name="adj" fmla="val 19230"/>
              </a:avLst>
            </a:prstGeom>
            <a:solidFill>
              <a:srgbClr val="B8C6CF"/>
            </a:solidFill>
            <a:ln>
              <a:noFill/>
            </a:ln>
            <a:effectLst/>
          </p:spPr>
          <p:txBody>
            <a:bodyPr rtlCol="0" anchor="ctr"/>
            <a:lstStyle/>
            <a:p>
              <a:pPr algn="ctr"/>
            </a:p>
          </p:txBody>
        </p:sp>
        <p:sp>
          <p:nvSpPr>
            <p:cNvPr id="310" name="Connector"/>
            <p:cNvSpPr/>
            <p:nvPr/>
          </p:nvSpPr>
          <p:spPr>
            <a:xfrm>
              <a:off x="4014216" y="8211312"/>
              <a:ext cx="466344" cy="429768"/>
            </a:xfrm>
            <a:custGeom>
              <a:avLst/>
              <a:gdLst/>
              <a:ahLst/>
              <a:cxnLst/>
              <a:rect l="l" t="t" r="r" b="b"/>
              <a:pathLst>
                <a:path w="51" h="47">
                  <a:moveTo>
                    <a:pt x="0" y="0"/>
                  </a:moveTo>
                  <a:lnTo>
                    <a:pt x="51" y="47"/>
                  </a:lnTo>
                </a:path>
              </a:pathLst>
            </a:custGeom>
            <a:noFill/>
            <a:ln w="36576" cap="flat">
              <a:solidFill>
                <a:srgbClr val="4676CD"/>
              </a:solidFill>
              <a:miter lim="800000"/>
            </a:ln>
            <a:effectLst/>
          </p:spPr>
          <p:txBody>
            <a:bodyPr rtlCol="0" anchor="ctr"/>
            <a:lstStyle/>
            <a:p>
              <a:pPr algn="ctr"/>
            </a:p>
          </p:txBody>
        </p:sp>
        <p:sp>
          <p:nvSpPr>
            <p:cNvPr id="311" name="Node"/>
            <p:cNvSpPr/>
            <p:nvPr/>
          </p:nvSpPr>
          <p:spPr>
            <a:xfrm>
              <a:off x="3908146" y="8105242"/>
              <a:ext cx="212141" cy="212141"/>
            </a:xfrm>
            <a:prstGeom prst="ellipse">
              <a:avLst/>
            </a:prstGeom>
            <a:solidFill>
              <a:srgbClr val="4475CD"/>
            </a:solidFill>
            <a:ln w="18288" cap="flat">
              <a:solidFill>
                <a:srgbClr val="000000"/>
              </a:solidFill>
              <a:miter lim="800000"/>
            </a:ln>
            <a:effectLst/>
          </p:spPr>
          <p:txBody>
            <a:bodyPr rtlCol="0" anchor="ctr"/>
            <a:lstStyle/>
            <a:p>
              <a:pPr algn="ctr"/>
            </a:p>
          </p:txBody>
        </p:sp>
        <p:sp>
          <p:nvSpPr>
            <p:cNvPr id="312" name="Node"/>
            <p:cNvSpPr/>
            <p:nvPr/>
          </p:nvSpPr>
          <p:spPr>
            <a:xfrm>
              <a:off x="4374490" y="8535010"/>
              <a:ext cx="212141" cy="212141"/>
            </a:xfrm>
            <a:prstGeom prst="ellipse">
              <a:avLst/>
            </a:prstGeom>
            <a:solidFill>
              <a:srgbClr val="D2D9E0"/>
            </a:solidFill>
            <a:ln w="18288" cap="flat">
              <a:solidFill>
                <a:srgbClr val="000000"/>
              </a:solidFill>
              <a:miter lim="800000"/>
            </a:ln>
            <a:effectLst/>
          </p:spPr>
          <p:txBody>
            <a:bodyPr rtlCol="0" anchor="ctr"/>
            <a:lstStyle/>
            <a:p>
              <a:pPr algn="ctr"/>
            </a:p>
          </p:txBody>
        </p:sp>
        <p:sp>
          <p:nvSpPr>
            <p:cNvPr id="313" name="Rectangle"/>
            <p:cNvSpPr/>
            <p:nvPr/>
          </p:nvSpPr>
          <p:spPr>
            <a:xfrm>
              <a:off x="5102352" y="7141464"/>
              <a:ext cx="594360" cy="2532888"/>
            </a:xfrm>
            <a:prstGeom prst="rect">
              <a:avLst/>
            </a:prstGeom>
            <a:solidFill>
              <a:srgbClr val="DD969B"/>
            </a:solidFill>
            <a:ln>
              <a:noFill/>
            </a:ln>
            <a:effectLst/>
          </p:spPr>
          <p:txBody>
            <a:bodyPr rtlCol="0" anchor="ctr"/>
            <a:lstStyle/>
            <a:p>
              <a:pPr algn="ctr"/>
            </a:p>
          </p:txBody>
        </p:sp>
        <p:sp>
          <p:nvSpPr>
            <p:cNvPr id="314" name="Attention Net"/>
            <p:cNvSpPr txBox="1"/>
            <p:nvPr/>
          </p:nvSpPr>
          <p:spPr>
            <a:xfrm rot="5400000">
              <a:off x="4183380" y="8101584"/>
              <a:ext cx="2423160" cy="585216"/>
            </a:xfrm>
            <a:prstGeom prst="rect">
              <a:avLst/>
            </a:prstGeom>
            <a:noFill/>
            <a:ln>
              <a:noFill/>
            </a:ln>
            <a:effectLst/>
          </p:spPr>
          <p:txBody>
            <a:bodyPr wrap="none" lIns="0" rIns="0" tIns="0" bIns="0" anchor="ctr">
              <a:spAutoFit/>
            </a:bodyPr>
            <a:lstStyle/>
            <a:p>
              <a:pPr algn="ctr">
                <a:lnSpc>
                  <a:spcPts val="2954"/>
                </a:lnSpc>
                <a:spcBef>
                  <a:spcPts val="0"/>
                </a:spcBef>
                <a:spcAft>
                  <a:spcPts val="0"/>
                </a:spcAft>
              </a:pPr>
              <a:r>
                <a:rPr sz="2592" b="1" i="0">
                  <a:solidFill>
                    <a:srgbClr val="000000"/>
                  </a:solidFill>
                  <a:latin typeface="Times New Roman"/>
                  <a:ea typeface="Times New Roman"/>
                </a:rPr>
                <a:t>Attention Net</a:t>
              </a:r>
            </a:p>
          </p:txBody>
        </p:sp>
        <p:sp>
          <p:nvSpPr>
            <p:cNvPr id="315" name="Rectangle"/>
            <p:cNvSpPr/>
            <p:nvPr/>
          </p:nvSpPr>
          <p:spPr>
            <a:xfrm>
              <a:off x="6172200" y="7141464"/>
              <a:ext cx="594360" cy="2532888"/>
            </a:xfrm>
            <a:prstGeom prst="rect">
              <a:avLst/>
            </a:prstGeom>
            <a:solidFill>
              <a:srgbClr val="8A9ECA"/>
            </a:solidFill>
            <a:ln>
              <a:noFill/>
            </a:ln>
            <a:effectLst/>
          </p:spPr>
          <p:txBody>
            <a:bodyPr rtlCol="0" anchor="ctr"/>
            <a:lstStyle/>
            <a:p>
              <a:pPr algn="ctr"/>
            </a:p>
          </p:txBody>
        </p:sp>
        <p:sp>
          <p:nvSpPr>
            <p:cNvPr id="316" name="Geographic Decay"/>
            <p:cNvSpPr txBox="1"/>
            <p:nvPr/>
          </p:nvSpPr>
          <p:spPr>
            <a:xfrm rot="5400000">
              <a:off x="5207508" y="8101584"/>
              <a:ext cx="2514600" cy="585216"/>
            </a:xfrm>
            <a:prstGeom prst="rect">
              <a:avLst/>
            </a:prstGeom>
            <a:noFill/>
            <a:ln>
              <a:noFill/>
            </a:ln>
            <a:effectLst/>
          </p:spPr>
          <p:txBody>
            <a:bodyPr wrap="none" lIns="0" rIns="0" tIns="0" bIns="0" anchor="ctr">
              <a:spAutoFit/>
            </a:bodyPr>
            <a:lstStyle/>
            <a:p>
              <a:pPr algn="ctr">
                <a:lnSpc>
                  <a:spcPts val="2790"/>
                </a:lnSpc>
                <a:spcBef>
                  <a:spcPts val="0"/>
                </a:spcBef>
                <a:spcAft>
                  <a:spcPts val="0"/>
                </a:spcAft>
              </a:pPr>
              <a:r>
                <a:rPr sz="2448" b="1" i="0">
                  <a:solidFill>
                    <a:srgbClr val="000000"/>
                  </a:solidFill>
                  <a:latin typeface="Times New Roman"/>
                  <a:ea typeface="Times New Roman"/>
                </a:rPr>
                <a:t>Geographic Decay</a:t>
              </a:r>
            </a:p>
          </p:txBody>
        </p:sp>
        <p:sp>
          <p:nvSpPr>
            <p:cNvPr id="317" name="Rectangle"/>
            <p:cNvSpPr/>
            <p:nvPr/>
          </p:nvSpPr>
          <p:spPr>
            <a:xfrm>
              <a:off x="7406640" y="7872984"/>
              <a:ext cx="950976" cy="1042416"/>
            </a:xfrm>
            <a:prstGeom prst="roundRect">
              <a:avLst>
                <a:gd name="adj" fmla="val 17307"/>
              </a:avLst>
            </a:prstGeom>
            <a:solidFill>
              <a:srgbClr val="B8C6CF"/>
            </a:solidFill>
            <a:ln>
              <a:noFill/>
            </a:ln>
            <a:effectLst/>
          </p:spPr>
          <p:txBody>
            <a:bodyPr rtlCol="0" anchor="ctr"/>
            <a:lstStyle/>
            <a:p>
              <a:pPr algn="ctr"/>
            </a:p>
          </p:txBody>
        </p:sp>
        <p:sp>
          <p:nvSpPr>
            <p:cNvPr id="318" name="Connector"/>
            <p:cNvSpPr/>
            <p:nvPr/>
          </p:nvSpPr>
          <p:spPr>
            <a:xfrm>
              <a:off x="7644384" y="8275320"/>
              <a:ext cx="466344" cy="429768"/>
            </a:xfrm>
            <a:custGeom>
              <a:avLst/>
              <a:gdLst/>
              <a:ahLst/>
              <a:cxnLst/>
              <a:rect l="l" t="t" r="r" b="b"/>
              <a:pathLst>
                <a:path w="51" h="47">
                  <a:moveTo>
                    <a:pt x="0" y="0"/>
                  </a:moveTo>
                  <a:lnTo>
                    <a:pt x="51" y="47"/>
                  </a:lnTo>
                </a:path>
              </a:pathLst>
            </a:custGeom>
            <a:noFill/>
            <a:ln w="29260" cap="flat">
              <a:solidFill>
                <a:srgbClr val="2D4E7D"/>
              </a:solidFill>
              <a:miter lim="800000"/>
            </a:ln>
            <a:effectLst/>
          </p:spPr>
          <p:txBody>
            <a:bodyPr rtlCol="0" anchor="ctr"/>
            <a:lstStyle/>
            <a:p>
              <a:pPr algn="ctr"/>
            </a:p>
          </p:txBody>
        </p:sp>
        <p:sp>
          <p:nvSpPr>
            <p:cNvPr id="319" name="Node"/>
            <p:cNvSpPr/>
            <p:nvPr/>
          </p:nvSpPr>
          <p:spPr>
            <a:xfrm>
              <a:off x="7538314" y="8169250"/>
              <a:ext cx="212141" cy="212141"/>
            </a:xfrm>
            <a:prstGeom prst="ellipse">
              <a:avLst/>
            </a:prstGeom>
            <a:solidFill>
              <a:srgbClr val="4475CD"/>
            </a:solidFill>
            <a:ln w="18288" cap="flat">
              <a:solidFill>
                <a:srgbClr val="000000"/>
              </a:solidFill>
              <a:miter lim="800000"/>
            </a:ln>
            <a:effectLst/>
          </p:spPr>
          <p:txBody>
            <a:bodyPr rtlCol="0" anchor="ctr"/>
            <a:lstStyle/>
            <a:p>
              <a:pPr algn="ctr"/>
            </a:p>
          </p:txBody>
        </p:sp>
        <p:sp>
          <p:nvSpPr>
            <p:cNvPr id="320" name="Node"/>
            <p:cNvSpPr/>
            <p:nvPr/>
          </p:nvSpPr>
          <p:spPr>
            <a:xfrm>
              <a:off x="8004658" y="8599018"/>
              <a:ext cx="212141" cy="212141"/>
            </a:xfrm>
            <a:prstGeom prst="ellipse">
              <a:avLst/>
            </a:prstGeom>
            <a:solidFill>
              <a:srgbClr val="D2D9E0"/>
            </a:solidFill>
            <a:ln w="18288" cap="flat">
              <a:solidFill>
                <a:srgbClr val="000000"/>
              </a:solidFill>
              <a:miter lim="800000"/>
            </a:ln>
            <a:effectLst/>
          </p:spPr>
          <p:txBody>
            <a:bodyPr rtlCol="0" anchor="ctr"/>
            <a:lstStyle/>
            <a:p>
              <a:pPr algn="ctr"/>
            </a:p>
          </p:txBody>
        </p:sp>
      </p:grpSp>
      <p:grpSp>
        <p:nvGrpSpPr>
          <p:cNvPr id="321" name="Probabilistic Forecast Diffuser detail"/>
          <p:cNvGrpSpPr/>
          <p:nvPr/>
        </p:nvGrpSpPr>
        <p:grpSpPr>
          <a:xfrm>
            <a:off x="9061704" y="5779008"/>
            <a:ext cx="8238744" cy="4069080"/>
            <a:chOff x="9061704" y="5779008"/>
            <a:chExt cx="8238744" cy="4069080"/>
          </a:xfrm>
        </p:grpSpPr>
        <p:sp>
          <p:nvSpPr>
            <p:cNvPr id="322" name="Rectangle"/>
            <p:cNvSpPr/>
            <p:nvPr/>
          </p:nvSpPr>
          <p:spPr>
            <a:xfrm>
              <a:off x="9061704" y="6053328"/>
              <a:ext cx="8238744" cy="3794760"/>
            </a:xfrm>
            <a:prstGeom prst="roundRect">
              <a:avLst>
                <a:gd name="adj" fmla="val 17108"/>
              </a:avLst>
            </a:prstGeom>
            <a:solidFill>
              <a:srgbClr val="FDE6C2"/>
            </a:solidFill>
            <a:ln>
              <a:noFill/>
            </a:ln>
            <a:effectLst/>
          </p:spPr>
          <p:txBody>
            <a:bodyPr rtlCol="0" anchor="ctr"/>
            <a:lstStyle/>
            <a:p>
              <a:pPr algn="ctr"/>
            </a:p>
          </p:txBody>
        </p:sp>
        <p:sp>
          <p:nvSpPr>
            <p:cNvPr id="323" name="Rectangle"/>
            <p:cNvSpPr/>
            <p:nvPr/>
          </p:nvSpPr>
          <p:spPr>
            <a:xfrm>
              <a:off x="9326880" y="5788152"/>
              <a:ext cx="2944368" cy="722376"/>
            </a:xfrm>
            <a:prstGeom prst="rect">
              <a:avLst/>
            </a:prstGeom>
            <a:solidFill>
              <a:srgbClr val="FCE8D3"/>
            </a:solidFill>
            <a:ln w="36576" cap="flat">
              <a:solidFill>
                <a:srgbClr val="F6A173"/>
              </a:solidFill>
              <a:miter lim="800000"/>
            </a:ln>
            <a:effectLst/>
          </p:spPr>
          <p:txBody>
            <a:bodyPr rtlCol="0" anchor="ctr"/>
            <a:lstStyle/>
            <a:p>
              <a:pPr algn="ctr"/>
            </a:p>
          </p:txBody>
        </p:sp>
        <p:sp>
          <p:nvSpPr>
            <p:cNvPr id="324" name="Probabilistic&#10;Forecast Diffuser shadow"/>
            <p:cNvSpPr txBox="1"/>
            <p:nvPr/>
          </p:nvSpPr>
          <p:spPr>
            <a:xfrm>
              <a:off x="9350654" y="5794553"/>
              <a:ext cx="2926080" cy="749808"/>
            </a:xfrm>
            <a:prstGeom prst="rect">
              <a:avLst/>
            </a:prstGeom>
            <a:noFill/>
            <a:ln>
              <a:noFill/>
            </a:ln>
            <a:effectLst/>
          </p:spPr>
          <p:txBody>
            <a:bodyPr wrap="none" lIns="0" rIns="0" tIns="0" bIns="0" anchor="ctr">
              <a:spAutoFit/>
            </a:bodyPr>
            <a:lstStyle/>
            <a:p>
              <a:pPr algn="ctr">
                <a:lnSpc>
                  <a:spcPts val="3036"/>
                </a:lnSpc>
                <a:spcBef>
                  <a:spcPts val="0"/>
                </a:spcBef>
                <a:spcAft>
                  <a:spcPts val="0"/>
                </a:spcAft>
              </a:pPr>
              <a:r>
                <a:rPr sz="2664" b="1" i="0">
                  <a:solidFill>
                    <a:srgbClr val="DBAB88"/>
                  </a:solidFill>
                  <a:latin typeface="Times New Roman"/>
                  <a:ea typeface="Times New Roman"/>
                </a:rPr>
                <a:t>Probabilistic</a:t>
              </a:r>
            </a:p>
            <a:p>
              <a:pPr algn="ctr">
                <a:lnSpc>
                  <a:spcPts val="3036"/>
                </a:lnSpc>
                <a:spcBef>
                  <a:spcPts val="0"/>
                </a:spcBef>
                <a:spcAft>
                  <a:spcPts val="0"/>
                </a:spcAft>
              </a:pPr>
              <a:r>
                <a:rPr sz="2664" b="1" i="0">
                  <a:solidFill>
                    <a:srgbClr val="DBAB88"/>
                  </a:solidFill>
                  <a:latin typeface="Times New Roman"/>
                  <a:ea typeface="Times New Roman"/>
                </a:rPr>
                <a:t>Forecast Diffuser</a:t>
              </a:r>
            </a:p>
          </p:txBody>
        </p:sp>
        <p:sp>
          <p:nvSpPr>
            <p:cNvPr id="325" name="Probabilistic&#10;Forecast Diffuser"/>
            <p:cNvSpPr txBox="1"/>
            <p:nvPr/>
          </p:nvSpPr>
          <p:spPr>
            <a:xfrm>
              <a:off x="9336024" y="5779008"/>
              <a:ext cx="2926080" cy="749808"/>
            </a:xfrm>
            <a:prstGeom prst="rect">
              <a:avLst/>
            </a:prstGeom>
            <a:noFill/>
            <a:ln>
              <a:noFill/>
            </a:ln>
            <a:effectLst/>
          </p:spPr>
          <p:txBody>
            <a:bodyPr wrap="none" lIns="0" rIns="0" tIns="0" bIns="0" anchor="ctr">
              <a:spAutoFit/>
            </a:bodyPr>
            <a:lstStyle/>
            <a:p>
              <a:pPr algn="ctr">
                <a:lnSpc>
                  <a:spcPts val="3036"/>
                </a:lnSpc>
                <a:spcBef>
                  <a:spcPts val="0"/>
                </a:spcBef>
                <a:spcAft>
                  <a:spcPts val="0"/>
                </a:spcAft>
              </a:pPr>
              <a:r>
                <a:rPr sz="2664" b="1" i="0">
                  <a:solidFill>
                    <a:srgbClr val="BC5C22"/>
                  </a:solidFill>
                  <a:latin typeface="Times New Roman"/>
                  <a:ea typeface="Times New Roman"/>
                </a:rPr>
                <a:t>Probabilistic</a:t>
              </a:r>
            </a:p>
            <a:p>
              <a:pPr algn="ctr">
                <a:lnSpc>
                  <a:spcPts val="3036"/>
                </a:lnSpc>
                <a:spcBef>
                  <a:spcPts val="0"/>
                </a:spcBef>
                <a:spcAft>
                  <a:spcPts val="0"/>
                </a:spcAft>
              </a:pPr>
              <a:r>
                <a:rPr sz="2664" b="1" i="0">
                  <a:solidFill>
                    <a:srgbClr val="BC5C22"/>
                  </a:solidFill>
                  <a:latin typeface="Times New Roman"/>
                  <a:ea typeface="Times New Roman"/>
                </a:rPr>
                <a:t>Forecast Diffuser</a:t>
              </a:r>
            </a:p>
          </p:txBody>
        </p:sp>
        <p:sp>
          <p:nvSpPr>
            <p:cNvPr id="326" name="Arrow shaft"/>
            <p:cNvSpPr/>
            <p:nvPr/>
          </p:nvSpPr>
          <p:spPr>
            <a:xfrm>
              <a:off x="9070848" y="7891272"/>
              <a:ext cx="749808" cy="18288"/>
            </a:xfrm>
            <a:custGeom>
              <a:avLst/>
              <a:gdLst/>
              <a:ahLst/>
              <a:cxnLst/>
              <a:rect l="l" t="t" r="r" b="b"/>
              <a:pathLst>
                <a:path w="82" h="2">
                  <a:moveTo>
                    <a:pt x="0" y="2"/>
                  </a:moveTo>
                  <a:lnTo>
                    <a:pt x="82" y="0"/>
                  </a:lnTo>
                </a:path>
              </a:pathLst>
            </a:custGeom>
            <a:noFill/>
            <a:ln w="36576" cap="flat">
              <a:solidFill>
                <a:srgbClr val="000000"/>
              </a:solidFill>
              <a:miter lim="800000"/>
            </a:ln>
            <a:effectLst/>
          </p:spPr>
          <p:txBody>
            <a:bodyPr rtlCol="0" anchor="ctr"/>
            <a:lstStyle/>
            <a:p>
              <a:pPr algn="ctr"/>
            </a:p>
          </p:txBody>
        </p:sp>
        <p:sp>
          <p:nvSpPr>
            <p:cNvPr id="327" name="Arrow head"/>
            <p:cNvSpPr/>
            <p:nvPr/>
          </p:nvSpPr>
          <p:spPr>
            <a:xfrm>
              <a:off x="9820656" y="7836408"/>
              <a:ext cx="137160" cy="109728"/>
            </a:xfrm>
            <a:custGeom>
              <a:avLst/>
              <a:gdLst/>
              <a:ahLst/>
              <a:cxnLst/>
              <a:rect l="l" t="t" r="r" b="b"/>
              <a:pathLst>
                <a:path w="15" h="12">
                  <a:moveTo>
                    <a:pt x="15" y="6"/>
                  </a:moveTo>
                  <a:lnTo>
                    <a:pt x="0" y="12"/>
                  </a:lnTo>
                  <a:lnTo>
                    <a:pt x="0" y="0"/>
                  </a:lnTo>
                  <a:close/>
                </a:path>
              </a:pathLst>
            </a:custGeom>
            <a:solidFill>
              <a:srgbClr val="000000"/>
            </a:solidFill>
            <a:ln>
              <a:noFill/>
            </a:ln>
            <a:effectLst/>
          </p:spPr>
          <p:txBody>
            <a:bodyPr rtlCol="0" anchor="ctr"/>
            <a:lstStyle/>
            <a:p>
              <a:pPr algn="ctr"/>
            </a:p>
          </p:txBody>
        </p:sp>
        <p:sp>
          <p:nvSpPr>
            <p:cNvPr id="328" name="Arrow shaft"/>
            <p:cNvSpPr/>
            <p:nvPr/>
          </p:nvSpPr>
          <p:spPr>
            <a:xfrm>
              <a:off x="10972800" y="7891272"/>
              <a:ext cx="402336" cy="0"/>
            </a:xfrm>
            <a:custGeom>
              <a:avLst/>
              <a:gdLst/>
              <a:ahLst/>
              <a:cxnLst/>
              <a:rect l="l" t="t" r="r" b="b"/>
              <a:pathLst>
                <a:path w="44" h="0">
                  <a:moveTo>
                    <a:pt x="0" y="0"/>
                  </a:moveTo>
                  <a:lnTo>
                    <a:pt x="44" y="0"/>
                  </a:lnTo>
                </a:path>
              </a:pathLst>
            </a:custGeom>
            <a:noFill/>
            <a:ln w="36576" cap="flat">
              <a:solidFill>
                <a:srgbClr val="000000"/>
              </a:solidFill>
              <a:miter lim="800000"/>
            </a:ln>
            <a:effectLst/>
          </p:spPr>
          <p:txBody>
            <a:bodyPr rtlCol="0" anchor="ctr"/>
            <a:lstStyle/>
            <a:p>
              <a:pPr algn="ctr"/>
            </a:p>
          </p:txBody>
        </p:sp>
        <p:sp>
          <p:nvSpPr>
            <p:cNvPr id="329" name="Arrow head"/>
            <p:cNvSpPr/>
            <p:nvPr/>
          </p:nvSpPr>
          <p:spPr>
            <a:xfrm>
              <a:off x="11375136" y="7827264"/>
              <a:ext cx="128016" cy="128016"/>
            </a:xfrm>
            <a:custGeom>
              <a:avLst/>
              <a:gdLst/>
              <a:ahLst/>
              <a:cxnLst/>
              <a:rect l="l" t="t" r="r" b="b"/>
              <a:pathLst>
                <a:path w="14" h="14">
                  <a:moveTo>
                    <a:pt x="14" y="7"/>
                  </a:moveTo>
                  <a:lnTo>
                    <a:pt x="0" y="14"/>
                  </a:lnTo>
                  <a:lnTo>
                    <a:pt x="0" y="0"/>
                  </a:lnTo>
                  <a:close/>
                </a:path>
              </a:pathLst>
            </a:custGeom>
            <a:solidFill>
              <a:srgbClr val="000000"/>
            </a:solidFill>
            <a:ln>
              <a:noFill/>
            </a:ln>
            <a:effectLst/>
          </p:spPr>
          <p:txBody>
            <a:bodyPr rtlCol="0" anchor="ctr"/>
            <a:lstStyle/>
            <a:p>
              <a:pPr algn="ctr"/>
            </a:p>
          </p:txBody>
        </p:sp>
        <p:sp>
          <p:nvSpPr>
            <p:cNvPr id="330" name="Arrow shaft"/>
            <p:cNvSpPr/>
            <p:nvPr/>
          </p:nvSpPr>
          <p:spPr>
            <a:xfrm>
              <a:off x="14008608" y="7882128"/>
              <a:ext cx="1060704" cy="0"/>
            </a:xfrm>
            <a:custGeom>
              <a:avLst/>
              <a:gdLst/>
              <a:ahLst/>
              <a:cxnLst/>
              <a:rect l="l" t="t" r="r" b="b"/>
              <a:pathLst>
                <a:path w="116" h="0">
                  <a:moveTo>
                    <a:pt x="0" y="0"/>
                  </a:moveTo>
                  <a:lnTo>
                    <a:pt x="116" y="0"/>
                  </a:lnTo>
                </a:path>
              </a:pathLst>
            </a:custGeom>
            <a:noFill/>
            <a:ln w="36576" cap="flat">
              <a:solidFill>
                <a:srgbClr val="000000"/>
              </a:solidFill>
              <a:miter lim="800000"/>
            </a:ln>
            <a:effectLst/>
          </p:spPr>
          <p:txBody>
            <a:bodyPr rtlCol="0" anchor="ctr"/>
            <a:lstStyle/>
            <a:p>
              <a:pPr algn="ctr"/>
            </a:p>
          </p:txBody>
        </p:sp>
        <p:sp>
          <p:nvSpPr>
            <p:cNvPr id="331" name="Arrow head"/>
            <p:cNvSpPr/>
            <p:nvPr/>
          </p:nvSpPr>
          <p:spPr>
            <a:xfrm>
              <a:off x="15069312" y="7827264"/>
              <a:ext cx="137160" cy="109728"/>
            </a:xfrm>
            <a:custGeom>
              <a:avLst/>
              <a:gdLst/>
              <a:ahLst/>
              <a:cxnLst/>
              <a:rect l="l" t="t" r="r" b="b"/>
              <a:pathLst>
                <a:path w="15" h="12">
                  <a:moveTo>
                    <a:pt x="15" y="6"/>
                  </a:moveTo>
                  <a:lnTo>
                    <a:pt x="0" y="12"/>
                  </a:lnTo>
                  <a:lnTo>
                    <a:pt x="0" y="0"/>
                  </a:lnTo>
                  <a:close/>
                </a:path>
              </a:pathLst>
            </a:custGeom>
            <a:solidFill>
              <a:srgbClr val="000000"/>
            </a:solidFill>
            <a:ln>
              <a:noFill/>
            </a:ln>
            <a:effectLst/>
          </p:spPr>
          <p:txBody>
            <a:bodyPr rtlCol="0" anchor="ctr"/>
            <a:lstStyle/>
            <a:p>
              <a:pPr algn="ctr"/>
            </a:p>
          </p:txBody>
        </p:sp>
        <p:sp>
          <p:nvSpPr>
            <p:cNvPr id="332" name="Arrow shaft"/>
            <p:cNvSpPr/>
            <p:nvPr/>
          </p:nvSpPr>
          <p:spPr>
            <a:xfrm>
              <a:off x="10972800" y="6647688"/>
              <a:ext cx="3493008" cy="1252728"/>
            </a:xfrm>
            <a:custGeom>
              <a:avLst/>
              <a:gdLst/>
              <a:ahLst/>
              <a:cxnLst/>
              <a:rect l="l" t="t" r="r" b="b"/>
              <a:pathLst>
                <a:path w="382" h="137">
                  <a:moveTo>
                    <a:pt x="0" y="137"/>
                  </a:moveTo>
                  <a:lnTo>
                    <a:pt x="33" y="137"/>
                  </a:lnTo>
                  <a:lnTo>
                    <a:pt x="33" y="0"/>
                  </a:lnTo>
                  <a:lnTo>
                    <a:pt x="382" y="0"/>
                  </a:lnTo>
                  <a:lnTo>
                    <a:pt x="382" y="117"/>
                  </a:lnTo>
                </a:path>
              </a:pathLst>
            </a:custGeom>
            <a:noFill/>
            <a:ln w="36576" cap="flat">
              <a:solidFill>
                <a:srgbClr val="000000"/>
              </a:solidFill>
              <a:miter lim="800000"/>
            </a:ln>
            <a:effectLst/>
          </p:spPr>
          <p:txBody>
            <a:bodyPr rtlCol="0" anchor="ctr"/>
            <a:lstStyle/>
            <a:p>
              <a:pPr algn="ctr"/>
            </a:p>
          </p:txBody>
        </p:sp>
        <p:sp>
          <p:nvSpPr>
            <p:cNvPr id="333" name="Arrow head"/>
            <p:cNvSpPr/>
            <p:nvPr/>
          </p:nvSpPr>
          <p:spPr>
            <a:xfrm>
              <a:off x="14410944" y="7717536"/>
              <a:ext cx="109728" cy="128016"/>
            </a:xfrm>
            <a:custGeom>
              <a:avLst/>
              <a:gdLst/>
              <a:ahLst/>
              <a:cxnLst/>
              <a:rect l="l" t="t" r="r" b="b"/>
              <a:pathLst>
                <a:path w="12" h="14">
                  <a:moveTo>
                    <a:pt x="6" y="14"/>
                  </a:moveTo>
                  <a:lnTo>
                    <a:pt x="0" y="0"/>
                  </a:lnTo>
                  <a:lnTo>
                    <a:pt x="12" y="0"/>
                  </a:lnTo>
                  <a:close/>
                </a:path>
              </a:pathLst>
            </a:custGeom>
            <a:solidFill>
              <a:srgbClr val="000000"/>
            </a:solidFill>
            <a:ln>
              <a:noFill/>
            </a:ln>
            <a:effectLst/>
          </p:spPr>
          <p:txBody>
            <a:bodyPr rtlCol="0" anchor="ctr"/>
            <a:lstStyle/>
            <a:p>
              <a:pPr algn="ctr"/>
            </a:p>
          </p:txBody>
        </p:sp>
        <p:sp>
          <p:nvSpPr>
            <p:cNvPr id="334" name="Arrow shaft"/>
            <p:cNvSpPr/>
            <p:nvPr/>
          </p:nvSpPr>
          <p:spPr>
            <a:xfrm>
              <a:off x="9592056" y="7909560"/>
              <a:ext cx="5129784" cy="1399032"/>
            </a:xfrm>
            <a:custGeom>
              <a:avLst/>
              <a:gdLst/>
              <a:ahLst/>
              <a:cxnLst/>
              <a:rect l="l" t="t" r="r" b="b"/>
              <a:pathLst>
                <a:path w="561" h="153">
                  <a:moveTo>
                    <a:pt x="0" y="0"/>
                  </a:moveTo>
                  <a:lnTo>
                    <a:pt x="0" y="153"/>
                  </a:lnTo>
                  <a:lnTo>
                    <a:pt x="561" y="153"/>
                  </a:lnTo>
                  <a:lnTo>
                    <a:pt x="561" y="15"/>
                  </a:lnTo>
                </a:path>
              </a:pathLst>
            </a:custGeom>
            <a:noFill/>
            <a:ln w="36576" cap="flat">
              <a:solidFill>
                <a:srgbClr val="000000"/>
              </a:solidFill>
              <a:miter lim="800000"/>
            </a:ln>
            <a:effectLst/>
          </p:spPr>
          <p:txBody>
            <a:bodyPr rtlCol="0" anchor="ctr"/>
            <a:lstStyle/>
            <a:p>
              <a:pPr algn="ctr"/>
            </a:p>
          </p:txBody>
        </p:sp>
        <p:sp>
          <p:nvSpPr>
            <p:cNvPr id="335" name="Arrow head"/>
            <p:cNvSpPr/>
            <p:nvPr/>
          </p:nvSpPr>
          <p:spPr>
            <a:xfrm>
              <a:off x="14666976" y="7918704"/>
              <a:ext cx="109728" cy="128016"/>
            </a:xfrm>
            <a:custGeom>
              <a:avLst/>
              <a:gdLst/>
              <a:ahLst/>
              <a:cxnLst/>
              <a:rect l="l" t="t" r="r" b="b"/>
              <a:pathLst>
                <a:path w="12" h="14">
                  <a:moveTo>
                    <a:pt x="6" y="0"/>
                  </a:moveTo>
                  <a:lnTo>
                    <a:pt x="12" y="14"/>
                  </a:lnTo>
                  <a:lnTo>
                    <a:pt x="0" y="14"/>
                  </a:lnTo>
                  <a:close/>
                </a:path>
              </a:pathLst>
            </a:custGeom>
            <a:solidFill>
              <a:srgbClr val="000000"/>
            </a:solidFill>
            <a:ln>
              <a:noFill/>
            </a:ln>
            <a:effectLst/>
          </p:spPr>
          <p:txBody>
            <a:bodyPr rtlCol="0" anchor="ctr"/>
            <a:lstStyle/>
            <a:p>
              <a:pPr algn="ctr"/>
            </a:p>
          </p:txBody>
        </p:sp>
        <p:sp>
          <p:nvSpPr>
            <p:cNvPr id="336" name="Add&#10;Noise"/>
            <p:cNvSpPr txBox="1"/>
            <p:nvPr/>
          </p:nvSpPr>
          <p:spPr>
            <a:xfrm>
              <a:off x="9066276" y="7063740"/>
              <a:ext cx="868680" cy="704088"/>
            </a:xfrm>
            <a:prstGeom prst="rect">
              <a:avLst/>
            </a:prstGeom>
            <a:noFill/>
            <a:ln>
              <a:noFill/>
            </a:ln>
            <a:effectLst/>
          </p:spPr>
          <p:txBody>
            <a:bodyPr wrap="none" lIns="0" rIns="0" tIns="0" bIns="0" anchor="ctr">
              <a:spAutoFit/>
            </a:bodyPr>
            <a:lstStyle/>
            <a:p>
              <a:pPr algn="ctr">
                <a:lnSpc>
                  <a:spcPts val="2626"/>
                </a:lnSpc>
                <a:spcBef>
                  <a:spcPts val="0"/>
                </a:spcBef>
                <a:spcAft>
                  <a:spcPts val="0"/>
                </a:spcAft>
              </a:pPr>
              <a:r>
                <a:rPr sz="2304" b="1" i="0">
                  <a:solidFill>
                    <a:srgbClr val="000000"/>
                  </a:solidFill>
                  <a:latin typeface="Times New Roman"/>
                  <a:ea typeface="Times New Roman"/>
                </a:rPr>
                <a:t>Add</a:t>
              </a:r>
            </a:p>
            <a:p>
              <a:pPr algn="ctr">
                <a:lnSpc>
                  <a:spcPts val="2626"/>
                </a:lnSpc>
                <a:spcBef>
                  <a:spcPts val="0"/>
                </a:spcBef>
                <a:spcAft>
                  <a:spcPts val="0"/>
                </a:spcAft>
              </a:pPr>
              <a:r>
                <a:rPr sz="2304" b="1" i="0">
                  <a:solidFill>
                    <a:srgbClr val="000000"/>
                  </a:solidFill>
                  <a:latin typeface="Times New Roman"/>
                  <a:ea typeface="Times New Roman"/>
                </a:rPr>
                <a:t>Noise</a:t>
              </a:r>
            </a:p>
          </p:txBody>
        </p:sp>
        <p:grpSp>
          <p:nvGrpSpPr>
            <p:cNvPr id="337" name="Editable Gaussian noise texture"/>
            <p:cNvGrpSpPr/>
            <p:nvPr/>
          </p:nvGrpSpPr>
          <p:grpSpPr>
            <a:xfrm>
              <a:off x="9930384" y="7260336"/>
              <a:ext cx="1052200" cy="1280800"/>
              <a:chOff x="9930384" y="7260336"/>
              <a:chExt cx="1052200" cy="1280800"/>
            </a:xfrm>
          </p:grpSpPr>
          <p:sp>
            <p:nvSpPr>
              <p:cNvPr id="338" name="Noise cell"/>
              <p:cNvSpPr/>
              <p:nvPr/>
            </p:nvSpPr>
            <p:spPr>
              <a:xfrm>
                <a:off x="9930384" y="7260336"/>
                <a:ext cx="18770" cy="18928"/>
              </a:xfrm>
              <a:prstGeom prst="rect">
                <a:avLst/>
              </a:prstGeom>
              <a:solidFill>
                <a:srgbClr val="797979"/>
              </a:solidFill>
              <a:ln>
                <a:noFill/>
              </a:ln>
              <a:effectLst/>
            </p:spPr>
            <p:txBody>
              <a:bodyPr rtlCol="0" anchor="ctr"/>
              <a:lstStyle/>
              <a:p>
                <a:pPr algn="ctr"/>
              </a:p>
            </p:txBody>
          </p:sp>
          <p:sp>
            <p:nvSpPr>
              <p:cNvPr id="339" name="Noise cell"/>
              <p:cNvSpPr/>
              <p:nvPr/>
            </p:nvSpPr>
            <p:spPr>
              <a:xfrm>
                <a:off x="9948514" y="7260336"/>
                <a:ext cx="18770" cy="18928"/>
              </a:xfrm>
              <a:prstGeom prst="rect">
                <a:avLst/>
              </a:prstGeom>
              <a:solidFill>
                <a:srgbClr val="909090"/>
              </a:solidFill>
              <a:ln>
                <a:noFill/>
              </a:ln>
              <a:effectLst/>
            </p:spPr>
            <p:txBody>
              <a:bodyPr rtlCol="0" anchor="ctr"/>
              <a:lstStyle/>
              <a:p>
                <a:pPr algn="ctr"/>
              </a:p>
            </p:txBody>
          </p:sp>
          <p:sp>
            <p:nvSpPr>
              <p:cNvPr id="340" name="Noise cell"/>
              <p:cNvSpPr/>
              <p:nvPr/>
            </p:nvSpPr>
            <p:spPr>
              <a:xfrm>
                <a:off x="9966645" y="7260336"/>
                <a:ext cx="18770" cy="18928"/>
              </a:xfrm>
              <a:prstGeom prst="rect">
                <a:avLst/>
              </a:prstGeom>
              <a:solidFill>
                <a:srgbClr val="767676"/>
              </a:solidFill>
              <a:ln>
                <a:noFill/>
              </a:ln>
              <a:effectLst/>
            </p:spPr>
            <p:txBody>
              <a:bodyPr rtlCol="0" anchor="ctr"/>
              <a:lstStyle/>
              <a:p>
                <a:pPr algn="ctr"/>
              </a:p>
            </p:txBody>
          </p:sp>
          <p:sp>
            <p:nvSpPr>
              <p:cNvPr id="341" name="Noise cell"/>
              <p:cNvSpPr/>
              <p:nvPr/>
            </p:nvSpPr>
            <p:spPr>
              <a:xfrm>
                <a:off x="9984775" y="7260336"/>
                <a:ext cx="18770" cy="18928"/>
              </a:xfrm>
              <a:prstGeom prst="rect">
                <a:avLst/>
              </a:prstGeom>
              <a:solidFill>
                <a:srgbClr val="8B8B8B"/>
              </a:solidFill>
              <a:ln>
                <a:noFill/>
              </a:ln>
              <a:effectLst/>
            </p:spPr>
            <p:txBody>
              <a:bodyPr rtlCol="0" anchor="ctr"/>
              <a:lstStyle/>
              <a:p>
                <a:pPr algn="ctr"/>
              </a:p>
            </p:txBody>
          </p:sp>
          <p:sp>
            <p:nvSpPr>
              <p:cNvPr id="342" name="Noise cell"/>
              <p:cNvSpPr/>
              <p:nvPr/>
            </p:nvSpPr>
            <p:spPr>
              <a:xfrm>
                <a:off x="10002905" y="7260336"/>
                <a:ext cx="18770" cy="18928"/>
              </a:xfrm>
              <a:prstGeom prst="rect">
                <a:avLst/>
              </a:prstGeom>
              <a:solidFill>
                <a:srgbClr val="727272"/>
              </a:solidFill>
              <a:ln>
                <a:noFill/>
              </a:ln>
              <a:effectLst/>
            </p:spPr>
            <p:txBody>
              <a:bodyPr rtlCol="0" anchor="ctr"/>
              <a:lstStyle/>
              <a:p>
                <a:pPr algn="ctr"/>
              </a:p>
            </p:txBody>
          </p:sp>
          <p:sp>
            <p:nvSpPr>
              <p:cNvPr id="343" name="Noise cell"/>
              <p:cNvSpPr/>
              <p:nvPr/>
            </p:nvSpPr>
            <p:spPr>
              <a:xfrm>
                <a:off x="10021036" y="7260336"/>
                <a:ext cx="18770" cy="18928"/>
              </a:xfrm>
              <a:prstGeom prst="rect">
                <a:avLst/>
              </a:prstGeom>
              <a:solidFill>
                <a:srgbClr val="8F8F8F"/>
              </a:solidFill>
              <a:ln>
                <a:noFill/>
              </a:ln>
              <a:effectLst/>
            </p:spPr>
            <p:txBody>
              <a:bodyPr rtlCol="0" anchor="ctr"/>
              <a:lstStyle/>
              <a:p>
                <a:pPr algn="ctr"/>
              </a:p>
            </p:txBody>
          </p:sp>
          <p:sp>
            <p:nvSpPr>
              <p:cNvPr id="344" name="Noise cell"/>
              <p:cNvSpPr/>
              <p:nvPr/>
            </p:nvSpPr>
            <p:spPr>
              <a:xfrm>
                <a:off x="10039166" y="7260336"/>
                <a:ext cx="18770" cy="18928"/>
              </a:xfrm>
              <a:prstGeom prst="rect">
                <a:avLst/>
              </a:prstGeom>
              <a:solidFill>
                <a:srgbClr val="828282"/>
              </a:solidFill>
              <a:ln>
                <a:noFill/>
              </a:ln>
              <a:effectLst/>
            </p:spPr>
            <p:txBody>
              <a:bodyPr rtlCol="0" anchor="ctr"/>
              <a:lstStyle/>
              <a:p>
                <a:pPr algn="ctr"/>
              </a:p>
            </p:txBody>
          </p:sp>
          <p:sp>
            <p:nvSpPr>
              <p:cNvPr id="345" name="Noise cell"/>
              <p:cNvSpPr/>
              <p:nvPr/>
            </p:nvSpPr>
            <p:spPr>
              <a:xfrm>
                <a:off x="10057296" y="7260336"/>
                <a:ext cx="18770" cy="18928"/>
              </a:xfrm>
              <a:prstGeom prst="rect">
                <a:avLst/>
              </a:prstGeom>
              <a:solidFill>
                <a:srgbClr val="979797"/>
              </a:solidFill>
              <a:ln>
                <a:noFill/>
              </a:ln>
              <a:effectLst/>
            </p:spPr>
            <p:txBody>
              <a:bodyPr rtlCol="0" anchor="ctr"/>
              <a:lstStyle/>
              <a:p>
                <a:pPr algn="ctr"/>
              </a:p>
            </p:txBody>
          </p:sp>
          <p:sp>
            <p:nvSpPr>
              <p:cNvPr id="346" name="Noise cell"/>
              <p:cNvSpPr/>
              <p:nvPr/>
            </p:nvSpPr>
            <p:spPr>
              <a:xfrm>
                <a:off x="10075427" y="7260336"/>
                <a:ext cx="18770" cy="18928"/>
              </a:xfrm>
              <a:prstGeom prst="rect">
                <a:avLst/>
              </a:prstGeom>
              <a:solidFill>
                <a:srgbClr val="8F8F8F"/>
              </a:solidFill>
              <a:ln>
                <a:noFill/>
              </a:ln>
              <a:effectLst/>
            </p:spPr>
            <p:txBody>
              <a:bodyPr rtlCol="0" anchor="ctr"/>
              <a:lstStyle/>
              <a:p>
                <a:pPr algn="ctr"/>
              </a:p>
            </p:txBody>
          </p:sp>
          <p:sp>
            <p:nvSpPr>
              <p:cNvPr id="347" name="Noise cell"/>
              <p:cNvSpPr/>
              <p:nvPr/>
            </p:nvSpPr>
            <p:spPr>
              <a:xfrm>
                <a:off x="10093557" y="7260336"/>
                <a:ext cx="18770" cy="18928"/>
              </a:xfrm>
              <a:prstGeom prst="rect">
                <a:avLst/>
              </a:prstGeom>
              <a:solidFill>
                <a:srgbClr val="848484"/>
              </a:solidFill>
              <a:ln>
                <a:noFill/>
              </a:ln>
              <a:effectLst/>
            </p:spPr>
            <p:txBody>
              <a:bodyPr rtlCol="0" anchor="ctr"/>
              <a:lstStyle/>
              <a:p>
                <a:pPr algn="ctr"/>
              </a:p>
            </p:txBody>
          </p:sp>
          <p:sp>
            <p:nvSpPr>
              <p:cNvPr id="348" name="Noise cell"/>
              <p:cNvSpPr/>
              <p:nvPr/>
            </p:nvSpPr>
            <p:spPr>
              <a:xfrm>
                <a:off x="10111687" y="7260336"/>
                <a:ext cx="18770" cy="18928"/>
              </a:xfrm>
              <a:prstGeom prst="rect">
                <a:avLst/>
              </a:prstGeom>
              <a:solidFill>
                <a:srgbClr val="808080"/>
              </a:solidFill>
              <a:ln>
                <a:noFill/>
              </a:ln>
              <a:effectLst/>
            </p:spPr>
            <p:txBody>
              <a:bodyPr rtlCol="0" anchor="ctr"/>
              <a:lstStyle/>
              <a:p>
                <a:pPr algn="ctr"/>
              </a:p>
            </p:txBody>
          </p:sp>
          <p:sp>
            <p:nvSpPr>
              <p:cNvPr id="349" name="Noise cell"/>
              <p:cNvSpPr/>
              <p:nvPr/>
            </p:nvSpPr>
            <p:spPr>
              <a:xfrm>
                <a:off x="10129818" y="7260336"/>
                <a:ext cx="18770" cy="18928"/>
              </a:xfrm>
              <a:prstGeom prst="rect">
                <a:avLst/>
              </a:prstGeom>
              <a:solidFill>
                <a:srgbClr val="8A8A8A"/>
              </a:solidFill>
              <a:ln>
                <a:noFill/>
              </a:ln>
              <a:effectLst/>
            </p:spPr>
            <p:txBody>
              <a:bodyPr rtlCol="0" anchor="ctr"/>
              <a:lstStyle/>
              <a:p>
                <a:pPr algn="ctr"/>
              </a:p>
            </p:txBody>
          </p:sp>
          <p:sp>
            <p:nvSpPr>
              <p:cNvPr id="350" name="Noise cell"/>
              <p:cNvSpPr/>
              <p:nvPr/>
            </p:nvSpPr>
            <p:spPr>
              <a:xfrm>
                <a:off x="10147948" y="7260336"/>
                <a:ext cx="18770" cy="18928"/>
              </a:xfrm>
              <a:prstGeom prst="rect">
                <a:avLst/>
              </a:prstGeom>
              <a:solidFill>
                <a:srgbClr val="838383"/>
              </a:solidFill>
              <a:ln>
                <a:noFill/>
              </a:ln>
              <a:effectLst/>
            </p:spPr>
            <p:txBody>
              <a:bodyPr rtlCol="0" anchor="ctr"/>
              <a:lstStyle/>
              <a:p>
                <a:pPr algn="ctr"/>
              </a:p>
            </p:txBody>
          </p:sp>
          <p:sp>
            <p:nvSpPr>
              <p:cNvPr id="351" name="Noise cell"/>
              <p:cNvSpPr/>
              <p:nvPr/>
            </p:nvSpPr>
            <p:spPr>
              <a:xfrm>
                <a:off x="10166078" y="7260336"/>
                <a:ext cx="18770" cy="18928"/>
              </a:xfrm>
              <a:prstGeom prst="rect">
                <a:avLst/>
              </a:prstGeom>
              <a:solidFill>
                <a:srgbClr val="777777"/>
              </a:solidFill>
              <a:ln>
                <a:noFill/>
              </a:ln>
              <a:effectLst/>
            </p:spPr>
            <p:txBody>
              <a:bodyPr rtlCol="0" anchor="ctr"/>
              <a:lstStyle/>
              <a:p>
                <a:pPr algn="ctr"/>
              </a:p>
            </p:txBody>
          </p:sp>
          <p:sp>
            <p:nvSpPr>
              <p:cNvPr id="352" name="Noise cell"/>
              <p:cNvSpPr/>
              <p:nvPr/>
            </p:nvSpPr>
            <p:spPr>
              <a:xfrm>
                <a:off x="10184209" y="7260336"/>
                <a:ext cx="18770" cy="18928"/>
              </a:xfrm>
              <a:prstGeom prst="rect">
                <a:avLst/>
              </a:prstGeom>
              <a:solidFill>
                <a:srgbClr val="8C8C8C"/>
              </a:solidFill>
              <a:ln>
                <a:noFill/>
              </a:ln>
              <a:effectLst/>
            </p:spPr>
            <p:txBody>
              <a:bodyPr rtlCol="0" anchor="ctr"/>
              <a:lstStyle/>
              <a:p>
                <a:pPr algn="ctr"/>
              </a:p>
            </p:txBody>
          </p:sp>
          <p:sp>
            <p:nvSpPr>
              <p:cNvPr id="353" name="Noise cell"/>
              <p:cNvSpPr/>
              <p:nvPr/>
            </p:nvSpPr>
            <p:spPr>
              <a:xfrm>
                <a:off x="10202339" y="7260336"/>
                <a:ext cx="18770" cy="18928"/>
              </a:xfrm>
              <a:prstGeom prst="rect">
                <a:avLst/>
              </a:prstGeom>
              <a:solidFill>
                <a:srgbClr val="626262"/>
              </a:solidFill>
              <a:ln>
                <a:noFill/>
              </a:ln>
              <a:effectLst/>
            </p:spPr>
            <p:txBody>
              <a:bodyPr rtlCol="0" anchor="ctr"/>
              <a:lstStyle/>
              <a:p>
                <a:pPr algn="ctr"/>
              </a:p>
            </p:txBody>
          </p:sp>
          <p:sp>
            <p:nvSpPr>
              <p:cNvPr id="354" name="Noise cell"/>
              <p:cNvSpPr/>
              <p:nvPr/>
            </p:nvSpPr>
            <p:spPr>
              <a:xfrm>
                <a:off x="10220470" y="7260336"/>
                <a:ext cx="18770" cy="18928"/>
              </a:xfrm>
              <a:prstGeom prst="rect">
                <a:avLst/>
              </a:prstGeom>
              <a:solidFill>
                <a:srgbClr val="838383"/>
              </a:solidFill>
              <a:ln>
                <a:noFill/>
              </a:ln>
              <a:effectLst/>
            </p:spPr>
            <p:txBody>
              <a:bodyPr rtlCol="0" anchor="ctr"/>
              <a:lstStyle/>
              <a:p>
                <a:pPr algn="ctr"/>
              </a:p>
            </p:txBody>
          </p:sp>
          <p:sp>
            <p:nvSpPr>
              <p:cNvPr id="355" name="Noise cell"/>
              <p:cNvSpPr/>
              <p:nvPr/>
            </p:nvSpPr>
            <p:spPr>
              <a:xfrm>
                <a:off x="10238600" y="7260336"/>
                <a:ext cx="18770" cy="18928"/>
              </a:xfrm>
              <a:prstGeom prst="rect">
                <a:avLst/>
              </a:prstGeom>
              <a:solidFill>
                <a:srgbClr val="A1A1A1"/>
              </a:solidFill>
              <a:ln>
                <a:noFill/>
              </a:ln>
              <a:effectLst/>
            </p:spPr>
            <p:txBody>
              <a:bodyPr rtlCol="0" anchor="ctr"/>
              <a:lstStyle/>
              <a:p>
                <a:pPr algn="ctr"/>
              </a:p>
            </p:txBody>
          </p:sp>
          <p:sp>
            <p:nvSpPr>
              <p:cNvPr id="356" name="Noise cell"/>
              <p:cNvSpPr/>
              <p:nvPr/>
            </p:nvSpPr>
            <p:spPr>
              <a:xfrm>
                <a:off x="10256730" y="7260336"/>
                <a:ext cx="18770" cy="18928"/>
              </a:xfrm>
              <a:prstGeom prst="rect">
                <a:avLst/>
              </a:prstGeom>
              <a:solidFill>
                <a:srgbClr val="8B8B8B"/>
              </a:solidFill>
              <a:ln>
                <a:noFill/>
              </a:ln>
              <a:effectLst/>
            </p:spPr>
            <p:txBody>
              <a:bodyPr rtlCol="0" anchor="ctr"/>
              <a:lstStyle/>
              <a:p>
                <a:pPr algn="ctr"/>
              </a:p>
            </p:txBody>
          </p:sp>
          <p:sp>
            <p:nvSpPr>
              <p:cNvPr id="357" name="Noise cell"/>
              <p:cNvSpPr/>
              <p:nvPr/>
            </p:nvSpPr>
            <p:spPr>
              <a:xfrm>
                <a:off x="10274861" y="7260336"/>
                <a:ext cx="18770" cy="18928"/>
              </a:xfrm>
              <a:prstGeom prst="rect">
                <a:avLst/>
              </a:prstGeom>
              <a:solidFill>
                <a:srgbClr val="707070"/>
              </a:solidFill>
              <a:ln>
                <a:noFill/>
              </a:ln>
              <a:effectLst/>
            </p:spPr>
            <p:txBody>
              <a:bodyPr rtlCol="0" anchor="ctr"/>
              <a:lstStyle/>
              <a:p>
                <a:pPr algn="ctr"/>
              </a:p>
            </p:txBody>
          </p:sp>
          <p:sp>
            <p:nvSpPr>
              <p:cNvPr id="358" name="Noise cell"/>
              <p:cNvSpPr/>
              <p:nvPr/>
            </p:nvSpPr>
            <p:spPr>
              <a:xfrm>
                <a:off x="10292991" y="7260336"/>
                <a:ext cx="18770" cy="18928"/>
              </a:xfrm>
              <a:prstGeom prst="rect">
                <a:avLst/>
              </a:prstGeom>
              <a:solidFill>
                <a:srgbClr val="939393"/>
              </a:solidFill>
              <a:ln>
                <a:noFill/>
              </a:ln>
              <a:effectLst/>
            </p:spPr>
            <p:txBody>
              <a:bodyPr rtlCol="0" anchor="ctr"/>
              <a:lstStyle/>
              <a:p>
                <a:pPr algn="ctr"/>
              </a:p>
            </p:txBody>
          </p:sp>
          <p:sp>
            <p:nvSpPr>
              <p:cNvPr id="359" name="Noise cell"/>
              <p:cNvSpPr/>
              <p:nvPr/>
            </p:nvSpPr>
            <p:spPr>
              <a:xfrm>
                <a:off x="10311121" y="7260336"/>
                <a:ext cx="18770" cy="18928"/>
              </a:xfrm>
              <a:prstGeom prst="rect">
                <a:avLst/>
              </a:prstGeom>
              <a:solidFill>
                <a:srgbClr val="868686"/>
              </a:solidFill>
              <a:ln>
                <a:noFill/>
              </a:ln>
              <a:effectLst/>
            </p:spPr>
            <p:txBody>
              <a:bodyPr rtlCol="0" anchor="ctr"/>
              <a:lstStyle/>
              <a:p>
                <a:pPr algn="ctr"/>
              </a:p>
            </p:txBody>
          </p:sp>
          <p:sp>
            <p:nvSpPr>
              <p:cNvPr id="360" name="Noise cell"/>
              <p:cNvSpPr/>
              <p:nvPr/>
            </p:nvSpPr>
            <p:spPr>
              <a:xfrm>
                <a:off x="10329252" y="7260336"/>
                <a:ext cx="18770" cy="18928"/>
              </a:xfrm>
              <a:prstGeom prst="rect">
                <a:avLst/>
              </a:prstGeom>
              <a:solidFill>
                <a:srgbClr val="7B7B7B"/>
              </a:solidFill>
              <a:ln>
                <a:noFill/>
              </a:ln>
              <a:effectLst/>
            </p:spPr>
            <p:txBody>
              <a:bodyPr rtlCol="0" anchor="ctr"/>
              <a:lstStyle/>
              <a:p>
                <a:pPr algn="ctr"/>
              </a:p>
            </p:txBody>
          </p:sp>
          <p:sp>
            <p:nvSpPr>
              <p:cNvPr id="361" name="Noise cell"/>
              <p:cNvSpPr/>
              <p:nvPr/>
            </p:nvSpPr>
            <p:spPr>
              <a:xfrm>
                <a:off x="10347382" y="7260336"/>
                <a:ext cx="18770" cy="18928"/>
              </a:xfrm>
              <a:prstGeom prst="rect">
                <a:avLst/>
              </a:prstGeom>
              <a:solidFill>
                <a:srgbClr val="7B7B7B"/>
              </a:solidFill>
              <a:ln>
                <a:noFill/>
              </a:ln>
              <a:effectLst/>
            </p:spPr>
            <p:txBody>
              <a:bodyPr rtlCol="0" anchor="ctr"/>
              <a:lstStyle/>
              <a:p>
                <a:pPr algn="ctr"/>
              </a:p>
            </p:txBody>
          </p:sp>
          <p:sp>
            <p:nvSpPr>
              <p:cNvPr id="362" name="Noise cell"/>
              <p:cNvSpPr/>
              <p:nvPr/>
            </p:nvSpPr>
            <p:spPr>
              <a:xfrm>
                <a:off x="10365512" y="7260336"/>
                <a:ext cx="18770" cy="18928"/>
              </a:xfrm>
              <a:prstGeom prst="rect">
                <a:avLst/>
              </a:prstGeom>
              <a:solidFill>
                <a:srgbClr val="858585"/>
              </a:solidFill>
              <a:ln>
                <a:noFill/>
              </a:ln>
              <a:effectLst/>
            </p:spPr>
            <p:txBody>
              <a:bodyPr rtlCol="0" anchor="ctr"/>
              <a:lstStyle/>
              <a:p>
                <a:pPr algn="ctr"/>
              </a:p>
            </p:txBody>
          </p:sp>
          <p:sp>
            <p:nvSpPr>
              <p:cNvPr id="363" name="Noise cell"/>
              <p:cNvSpPr/>
              <p:nvPr/>
            </p:nvSpPr>
            <p:spPr>
              <a:xfrm>
                <a:off x="10383643" y="7260336"/>
                <a:ext cx="18770" cy="18928"/>
              </a:xfrm>
              <a:prstGeom prst="rect">
                <a:avLst/>
              </a:prstGeom>
              <a:solidFill>
                <a:srgbClr val="8F8F8F"/>
              </a:solidFill>
              <a:ln>
                <a:noFill/>
              </a:ln>
              <a:effectLst/>
            </p:spPr>
            <p:txBody>
              <a:bodyPr rtlCol="0" anchor="ctr"/>
              <a:lstStyle/>
              <a:p>
                <a:pPr algn="ctr"/>
              </a:p>
            </p:txBody>
          </p:sp>
          <p:sp>
            <p:nvSpPr>
              <p:cNvPr id="364" name="Noise cell"/>
              <p:cNvSpPr/>
              <p:nvPr/>
            </p:nvSpPr>
            <p:spPr>
              <a:xfrm>
                <a:off x="10401773" y="7260336"/>
                <a:ext cx="18770" cy="18928"/>
              </a:xfrm>
              <a:prstGeom prst="rect">
                <a:avLst/>
              </a:prstGeom>
              <a:solidFill>
                <a:srgbClr val="828282"/>
              </a:solidFill>
              <a:ln>
                <a:noFill/>
              </a:ln>
              <a:effectLst/>
            </p:spPr>
            <p:txBody>
              <a:bodyPr rtlCol="0" anchor="ctr"/>
              <a:lstStyle/>
              <a:p>
                <a:pPr algn="ctr"/>
              </a:p>
            </p:txBody>
          </p:sp>
          <p:sp>
            <p:nvSpPr>
              <p:cNvPr id="365" name="Noise cell"/>
              <p:cNvSpPr/>
              <p:nvPr/>
            </p:nvSpPr>
            <p:spPr>
              <a:xfrm>
                <a:off x="10419903" y="7260336"/>
                <a:ext cx="18770" cy="18928"/>
              </a:xfrm>
              <a:prstGeom prst="rect">
                <a:avLst/>
              </a:prstGeom>
              <a:solidFill>
                <a:srgbClr val="9C9C9C"/>
              </a:solidFill>
              <a:ln>
                <a:noFill/>
              </a:ln>
              <a:effectLst/>
            </p:spPr>
            <p:txBody>
              <a:bodyPr rtlCol="0" anchor="ctr"/>
              <a:lstStyle/>
              <a:p>
                <a:pPr algn="ctr"/>
              </a:p>
            </p:txBody>
          </p:sp>
          <p:sp>
            <p:nvSpPr>
              <p:cNvPr id="366" name="Noise cell"/>
              <p:cNvSpPr/>
              <p:nvPr/>
            </p:nvSpPr>
            <p:spPr>
              <a:xfrm>
                <a:off x="10438034" y="7260336"/>
                <a:ext cx="18770" cy="18928"/>
              </a:xfrm>
              <a:prstGeom prst="rect">
                <a:avLst/>
              </a:prstGeom>
              <a:solidFill>
                <a:srgbClr val="7B7B7B"/>
              </a:solidFill>
              <a:ln>
                <a:noFill/>
              </a:ln>
              <a:effectLst/>
            </p:spPr>
            <p:txBody>
              <a:bodyPr rtlCol="0" anchor="ctr"/>
              <a:lstStyle/>
              <a:p>
                <a:pPr algn="ctr"/>
              </a:p>
            </p:txBody>
          </p:sp>
          <p:sp>
            <p:nvSpPr>
              <p:cNvPr id="367" name="Noise cell"/>
              <p:cNvSpPr/>
              <p:nvPr/>
            </p:nvSpPr>
            <p:spPr>
              <a:xfrm>
                <a:off x="10456164" y="7260336"/>
                <a:ext cx="18770" cy="18928"/>
              </a:xfrm>
              <a:prstGeom prst="rect">
                <a:avLst/>
              </a:prstGeom>
              <a:solidFill>
                <a:srgbClr val="8F8F8F"/>
              </a:solidFill>
              <a:ln>
                <a:noFill/>
              </a:ln>
              <a:effectLst/>
            </p:spPr>
            <p:txBody>
              <a:bodyPr rtlCol="0" anchor="ctr"/>
              <a:lstStyle/>
              <a:p>
                <a:pPr algn="ctr"/>
              </a:p>
            </p:txBody>
          </p:sp>
          <p:sp>
            <p:nvSpPr>
              <p:cNvPr id="368" name="Noise cell"/>
              <p:cNvSpPr/>
              <p:nvPr/>
            </p:nvSpPr>
            <p:spPr>
              <a:xfrm>
                <a:off x="10474294" y="7260336"/>
                <a:ext cx="18770" cy="18928"/>
              </a:xfrm>
              <a:prstGeom prst="rect">
                <a:avLst/>
              </a:prstGeom>
              <a:solidFill>
                <a:srgbClr val="6E6E6E"/>
              </a:solidFill>
              <a:ln>
                <a:noFill/>
              </a:ln>
              <a:effectLst/>
            </p:spPr>
            <p:txBody>
              <a:bodyPr rtlCol="0" anchor="ctr"/>
              <a:lstStyle/>
              <a:p>
                <a:pPr algn="ctr"/>
              </a:p>
            </p:txBody>
          </p:sp>
          <p:sp>
            <p:nvSpPr>
              <p:cNvPr id="369" name="Noise cell"/>
              <p:cNvSpPr/>
              <p:nvPr/>
            </p:nvSpPr>
            <p:spPr>
              <a:xfrm>
                <a:off x="10492425" y="7260336"/>
                <a:ext cx="18770" cy="18928"/>
              </a:xfrm>
              <a:prstGeom prst="rect">
                <a:avLst/>
              </a:prstGeom>
              <a:solidFill>
                <a:srgbClr val="696969"/>
              </a:solidFill>
              <a:ln>
                <a:noFill/>
              </a:ln>
              <a:effectLst/>
            </p:spPr>
            <p:txBody>
              <a:bodyPr rtlCol="0" anchor="ctr"/>
              <a:lstStyle/>
              <a:p>
                <a:pPr algn="ctr"/>
              </a:p>
            </p:txBody>
          </p:sp>
          <p:sp>
            <p:nvSpPr>
              <p:cNvPr id="370" name="Noise cell"/>
              <p:cNvSpPr/>
              <p:nvPr/>
            </p:nvSpPr>
            <p:spPr>
              <a:xfrm>
                <a:off x="10510555" y="7260336"/>
                <a:ext cx="18770" cy="18928"/>
              </a:xfrm>
              <a:prstGeom prst="rect">
                <a:avLst/>
              </a:prstGeom>
              <a:solidFill>
                <a:srgbClr val="828282"/>
              </a:solidFill>
              <a:ln>
                <a:noFill/>
              </a:ln>
              <a:effectLst/>
            </p:spPr>
            <p:txBody>
              <a:bodyPr rtlCol="0" anchor="ctr"/>
              <a:lstStyle/>
              <a:p>
                <a:pPr algn="ctr"/>
              </a:p>
            </p:txBody>
          </p:sp>
          <p:sp>
            <p:nvSpPr>
              <p:cNvPr id="371" name="Noise cell"/>
              <p:cNvSpPr/>
              <p:nvPr/>
            </p:nvSpPr>
            <p:spPr>
              <a:xfrm>
                <a:off x="10528685" y="7260336"/>
                <a:ext cx="18770" cy="18928"/>
              </a:xfrm>
              <a:prstGeom prst="rect">
                <a:avLst/>
              </a:prstGeom>
              <a:solidFill>
                <a:srgbClr val="888888"/>
              </a:solidFill>
              <a:ln>
                <a:noFill/>
              </a:ln>
              <a:effectLst/>
            </p:spPr>
            <p:txBody>
              <a:bodyPr rtlCol="0" anchor="ctr"/>
              <a:lstStyle/>
              <a:p>
                <a:pPr algn="ctr"/>
              </a:p>
            </p:txBody>
          </p:sp>
          <p:sp>
            <p:nvSpPr>
              <p:cNvPr id="372" name="Noise cell"/>
              <p:cNvSpPr/>
              <p:nvPr/>
            </p:nvSpPr>
            <p:spPr>
              <a:xfrm>
                <a:off x="10546816" y="7260336"/>
                <a:ext cx="18770" cy="18928"/>
              </a:xfrm>
              <a:prstGeom prst="rect">
                <a:avLst/>
              </a:prstGeom>
              <a:solidFill>
                <a:srgbClr val="9E9E9E"/>
              </a:solidFill>
              <a:ln>
                <a:noFill/>
              </a:ln>
              <a:effectLst/>
            </p:spPr>
            <p:txBody>
              <a:bodyPr rtlCol="0" anchor="ctr"/>
              <a:lstStyle/>
              <a:p>
                <a:pPr algn="ctr"/>
              </a:p>
            </p:txBody>
          </p:sp>
          <p:sp>
            <p:nvSpPr>
              <p:cNvPr id="373" name="Noise cell"/>
              <p:cNvSpPr/>
              <p:nvPr/>
            </p:nvSpPr>
            <p:spPr>
              <a:xfrm>
                <a:off x="10564946" y="7260336"/>
                <a:ext cx="18770" cy="18928"/>
              </a:xfrm>
              <a:prstGeom prst="rect">
                <a:avLst/>
              </a:prstGeom>
              <a:solidFill>
                <a:srgbClr val="7F7F7F"/>
              </a:solidFill>
              <a:ln>
                <a:noFill/>
              </a:ln>
              <a:effectLst/>
            </p:spPr>
            <p:txBody>
              <a:bodyPr rtlCol="0" anchor="ctr"/>
              <a:lstStyle/>
              <a:p>
                <a:pPr algn="ctr"/>
              </a:p>
            </p:txBody>
          </p:sp>
          <p:sp>
            <p:nvSpPr>
              <p:cNvPr id="374" name="Noise cell"/>
              <p:cNvSpPr/>
              <p:nvPr/>
            </p:nvSpPr>
            <p:spPr>
              <a:xfrm>
                <a:off x="10583076" y="7260336"/>
                <a:ext cx="18770" cy="18928"/>
              </a:xfrm>
              <a:prstGeom prst="rect">
                <a:avLst/>
              </a:prstGeom>
              <a:solidFill>
                <a:srgbClr val="888888"/>
              </a:solidFill>
              <a:ln>
                <a:noFill/>
              </a:ln>
              <a:effectLst/>
            </p:spPr>
            <p:txBody>
              <a:bodyPr rtlCol="0" anchor="ctr"/>
              <a:lstStyle/>
              <a:p>
                <a:pPr algn="ctr"/>
              </a:p>
            </p:txBody>
          </p:sp>
          <p:sp>
            <p:nvSpPr>
              <p:cNvPr id="375" name="Noise cell"/>
              <p:cNvSpPr/>
              <p:nvPr/>
            </p:nvSpPr>
            <p:spPr>
              <a:xfrm>
                <a:off x="10601207" y="7260336"/>
                <a:ext cx="18770" cy="18928"/>
              </a:xfrm>
              <a:prstGeom prst="rect">
                <a:avLst/>
              </a:prstGeom>
              <a:solidFill>
                <a:srgbClr val="737373"/>
              </a:solidFill>
              <a:ln>
                <a:noFill/>
              </a:ln>
              <a:effectLst/>
            </p:spPr>
            <p:txBody>
              <a:bodyPr rtlCol="0" anchor="ctr"/>
              <a:lstStyle/>
              <a:p>
                <a:pPr algn="ctr"/>
              </a:p>
            </p:txBody>
          </p:sp>
          <p:sp>
            <p:nvSpPr>
              <p:cNvPr id="376" name="Noise cell"/>
              <p:cNvSpPr/>
              <p:nvPr/>
            </p:nvSpPr>
            <p:spPr>
              <a:xfrm>
                <a:off x="10619337" y="7260336"/>
                <a:ext cx="18770" cy="18928"/>
              </a:xfrm>
              <a:prstGeom prst="rect">
                <a:avLst/>
              </a:prstGeom>
              <a:solidFill>
                <a:srgbClr val="848484"/>
              </a:solidFill>
              <a:ln>
                <a:noFill/>
              </a:ln>
              <a:effectLst/>
            </p:spPr>
            <p:txBody>
              <a:bodyPr rtlCol="0" anchor="ctr"/>
              <a:lstStyle/>
              <a:p>
                <a:pPr algn="ctr"/>
              </a:p>
            </p:txBody>
          </p:sp>
          <p:sp>
            <p:nvSpPr>
              <p:cNvPr id="377" name="Noise cell"/>
              <p:cNvSpPr/>
              <p:nvPr/>
            </p:nvSpPr>
            <p:spPr>
              <a:xfrm>
                <a:off x="10637467" y="7260336"/>
                <a:ext cx="18770" cy="18928"/>
              </a:xfrm>
              <a:prstGeom prst="rect">
                <a:avLst/>
              </a:prstGeom>
              <a:solidFill>
                <a:srgbClr val="8C8C8C"/>
              </a:solidFill>
              <a:ln>
                <a:noFill/>
              </a:ln>
              <a:effectLst/>
            </p:spPr>
            <p:txBody>
              <a:bodyPr rtlCol="0" anchor="ctr"/>
              <a:lstStyle/>
              <a:p>
                <a:pPr algn="ctr"/>
              </a:p>
            </p:txBody>
          </p:sp>
          <p:sp>
            <p:nvSpPr>
              <p:cNvPr id="378" name="Noise cell"/>
              <p:cNvSpPr/>
              <p:nvPr/>
            </p:nvSpPr>
            <p:spPr>
              <a:xfrm>
                <a:off x="10655598" y="7260336"/>
                <a:ext cx="18770" cy="18928"/>
              </a:xfrm>
              <a:prstGeom prst="rect">
                <a:avLst/>
              </a:prstGeom>
              <a:solidFill>
                <a:srgbClr val="7E7E7E"/>
              </a:solidFill>
              <a:ln>
                <a:noFill/>
              </a:ln>
              <a:effectLst/>
            </p:spPr>
            <p:txBody>
              <a:bodyPr rtlCol="0" anchor="ctr"/>
              <a:lstStyle/>
              <a:p>
                <a:pPr algn="ctr"/>
              </a:p>
            </p:txBody>
          </p:sp>
          <p:sp>
            <p:nvSpPr>
              <p:cNvPr id="379" name="Noise cell"/>
              <p:cNvSpPr/>
              <p:nvPr/>
            </p:nvSpPr>
            <p:spPr>
              <a:xfrm>
                <a:off x="10673728" y="7260336"/>
                <a:ext cx="18770" cy="18928"/>
              </a:xfrm>
              <a:prstGeom prst="rect">
                <a:avLst/>
              </a:prstGeom>
              <a:solidFill>
                <a:srgbClr val="929292"/>
              </a:solidFill>
              <a:ln>
                <a:noFill/>
              </a:ln>
              <a:effectLst/>
            </p:spPr>
            <p:txBody>
              <a:bodyPr rtlCol="0" anchor="ctr"/>
              <a:lstStyle/>
              <a:p>
                <a:pPr algn="ctr"/>
              </a:p>
            </p:txBody>
          </p:sp>
          <p:sp>
            <p:nvSpPr>
              <p:cNvPr id="380" name="Noise cell"/>
              <p:cNvSpPr/>
              <p:nvPr/>
            </p:nvSpPr>
            <p:spPr>
              <a:xfrm>
                <a:off x="10691858" y="7260336"/>
                <a:ext cx="18770" cy="18928"/>
              </a:xfrm>
              <a:prstGeom prst="rect">
                <a:avLst/>
              </a:prstGeom>
              <a:solidFill>
                <a:srgbClr val="979797"/>
              </a:solidFill>
              <a:ln>
                <a:noFill/>
              </a:ln>
              <a:effectLst/>
            </p:spPr>
            <p:txBody>
              <a:bodyPr rtlCol="0" anchor="ctr"/>
              <a:lstStyle/>
              <a:p>
                <a:pPr algn="ctr"/>
              </a:p>
            </p:txBody>
          </p:sp>
          <p:sp>
            <p:nvSpPr>
              <p:cNvPr id="381" name="Noise cell"/>
              <p:cNvSpPr/>
              <p:nvPr/>
            </p:nvSpPr>
            <p:spPr>
              <a:xfrm>
                <a:off x="10709989" y="7260336"/>
                <a:ext cx="18770" cy="18928"/>
              </a:xfrm>
              <a:prstGeom prst="rect">
                <a:avLst/>
              </a:prstGeom>
              <a:solidFill>
                <a:srgbClr val="8C8C8C"/>
              </a:solidFill>
              <a:ln>
                <a:noFill/>
              </a:ln>
              <a:effectLst/>
            </p:spPr>
            <p:txBody>
              <a:bodyPr rtlCol="0" anchor="ctr"/>
              <a:lstStyle/>
              <a:p>
                <a:pPr algn="ctr"/>
              </a:p>
            </p:txBody>
          </p:sp>
          <p:sp>
            <p:nvSpPr>
              <p:cNvPr id="382" name="Noise cell"/>
              <p:cNvSpPr/>
              <p:nvPr/>
            </p:nvSpPr>
            <p:spPr>
              <a:xfrm>
                <a:off x="10728119" y="7260336"/>
                <a:ext cx="18770" cy="18928"/>
              </a:xfrm>
              <a:prstGeom prst="rect">
                <a:avLst/>
              </a:prstGeom>
              <a:solidFill>
                <a:srgbClr val="838383"/>
              </a:solidFill>
              <a:ln>
                <a:noFill/>
              </a:ln>
              <a:effectLst/>
            </p:spPr>
            <p:txBody>
              <a:bodyPr rtlCol="0" anchor="ctr"/>
              <a:lstStyle/>
              <a:p>
                <a:pPr algn="ctr"/>
              </a:p>
            </p:txBody>
          </p:sp>
          <p:sp>
            <p:nvSpPr>
              <p:cNvPr id="383" name="Noise cell"/>
              <p:cNvSpPr/>
              <p:nvPr/>
            </p:nvSpPr>
            <p:spPr>
              <a:xfrm>
                <a:off x="10746250" y="7260336"/>
                <a:ext cx="18770" cy="18928"/>
              </a:xfrm>
              <a:prstGeom prst="rect">
                <a:avLst/>
              </a:prstGeom>
              <a:solidFill>
                <a:srgbClr val="818181"/>
              </a:solidFill>
              <a:ln>
                <a:noFill/>
              </a:ln>
              <a:effectLst/>
            </p:spPr>
            <p:txBody>
              <a:bodyPr rtlCol="0" anchor="ctr"/>
              <a:lstStyle/>
              <a:p>
                <a:pPr algn="ctr"/>
              </a:p>
            </p:txBody>
          </p:sp>
          <p:sp>
            <p:nvSpPr>
              <p:cNvPr id="384" name="Noise cell"/>
              <p:cNvSpPr/>
              <p:nvPr/>
            </p:nvSpPr>
            <p:spPr>
              <a:xfrm>
                <a:off x="10764380" y="7260336"/>
                <a:ext cx="18770" cy="18928"/>
              </a:xfrm>
              <a:prstGeom prst="rect">
                <a:avLst/>
              </a:prstGeom>
              <a:solidFill>
                <a:srgbClr val="8C8C8C"/>
              </a:solidFill>
              <a:ln>
                <a:noFill/>
              </a:ln>
              <a:effectLst/>
            </p:spPr>
            <p:txBody>
              <a:bodyPr rtlCol="0" anchor="ctr"/>
              <a:lstStyle/>
              <a:p>
                <a:pPr algn="ctr"/>
              </a:p>
            </p:txBody>
          </p:sp>
          <p:sp>
            <p:nvSpPr>
              <p:cNvPr id="385" name="Noise cell"/>
              <p:cNvSpPr/>
              <p:nvPr/>
            </p:nvSpPr>
            <p:spPr>
              <a:xfrm>
                <a:off x="10782510" y="7260336"/>
                <a:ext cx="18770" cy="18928"/>
              </a:xfrm>
              <a:prstGeom prst="rect">
                <a:avLst/>
              </a:prstGeom>
              <a:solidFill>
                <a:srgbClr val="767676"/>
              </a:solidFill>
              <a:ln>
                <a:noFill/>
              </a:ln>
              <a:effectLst/>
            </p:spPr>
            <p:txBody>
              <a:bodyPr rtlCol="0" anchor="ctr"/>
              <a:lstStyle/>
              <a:p>
                <a:pPr algn="ctr"/>
              </a:p>
            </p:txBody>
          </p:sp>
          <p:sp>
            <p:nvSpPr>
              <p:cNvPr id="386" name="Noise cell"/>
              <p:cNvSpPr/>
              <p:nvPr/>
            </p:nvSpPr>
            <p:spPr>
              <a:xfrm>
                <a:off x="10800641" y="7260336"/>
                <a:ext cx="18770" cy="18928"/>
              </a:xfrm>
              <a:prstGeom prst="rect">
                <a:avLst/>
              </a:prstGeom>
              <a:solidFill>
                <a:srgbClr val="919191"/>
              </a:solidFill>
              <a:ln>
                <a:noFill/>
              </a:ln>
              <a:effectLst/>
            </p:spPr>
            <p:txBody>
              <a:bodyPr rtlCol="0" anchor="ctr"/>
              <a:lstStyle/>
              <a:p>
                <a:pPr algn="ctr"/>
              </a:p>
            </p:txBody>
          </p:sp>
          <p:sp>
            <p:nvSpPr>
              <p:cNvPr id="387" name="Noise cell"/>
              <p:cNvSpPr/>
              <p:nvPr/>
            </p:nvSpPr>
            <p:spPr>
              <a:xfrm>
                <a:off x="10818771" y="7260336"/>
                <a:ext cx="18770" cy="18928"/>
              </a:xfrm>
              <a:prstGeom prst="rect">
                <a:avLst/>
              </a:prstGeom>
              <a:solidFill>
                <a:srgbClr val="7C7C7C"/>
              </a:solidFill>
              <a:ln>
                <a:noFill/>
              </a:ln>
              <a:effectLst/>
            </p:spPr>
            <p:txBody>
              <a:bodyPr rtlCol="0" anchor="ctr"/>
              <a:lstStyle/>
              <a:p>
                <a:pPr algn="ctr"/>
              </a:p>
            </p:txBody>
          </p:sp>
          <p:sp>
            <p:nvSpPr>
              <p:cNvPr id="388" name="Noise cell"/>
              <p:cNvSpPr/>
              <p:nvPr/>
            </p:nvSpPr>
            <p:spPr>
              <a:xfrm>
                <a:off x="10836901" y="7260336"/>
                <a:ext cx="18770" cy="18928"/>
              </a:xfrm>
              <a:prstGeom prst="rect">
                <a:avLst/>
              </a:prstGeom>
              <a:solidFill>
                <a:srgbClr val="888888"/>
              </a:solidFill>
              <a:ln>
                <a:noFill/>
              </a:ln>
              <a:effectLst/>
            </p:spPr>
            <p:txBody>
              <a:bodyPr rtlCol="0" anchor="ctr"/>
              <a:lstStyle/>
              <a:p>
                <a:pPr algn="ctr"/>
              </a:p>
            </p:txBody>
          </p:sp>
          <p:sp>
            <p:nvSpPr>
              <p:cNvPr id="389" name="Noise cell"/>
              <p:cNvSpPr/>
              <p:nvPr/>
            </p:nvSpPr>
            <p:spPr>
              <a:xfrm>
                <a:off x="10855032" y="7260336"/>
                <a:ext cx="18770" cy="18928"/>
              </a:xfrm>
              <a:prstGeom prst="rect">
                <a:avLst/>
              </a:prstGeom>
              <a:solidFill>
                <a:srgbClr val="757575"/>
              </a:solidFill>
              <a:ln>
                <a:noFill/>
              </a:ln>
              <a:effectLst/>
            </p:spPr>
            <p:txBody>
              <a:bodyPr rtlCol="0" anchor="ctr"/>
              <a:lstStyle/>
              <a:p>
                <a:pPr algn="ctr"/>
              </a:p>
            </p:txBody>
          </p:sp>
          <p:sp>
            <p:nvSpPr>
              <p:cNvPr id="390" name="Noise cell"/>
              <p:cNvSpPr/>
              <p:nvPr/>
            </p:nvSpPr>
            <p:spPr>
              <a:xfrm>
                <a:off x="10873162" y="7260336"/>
                <a:ext cx="18770" cy="18928"/>
              </a:xfrm>
              <a:prstGeom prst="rect">
                <a:avLst/>
              </a:prstGeom>
              <a:solidFill>
                <a:srgbClr val="777777"/>
              </a:solidFill>
              <a:ln>
                <a:noFill/>
              </a:ln>
              <a:effectLst/>
            </p:spPr>
            <p:txBody>
              <a:bodyPr rtlCol="0" anchor="ctr"/>
              <a:lstStyle/>
              <a:p>
                <a:pPr algn="ctr"/>
              </a:p>
            </p:txBody>
          </p:sp>
          <p:sp>
            <p:nvSpPr>
              <p:cNvPr id="391" name="Noise cell"/>
              <p:cNvSpPr/>
              <p:nvPr/>
            </p:nvSpPr>
            <p:spPr>
              <a:xfrm>
                <a:off x="10891292" y="7260336"/>
                <a:ext cx="18770" cy="18928"/>
              </a:xfrm>
              <a:prstGeom prst="rect">
                <a:avLst/>
              </a:prstGeom>
              <a:solidFill>
                <a:srgbClr val="797979"/>
              </a:solidFill>
              <a:ln>
                <a:noFill/>
              </a:ln>
              <a:effectLst/>
            </p:spPr>
            <p:txBody>
              <a:bodyPr rtlCol="0" anchor="ctr"/>
              <a:lstStyle/>
              <a:p>
                <a:pPr algn="ctr"/>
              </a:p>
            </p:txBody>
          </p:sp>
          <p:sp>
            <p:nvSpPr>
              <p:cNvPr id="392" name="Noise cell"/>
              <p:cNvSpPr/>
              <p:nvPr/>
            </p:nvSpPr>
            <p:spPr>
              <a:xfrm>
                <a:off x="10909423" y="7260336"/>
                <a:ext cx="18770" cy="18928"/>
              </a:xfrm>
              <a:prstGeom prst="rect">
                <a:avLst/>
              </a:prstGeom>
              <a:solidFill>
                <a:srgbClr val="8B8B8B"/>
              </a:solidFill>
              <a:ln>
                <a:noFill/>
              </a:ln>
              <a:effectLst/>
            </p:spPr>
            <p:txBody>
              <a:bodyPr rtlCol="0" anchor="ctr"/>
              <a:lstStyle/>
              <a:p>
                <a:pPr algn="ctr"/>
              </a:p>
            </p:txBody>
          </p:sp>
          <p:sp>
            <p:nvSpPr>
              <p:cNvPr id="393" name="Noise cell"/>
              <p:cNvSpPr/>
              <p:nvPr/>
            </p:nvSpPr>
            <p:spPr>
              <a:xfrm>
                <a:off x="10927553" y="7260336"/>
                <a:ext cx="18770" cy="18928"/>
              </a:xfrm>
              <a:prstGeom prst="rect">
                <a:avLst/>
              </a:prstGeom>
              <a:solidFill>
                <a:srgbClr val="858585"/>
              </a:solidFill>
              <a:ln>
                <a:noFill/>
              </a:ln>
              <a:effectLst/>
            </p:spPr>
            <p:txBody>
              <a:bodyPr rtlCol="0" anchor="ctr"/>
              <a:lstStyle/>
              <a:p>
                <a:pPr algn="ctr"/>
              </a:p>
            </p:txBody>
          </p:sp>
          <p:sp>
            <p:nvSpPr>
              <p:cNvPr id="394" name="Noise cell"/>
              <p:cNvSpPr/>
              <p:nvPr/>
            </p:nvSpPr>
            <p:spPr>
              <a:xfrm>
                <a:off x="10945683" y="7260336"/>
                <a:ext cx="18770" cy="18928"/>
              </a:xfrm>
              <a:prstGeom prst="rect">
                <a:avLst/>
              </a:prstGeom>
              <a:solidFill>
                <a:srgbClr val="858585"/>
              </a:solidFill>
              <a:ln>
                <a:noFill/>
              </a:ln>
              <a:effectLst/>
            </p:spPr>
            <p:txBody>
              <a:bodyPr rtlCol="0" anchor="ctr"/>
              <a:lstStyle/>
              <a:p>
                <a:pPr algn="ctr"/>
              </a:p>
            </p:txBody>
          </p:sp>
          <p:sp>
            <p:nvSpPr>
              <p:cNvPr id="395" name="Noise cell"/>
              <p:cNvSpPr/>
              <p:nvPr/>
            </p:nvSpPr>
            <p:spPr>
              <a:xfrm>
                <a:off x="10963814" y="7260336"/>
                <a:ext cx="18770" cy="18928"/>
              </a:xfrm>
              <a:prstGeom prst="rect">
                <a:avLst/>
              </a:prstGeom>
              <a:solidFill>
                <a:srgbClr val="929292"/>
              </a:solidFill>
              <a:ln>
                <a:noFill/>
              </a:ln>
              <a:effectLst/>
            </p:spPr>
            <p:txBody>
              <a:bodyPr rtlCol="0" anchor="ctr"/>
              <a:lstStyle/>
              <a:p>
                <a:pPr algn="ctr"/>
              </a:p>
            </p:txBody>
          </p:sp>
          <p:sp>
            <p:nvSpPr>
              <p:cNvPr id="396" name="Noise cell"/>
              <p:cNvSpPr/>
              <p:nvPr/>
            </p:nvSpPr>
            <p:spPr>
              <a:xfrm>
                <a:off x="9930384" y="7278624"/>
                <a:ext cx="18770" cy="18928"/>
              </a:xfrm>
              <a:prstGeom prst="rect">
                <a:avLst/>
              </a:prstGeom>
              <a:solidFill>
                <a:srgbClr val="787878"/>
              </a:solidFill>
              <a:ln>
                <a:noFill/>
              </a:ln>
              <a:effectLst/>
            </p:spPr>
            <p:txBody>
              <a:bodyPr rtlCol="0" anchor="ctr"/>
              <a:lstStyle/>
              <a:p>
                <a:pPr algn="ctr"/>
              </a:p>
            </p:txBody>
          </p:sp>
          <p:sp>
            <p:nvSpPr>
              <p:cNvPr id="397" name="Noise cell"/>
              <p:cNvSpPr/>
              <p:nvPr/>
            </p:nvSpPr>
            <p:spPr>
              <a:xfrm>
                <a:off x="9948514" y="7278624"/>
                <a:ext cx="18770" cy="18928"/>
              </a:xfrm>
              <a:prstGeom prst="rect">
                <a:avLst/>
              </a:prstGeom>
              <a:solidFill>
                <a:srgbClr val="909090"/>
              </a:solidFill>
              <a:ln>
                <a:noFill/>
              </a:ln>
              <a:effectLst/>
            </p:spPr>
            <p:txBody>
              <a:bodyPr rtlCol="0" anchor="ctr"/>
              <a:lstStyle/>
              <a:p>
                <a:pPr algn="ctr"/>
              </a:p>
            </p:txBody>
          </p:sp>
          <p:sp>
            <p:nvSpPr>
              <p:cNvPr id="398" name="Noise cell"/>
              <p:cNvSpPr/>
              <p:nvPr/>
            </p:nvSpPr>
            <p:spPr>
              <a:xfrm>
                <a:off x="9966645" y="7278624"/>
                <a:ext cx="18770" cy="18928"/>
              </a:xfrm>
              <a:prstGeom prst="rect">
                <a:avLst/>
              </a:prstGeom>
              <a:solidFill>
                <a:srgbClr val="7C7C7C"/>
              </a:solidFill>
              <a:ln>
                <a:noFill/>
              </a:ln>
              <a:effectLst/>
            </p:spPr>
            <p:txBody>
              <a:bodyPr rtlCol="0" anchor="ctr"/>
              <a:lstStyle/>
              <a:p>
                <a:pPr algn="ctr"/>
              </a:p>
            </p:txBody>
          </p:sp>
          <p:sp>
            <p:nvSpPr>
              <p:cNvPr id="399" name="Noise cell"/>
              <p:cNvSpPr/>
              <p:nvPr/>
            </p:nvSpPr>
            <p:spPr>
              <a:xfrm>
                <a:off x="9984775" y="7278624"/>
                <a:ext cx="18770" cy="18928"/>
              </a:xfrm>
              <a:prstGeom prst="rect">
                <a:avLst/>
              </a:prstGeom>
              <a:solidFill>
                <a:srgbClr val="787878"/>
              </a:solidFill>
              <a:ln>
                <a:noFill/>
              </a:ln>
              <a:effectLst/>
            </p:spPr>
            <p:txBody>
              <a:bodyPr rtlCol="0" anchor="ctr"/>
              <a:lstStyle/>
              <a:p>
                <a:pPr algn="ctr"/>
              </a:p>
            </p:txBody>
          </p:sp>
          <p:sp>
            <p:nvSpPr>
              <p:cNvPr id="400" name="Noise cell"/>
              <p:cNvSpPr/>
              <p:nvPr/>
            </p:nvSpPr>
            <p:spPr>
              <a:xfrm>
                <a:off x="10002905" y="7278624"/>
                <a:ext cx="18770" cy="18928"/>
              </a:xfrm>
              <a:prstGeom prst="rect">
                <a:avLst/>
              </a:prstGeom>
              <a:solidFill>
                <a:srgbClr val="7C7C7C"/>
              </a:solidFill>
              <a:ln>
                <a:noFill/>
              </a:ln>
              <a:effectLst/>
            </p:spPr>
            <p:txBody>
              <a:bodyPr rtlCol="0" anchor="ctr"/>
              <a:lstStyle/>
              <a:p>
                <a:pPr algn="ctr"/>
              </a:p>
            </p:txBody>
          </p:sp>
          <p:sp>
            <p:nvSpPr>
              <p:cNvPr id="401" name="Noise cell"/>
              <p:cNvSpPr/>
              <p:nvPr/>
            </p:nvSpPr>
            <p:spPr>
              <a:xfrm>
                <a:off x="10021036" y="7278624"/>
                <a:ext cx="18770" cy="18928"/>
              </a:xfrm>
              <a:prstGeom prst="rect">
                <a:avLst/>
              </a:prstGeom>
              <a:solidFill>
                <a:srgbClr val="939393"/>
              </a:solidFill>
              <a:ln>
                <a:noFill/>
              </a:ln>
              <a:effectLst/>
            </p:spPr>
            <p:txBody>
              <a:bodyPr rtlCol="0" anchor="ctr"/>
              <a:lstStyle/>
              <a:p>
                <a:pPr algn="ctr"/>
              </a:p>
            </p:txBody>
          </p:sp>
          <p:sp>
            <p:nvSpPr>
              <p:cNvPr id="402" name="Noise cell"/>
              <p:cNvSpPr/>
              <p:nvPr/>
            </p:nvSpPr>
            <p:spPr>
              <a:xfrm>
                <a:off x="10039166" y="7278624"/>
                <a:ext cx="18770" cy="18928"/>
              </a:xfrm>
              <a:prstGeom prst="rect">
                <a:avLst/>
              </a:prstGeom>
              <a:solidFill>
                <a:srgbClr val="9B9B9B"/>
              </a:solidFill>
              <a:ln>
                <a:noFill/>
              </a:ln>
              <a:effectLst/>
            </p:spPr>
            <p:txBody>
              <a:bodyPr rtlCol="0" anchor="ctr"/>
              <a:lstStyle/>
              <a:p>
                <a:pPr algn="ctr"/>
              </a:p>
            </p:txBody>
          </p:sp>
          <p:sp>
            <p:nvSpPr>
              <p:cNvPr id="403" name="Noise cell"/>
              <p:cNvSpPr/>
              <p:nvPr/>
            </p:nvSpPr>
            <p:spPr>
              <a:xfrm>
                <a:off x="10057296" y="7278624"/>
                <a:ext cx="18770" cy="18928"/>
              </a:xfrm>
              <a:prstGeom prst="rect">
                <a:avLst/>
              </a:prstGeom>
              <a:solidFill>
                <a:srgbClr val="7C7C7C"/>
              </a:solidFill>
              <a:ln>
                <a:noFill/>
              </a:ln>
              <a:effectLst/>
            </p:spPr>
            <p:txBody>
              <a:bodyPr rtlCol="0" anchor="ctr"/>
              <a:lstStyle/>
              <a:p>
                <a:pPr algn="ctr"/>
              </a:p>
            </p:txBody>
          </p:sp>
          <p:sp>
            <p:nvSpPr>
              <p:cNvPr id="404" name="Noise cell"/>
              <p:cNvSpPr/>
              <p:nvPr/>
            </p:nvSpPr>
            <p:spPr>
              <a:xfrm>
                <a:off x="10075427" y="7278624"/>
                <a:ext cx="18770" cy="18928"/>
              </a:xfrm>
              <a:prstGeom prst="rect">
                <a:avLst/>
              </a:prstGeom>
              <a:solidFill>
                <a:srgbClr val="757575"/>
              </a:solidFill>
              <a:ln>
                <a:noFill/>
              </a:ln>
              <a:effectLst/>
            </p:spPr>
            <p:txBody>
              <a:bodyPr rtlCol="0" anchor="ctr"/>
              <a:lstStyle/>
              <a:p>
                <a:pPr algn="ctr"/>
              </a:p>
            </p:txBody>
          </p:sp>
          <p:sp>
            <p:nvSpPr>
              <p:cNvPr id="405" name="Noise cell"/>
              <p:cNvSpPr/>
              <p:nvPr/>
            </p:nvSpPr>
            <p:spPr>
              <a:xfrm>
                <a:off x="10093557" y="7278624"/>
                <a:ext cx="18770" cy="18928"/>
              </a:xfrm>
              <a:prstGeom prst="rect">
                <a:avLst/>
              </a:prstGeom>
              <a:solidFill>
                <a:srgbClr val="6E6E6E"/>
              </a:solidFill>
              <a:ln>
                <a:noFill/>
              </a:ln>
              <a:effectLst/>
            </p:spPr>
            <p:txBody>
              <a:bodyPr rtlCol="0" anchor="ctr"/>
              <a:lstStyle/>
              <a:p>
                <a:pPr algn="ctr"/>
              </a:p>
            </p:txBody>
          </p:sp>
          <p:sp>
            <p:nvSpPr>
              <p:cNvPr id="406" name="Noise cell"/>
              <p:cNvSpPr/>
              <p:nvPr/>
            </p:nvSpPr>
            <p:spPr>
              <a:xfrm>
                <a:off x="10111687" y="7278624"/>
                <a:ext cx="18770" cy="18928"/>
              </a:xfrm>
              <a:prstGeom prst="rect">
                <a:avLst/>
              </a:prstGeom>
              <a:solidFill>
                <a:srgbClr val="848484"/>
              </a:solidFill>
              <a:ln>
                <a:noFill/>
              </a:ln>
              <a:effectLst/>
            </p:spPr>
            <p:txBody>
              <a:bodyPr rtlCol="0" anchor="ctr"/>
              <a:lstStyle/>
              <a:p>
                <a:pPr algn="ctr"/>
              </a:p>
            </p:txBody>
          </p:sp>
          <p:sp>
            <p:nvSpPr>
              <p:cNvPr id="407" name="Noise cell"/>
              <p:cNvSpPr/>
              <p:nvPr/>
            </p:nvSpPr>
            <p:spPr>
              <a:xfrm>
                <a:off x="10129818" y="7278624"/>
                <a:ext cx="18770" cy="18928"/>
              </a:xfrm>
              <a:prstGeom prst="rect">
                <a:avLst/>
              </a:prstGeom>
              <a:solidFill>
                <a:srgbClr val="8A8A8A"/>
              </a:solidFill>
              <a:ln>
                <a:noFill/>
              </a:ln>
              <a:effectLst/>
            </p:spPr>
            <p:txBody>
              <a:bodyPr rtlCol="0" anchor="ctr"/>
              <a:lstStyle/>
              <a:p>
                <a:pPr algn="ctr"/>
              </a:p>
            </p:txBody>
          </p:sp>
          <p:sp>
            <p:nvSpPr>
              <p:cNvPr id="408" name="Noise cell"/>
              <p:cNvSpPr/>
              <p:nvPr/>
            </p:nvSpPr>
            <p:spPr>
              <a:xfrm>
                <a:off x="10147948" y="7278624"/>
                <a:ext cx="18770" cy="18928"/>
              </a:xfrm>
              <a:prstGeom prst="rect">
                <a:avLst/>
              </a:prstGeom>
              <a:solidFill>
                <a:srgbClr val="898989"/>
              </a:solidFill>
              <a:ln>
                <a:noFill/>
              </a:ln>
              <a:effectLst/>
            </p:spPr>
            <p:txBody>
              <a:bodyPr rtlCol="0" anchor="ctr"/>
              <a:lstStyle/>
              <a:p>
                <a:pPr algn="ctr"/>
              </a:p>
            </p:txBody>
          </p:sp>
          <p:sp>
            <p:nvSpPr>
              <p:cNvPr id="409" name="Noise cell"/>
              <p:cNvSpPr/>
              <p:nvPr/>
            </p:nvSpPr>
            <p:spPr>
              <a:xfrm>
                <a:off x="10166078" y="7278624"/>
                <a:ext cx="18770" cy="18928"/>
              </a:xfrm>
              <a:prstGeom prst="rect">
                <a:avLst/>
              </a:prstGeom>
              <a:solidFill>
                <a:srgbClr val="878787"/>
              </a:solidFill>
              <a:ln>
                <a:noFill/>
              </a:ln>
              <a:effectLst/>
            </p:spPr>
            <p:txBody>
              <a:bodyPr rtlCol="0" anchor="ctr"/>
              <a:lstStyle/>
              <a:p>
                <a:pPr algn="ctr"/>
              </a:p>
            </p:txBody>
          </p:sp>
          <p:sp>
            <p:nvSpPr>
              <p:cNvPr id="410" name="Noise cell"/>
              <p:cNvSpPr/>
              <p:nvPr/>
            </p:nvSpPr>
            <p:spPr>
              <a:xfrm>
                <a:off x="10184209" y="7278624"/>
                <a:ext cx="18770" cy="18928"/>
              </a:xfrm>
              <a:prstGeom prst="rect">
                <a:avLst/>
              </a:prstGeom>
              <a:solidFill>
                <a:srgbClr val="979797"/>
              </a:solidFill>
              <a:ln>
                <a:noFill/>
              </a:ln>
              <a:effectLst/>
            </p:spPr>
            <p:txBody>
              <a:bodyPr rtlCol="0" anchor="ctr"/>
              <a:lstStyle/>
              <a:p>
                <a:pPr algn="ctr"/>
              </a:p>
            </p:txBody>
          </p:sp>
          <p:sp>
            <p:nvSpPr>
              <p:cNvPr id="411" name="Noise cell"/>
              <p:cNvSpPr/>
              <p:nvPr/>
            </p:nvSpPr>
            <p:spPr>
              <a:xfrm>
                <a:off x="10202339" y="7278624"/>
                <a:ext cx="18770" cy="18928"/>
              </a:xfrm>
              <a:prstGeom prst="rect">
                <a:avLst/>
              </a:prstGeom>
              <a:solidFill>
                <a:srgbClr val="858585"/>
              </a:solidFill>
              <a:ln>
                <a:noFill/>
              </a:ln>
              <a:effectLst/>
            </p:spPr>
            <p:txBody>
              <a:bodyPr rtlCol="0" anchor="ctr"/>
              <a:lstStyle/>
              <a:p>
                <a:pPr algn="ctr"/>
              </a:p>
            </p:txBody>
          </p:sp>
          <p:sp>
            <p:nvSpPr>
              <p:cNvPr id="412" name="Noise cell"/>
              <p:cNvSpPr/>
              <p:nvPr/>
            </p:nvSpPr>
            <p:spPr>
              <a:xfrm>
                <a:off x="10220470" y="7278624"/>
                <a:ext cx="18770" cy="18928"/>
              </a:xfrm>
              <a:prstGeom prst="rect">
                <a:avLst/>
              </a:prstGeom>
              <a:solidFill>
                <a:srgbClr val="898989"/>
              </a:solidFill>
              <a:ln>
                <a:noFill/>
              </a:ln>
              <a:effectLst/>
            </p:spPr>
            <p:txBody>
              <a:bodyPr rtlCol="0" anchor="ctr"/>
              <a:lstStyle/>
              <a:p>
                <a:pPr algn="ctr"/>
              </a:p>
            </p:txBody>
          </p:sp>
          <p:sp>
            <p:nvSpPr>
              <p:cNvPr id="413" name="Noise cell"/>
              <p:cNvSpPr/>
              <p:nvPr/>
            </p:nvSpPr>
            <p:spPr>
              <a:xfrm>
                <a:off x="10238600" y="7278624"/>
                <a:ext cx="18770" cy="18928"/>
              </a:xfrm>
              <a:prstGeom prst="rect">
                <a:avLst/>
              </a:prstGeom>
              <a:solidFill>
                <a:srgbClr val="808080"/>
              </a:solidFill>
              <a:ln>
                <a:noFill/>
              </a:ln>
              <a:effectLst/>
            </p:spPr>
            <p:txBody>
              <a:bodyPr rtlCol="0" anchor="ctr"/>
              <a:lstStyle/>
              <a:p>
                <a:pPr algn="ctr"/>
              </a:p>
            </p:txBody>
          </p:sp>
          <p:sp>
            <p:nvSpPr>
              <p:cNvPr id="414" name="Noise cell"/>
              <p:cNvSpPr/>
              <p:nvPr/>
            </p:nvSpPr>
            <p:spPr>
              <a:xfrm>
                <a:off x="10256730" y="7278624"/>
                <a:ext cx="18770" cy="18928"/>
              </a:xfrm>
              <a:prstGeom prst="rect">
                <a:avLst/>
              </a:prstGeom>
              <a:solidFill>
                <a:srgbClr val="777777"/>
              </a:solidFill>
              <a:ln>
                <a:noFill/>
              </a:ln>
              <a:effectLst/>
            </p:spPr>
            <p:txBody>
              <a:bodyPr rtlCol="0" anchor="ctr"/>
              <a:lstStyle/>
              <a:p>
                <a:pPr algn="ctr"/>
              </a:p>
            </p:txBody>
          </p:sp>
          <p:sp>
            <p:nvSpPr>
              <p:cNvPr id="415" name="Noise cell"/>
              <p:cNvSpPr/>
              <p:nvPr/>
            </p:nvSpPr>
            <p:spPr>
              <a:xfrm>
                <a:off x="10274861" y="7278624"/>
                <a:ext cx="18770" cy="18928"/>
              </a:xfrm>
              <a:prstGeom prst="rect">
                <a:avLst/>
              </a:prstGeom>
              <a:solidFill>
                <a:srgbClr val="656565"/>
              </a:solidFill>
              <a:ln>
                <a:noFill/>
              </a:ln>
              <a:effectLst/>
            </p:spPr>
            <p:txBody>
              <a:bodyPr rtlCol="0" anchor="ctr"/>
              <a:lstStyle/>
              <a:p>
                <a:pPr algn="ctr"/>
              </a:p>
            </p:txBody>
          </p:sp>
          <p:sp>
            <p:nvSpPr>
              <p:cNvPr id="416" name="Noise cell"/>
              <p:cNvSpPr/>
              <p:nvPr/>
            </p:nvSpPr>
            <p:spPr>
              <a:xfrm>
                <a:off x="10292991" y="7278624"/>
                <a:ext cx="18770" cy="18928"/>
              </a:xfrm>
              <a:prstGeom prst="rect">
                <a:avLst/>
              </a:prstGeom>
              <a:solidFill>
                <a:srgbClr val="848484"/>
              </a:solidFill>
              <a:ln>
                <a:noFill/>
              </a:ln>
              <a:effectLst/>
            </p:spPr>
            <p:txBody>
              <a:bodyPr rtlCol="0" anchor="ctr"/>
              <a:lstStyle/>
              <a:p>
                <a:pPr algn="ctr"/>
              </a:p>
            </p:txBody>
          </p:sp>
          <p:sp>
            <p:nvSpPr>
              <p:cNvPr id="417" name="Noise cell"/>
              <p:cNvSpPr/>
              <p:nvPr/>
            </p:nvSpPr>
            <p:spPr>
              <a:xfrm>
                <a:off x="10311121" y="7278624"/>
                <a:ext cx="18770" cy="18928"/>
              </a:xfrm>
              <a:prstGeom prst="rect">
                <a:avLst/>
              </a:prstGeom>
              <a:solidFill>
                <a:srgbClr val="7B7B7B"/>
              </a:solidFill>
              <a:ln>
                <a:noFill/>
              </a:ln>
              <a:effectLst/>
            </p:spPr>
            <p:txBody>
              <a:bodyPr rtlCol="0" anchor="ctr"/>
              <a:lstStyle/>
              <a:p>
                <a:pPr algn="ctr"/>
              </a:p>
            </p:txBody>
          </p:sp>
          <p:sp>
            <p:nvSpPr>
              <p:cNvPr id="418" name="Noise cell"/>
              <p:cNvSpPr/>
              <p:nvPr/>
            </p:nvSpPr>
            <p:spPr>
              <a:xfrm>
                <a:off x="10329252" y="7278624"/>
                <a:ext cx="18770" cy="18928"/>
              </a:xfrm>
              <a:prstGeom prst="rect">
                <a:avLst/>
              </a:prstGeom>
              <a:solidFill>
                <a:srgbClr val="7D7D7D"/>
              </a:solidFill>
              <a:ln>
                <a:noFill/>
              </a:ln>
              <a:effectLst/>
            </p:spPr>
            <p:txBody>
              <a:bodyPr rtlCol="0" anchor="ctr"/>
              <a:lstStyle/>
              <a:p>
                <a:pPr algn="ctr"/>
              </a:p>
            </p:txBody>
          </p:sp>
          <p:sp>
            <p:nvSpPr>
              <p:cNvPr id="419" name="Noise cell"/>
              <p:cNvSpPr/>
              <p:nvPr/>
            </p:nvSpPr>
            <p:spPr>
              <a:xfrm>
                <a:off x="10347382" y="7278624"/>
                <a:ext cx="18770" cy="18928"/>
              </a:xfrm>
              <a:prstGeom prst="rect">
                <a:avLst/>
              </a:prstGeom>
              <a:solidFill>
                <a:srgbClr val="7B7B7B"/>
              </a:solidFill>
              <a:ln>
                <a:noFill/>
              </a:ln>
              <a:effectLst/>
            </p:spPr>
            <p:txBody>
              <a:bodyPr rtlCol="0" anchor="ctr"/>
              <a:lstStyle/>
              <a:p>
                <a:pPr algn="ctr"/>
              </a:p>
            </p:txBody>
          </p:sp>
          <p:sp>
            <p:nvSpPr>
              <p:cNvPr id="420" name="Noise cell"/>
              <p:cNvSpPr/>
              <p:nvPr/>
            </p:nvSpPr>
            <p:spPr>
              <a:xfrm>
                <a:off x="10365512" y="7278624"/>
                <a:ext cx="18770" cy="18928"/>
              </a:xfrm>
              <a:prstGeom prst="rect">
                <a:avLst/>
              </a:prstGeom>
              <a:solidFill>
                <a:srgbClr val="848484"/>
              </a:solidFill>
              <a:ln>
                <a:noFill/>
              </a:ln>
              <a:effectLst/>
            </p:spPr>
            <p:txBody>
              <a:bodyPr rtlCol="0" anchor="ctr"/>
              <a:lstStyle/>
              <a:p>
                <a:pPr algn="ctr"/>
              </a:p>
            </p:txBody>
          </p:sp>
          <p:sp>
            <p:nvSpPr>
              <p:cNvPr id="421" name="Noise cell"/>
              <p:cNvSpPr/>
              <p:nvPr/>
            </p:nvSpPr>
            <p:spPr>
              <a:xfrm>
                <a:off x="10383643" y="7278624"/>
                <a:ext cx="18770" cy="18928"/>
              </a:xfrm>
              <a:prstGeom prst="rect">
                <a:avLst/>
              </a:prstGeom>
              <a:solidFill>
                <a:srgbClr val="858585"/>
              </a:solidFill>
              <a:ln>
                <a:noFill/>
              </a:ln>
              <a:effectLst/>
            </p:spPr>
            <p:txBody>
              <a:bodyPr rtlCol="0" anchor="ctr"/>
              <a:lstStyle/>
              <a:p>
                <a:pPr algn="ctr"/>
              </a:p>
            </p:txBody>
          </p:sp>
          <p:sp>
            <p:nvSpPr>
              <p:cNvPr id="422" name="Noise cell"/>
              <p:cNvSpPr/>
              <p:nvPr/>
            </p:nvSpPr>
            <p:spPr>
              <a:xfrm>
                <a:off x="10401773" y="7278624"/>
                <a:ext cx="18770" cy="18928"/>
              </a:xfrm>
              <a:prstGeom prst="rect">
                <a:avLst/>
              </a:prstGeom>
              <a:solidFill>
                <a:srgbClr val="656565"/>
              </a:solidFill>
              <a:ln>
                <a:noFill/>
              </a:ln>
              <a:effectLst/>
            </p:spPr>
            <p:txBody>
              <a:bodyPr rtlCol="0" anchor="ctr"/>
              <a:lstStyle/>
              <a:p>
                <a:pPr algn="ctr"/>
              </a:p>
            </p:txBody>
          </p:sp>
          <p:sp>
            <p:nvSpPr>
              <p:cNvPr id="423" name="Noise cell"/>
              <p:cNvSpPr/>
              <p:nvPr/>
            </p:nvSpPr>
            <p:spPr>
              <a:xfrm>
                <a:off x="10419903" y="7278624"/>
                <a:ext cx="18770" cy="18928"/>
              </a:xfrm>
              <a:prstGeom prst="rect">
                <a:avLst/>
              </a:prstGeom>
              <a:solidFill>
                <a:srgbClr val="7F7F7F"/>
              </a:solidFill>
              <a:ln>
                <a:noFill/>
              </a:ln>
              <a:effectLst/>
            </p:spPr>
            <p:txBody>
              <a:bodyPr rtlCol="0" anchor="ctr"/>
              <a:lstStyle/>
              <a:p>
                <a:pPr algn="ctr"/>
              </a:p>
            </p:txBody>
          </p:sp>
          <p:sp>
            <p:nvSpPr>
              <p:cNvPr id="424" name="Noise cell"/>
              <p:cNvSpPr/>
              <p:nvPr/>
            </p:nvSpPr>
            <p:spPr>
              <a:xfrm>
                <a:off x="10438034" y="7278624"/>
                <a:ext cx="18770" cy="18928"/>
              </a:xfrm>
              <a:prstGeom prst="rect">
                <a:avLst/>
              </a:prstGeom>
              <a:solidFill>
                <a:srgbClr val="8A8A8A"/>
              </a:solidFill>
              <a:ln>
                <a:noFill/>
              </a:ln>
              <a:effectLst/>
            </p:spPr>
            <p:txBody>
              <a:bodyPr rtlCol="0" anchor="ctr"/>
              <a:lstStyle/>
              <a:p>
                <a:pPr algn="ctr"/>
              </a:p>
            </p:txBody>
          </p:sp>
          <p:sp>
            <p:nvSpPr>
              <p:cNvPr id="425" name="Noise cell"/>
              <p:cNvSpPr/>
              <p:nvPr/>
            </p:nvSpPr>
            <p:spPr>
              <a:xfrm>
                <a:off x="10456164" y="7278624"/>
                <a:ext cx="18770" cy="18928"/>
              </a:xfrm>
              <a:prstGeom prst="rect">
                <a:avLst/>
              </a:prstGeom>
              <a:solidFill>
                <a:srgbClr val="888888"/>
              </a:solidFill>
              <a:ln>
                <a:noFill/>
              </a:ln>
              <a:effectLst/>
            </p:spPr>
            <p:txBody>
              <a:bodyPr rtlCol="0" anchor="ctr"/>
              <a:lstStyle/>
              <a:p>
                <a:pPr algn="ctr"/>
              </a:p>
            </p:txBody>
          </p:sp>
          <p:sp>
            <p:nvSpPr>
              <p:cNvPr id="426" name="Noise cell"/>
              <p:cNvSpPr/>
              <p:nvPr/>
            </p:nvSpPr>
            <p:spPr>
              <a:xfrm>
                <a:off x="10474294" y="7278624"/>
                <a:ext cx="18770" cy="18928"/>
              </a:xfrm>
              <a:prstGeom prst="rect">
                <a:avLst/>
              </a:prstGeom>
              <a:solidFill>
                <a:srgbClr val="818181"/>
              </a:solidFill>
              <a:ln>
                <a:noFill/>
              </a:ln>
              <a:effectLst/>
            </p:spPr>
            <p:txBody>
              <a:bodyPr rtlCol="0" anchor="ctr"/>
              <a:lstStyle/>
              <a:p>
                <a:pPr algn="ctr"/>
              </a:p>
            </p:txBody>
          </p:sp>
          <p:sp>
            <p:nvSpPr>
              <p:cNvPr id="427" name="Noise cell"/>
              <p:cNvSpPr/>
              <p:nvPr/>
            </p:nvSpPr>
            <p:spPr>
              <a:xfrm>
                <a:off x="10492425" y="7278624"/>
                <a:ext cx="18770" cy="18928"/>
              </a:xfrm>
              <a:prstGeom prst="rect">
                <a:avLst/>
              </a:prstGeom>
              <a:solidFill>
                <a:srgbClr val="868686"/>
              </a:solidFill>
              <a:ln>
                <a:noFill/>
              </a:ln>
              <a:effectLst/>
            </p:spPr>
            <p:txBody>
              <a:bodyPr rtlCol="0" anchor="ctr"/>
              <a:lstStyle/>
              <a:p>
                <a:pPr algn="ctr"/>
              </a:p>
            </p:txBody>
          </p:sp>
          <p:sp>
            <p:nvSpPr>
              <p:cNvPr id="428" name="Noise cell"/>
              <p:cNvSpPr/>
              <p:nvPr/>
            </p:nvSpPr>
            <p:spPr>
              <a:xfrm>
                <a:off x="10510555" y="7278624"/>
                <a:ext cx="18770" cy="18928"/>
              </a:xfrm>
              <a:prstGeom prst="rect">
                <a:avLst/>
              </a:prstGeom>
              <a:solidFill>
                <a:srgbClr val="6D6D6D"/>
              </a:solidFill>
              <a:ln>
                <a:noFill/>
              </a:ln>
              <a:effectLst/>
            </p:spPr>
            <p:txBody>
              <a:bodyPr rtlCol="0" anchor="ctr"/>
              <a:lstStyle/>
              <a:p>
                <a:pPr algn="ctr"/>
              </a:p>
            </p:txBody>
          </p:sp>
          <p:sp>
            <p:nvSpPr>
              <p:cNvPr id="429" name="Noise cell"/>
              <p:cNvSpPr/>
              <p:nvPr/>
            </p:nvSpPr>
            <p:spPr>
              <a:xfrm>
                <a:off x="10528685" y="7278624"/>
                <a:ext cx="18770" cy="18928"/>
              </a:xfrm>
              <a:prstGeom prst="rect">
                <a:avLst/>
              </a:prstGeom>
              <a:solidFill>
                <a:srgbClr val="898989"/>
              </a:solidFill>
              <a:ln>
                <a:noFill/>
              </a:ln>
              <a:effectLst/>
            </p:spPr>
            <p:txBody>
              <a:bodyPr rtlCol="0" anchor="ctr"/>
              <a:lstStyle/>
              <a:p>
                <a:pPr algn="ctr"/>
              </a:p>
            </p:txBody>
          </p:sp>
          <p:sp>
            <p:nvSpPr>
              <p:cNvPr id="430" name="Noise cell"/>
              <p:cNvSpPr/>
              <p:nvPr/>
            </p:nvSpPr>
            <p:spPr>
              <a:xfrm>
                <a:off x="10546816" y="7278624"/>
                <a:ext cx="18770" cy="18928"/>
              </a:xfrm>
              <a:prstGeom prst="rect">
                <a:avLst/>
              </a:prstGeom>
              <a:solidFill>
                <a:srgbClr val="808080"/>
              </a:solidFill>
              <a:ln>
                <a:noFill/>
              </a:ln>
              <a:effectLst/>
            </p:spPr>
            <p:txBody>
              <a:bodyPr rtlCol="0" anchor="ctr"/>
              <a:lstStyle/>
              <a:p>
                <a:pPr algn="ctr"/>
              </a:p>
            </p:txBody>
          </p:sp>
          <p:sp>
            <p:nvSpPr>
              <p:cNvPr id="431" name="Noise cell"/>
              <p:cNvSpPr/>
              <p:nvPr/>
            </p:nvSpPr>
            <p:spPr>
              <a:xfrm>
                <a:off x="10564946" y="7278624"/>
                <a:ext cx="18770" cy="18928"/>
              </a:xfrm>
              <a:prstGeom prst="rect">
                <a:avLst/>
              </a:prstGeom>
              <a:solidFill>
                <a:srgbClr val="848484"/>
              </a:solidFill>
              <a:ln>
                <a:noFill/>
              </a:ln>
              <a:effectLst/>
            </p:spPr>
            <p:txBody>
              <a:bodyPr rtlCol="0" anchor="ctr"/>
              <a:lstStyle/>
              <a:p>
                <a:pPr algn="ctr"/>
              </a:p>
            </p:txBody>
          </p:sp>
          <p:sp>
            <p:nvSpPr>
              <p:cNvPr id="432" name="Noise cell"/>
              <p:cNvSpPr/>
              <p:nvPr/>
            </p:nvSpPr>
            <p:spPr>
              <a:xfrm>
                <a:off x="10583076" y="7278624"/>
                <a:ext cx="18770" cy="18928"/>
              </a:xfrm>
              <a:prstGeom prst="rect">
                <a:avLst/>
              </a:prstGeom>
              <a:solidFill>
                <a:srgbClr val="8D8D8D"/>
              </a:solidFill>
              <a:ln>
                <a:noFill/>
              </a:ln>
              <a:effectLst/>
            </p:spPr>
            <p:txBody>
              <a:bodyPr rtlCol="0" anchor="ctr"/>
              <a:lstStyle/>
              <a:p>
                <a:pPr algn="ctr"/>
              </a:p>
            </p:txBody>
          </p:sp>
          <p:sp>
            <p:nvSpPr>
              <p:cNvPr id="433" name="Noise cell"/>
              <p:cNvSpPr/>
              <p:nvPr/>
            </p:nvSpPr>
            <p:spPr>
              <a:xfrm>
                <a:off x="10601207" y="7278624"/>
                <a:ext cx="18770" cy="18928"/>
              </a:xfrm>
              <a:prstGeom prst="rect">
                <a:avLst/>
              </a:prstGeom>
              <a:solidFill>
                <a:srgbClr val="858585"/>
              </a:solidFill>
              <a:ln>
                <a:noFill/>
              </a:ln>
              <a:effectLst/>
            </p:spPr>
            <p:txBody>
              <a:bodyPr rtlCol="0" anchor="ctr"/>
              <a:lstStyle/>
              <a:p>
                <a:pPr algn="ctr"/>
              </a:p>
            </p:txBody>
          </p:sp>
          <p:sp>
            <p:nvSpPr>
              <p:cNvPr id="434" name="Noise cell"/>
              <p:cNvSpPr/>
              <p:nvPr/>
            </p:nvSpPr>
            <p:spPr>
              <a:xfrm>
                <a:off x="10619337" y="7278624"/>
                <a:ext cx="18770" cy="18928"/>
              </a:xfrm>
              <a:prstGeom prst="rect">
                <a:avLst/>
              </a:prstGeom>
              <a:solidFill>
                <a:srgbClr val="747474"/>
              </a:solidFill>
              <a:ln>
                <a:noFill/>
              </a:ln>
              <a:effectLst/>
            </p:spPr>
            <p:txBody>
              <a:bodyPr rtlCol="0" anchor="ctr"/>
              <a:lstStyle/>
              <a:p>
                <a:pPr algn="ctr"/>
              </a:p>
            </p:txBody>
          </p:sp>
          <p:sp>
            <p:nvSpPr>
              <p:cNvPr id="435" name="Noise cell"/>
              <p:cNvSpPr/>
              <p:nvPr/>
            </p:nvSpPr>
            <p:spPr>
              <a:xfrm>
                <a:off x="10637467" y="7278624"/>
                <a:ext cx="18770" cy="18928"/>
              </a:xfrm>
              <a:prstGeom prst="rect">
                <a:avLst/>
              </a:prstGeom>
              <a:solidFill>
                <a:srgbClr val="686868"/>
              </a:solidFill>
              <a:ln>
                <a:noFill/>
              </a:ln>
              <a:effectLst/>
            </p:spPr>
            <p:txBody>
              <a:bodyPr rtlCol="0" anchor="ctr"/>
              <a:lstStyle/>
              <a:p>
                <a:pPr algn="ctr"/>
              </a:p>
            </p:txBody>
          </p:sp>
          <p:sp>
            <p:nvSpPr>
              <p:cNvPr id="436" name="Noise cell"/>
              <p:cNvSpPr/>
              <p:nvPr/>
            </p:nvSpPr>
            <p:spPr>
              <a:xfrm>
                <a:off x="10655598" y="7278624"/>
                <a:ext cx="18770" cy="18928"/>
              </a:xfrm>
              <a:prstGeom prst="rect">
                <a:avLst/>
              </a:prstGeom>
              <a:solidFill>
                <a:srgbClr val="7D7D7D"/>
              </a:solidFill>
              <a:ln>
                <a:noFill/>
              </a:ln>
              <a:effectLst/>
            </p:spPr>
            <p:txBody>
              <a:bodyPr rtlCol="0" anchor="ctr"/>
              <a:lstStyle/>
              <a:p>
                <a:pPr algn="ctr"/>
              </a:p>
            </p:txBody>
          </p:sp>
          <p:sp>
            <p:nvSpPr>
              <p:cNvPr id="437" name="Noise cell"/>
              <p:cNvSpPr/>
              <p:nvPr/>
            </p:nvSpPr>
            <p:spPr>
              <a:xfrm>
                <a:off x="10673728" y="7278624"/>
                <a:ext cx="18770" cy="18928"/>
              </a:xfrm>
              <a:prstGeom prst="rect">
                <a:avLst/>
              </a:prstGeom>
              <a:solidFill>
                <a:srgbClr val="838383"/>
              </a:solidFill>
              <a:ln>
                <a:noFill/>
              </a:ln>
              <a:effectLst/>
            </p:spPr>
            <p:txBody>
              <a:bodyPr rtlCol="0" anchor="ctr"/>
              <a:lstStyle/>
              <a:p>
                <a:pPr algn="ctr"/>
              </a:p>
            </p:txBody>
          </p:sp>
          <p:sp>
            <p:nvSpPr>
              <p:cNvPr id="438" name="Noise cell"/>
              <p:cNvSpPr/>
              <p:nvPr/>
            </p:nvSpPr>
            <p:spPr>
              <a:xfrm>
                <a:off x="10691858" y="7278624"/>
                <a:ext cx="18770" cy="18928"/>
              </a:xfrm>
              <a:prstGeom prst="rect">
                <a:avLst/>
              </a:prstGeom>
              <a:solidFill>
                <a:srgbClr val="878787"/>
              </a:solidFill>
              <a:ln>
                <a:noFill/>
              </a:ln>
              <a:effectLst/>
            </p:spPr>
            <p:txBody>
              <a:bodyPr rtlCol="0" anchor="ctr"/>
              <a:lstStyle/>
              <a:p>
                <a:pPr algn="ctr"/>
              </a:p>
            </p:txBody>
          </p:sp>
          <p:sp>
            <p:nvSpPr>
              <p:cNvPr id="439" name="Noise cell"/>
              <p:cNvSpPr/>
              <p:nvPr/>
            </p:nvSpPr>
            <p:spPr>
              <a:xfrm>
                <a:off x="10709989" y="7278624"/>
                <a:ext cx="18770" cy="18928"/>
              </a:xfrm>
              <a:prstGeom prst="rect">
                <a:avLst/>
              </a:prstGeom>
              <a:solidFill>
                <a:srgbClr val="929292"/>
              </a:solidFill>
              <a:ln>
                <a:noFill/>
              </a:ln>
              <a:effectLst/>
            </p:spPr>
            <p:txBody>
              <a:bodyPr rtlCol="0" anchor="ctr"/>
              <a:lstStyle/>
              <a:p>
                <a:pPr algn="ctr"/>
              </a:p>
            </p:txBody>
          </p:sp>
          <p:sp>
            <p:nvSpPr>
              <p:cNvPr id="440" name="Noise cell"/>
              <p:cNvSpPr/>
              <p:nvPr/>
            </p:nvSpPr>
            <p:spPr>
              <a:xfrm>
                <a:off x="10728119" y="7278624"/>
                <a:ext cx="18770" cy="18928"/>
              </a:xfrm>
              <a:prstGeom prst="rect">
                <a:avLst/>
              </a:prstGeom>
              <a:solidFill>
                <a:srgbClr val="898989"/>
              </a:solidFill>
              <a:ln>
                <a:noFill/>
              </a:ln>
              <a:effectLst/>
            </p:spPr>
            <p:txBody>
              <a:bodyPr rtlCol="0" anchor="ctr"/>
              <a:lstStyle/>
              <a:p>
                <a:pPr algn="ctr"/>
              </a:p>
            </p:txBody>
          </p:sp>
          <p:sp>
            <p:nvSpPr>
              <p:cNvPr id="441" name="Noise cell"/>
              <p:cNvSpPr/>
              <p:nvPr/>
            </p:nvSpPr>
            <p:spPr>
              <a:xfrm>
                <a:off x="10746250" y="7278624"/>
                <a:ext cx="18770" cy="18928"/>
              </a:xfrm>
              <a:prstGeom prst="rect">
                <a:avLst/>
              </a:prstGeom>
              <a:solidFill>
                <a:srgbClr val="888888"/>
              </a:solidFill>
              <a:ln>
                <a:noFill/>
              </a:ln>
              <a:effectLst/>
            </p:spPr>
            <p:txBody>
              <a:bodyPr rtlCol="0" anchor="ctr"/>
              <a:lstStyle/>
              <a:p>
                <a:pPr algn="ctr"/>
              </a:p>
            </p:txBody>
          </p:sp>
          <p:sp>
            <p:nvSpPr>
              <p:cNvPr id="442" name="Noise cell"/>
              <p:cNvSpPr/>
              <p:nvPr/>
            </p:nvSpPr>
            <p:spPr>
              <a:xfrm>
                <a:off x="10764380" y="7278624"/>
                <a:ext cx="18770" cy="18928"/>
              </a:xfrm>
              <a:prstGeom prst="rect">
                <a:avLst/>
              </a:prstGeom>
              <a:solidFill>
                <a:srgbClr val="6B6B6B"/>
              </a:solidFill>
              <a:ln>
                <a:noFill/>
              </a:ln>
              <a:effectLst/>
            </p:spPr>
            <p:txBody>
              <a:bodyPr rtlCol="0" anchor="ctr"/>
              <a:lstStyle/>
              <a:p>
                <a:pPr algn="ctr"/>
              </a:p>
            </p:txBody>
          </p:sp>
          <p:sp>
            <p:nvSpPr>
              <p:cNvPr id="443" name="Noise cell"/>
              <p:cNvSpPr/>
              <p:nvPr/>
            </p:nvSpPr>
            <p:spPr>
              <a:xfrm>
                <a:off x="10782510" y="7278624"/>
                <a:ext cx="18770" cy="18928"/>
              </a:xfrm>
              <a:prstGeom prst="rect">
                <a:avLst/>
              </a:prstGeom>
              <a:solidFill>
                <a:srgbClr val="8E8E8E"/>
              </a:solidFill>
              <a:ln>
                <a:noFill/>
              </a:ln>
              <a:effectLst/>
            </p:spPr>
            <p:txBody>
              <a:bodyPr rtlCol="0" anchor="ctr"/>
              <a:lstStyle/>
              <a:p>
                <a:pPr algn="ctr"/>
              </a:p>
            </p:txBody>
          </p:sp>
          <p:sp>
            <p:nvSpPr>
              <p:cNvPr id="444" name="Noise cell"/>
              <p:cNvSpPr/>
              <p:nvPr/>
            </p:nvSpPr>
            <p:spPr>
              <a:xfrm>
                <a:off x="10800641" y="7278624"/>
                <a:ext cx="18770" cy="18928"/>
              </a:xfrm>
              <a:prstGeom prst="rect">
                <a:avLst/>
              </a:prstGeom>
              <a:solidFill>
                <a:srgbClr val="868686"/>
              </a:solidFill>
              <a:ln>
                <a:noFill/>
              </a:ln>
              <a:effectLst/>
            </p:spPr>
            <p:txBody>
              <a:bodyPr rtlCol="0" anchor="ctr"/>
              <a:lstStyle/>
              <a:p>
                <a:pPr algn="ctr"/>
              </a:p>
            </p:txBody>
          </p:sp>
          <p:sp>
            <p:nvSpPr>
              <p:cNvPr id="445" name="Noise cell"/>
              <p:cNvSpPr/>
              <p:nvPr/>
            </p:nvSpPr>
            <p:spPr>
              <a:xfrm>
                <a:off x="10818771" y="7278624"/>
                <a:ext cx="18770" cy="18928"/>
              </a:xfrm>
              <a:prstGeom prst="rect">
                <a:avLst/>
              </a:prstGeom>
              <a:solidFill>
                <a:srgbClr val="A0A0A0"/>
              </a:solidFill>
              <a:ln>
                <a:noFill/>
              </a:ln>
              <a:effectLst/>
            </p:spPr>
            <p:txBody>
              <a:bodyPr rtlCol="0" anchor="ctr"/>
              <a:lstStyle/>
              <a:p>
                <a:pPr algn="ctr"/>
              </a:p>
            </p:txBody>
          </p:sp>
          <p:sp>
            <p:nvSpPr>
              <p:cNvPr id="446" name="Noise cell"/>
              <p:cNvSpPr/>
              <p:nvPr/>
            </p:nvSpPr>
            <p:spPr>
              <a:xfrm>
                <a:off x="10836901" y="7278624"/>
                <a:ext cx="18770" cy="18928"/>
              </a:xfrm>
              <a:prstGeom prst="rect">
                <a:avLst/>
              </a:prstGeom>
              <a:solidFill>
                <a:srgbClr val="8E8E8E"/>
              </a:solidFill>
              <a:ln>
                <a:noFill/>
              </a:ln>
              <a:effectLst/>
            </p:spPr>
            <p:txBody>
              <a:bodyPr rtlCol="0" anchor="ctr"/>
              <a:lstStyle/>
              <a:p>
                <a:pPr algn="ctr"/>
              </a:p>
            </p:txBody>
          </p:sp>
          <p:sp>
            <p:nvSpPr>
              <p:cNvPr id="447" name="Noise cell"/>
              <p:cNvSpPr/>
              <p:nvPr/>
            </p:nvSpPr>
            <p:spPr>
              <a:xfrm>
                <a:off x="10855032" y="7278624"/>
                <a:ext cx="18770" cy="18928"/>
              </a:xfrm>
              <a:prstGeom prst="rect">
                <a:avLst/>
              </a:prstGeom>
              <a:solidFill>
                <a:srgbClr val="797979"/>
              </a:solidFill>
              <a:ln>
                <a:noFill/>
              </a:ln>
              <a:effectLst/>
            </p:spPr>
            <p:txBody>
              <a:bodyPr rtlCol="0" anchor="ctr"/>
              <a:lstStyle/>
              <a:p>
                <a:pPr algn="ctr"/>
              </a:p>
            </p:txBody>
          </p:sp>
          <p:sp>
            <p:nvSpPr>
              <p:cNvPr id="448" name="Noise cell"/>
              <p:cNvSpPr/>
              <p:nvPr/>
            </p:nvSpPr>
            <p:spPr>
              <a:xfrm>
                <a:off x="10873162" y="7278624"/>
                <a:ext cx="18770" cy="18928"/>
              </a:xfrm>
              <a:prstGeom prst="rect">
                <a:avLst/>
              </a:prstGeom>
              <a:solidFill>
                <a:srgbClr val="858585"/>
              </a:solidFill>
              <a:ln>
                <a:noFill/>
              </a:ln>
              <a:effectLst/>
            </p:spPr>
            <p:txBody>
              <a:bodyPr rtlCol="0" anchor="ctr"/>
              <a:lstStyle/>
              <a:p>
                <a:pPr algn="ctr"/>
              </a:p>
            </p:txBody>
          </p:sp>
          <p:sp>
            <p:nvSpPr>
              <p:cNvPr id="449" name="Noise cell"/>
              <p:cNvSpPr/>
              <p:nvPr/>
            </p:nvSpPr>
            <p:spPr>
              <a:xfrm>
                <a:off x="10891292" y="7278624"/>
                <a:ext cx="18770" cy="18928"/>
              </a:xfrm>
              <a:prstGeom prst="rect">
                <a:avLst/>
              </a:prstGeom>
              <a:solidFill>
                <a:srgbClr val="8C8C8C"/>
              </a:solidFill>
              <a:ln>
                <a:noFill/>
              </a:ln>
              <a:effectLst/>
            </p:spPr>
            <p:txBody>
              <a:bodyPr rtlCol="0" anchor="ctr"/>
              <a:lstStyle/>
              <a:p>
                <a:pPr algn="ctr"/>
              </a:p>
            </p:txBody>
          </p:sp>
          <p:sp>
            <p:nvSpPr>
              <p:cNvPr id="450" name="Noise cell"/>
              <p:cNvSpPr/>
              <p:nvPr/>
            </p:nvSpPr>
            <p:spPr>
              <a:xfrm>
                <a:off x="10909423" y="7278624"/>
                <a:ext cx="18770" cy="18928"/>
              </a:xfrm>
              <a:prstGeom prst="rect">
                <a:avLst/>
              </a:prstGeom>
              <a:solidFill>
                <a:srgbClr val="777777"/>
              </a:solidFill>
              <a:ln>
                <a:noFill/>
              </a:ln>
              <a:effectLst/>
            </p:spPr>
            <p:txBody>
              <a:bodyPr rtlCol="0" anchor="ctr"/>
              <a:lstStyle/>
              <a:p>
                <a:pPr algn="ctr"/>
              </a:p>
            </p:txBody>
          </p:sp>
          <p:sp>
            <p:nvSpPr>
              <p:cNvPr id="451" name="Noise cell"/>
              <p:cNvSpPr/>
              <p:nvPr/>
            </p:nvSpPr>
            <p:spPr>
              <a:xfrm>
                <a:off x="10927553" y="7278624"/>
                <a:ext cx="18770" cy="18928"/>
              </a:xfrm>
              <a:prstGeom prst="rect">
                <a:avLst/>
              </a:prstGeom>
              <a:solidFill>
                <a:srgbClr val="6D6D6D"/>
              </a:solidFill>
              <a:ln>
                <a:noFill/>
              </a:ln>
              <a:effectLst/>
            </p:spPr>
            <p:txBody>
              <a:bodyPr rtlCol="0" anchor="ctr"/>
              <a:lstStyle/>
              <a:p>
                <a:pPr algn="ctr"/>
              </a:p>
            </p:txBody>
          </p:sp>
          <p:sp>
            <p:nvSpPr>
              <p:cNvPr id="452" name="Noise cell"/>
              <p:cNvSpPr/>
              <p:nvPr/>
            </p:nvSpPr>
            <p:spPr>
              <a:xfrm>
                <a:off x="10945683" y="7278624"/>
                <a:ext cx="18770" cy="18928"/>
              </a:xfrm>
              <a:prstGeom prst="rect">
                <a:avLst/>
              </a:prstGeom>
              <a:solidFill>
                <a:srgbClr val="8A8A8A"/>
              </a:solidFill>
              <a:ln>
                <a:noFill/>
              </a:ln>
              <a:effectLst/>
            </p:spPr>
            <p:txBody>
              <a:bodyPr rtlCol="0" anchor="ctr"/>
              <a:lstStyle/>
              <a:p>
                <a:pPr algn="ctr"/>
              </a:p>
            </p:txBody>
          </p:sp>
          <p:sp>
            <p:nvSpPr>
              <p:cNvPr id="453" name="Noise cell"/>
              <p:cNvSpPr/>
              <p:nvPr/>
            </p:nvSpPr>
            <p:spPr>
              <a:xfrm>
                <a:off x="10963814" y="7278624"/>
                <a:ext cx="18770" cy="18928"/>
              </a:xfrm>
              <a:prstGeom prst="rect">
                <a:avLst/>
              </a:prstGeom>
              <a:solidFill>
                <a:srgbClr val="7C7C7C"/>
              </a:solidFill>
              <a:ln>
                <a:noFill/>
              </a:ln>
              <a:effectLst/>
            </p:spPr>
            <p:txBody>
              <a:bodyPr rtlCol="0" anchor="ctr"/>
              <a:lstStyle/>
              <a:p>
                <a:pPr algn="ctr"/>
              </a:p>
            </p:txBody>
          </p:sp>
          <p:sp>
            <p:nvSpPr>
              <p:cNvPr id="454" name="Noise cell"/>
              <p:cNvSpPr/>
              <p:nvPr/>
            </p:nvSpPr>
            <p:spPr>
              <a:xfrm>
                <a:off x="9930384" y="7296912"/>
                <a:ext cx="18770" cy="18928"/>
              </a:xfrm>
              <a:prstGeom prst="rect">
                <a:avLst/>
              </a:prstGeom>
              <a:solidFill>
                <a:srgbClr val="818181"/>
              </a:solidFill>
              <a:ln>
                <a:noFill/>
              </a:ln>
              <a:effectLst/>
            </p:spPr>
            <p:txBody>
              <a:bodyPr rtlCol="0" anchor="ctr"/>
              <a:lstStyle/>
              <a:p>
                <a:pPr algn="ctr"/>
              </a:p>
            </p:txBody>
          </p:sp>
          <p:sp>
            <p:nvSpPr>
              <p:cNvPr id="455" name="Noise cell"/>
              <p:cNvSpPr/>
              <p:nvPr/>
            </p:nvSpPr>
            <p:spPr>
              <a:xfrm>
                <a:off x="9948514" y="7296912"/>
                <a:ext cx="18770" cy="18928"/>
              </a:xfrm>
              <a:prstGeom prst="rect">
                <a:avLst/>
              </a:prstGeom>
              <a:solidFill>
                <a:srgbClr val="858585"/>
              </a:solidFill>
              <a:ln>
                <a:noFill/>
              </a:ln>
              <a:effectLst/>
            </p:spPr>
            <p:txBody>
              <a:bodyPr rtlCol="0" anchor="ctr"/>
              <a:lstStyle/>
              <a:p>
                <a:pPr algn="ctr"/>
              </a:p>
            </p:txBody>
          </p:sp>
          <p:sp>
            <p:nvSpPr>
              <p:cNvPr id="456" name="Noise cell"/>
              <p:cNvSpPr/>
              <p:nvPr/>
            </p:nvSpPr>
            <p:spPr>
              <a:xfrm>
                <a:off x="9966645" y="7296912"/>
                <a:ext cx="18770" cy="18928"/>
              </a:xfrm>
              <a:prstGeom prst="rect">
                <a:avLst/>
              </a:prstGeom>
              <a:solidFill>
                <a:srgbClr val="808080"/>
              </a:solidFill>
              <a:ln>
                <a:noFill/>
              </a:ln>
              <a:effectLst/>
            </p:spPr>
            <p:txBody>
              <a:bodyPr rtlCol="0" anchor="ctr"/>
              <a:lstStyle/>
              <a:p>
                <a:pPr algn="ctr"/>
              </a:p>
            </p:txBody>
          </p:sp>
          <p:sp>
            <p:nvSpPr>
              <p:cNvPr id="457" name="Noise cell"/>
              <p:cNvSpPr/>
              <p:nvPr/>
            </p:nvSpPr>
            <p:spPr>
              <a:xfrm>
                <a:off x="9984775" y="7296912"/>
                <a:ext cx="18770" cy="18928"/>
              </a:xfrm>
              <a:prstGeom prst="rect">
                <a:avLst/>
              </a:prstGeom>
              <a:solidFill>
                <a:srgbClr val="8F8F8F"/>
              </a:solidFill>
              <a:ln>
                <a:noFill/>
              </a:ln>
              <a:effectLst/>
            </p:spPr>
            <p:txBody>
              <a:bodyPr rtlCol="0" anchor="ctr"/>
              <a:lstStyle/>
              <a:p>
                <a:pPr algn="ctr"/>
              </a:p>
            </p:txBody>
          </p:sp>
          <p:sp>
            <p:nvSpPr>
              <p:cNvPr id="458" name="Noise cell"/>
              <p:cNvSpPr/>
              <p:nvPr/>
            </p:nvSpPr>
            <p:spPr>
              <a:xfrm>
                <a:off x="10002905" y="7296912"/>
                <a:ext cx="18770" cy="18928"/>
              </a:xfrm>
              <a:prstGeom prst="rect">
                <a:avLst/>
              </a:prstGeom>
              <a:solidFill>
                <a:srgbClr val="878787"/>
              </a:solidFill>
              <a:ln>
                <a:noFill/>
              </a:ln>
              <a:effectLst/>
            </p:spPr>
            <p:txBody>
              <a:bodyPr rtlCol="0" anchor="ctr"/>
              <a:lstStyle/>
              <a:p>
                <a:pPr algn="ctr"/>
              </a:p>
            </p:txBody>
          </p:sp>
          <p:sp>
            <p:nvSpPr>
              <p:cNvPr id="459" name="Noise cell"/>
              <p:cNvSpPr/>
              <p:nvPr/>
            </p:nvSpPr>
            <p:spPr>
              <a:xfrm>
                <a:off x="10021036" y="7296912"/>
                <a:ext cx="18770" cy="18928"/>
              </a:xfrm>
              <a:prstGeom prst="rect">
                <a:avLst/>
              </a:prstGeom>
              <a:solidFill>
                <a:srgbClr val="878787"/>
              </a:solidFill>
              <a:ln>
                <a:noFill/>
              </a:ln>
              <a:effectLst/>
            </p:spPr>
            <p:txBody>
              <a:bodyPr rtlCol="0" anchor="ctr"/>
              <a:lstStyle/>
              <a:p>
                <a:pPr algn="ctr"/>
              </a:p>
            </p:txBody>
          </p:sp>
          <p:sp>
            <p:nvSpPr>
              <p:cNvPr id="460" name="Noise cell"/>
              <p:cNvSpPr/>
              <p:nvPr/>
            </p:nvSpPr>
            <p:spPr>
              <a:xfrm>
                <a:off x="10039166" y="7296912"/>
                <a:ext cx="18770" cy="18928"/>
              </a:xfrm>
              <a:prstGeom prst="rect">
                <a:avLst/>
              </a:prstGeom>
              <a:solidFill>
                <a:srgbClr val="8F8F8F"/>
              </a:solidFill>
              <a:ln>
                <a:noFill/>
              </a:ln>
              <a:effectLst/>
            </p:spPr>
            <p:txBody>
              <a:bodyPr rtlCol="0" anchor="ctr"/>
              <a:lstStyle/>
              <a:p>
                <a:pPr algn="ctr"/>
              </a:p>
            </p:txBody>
          </p:sp>
          <p:sp>
            <p:nvSpPr>
              <p:cNvPr id="461" name="Noise cell"/>
              <p:cNvSpPr/>
              <p:nvPr/>
            </p:nvSpPr>
            <p:spPr>
              <a:xfrm>
                <a:off x="10057296" y="7296912"/>
                <a:ext cx="18770" cy="18928"/>
              </a:xfrm>
              <a:prstGeom prst="rect">
                <a:avLst/>
              </a:prstGeom>
              <a:solidFill>
                <a:srgbClr val="838383"/>
              </a:solidFill>
              <a:ln>
                <a:noFill/>
              </a:ln>
              <a:effectLst/>
            </p:spPr>
            <p:txBody>
              <a:bodyPr rtlCol="0" anchor="ctr"/>
              <a:lstStyle/>
              <a:p>
                <a:pPr algn="ctr"/>
              </a:p>
            </p:txBody>
          </p:sp>
          <p:sp>
            <p:nvSpPr>
              <p:cNvPr id="462" name="Noise cell"/>
              <p:cNvSpPr/>
              <p:nvPr/>
            </p:nvSpPr>
            <p:spPr>
              <a:xfrm>
                <a:off x="10075427" y="7296912"/>
                <a:ext cx="18770" cy="18928"/>
              </a:xfrm>
              <a:prstGeom prst="rect">
                <a:avLst/>
              </a:prstGeom>
              <a:solidFill>
                <a:srgbClr val="727272"/>
              </a:solidFill>
              <a:ln>
                <a:noFill/>
              </a:ln>
              <a:effectLst/>
            </p:spPr>
            <p:txBody>
              <a:bodyPr rtlCol="0" anchor="ctr"/>
              <a:lstStyle/>
              <a:p>
                <a:pPr algn="ctr"/>
              </a:p>
            </p:txBody>
          </p:sp>
          <p:sp>
            <p:nvSpPr>
              <p:cNvPr id="463" name="Noise cell"/>
              <p:cNvSpPr/>
              <p:nvPr/>
            </p:nvSpPr>
            <p:spPr>
              <a:xfrm>
                <a:off x="10093557" y="7296912"/>
                <a:ext cx="18770" cy="18928"/>
              </a:xfrm>
              <a:prstGeom prst="rect">
                <a:avLst/>
              </a:prstGeom>
              <a:solidFill>
                <a:srgbClr val="848484"/>
              </a:solidFill>
              <a:ln>
                <a:noFill/>
              </a:ln>
              <a:effectLst/>
            </p:spPr>
            <p:txBody>
              <a:bodyPr rtlCol="0" anchor="ctr"/>
              <a:lstStyle/>
              <a:p>
                <a:pPr algn="ctr"/>
              </a:p>
            </p:txBody>
          </p:sp>
          <p:sp>
            <p:nvSpPr>
              <p:cNvPr id="464" name="Noise cell"/>
              <p:cNvSpPr/>
              <p:nvPr/>
            </p:nvSpPr>
            <p:spPr>
              <a:xfrm>
                <a:off x="10111687" y="7296912"/>
                <a:ext cx="18770" cy="18928"/>
              </a:xfrm>
              <a:prstGeom prst="rect">
                <a:avLst/>
              </a:prstGeom>
              <a:solidFill>
                <a:srgbClr val="717171"/>
              </a:solidFill>
              <a:ln>
                <a:noFill/>
              </a:ln>
              <a:effectLst/>
            </p:spPr>
            <p:txBody>
              <a:bodyPr rtlCol="0" anchor="ctr"/>
              <a:lstStyle/>
              <a:p>
                <a:pPr algn="ctr"/>
              </a:p>
            </p:txBody>
          </p:sp>
          <p:sp>
            <p:nvSpPr>
              <p:cNvPr id="465" name="Noise cell"/>
              <p:cNvSpPr/>
              <p:nvPr/>
            </p:nvSpPr>
            <p:spPr>
              <a:xfrm>
                <a:off x="10129818" y="7296912"/>
                <a:ext cx="18770" cy="18928"/>
              </a:xfrm>
              <a:prstGeom prst="rect">
                <a:avLst/>
              </a:prstGeom>
              <a:solidFill>
                <a:srgbClr val="878787"/>
              </a:solidFill>
              <a:ln>
                <a:noFill/>
              </a:ln>
              <a:effectLst/>
            </p:spPr>
            <p:txBody>
              <a:bodyPr rtlCol="0" anchor="ctr"/>
              <a:lstStyle/>
              <a:p>
                <a:pPr algn="ctr"/>
              </a:p>
            </p:txBody>
          </p:sp>
          <p:sp>
            <p:nvSpPr>
              <p:cNvPr id="466" name="Noise cell"/>
              <p:cNvSpPr/>
              <p:nvPr/>
            </p:nvSpPr>
            <p:spPr>
              <a:xfrm>
                <a:off x="10147948" y="7296912"/>
                <a:ext cx="18770" cy="18928"/>
              </a:xfrm>
              <a:prstGeom prst="rect">
                <a:avLst/>
              </a:prstGeom>
              <a:solidFill>
                <a:srgbClr val="737373"/>
              </a:solidFill>
              <a:ln>
                <a:noFill/>
              </a:ln>
              <a:effectLst/>
            </p:spPr>
            <p:txBody>
              <a:bodyPr rtlCol="0" anchor="ctr"/>
              <a:lstStyle/>
              <a:p>
                <a:pPr algn="ctr"/>
              </a:p>
            </p:txBody>
          </p:sp>
          <p:sp>
            <p:nvSpPr>
              <p:cNvPr id="467" name="Noise cell"/>
              <p:cNvSpPr/>
              <p:nvPr/>
            </p:nvSpPr>
            <p:spPr>
              <a:xfrm>
                <a:off x="10166078" y="7296912"/>
                <a:ext cx="18770" cy="18928"/>
              </a:xfrm>
              <a:prstGeom prst="rect">
                <a:avLst/>
              </a:prstGeom>
              <a:solidFill>
                <a:srgbClr val="838383"/>
              </a:solidFill>
              <a:ln>
                <a:noFill/>
              </a:ln>
              <a:effectLst/>
            </p:spPr>
            <p:txBody>
              <a:bodyPr rtlCol="0" anchor="ctr"/>
              <a:lstStyle/>
              <a:p>
                <a:pPr algn="ctr"/>
              </a:p>
            </p:txBody>
          </p:sp>
          <p:sp>
            <p:nvSpPr>
              <p:cNvPr id="468" name="Noise cell"/>
              <p:cNvSpPr/>
              <p:nvPr/>
            </p:nvSpPr>
            <p:spPr>
              <a:xfrm>
                <a:off x="10184209" y="7296912"/>
                <a:ext cx="18770" cy="18928"/>
              </a:xfrm>
              <a:prstGeom prst="rect">
                <a:avLst/>
              </a:prstGeom>
              <a:solidFill>
                <a:srgbClr val="959595"/>
              </a:solidFill>
              <a:ln>
                <a:noFill/>
              </a:ln>
              <a:effectLst/>
            </p:spPr>
            <p:txBody>
              <a:bodyPr rtlCol="0" anchor="ctr"/>
              <a:lstStyle/>
              <a:p>
                <a:pPr algn="ctr"/>
              </a:p>
            </p:txBody>
          </p:sp>
          <p:sp>
            <p:nvSpPr>
              <p:cNvPr id="469" name="Noise cell"/>
              <p:cNvSpPr/>
              <p:nvPr/>
            </p:nvSpPr>
            <p:spPr>
              <a:xfrm>
                <a:off x="10202339" y="7296912"/>
                <a:ext cx="18770" cy="18928"/>
              </a:xfrm>
              <a:prstGeom prst="rect">
                <a:avLst/>
              </a:prstGeom>
              <a:solidFill>
                <a:srgbClr val="8D8D8D"/>
              </a:solidFill>
              <a:ln>
                <a:noFill/>
              </a:ln>
              <a:effectLst/>
            </p:spPr>
            <p:txBody>
              <a:bodyPr rtlCol="0" anchor="ctr"/>
              <a:lstStyle/>
              <a:p>
                <a:pPr algn="ctr"/>
              </a:p>
            </p:txBody>
          </p:sp>
          <p:sp>
            <p:nvSpPr>
              <p:cNvPr id="470" name="Noise cell"/>
              <p:cNvSpPr/>
              <p:nvPr/>
            </p:nvSpPr>
            <p:spPr>
              <a:xfrm>
                <a:off x="10220470" y="7296912"/>
                <a:ext cx="18770" cy="18928"/>
              </a:xfrm>
              <a:prstGeom prst="rect">
                <a:avLst/>
              </a:prstGeom>
              <a:solidFill>
                <a:srgbClr val="797979"/>
              </a:solidFill>
              <a:ln>
                <a:noFill/>
              </a:ln>
              <a:effectLst/>
            </p:spPr>
            <p:txBody>
              <a:bodyPr rtlCol="0" anchor="ctr"/>
              <a:lstStyle/>
              <a:p>
                <a:pPr algn="ctr"/>
              </a:p>
            </p:txBody>
          </p:sp>
          <p:sp>
            <p:nvSpPr>
              <p:cNvPr id="471" name="Noise cell"/>
              <p:cNvSpPr/>
              <p:nvPr/>
            </p:nvSpPr>
            <p:spPr>
              <a:xfrm>
                <a:off x="10238600" y="7296912"/>
                <a:ext cx="18770" cy="18928"/>
              </a:xfrm>
              <a:prstGeom prst="rect">
                <a:avLst/>
              </a:prstGeom>
              <a:solidFill>
                <a:srgbClr val="707070"/>
              </a:solidFill>
              <a:ln>
                <a:noFill/>
              </a:ln>
              <a:effectLst/>
            </p:spPr>
            <p:txBody>
              <a:bodyPr rtlCol="0" anchor="ctr"/>
              <a:lstStyle/>
              <a:p>
                <a:pPr algn="ctr"/>
              </a:p>
            </p:txBody>
          </p:sp>
          <p:sp>
            <p:nvSpPr>
              <p:cNvPr id="472" name="Noise cell"/>
              <p:cNvSpPr/>
              <p:nvPr/>
            </p:nvSpPr>
            <p:spPr>
              <a:xfrm>
                <a:off x="10256730" y="7296912"/>
                <a:ext cx="18770" cy="18928"/>
              </a:xfrm>
              <a:prstGeom prst="rect">
                <a:avLst/>
              </a:prstGeom>
              <a:solidFill>
                <a:srgbClr val="7D7D7D"/>
              </a:solidFill>
              <a:ln>
                <a:noFill/>
              </a:ln>
              <a:effectLst/>
            </p:spPr>
            <p:txBody>
              <a:bodyPr rtlCol="0" anchor="ctr"/>
              <a:lstStyle/>
              <a:p>
                <a:pPr algn="ctr"/>
              </a:p>
            </p:txBody>
          </p:sp>
          <p:sp>
            <p:nvSpPr>
              <p:cNvPr id="473" name="Noise cell"/>
              <p:cNvSpPr/>
              <p:nvPr/>
            </p:nvSpPr>
            <p:spPr>
              <a:xfrm>
                <a:off x="10274861" y="7296912"/>
                <a:ext cx="18770" cy="18928"/>
              </a:xfrm>
              <a:prstGeom prst="rect">
                <a:avLst/>
              </a:prstGeom>
              <a:solidFill>
                <a:srgbClr val="929292"/>
              </a:solidFill>
              <a:ln>
                <a:noFill/>
              </a:ln>
              <a:effectLst/>
            </p:spPr>
            <p:txBody>
              <a:bodyPr rtlCol="0" anchor="ctr"/>
              <a:lstStyle/>
              <a:p>
                <a:pPr algn="ctr"/>
              </a:p>
            </p:txBody>
          </p:sp>
          <p:sp>
            <p:nvSpPr>
              <p:cNvPr id="474" name="Noise cell"/>
              <p:cNvSpPr/>
              <p:nvPr/>
            </p:nvSpPr>
            <p:spPr>
              <a:xfrm>
                <a:off x="10292991" y="7296912"/>
                <a:ext cx="18770" cy="18928"/>
              </a:xfrm>
              <a:prstGeom prst="rect">
                <a:avLst/>
              </a:prstGeom>
              <a:solidFill>
                <a:srgbClr val="8B8B8B"/>
              </a:solidFill>
              <a:ln>
                <a:noFill/>
              </a:ln>
              <a:effectLst/>
            </p:spPr>
            <p:txBody>
              <a:bodyPr rtlCol="0" anchor="ctr"/>
              <a:lstStyle/>
              <a:p>
                <a:pPr algn="ctr"/>
              </a:p>
            </p:txBody>
          </p:sp>
          <p:sp>
            <p:nvSpPr>
              <p:cNvPr id="475" name="Noise cell"/>
              <p:cNvSpPr/>
              <p:nvPr/>
            </p:nvSpPr>
            <p:spPr>
              <a:xfrm>
                <a:off x="10311121" y="7296912"/>
                <a:ext cx="18770" cy="18928"/>
              </a:xfrm>
              <a:prstGeom prst="rect">
                <a:avLst/>
              </a:prstGeom>
              <a:solidFill>
                <a:srgbClr val="6E6E6E"/>
              </a:solidFill>
              <a:ln>
                <a:noFill/>
              </a:ln>
              <a:effectLst/>
            </p:spPr>
            <p:txBody>
              <a:bodyPr rtlCol="0" anchor="ctr"/>
              <a:lstStyle/>
              <a:p>
                <a:pPr algn="ctr"/>
              </a:p>
            </p:txBody>
          </p:sp>
          <p:sp>
            <p:nvSpPr>
              <p:cNvPr id="476" name="Noise cell"/>
              <p:cNvSpPr/>
              <p:nvPr/>
            </p:nvSpPr>
            <p:spPr>
              <a:xfrm>
                <a:off x="10329252" y="7296912"/>
                <a:ext cx="18770" cy="18928"/>
              </a:xfrm>
              <a:prstGeom prst="rect">
                <a:avLst/>
              </a:prstGeom>
              <a:solidFill>
                <a:srgbClr val="8F8F8F"/>
              </a:solidFill>
              <a:ln>
                <a:noFill/>
              </a:ln>
              <a:effectLst/>
            </p:spPr>
            <p:txBody>
              <a:bodyPr rtlCol="0" anchor="ctr"/>
              <a:lstStyle/>
              <a:p>
                <a:pPr algn="ctr"/>
              </a:p>
            </p:txBody>
          </p:sp>
          <p:sp>
            <p:nvSpPr>
              <p:cNvPr id="477" name="Noise cell"/>
              <p:cNvSpPr/>
              <p:nvPr/>
            </p:nvSpPr>
            <p:spPr>
              <a:xfrm>
                <a:off x="10347382" y="7296912"/>
                <a:ext cx="18770" cy="18928"/>
              </a:xfrm>
              <a:prstGeom prst="rect">
                <a:avLst/>
              </a:prstGeom>
              <a:solidFill>
                <a:srgbClr val="888888"/>
              </a:solidFill>
              <a:ln>
                <a:noFill/>
              </a:ln>
              <a:effectLst/>
            </p:spPr>
            <p:txBody>
              <a:bodyPr rtlCol="0" anchor="ctr"/>
              <a:lstStyle/>
              <a:p>
                <a:pPr algn="ctr"/>
              </a:p>
            </p:txBody>
          </p:sp>
          <p:sp>
            <p:nvSpPr>
              <p:cNvPr id="478" name="Noise cell"/>
              <p:cNvSpPr/>
              <p:nvPr/>
            </p:nvSpPr>
            <p:spPr>
              <a:xfrm>
                <a:off x="10365512" y="7296912"/>
                <a:ext cx="18770" cy="18928"/>
              </a:xfrm>
              <a:prstGeom prst="rect">
                <a:avLst/>
              </a:prstGeom>
              <a:solidFill>
                <a:srgbClr val="8E8E8E"/>
              </a:solidFill>
              <a:ln>
                <a:noFill/>
              </a:ln>
              <a:effectLst/>
            </p:spPr>
            <p:txBody>
              <a:bodyPr rtlCol="0" anchor="ctr"/>
              <a:lstStyle/>
              <a:p>
                <a:pPr algn="ctr"/>
              </a:p>
            </p:txBody>
          </p:sp>
          <p:sp>
            <p:nvSpPr>
              <p:cNvPr id="479" name="Noise cell"/>
              <p:cNvSpPr/>
              <p:nvPr/>
            </p:nvSpPr>
            <p:spPr>
              <a:xfrm>
                <a:off x="10383643" y="7296912"/>
                <a:ext cx="18770" cy="18928"/>
              </a:xfrm>
              <a:prstGeom prst="rect">
                <a:avLst/>
              </a:prstGeom>
              <a:solidFill>
                <a:srgbClr val="979797"/>
              </a:solidFill>
              <a:ln>
                <a:noFill/>
              </a:ln>
              <a:effectLst/>
            </p:spPr>
            <p:txBody>
              <a:bodyPr rtlCol="0" anchor="ctr"/>
              <a:lstStyle/>
              <a:p>
                <a:pPr algn="ctr"/>
              </a:p>
            </p:txBody>
          </p:sp>
          <p:sp>
            <p:nvSpPr>
              <p:cNvPr id="480" name="Noise cell"/>
              <p:cNvSpPr/>
              <p:nvPr/>
            </p:nvSpPr>
            <p:spPr>
              <a:xfrm>
                <a:off x="10401773" y="7296912"/>
                <a:ext cx="18770" cy="18928"/>
              </a:xfrm>
              <a:prstGeom prst="rect">
                <a:avLst/>
              </a:prstGeom>
              <a:solidFill>
                <a:srgbClr val="787878"/>
              </a:solidFill>
              <a:ln>
                <a:noFill/>
              </a:ln>
              <a:effectLst/>
            </p:spPr>
            <p:txBody>
              <a:bodyPr rtlCol="0" anchor="ctr"/>
              <a:lstStyle/>
              <a:p>
                <a:pPr algn="ctr"/>
              </a:p>
            </p:txBody>
          </p:sp>
          <p:sp>
            <p:nvSpPr>
              <p:cNvPr id="481" name="Noise cell"/>
              <p:cNvSpPr/>
              <p:nvPr/>
            </p:nvSpPr>
            <p:spPr>
              <a:xfrm>
                <a:off x="10419903" y="7296912"/>
                <a:ext cx="18770" cy="18928"/>
              </a:xfrm>
              <a:prstGeom prst="rect">
                <a:avLst/>
              </a:prstGeom>
              <a:solidFill>
                <a:srgbClr val="8C8C8C"/>
              </a:solidFill>
              <a:ln>
                <a:noFill/>
              </a:ln>
              <a:effectLst/>
            </p:spPr>
            <p:txBody>
              <a:bodyPr rtlCol="0" anchor="ctr"/>
              <a:lstStyle/>
              <a:p>
                <a:pPr algn="ctr"/>
              </a:p>
            </p:txBody>
          </p:sp>
          <p:sp>
            <p:nvSpPr>
              <p:cNvPr id="482" name="Noise cell"/>
              <p:cNvSpPr/>
              <p:nvPr/>
            </p:nvSpPr>
            <p:spPr>
              <a:xfrm>
                <a:off x="10438034" y="7296912"/>
                <a:ext cx="18770" cy="18928"/>
              </a:xfrm>
              <a:prstGeom prst="rect">
                <a:avLst/>
              </a:prstGeom>
              <a:solidFill>
                <a:srgbClr val="868686"/>
              </a:solidFill>
              <a:ln>
                <a:noFill/>
              </a:ln>
              <a:effectLst/>
            </p:spPr>
            <p:txBody>
              <a:bodyPr rtlCol="0" anchor="ctr"/>
              <a:lstStyle/>
              <a:p>
                <a:pPr algn="ctr"/>
              </a:p>
            </p:txBody>
          </p:sp>
          <p:sp>
            <p:nvSpPr>
              <p:cNvPr id="483" name="Noise cell"/>
              <p:cNvSpPr/>
              <p:nvPr/>
            </p:nvSpPr>
            <p:spPr>
              <a:xfrm>
                <a:off x="10456164" y="7296912"/>
                <a:ext cx="18770" cy="18928"/>
              </a:xfrm>
              <a:prstGeom prst="rect">
                <a:avLst/>
              </a:prstGeom>
              <a:solidFill>
                <a:srgbClr val="939393"/>
              </a:solidFill>
              <a:ln>
                <a:noFill/>
              </a:ln>
              <a:effectLst/>
            </p:spPr>
            <p:txBody>
              <a:bodyPr rtlCol="0" anchor="ctr"/>
              <a:lstStyle/>
              <a:p>
                <a:pPr algn="ctr"/>
              </a:p>
            </p:txBody>
          </p:sp>
          <p:sp>
            <p:nvSpPr>
              <p:cNvPr id="484" name="Noise cell"/>
              <p:cNvSpPr/>
              <p:nvPr/>
            </p:nvSpPr>
            <p:spPr>
              <a:xfrm>
                <a:off x="10474294" y="7296912"/>
                <a:ext cx="18770" cy="18928"/>
              </a:xfrm>
              <a:prstGeom prst="rect">
                <a:avLst/>
              </a:prstGeom>
              <a:solidFill>
                <a:srgbClr val="808080"/>
              </a:solidFill>
              <a:ln>
                <a:noFill/>
              </a:ln>
              <a:effectLst/>
            </p:spPr>
            <p:txBody>
              <a:bodyPr rtlCol="0" anchor="ctr"/>
              <a:lstStyle/>
              <a:p>
                <a:pPr algn="ctr"/>
              </a:p>
            </p:txBody>
          </p:sp>
          <p:sp>
            <p:nvSpPr>
              <p:cNvPr id="485" name="Noise cell"/>
              <p:cNvSpPr/>
              <p:nvPr/>
            </p:nvSpPr>
            <p:spPr>
              <a:xfrm>
                <a:off x="10492425" y="7296912"/>
                <a:ext cx="18770" cy="18928"/>
              </a:xfrm>
              <a:prstGeom prst="rect">
                <a:avLst/>
              </a:prstGeom>
              <a:solidFill>
                <a:srgbClr val="707070"/>
              </a:solidFill>
              <a:ln>
                <a:noFill/>
              </a:ln>
              <a:effectLst/>
            </p:spPr>
            <p:txBody>
              <a:bodyPr rtlCol="0" anchor="ctr"/>
              <a:lstStyle/>
              <a:p>
                <a:pPr algn="ctr"/>
              </a:p>
            </p:txBody>
          </p:sp>
          <p:sp>
            <p:nvSpPr>
              <p:cNvPr id="486" name="Noise cell"/>
              <p:cNvSpPr/>
              <p:nvPr/>
            </p:nvSpPr>
            <p:spPr>
              <a:xfrm>
                <a:off x="10510555" y="7296912"/>
                <a:ext cx="18770" cy="18928"/>
              </a:xfrm>
              <a:prstGeom prst="rect">
                <a:avLst/>
              </a:prstGeom>
              <a:solidFill>
                <a:srgbClr val="868686"/>
              </a:solidFill>
              <a:ln>
                <a:noFill/>
              </a:ln>
              <a:effectLst/>
            </p:spPr>
            <p:txBody>
              <a:bodyPr rtlCol="0" anchor="ctr"/>
              <a:lstStyle/>
              <a:p>
                <a:pPr algn="ctr"/>
              </a:p>
            </p:txBody>
          </p:sp>
          <p:sp>
            <p:nvSpPr>
              <p:cNvPr id="487" name="Noise cell"/>
              <p:cNvSpPr/>
              <p:nvPr/>
            </p:nvSpPr>
            <p:spPr>
              <a:xfrm>
                <a:off x="10528685" y="7296912"/>
                <a:ext cx="18770" cy="18928"/>
              </a:xfrm>
              <a:prstGeom prst="rect">
                <a:avLst/>
              </a:prstGeom>
              <a:solidFill>
                <a:srgbClr val="919191"/>
              </a:solidFill>
              <a:ln>
                <a:noFill/>
              </a:ln>
              <a:effectLst/>
            </p:spPr>
            <p:txBody>
              <a:bodyPr rtlCol="0" anchor="ctr"/>
              <a:lstStyle/>
              <a:p>
                <a:pPr algn="ctr"/>
              </a:p>
            </p:txBody>
          </p:sp>
          <p:sp>
            <p:nvSpPr>
              <p:cNvPr id="488" name="Noise cell"/>
              <p:cNvSpPr/>
              <p:nvPr/>
            </p:nvSpPr>
            <p:spPr>
              <a:xfrm>
                <a:off x="10546816" y="7296912"/>
                <a:ext cx="18770" cy="18928"/>
              </a:xfrm>
              <a:prstGeom prst="rect">
                <a:avLst/>
              </a:prstGeom>
              <a:solidFill>
                <a:srgbClr val="808080"/>
              </a:solidFill>
              <a:ln>
                <a:noFill/>
              </a:ln>
              <a:effectLst/>
            </p:spPr>
            <p:txBody>
              <a:bodyPr rtlCol="0" anchor="ctr"/>
              <a:lstStyle/>
              <a:p>
                <a:pPr algn="ctr"/>
              </a:p>
            </p:txBody>
          </p:sp>
          <p:sp>
            <p:nvSpPr>
              <p:cNvPr id="489" name="Noise cell"/>
              <p:cNvSpPr/>
              <p:nvPr/>
            </p:nvSpPr>
            <p:spPr>
              <a:xfrm>
                <a:off x="10564946" y="7296912"/>
                <a:ext cx="18770" cy="18928"/>
              </a:xfrm>
              <a:prstGeom prst="rect">
                <a:avLst/>
              </a:prstGeom>
              <a:solidFill>
                <a:srgbClr val="808080"/>
              </a:solidFill>
              <a:ln>
                <a:noFill/>
              </a:ln>
              <a:effectLst/>
            </p:spPr>
            <p:txBody>
              <a:bodyPr rtlCol="0" anchor="ctr"/>
              <a:lstStyle/>
              <a:p>
                <a:pPr algn="ctr"/>
              </a:p>
            </p:txBody>
          </p:sp>
          <p:sp>
            <p:nvSpPr>
              <p:cNvPr id="490" name="Noise cell"/>
              <p:cNvSpPr/>
              <p:nvPr/>
            </p:nvSpPr>
            <p:spPr>
              <a:xfrm>
                <a:off x="10583076" y="7296912"/>
                <a:ext cx="18770" cy="18928"/>
              </a:xfrm>
              <a:prstGeom prst="rect">
                <a:avLst/>
              </a:prstGeom>
              <a:solidFill>
                <a:srgbClr val="868686"/>
              </a:solidFill>
              <a:ln>
                <a:noFill/>
              </a:ln>
              <a:effectLst/>
            </p:spPr>
            <p:txBody>
              <a:bodyPr rtlCol="0" anchor="ctr"/>
              <a:lstStyle/>
              <a:p>
                <a:pPr algn="ctr"/>
              </a:p>
            </p:txBody>
          </p:sp>
          <p:sp>
            <p:nvSpPr>
              <p:cNvPr id="491" name="Noise cell"/>
              <p:cNvSpPr/>
              <p:nvPr/>
            </p:nvSpPr>
            <p:spPr>
              <a:xfrm>
                <a:off x="10601207" y="7296912"/>
                <a:ext cx="18770" cy="18928"/>
              </a:xfrm>
              <a:prstGeom prst="rect">
                <a:avLst/>
              </a:prstGeom>
              <a:solidFill>
                <a:srgbClr val="828282"/>
              </a:solidFill>
              <a:ln>
                <a:noFill/>
              </a:ln>
              <a:effectLst/>
            </p:spPr>
            <p:txBody>
              <a:bodyPr rtlCol="0" anchor="ctr"/>
              <a:lstStyle/>
              <a:p>
                <a:pPr algn="ctr"/>
              </a:p>
            </p:txBody>
          </p:sp>
          <p:sp>
            <p:nvSpPr>
              <p:cNvPr id="492" name="Noise cell"/>
              <p:cNvSpPr/>
              <p:nvPr/>
            </p:nvSpPr>
            <p:spPr>
              <a:xfrm>
                <a:off x="10619337" y="7296912"/>
                <a:ext cx="18770" cy="18928"/>
              </a:xfrm>
              <a:prstGeom prst="rect">
                <a:avLst/>
              </a:prstGeom>
              <a:solidFill>
                <a:srgbClr val="7E7E7E"/>
              </a:solidFill>
              <a:ln>
                <a:noFill/>
              </a:ln>
              <a:effectLst/>
            </p:spPr>
            <p:txBody>
              <a:bodyPr rtlCol="0" anchor="ctr"/>
              <a:lstStyle/>
              <a:p>
                <a:pPr algn="ctr"/>
              </a:p>
            </p:txBody>
          </p:sp>
          <p:sp>
            <p:nvSpPr>
              <p:cNvPr id="493" name="Noise cell"/>
              <p:cNvSpPr/>
              <p:nvPr/>
            </p:nvSpPr>
            <p:spPr>
              <a:xfrm>
                <a:off x="10637467" y="7296912"/>
                <a:ext cx="18770" cy="18928"/>
              </a:xfrm>
              <a:prstGeom prst="rect">
                <a:avLst/>
              </a:prstGeom>
              <a:solidFill>
                <a:srgbClr val="7E7E7E"/>
              </a:solidFill>
              <a:ln>
                <a:noFill/>
              </a:ln>
              <a:effectLst/>
            </p:spPr>
            <p:txBody>
              <a:bodyPr rtlCol="0" anchor="ctr"/>
              <a:lstStyle/>
              <a:p>
                <a:pPr algn="ctr"/>
              </a:p>
            </p:txBody>
          </p:sp>
          <p:sp>
            <p:nvSpPr>
              <p:cNvPr id="494" name="Noise cell"/>
              <p:cNvSpPr/>
              <p:nvPr/>
            </p:nvSpPr>
            <p:spPr>
              <a:xfrm>
                <a:off x="10655598" y="7296912"/>
                <a:ext cx="18770" cy="18928"/>
              </a:xfrm>
              <a:prstGeom prst="rect">
                <a:avLst/>
              </a:prstGeom>
              <a:solidFill>
                <a:srgbClr val="989898"/>
              </a:solidFill>
              <a:ln>
                <a:noFill/>
              </a:ln>
              <a:effectLst/>
            </p:spPr>
            <p:txBody>
              <a:bodyPr rtlCol="0" anchor="ctr"/>
              <a:lstStyle/>
              <a:p>
                <a:pPr algn="ctr"/>
              </a:p>
            </p:txBody>
          </p:sp>
          <p:sp>
            <p:nvSpPr>
              <p:cNvPr id="495" name="Noise cell"/>
              <p:cNvSpPr/>
              <p:nvPr/>
            </p:nvSpPr>
            <p:spPr>
              <a:xfrm>
                <a:off x="10673728" y="7296912"/>
                <a:ext cx="18770" cy="18928"/>
              </a:xfrm>
              <a:prstGeom prst="rect">
                <a:avLst/>
              </a:prstGeom>
              <a:solidFill>
                <a:srgbClr val="7E7E7E"/>
              </a:solidFill>
              <a:ln>
                <a:noFill/>
              </a:ln>
              <a:effectLst/>
            </p:spPr>
            <p:txBody>
              <a:bodyPr rtlCol="0" anchor="ctr"/>
              <a:lstStyle/>
              <a:p>
                <a:pPr algn="ctr"/>
              </a:p>
            </p:txBody>
          </p:sp>
          <p:sp>
            <p:nvSpPr>
              <p:cNvPr id="496" name="Noise cell"/>
              <p:cNvSpPr/>
              <p:nvPr/>
            </p:nvSpPr>
            <p:spPr>
              <a:xfrm>
                <a:off x="10691858" y="7296912"/>
                <a:ext cx="18770" cy="18928"/>
              </a:xfrm>
              <a:prstGeom prst="rect">
                <a:avLst/>
              </a:prstGeom>
              <a:solidFill>
                <a:srgbClr val="868686"/>
              </a:solidFill>
              <a:ln>
                <a:noFill/>
              </a:ln>
              <a:effectLst/>
            </p:spPr>
            <p:txBody>
              <a:bodyPr rtlCol="0" anchor="ctr"/>
              <a:lstStyle/>
              <a:p>
                <a:pPr algn="ctr"/>
              </a:p>
            </p:txBody>
          </p:sp>
          <p:sp>
            <p:nvSpPr>
              <p:cNvPr id="497" name="Noise cell"/>
              <p:cNvSpPr/>
              <p:nvPr/>
            </p:nvSpPr>
            <p:spPr>
              <a:xfrm>
                <a:off x="10709989" y="7296912"/>
                <a:ext cx="18770" cy="18928"/>
              </a:xfrm>
              <a:prstGeom prst="rect">
                <a:avLst/>
              </a:prstGeom>
              <a:solidFill>
                <a:srgbClr val="949494"/>
              </a:solidFill>
              <a:ln>
                <a:noFill/>
              </a:ln>
              <a:effectLst/>
            </p:spPr>
            <p:txBody>
              <a:bodyPr rtlCol="0" anchor="ctr"/>
              <a:lstStyle/>
              <a:p>
                <a:pPr algn="ctr"/>
              </a:p>
            </p:txBody>
          </p:sp>
          <p:sp>
            <p:nvSpPr>
              <p:cNvPr id="498" name="Noise cell"/>
              <p:cNvSpPr/>
              <p:nvPr/>
            </p:nvSpPr>
            <p:spPr>
              <a:xfrm>
                <a:off x="10728119" y="7296912"/>
                <a:ext cx="18770" cy="18928"/>
              </a:xfrm>
              <a:prstGeom prst="rect">
                <a:avLst/>
              </a:prstGeom>
              <a:solidFill>
                <a:srgbClr val="939393"/>
              </a:solidFill>
              <a:ln>
                <a:noFill/>
              </a:ln>
              <a:effectLst/>
            </p:spPr>
            <p:txBody>
              <a:bodyPr rtlCol="0" anchor="ctr"/>
              <a:lstStyle/>
              <a:p>
                <a:pPr algn="ctr"/>
              </a:p>
            </p:txBody>
          </p:sp>
          <p:sp>
            <p:nvSpPr>
              <p:cNvPr id="499" name="Noise cell"/>
              <p:cNvSpPr/>
              <p:nvPr/>
            </p:nvSpPr>
            <p:spPr>
              <a:xfrm>
                <a:off x="10746250" y="7296912"/>
                <a:ext cx="18770" cy="18928"/>
              </a:xfrm>
              <a:prstGeom prst="rect">
                <a:avLst/>
              </a:prstGeom>
              <a:solidFill>
                <a:srgbClr val="6D6D6D"/>
              </a:solidFill>
              <a:ln>
                <a:noFill/>
              </a:ln>
              <a:effectLst/>
            </p:spPr>
            <p:txBody>
              <a:bodyPr rtlCol="0" anchor="ctr"/>
              <a:lstStyle/>
              <a:p>
                <a:pPr algn="ctr"/>
              </a:p>
            </p:txBody>
          </p:sp>
          <p:sp>
            <p:nvSpPr>
              <p:cNvPr id="500" name="Noise cell"/>
              <p:cNvSpPr/>
              <p:nvPr/>
            </p:nvSpPr>
            <p:spPr>
              <a:xfrm>
                <a:off x="10764380" y="7296912"/>
                <a:ext cx="18770" cy="18928"/>
              </a:xfrm>
              <a:prstGeom prst="rect">
                <a:avLst/>
              </a:prstGeom>
              <a:solidFill>
                <a:srgbClr val="797979"/>
              </a:solidFill>
              <a:ln>
                <a:noFill/>
              </a:ln>
              <a:effectLst/>
            </p:spPr>
            <p:txBody>
              <a:bodyPr rtlCol="0" anchor="ctr"/>
              <a:lstStyle/>
              <a:p>
                <a:pPr algn="ctr"/>
              </a:p>
            </p:txBody>
          </p:sp>
          <p:sp>
            <p:nvSpPr>
              <p:cNvPr id="501" name="Noise cell"/>
              <p:cNvSpPr/>
              <p:nvPr/>
            </p:nvSpPr>
            <p:spPr>
              <a:xfrm>
                <a:off x="10782510" y="7296912"/>
                <a:ext cx="18770" cy="18928"/>
              </a:xfrm>
              <a:prstGeom prst="rect">
                <a:avLst/>
              </a:prstGeom>
              <a:solidFill>
                <a:srgbClr val="727272"/>
              </a:solidFill>
              <a:ln>
                <a:noFill/>
              </a:ln>
              <a:effectLst/>
            </p:spPr>
            <p:txBody>
              <a:bodyPr rtlCol="0" anchor="ctr"/>
              <a:lstStyle/>
              <a:p>
                <a:pPr algn="ctr"/>
              </a:p>
            </p:txBody>
          </p:sp>
          <p:sp>
            <p:nvSpPr>
              <p:cNvPr id="502" name="Noise cell"/>
              <p:cNvSpPr/>
              <p:nvPr/>
            </p:nvSpPr>
            <p:spPr>
              <a:xfrm>
                <a:off x="10800641" y="7296912"/>
                <a:ext cx="18770" cy="18928"/>
              </a:xfrm>
              <a:prstGeom prst="rect">
                <a:avLst/>
              </a:prstGeom>
              <a:solidFill>
                <a:srgbClr val="828282"/>
              </a:solidFill>
              <a:ln>
                <a:noFill/>
              </a:ln>
              <a:effectLst/>
            </p:spPr>
            <p:txBody>
              <a:bodyPr rtlCol="0" anchor="ctr"/>
              <a:lstStyle/>
              <a:p>
                <a:pPr algn="ctr"/>
              </a:p>
            </p:txBody>
          </p:sp>
          <p:sp>
            <p:nvSpPr>
              <p:cNvPr id="503" name="Noise cell"/>
              <p:cNvSpPr/>
              <p:nvPr/>
            </p:nvSpPr>
            <p:spPr>
              <a:xfrm>
                <a:off x="10818771" y="7296912"/>
                <a:ext cx="18770" cy="18928"/>
              </a:xfrm>
              <a:prstGeom prst="rect">
                <a:avLst/>
              </a:prstGeom>
              <a:solidFill>
                <a:srgbClr val="646464"/>
              </a:solidFill>
              <a:ln>
                <a:noFill/>
              </a:ln>
              <a:effectLst/>
            </p:spPr>
            <p:txBody>
              <a:bodyPr rtlCol="0" anchor="ctr"/>
              <a:lstStyle/>
              <a:p>
                <a:pPr algn="ctr"/>
              </a:p>
            </p:txBody>
          </p:sp>
          <p:sp>
            <p:nvSpPr>
              <p:cNvPr id="504" name="Noise cell"/>
              <p:cNvSpPr/>
              <p:nvPr/>
            </p:nvSpPr>
            <p:spPr>
              <a:xfrm>
                <a:off x="10836901" y="7296912"/>
                <a:ext cx="18770" cy="18928"/>
              </a:xfrm>
              <a:prstGeom prst="rect">
                <a:avLst/>
              </a:prstGeom>
              <a:solidFill>
                <a:srgbClr val="707070"/>
              </a:solidFill>
              <a:ln>
                <a:noFill/>
              </a:ln>
              <a:effectLst/>
            </p:spPr>
            <p:txBody>
              <a:bodyPr rtlCol="0" anchor="ctr"/>
              <a:lstStyle/>
              <a:p>
                <a:pPr algn="ctr"/>
              </a:p>
            </p:txBody>
          </p:sp>
          <p:sp>
            <p:nvSpPr>
              <p:cNvPr id="505" name="Noise cell"/>
              <p:cNvSpPr/>
              <p:nvPr/>
            </p:nvSpPr>
            <p:spPr>
              <a:xfrm>
                <a:off x="10855032" y="7296912"/>
                <a:ext cx="18770" cy="18928"/>
              </a:xfrm>
              <a:prstGeom prst="rect">
                <a:avLst/>
              </a:prstGeom>
              <a:solidFill>
                <a:srgbClr val="828282"/>
              </a:solidFill>
              <a:ln>
                <a:noFill/>
              </a:ln>
              <a:effectLst/>
            </p:spPr>
            <p:txBody>
              <a:bodyPr rtlCol="0" anchor="ctr"/>
              <a:lstStyle/>
              <a:p>
                <a:pPr algn="ctr"/>
              </a:p>
            </p:txBody>
          </p:sp>
          <p:sp>
            <p:nvSpPr>
              <p:cNvPr id="506" name="Noise cell"/>
              <p:cNvSpPr/>
              <p:nvPr/>
            </p:nvSpPr>
            <p:spPr>
              <a:xfrm>
                <a:off x="10873162" y="7296912"/>
                <a:ext cx="18770" cy="18928"/>
              </a:xfrm>
              <a:prstGeom prst="rect">
                <a:avLst/>
              </a:prstGeom>
              <a:solidFill>
                <a:srgbClr val="888888"/>
              </a:solidFill>
              <a:ln>
                <a:noFill/>
              </a:ln>
              <a:effectLst/>
            </p:spPr>
            <p:txBody>
              <a:bodyPr rtlCol="0" anchor="ctr"/>
              <a:lstStyle/>
              <a:p>
                <a:pPr algn="ctr"/>
              </a:p>
            </p:txBody>
          </p:sp>
          <p:sp>
            <p:nvSpPr>
              <p:cNvPr id="507" name="Noise cell"/>
              <p:cNvSpPr/>
              <p:nvPr/>
            </p:nvSpPr>
            <p:spPr>
              <a:xfrm>
                <a:off x="10891292" y="7296912"/>
                <a:ext cx="18770" cy="18928"/>
              </a:xfrm>
              <a:prstGeom prst="rect">
                <a:avLst/>
              </a:prstGeom>
              <a:solidFill>
                <a:srgbClr val="747474"/>
              </a:solidFill>
              <a:ln>
                <a:noFill/>
              </a:ln>
              <a:effectLst/>
            </p:spPr>
            <p:txBody>
              <a:bodyPr rtlCol="0" anchor="ctr"/>
              <a:lstStyle/>
              <a:p>
                <a:pPr algn="ctr"/>
              </a:p>
            </p:txBody>
          </p:sp>
          <p:sp>
            <p:nvSpPr>
              <p:cNvPr id="508" name="Noise cell"/>
              <p:cNvSpPr/>
              <p:nvPr/>
            </p:nvSpPr>
            <p:spPr>
              <a:xfrm>
                <a:off x="10909423" y="7296912"/>
                <a:ext cx="18770" cy="18928"/>
              </a:xfrm>
              <a:prstGeom prst="rect">
                <a:avLst/>
              </a:prstGeom>
              <a:solidFill>
                <a:srgbClr val="878787"/>
              </a:solidFill>
              <a:ln>
                <a:noFill/>
              </a:ln>
              <a:effectLst/>
            </p:spPr>
            <p:txBody>
              <a:bodyPr rtlCol="0" anchor="ctr"/>
              <a:lstStyle/>
              <a:p>
                <a:pPr algn="ctr"/>
              </a:p>
            </p:txBody>
          </p:sp>
          <p:sp>
            <p:nvSpPr>
              <p:cNvPr id="509" name="Noise cell"/>
              <p:cNvSpPr/>
              <p:nvPr/>
            </p:nvSpPr>
            <p:spPr>
              <a:xfrm>
                <a:off x="10927553" y="7296912"/>
                <a:ext cx="18770" cy="18928"/>
              </a:xfrm>
              <a:prstGeom prst="rect">
                <a:avLst/>
              </a:prstGeom>
              <a:solidFill>
                <a:srgbClr val="969696"/>
              </a:solidFill>
              <a:ln>
                <a:noFill/>
              </a:ln>
              <a:effectLst/>
            </p:spPr>
            <p:txBody>
              <a:bodyPr rtlCol="0" anchor="ctr"/>
              <a:lstStyle/>
              <a:p>
                <a:pPr algn="ctr"/>
              </a:p>
            </p:txBody>
          </p:sp>
          <p:sp>
            <p:nvSpPr>
              <p:cNvPr id="510" name="Noise cell"/>
              <p:cNvSpPr/>
              <p:nvPr/>
            </p:nvSpPr>
            <p:spPr>
              <a:xfrm>
                <a:off x="10945683" y="7296912"/>
                <a:ext cx="18770" cy="18928"/>
              </a:xfrm>
              <a:prstGeom prst="rect">
                <a:avLst/>
              </a:prstGeom>
              <a:solidFill>
                <a:srgbClr val="777777"/>
              </a:solidFill>
              <a:ln>
                <a:noFill/>
              </a:ln>
              <a:effectLst/>
            </p:spPr>
            <p:txBody>
              <a:bodyPr rtlCol="0" anchor="ctr"/>
              <a:lstStyle/>
              <a:p>
                <a:pPr algn="ctr"/>
              </a:p>
            </p:txBody>
          </p:sp>
          <p:sp>
            <p:nvSpPr>
              <p:cNvPr id="511" name="Noise cell"/>
              <p:cNvSpPr/>
              <p:nvPr/>
            </p:nvSpPr>
            <p:spPr>
              <a:xfrm>
                <a:off x="10963814" y="7296912"/>
                <a:ext cx="18770" cy="18928"/>
              </a:xfrm>
              <a:prstGeom prst="rect">
                <a:avLst/>
              </a:prstGeom>
              <a:solidFill>
                <a:srgbClr val="959595"/>
              </a:solidFill>
              <a:ln>
                <a:noFill/>
              </a:ln>
              <a:effectLst/>
            </p:spPr>
            <p:txBody>
              <a:bodyPr rtlCol="0" anchor="ctr"/>
              <a:lstStyle/>
              <a:p>
                <a:pPr algn="ctr"/>
              </a:p>
            </p:txBody>
          </p:sp>
          <p:sp>
            <p:nvSpPr>
              <p:cNvPr id="512" name="Noise cell"/>
              <p:cNvSpPr/>
              <p:nvPr/>
            </p:nvSpPr>
            <p:spPr>
              <a:xfrm>
                <a:off x="9930384" y="7315200"/>
                <a:ext cx="18770" cy="18928"/>
              </a:xfrm>
              <a:prstGeom prst="rect">
                <a:avLst/>
              </a:prstGeom>
              <a:solidFill>
                <a:srgbClr val="838383"/>
              </a:solidFill>
              <a:ln>
                <a:noFill/>
              </a:ln>
              <a:effectLst/>
            </p:spPr>
            <p:txBody>
              <a:bodyPr rtlCol="0" anchor="ctr"/>
              <a:lstStyle/>
              <a:p>
                <a:pPr algn="ctr"/>
              </a:p>
            </p:txBody>
          </p:sp>
          <p:sp>
            <p:nvSpPr>
              <p:cNvPr id="513" name="Noise cell"/>
              <p:cNvSpPr/>
              <p:nvPr/>
            </p:nvSpPr>
            <p:spPr>
              <a:xfrm>
                <a:off x="9948514" y="7315200"/>
                <a:ext cx="18770" cy="18928"/>
              </a:xfrm>
              <a:prstGeom prst="rect">
                <a:avLst/>
              </a:prstGeom>
              <a:solidFill>
                <a:srgbClr val="656565"/>
              </a:solidFill>
              <a:ln>
                <a:noFill/>
              </a:ln>
              <a:effectLst/>
            </p:spPr>
            <p:txBody>
              <a:bodyPr rtlCol="0" anchor="ctr"/>
              <a:lstStyle/>
              <a:p>
                <a:pPr algn="ctr"/>
              </a:p>
            </p:txBody>
          </p:sp>
          <p:sp>
            <p:nvSpPr>
              <p:cNvPr id="514" name="Noise cell"/>
              <p:cNvSpPr/>
              <p:nvPr/>
            </p:nvSpPr>
            <p:spPr>
              <a:xfrm>
                <a:off x="9966645" y="7315200"/>
                <a:ext cx="18770" cy="18928"/>
              </a:xfrm>
              <a:prstGeom prst="rect">
                <a:avLst/>
              </a:prstGeom>
              <a:solidFill>
                <a:srgbClr val="868686"/>
              </a:solidFill>
              <a:ln>
                <a:noFill/>
              </a:ln>
              <a:effectLst/>
            </p:spPr>
            <p:txBody>
              <a:bodyPr rtlCol="0" anchor="ctr"/>
              <a:lstStyle/>
              <a:p>
                <a:pPr algn="ctr"/>
              </a:p>
            </p:txBody>
          </p:sp>
          <p:sp>
            <p:nvSpPr>
              <p:cNvPr id="515" name="Noise cell"/>
              <p:cNvSpPr/>
              <p:nvPr/>
            </p:nvSpPr>
            <p:spPr>
              <a:xfrm>
                <a:off x="9984775" y="7315200"/>
                <a:ext cx="18770" cy="18928"/>
              </a:xfrm>
              <a:prstGeom prst="rect">
                <a:avLst/>
              </a:prstGeom>
              <a:solidFill>
                <a:srgbClr val="858585"/>
              </a:solidFill>
              <a:ln>
                <a:noFill/>
              </a:ln>
              <a:effectLst/>
            </p:spPr>
            <p:txBody>
              <a:bodyPr rtlCol="0" anchor="ctr"/>
              <a:lstStyle/>
              <a:p>
                <a:pPr algn="ctr"/>
              </a:p>
            </p:txBody>
          </p:sp>
          <p:sp>
            <p:nvSpPr>
              <p:cNvPr id="516" name="Noise cell"/>
              <p:cNvSpPr/>
              <p:nvPr/>
            </p:nvSpPr>
            <p:spPr>
              <a:xfrm>
                <a:off x="10002905" y="7315200"/>
                <a:ext cx="18770" cy="18928"/>
              </a:xfrm>
              <a:prstGeom prst="rect">
                <a:avLst/>
              </a:prstGeom>
              <a:solidFill>
                <a:srgbClr val="989898"/>
              </a:solidFill>
              <a:ln>
                <a:noFill/>
              </a:ln>
              <a:effectLst/>
            </p:spPr>
            <p:txBody>
              <a:bodyPr rtlCol="0" anchor="ctr"/>
              <a:lstStyle/>
              <a:p>
                <a:pPr algn="ctr"/>
              </a:p>
            </p:txBody>
          </p:sp>
          <p:sp>
            <p:nvSpPr>
              <p:cNvPr id="517" name="Noise cell"/>
              <p:cNvSpPr/>
              <p:nvPr/>
            </p:nvSpPr>
            <p:spPr>
              <a:xfrm>
                <a:off x="10021036" y="7315200"/>
                <a:ext cx="18770" cy="18928"/>
              </a:xfrm>
              <a:prstGeom prst="rect">
                <a:avLst/>
              </a:prstGeom>
              <a:solidFill>
                <a:srgbClr val="7A7A7A"/>
              </a:solidFill>
              <a:ln>
                <a:noFill/>
              </a:ln>
              <a:effectLst/>
            </p:spPr>
            <p:txBody>
              <a:bodyPr rtlCol="0" anchor="ctr"/>
              <a:lstStyle/>
              <a:p>
                <a:pPr algn="ctr"/>
              </a:p>
            </p:txBody>
          </p:sp>
          <p:sp>
            <p:nvSpPr>
              <p:cNvPr id="518" name="Noise cell"/>
              <p:cNvSpPr/>
              <p:nvPr/>
            </p:nvSpPr>
            <p:spPr>
              <a:xfrm>
                <a:off x="10039166" y="7315200"/>
                <a:ext cx="18770" cy="18928"/>
              </a:xfrm>
              <a:prstGeom prst="rect">
                <a:avLst/>
              </a:prstGeom>
              <a:solidFill>
                <a:srgbClr val="9D9D9D"/>
              </a:solidFill>
              <a:ln>
                <a:noFill/>
              </a:ln>
              <a:effectLst/>
            </p:spPr>
            <p:txBody>
              <a:bodyPr rtlCol="0" anchor="ctr"/>
              <a:lstStyle/>
              <a:p>
                <a:pPr algn="ctr"/>
              </a:p>
            </p:txBody>
          </p:sp>
          <p:sp>
            <p:nvSpPr>
              <p:cNvPr id="519" name="Noise cell"/>
              <p:cNvSpPr/>
              <p:nvPr/>
            </p:nvSpPr>
            <p:spPr>
              <a:xfrm>
                <a:off x="10057296" y="7315200"/>
                <a:ext cx="18770" cy="18928"/>
              </a:xfrm>
              <a:prstGeom prst="rect">
                <a:avLst/>
              </a:prstGeom>
              <a:solidFill>
                <a:srgbClr val="838383"/>
              </a:solidFill>
              <a:ln>
                <a:noFill/>
              </a:ln>
              <a:effectLst/>
            </p:spPr>
            <p:txBody>
              <a:bodyPr rtlCol="0" anchor="ctr"/>
              <a:lstStyle/>
              <a:p>
                <a:pPr algn="ctr"/>
              </a:p>
            </p:txBody>
          </p:sp>
          <p:sp>
            <p:nvSpPr>
              <p:cNvPr id="520" name="Noise cell"/>
              <p:cNvSpPr/>
              <p:nvPr/>
            </p:nvSpPr>
            <p:spPr>
              <a:xfrm>
                <a:off x="10075427" y="7315200"/>
                <a:ext cx="18770" cy="18928"/>
              </a:xfrm>
              <a:prstGeom prst="rect">
                <a:avLst/>
              </a:prstGeom>
              <a:solidFill>
                <a:srgbClr val="8B8B8B"/>
              </a:solidFill>
              <a:ln>
                <a:noFill/>
              </a:ln>
              <a:effectLst/>
            </p:spPr>
            <p:txBody>
              <a:bodyPr rtlCol="0" anchor="ctr"/>
              <a:lstStyle/>
              <a:p>
                <a:pPr algn="ctr"/>
              </a:p>
            </p:txBody>
          </p:sp>
          <p:sp>
            <p:nvSpPr>
              <p:cNvPr id="521" name="Noise cell"/>
              <p:cNvSpPr/>
              <p:nvPr/>
            </p:nvSpPr>
            <p:spPr>
              <a:xfrm>
                <a:off x="10093557" y="7315200"/>
                <a:ext cx="18770" cy="18928"/>
              </a:xfrm>
              <a:prstGeom prst="rect">
                <a:avLst/>
              </a:prstGeom>
              <a:solidFill>
                <a:srgbClr val="818181"/>
              </a:solidFill>
              <a:ln>
                <a:noFill/>
              </a:ln>
              <a:effectLst/>
            </p:spPr>
            <p:txBody>
              <a:bodyPr rtlCol="0" anchor="ctr"/>
              <a:lstStyle/>
              <a:p>
                <a:pPr algn="ctr"/>
              </a:p>
            </p:txBody>
          </p:sp>
          <p:sp>
            <p:nvSpPr>
              <p:cNvPr id="522" name="Noise cell"/>
              <p:cNvSpPr/>
              <p:nvPr/>
            </p:nvSpPr>
            <p:spPr>
              <a:xfrm>
                <a:off x="10111687" y="7315200"/>
                <a:ext cx="18770" cy="18928"/>
              </a:xfrm>
              <a:prstGeom prst="rect">
                <a:avLst/>
              </a:prstGeom>
              <a:solidFill>
                <a:srgbClr val="8B8B8B"/>
              </a:solidFill>
              <a:ln>
                <a:noFill/>
              </a:ln>
              <a:effectLst/>
            </p:spPr>
            <p:txBody>
              <a:bodyPr rtlCol="0" anchor="ctr"/>
              <a:lstStyle/>
              <a:p>
                <a:pPr algn="ctr"/>
              </a:p>
            </p:txBody>
          </p:sp>
          <p:sp>
            <p:nvSpPr>
              <p:cNvPr id="523" name="Noise cell"/>
              <p:cNvSpPr/>
              <p:nvPr/>
            </p:nvSpPr>
            <p:spPr>
              <a:xfrm>
                <a:off x="10129818" y="7315200"/>
                <a:ext cx="18770" cy="18928"/>
              </a:xfrm>
              <a:prstGeom prst="rect">
                <a:avLst/>
              </a:prstGeom>
              <a:solidFill>
                <a:srgbClr val="959595"/>
              </a:solidFill>
              <a:ln>
                <a:noFill/>
              </a:ln>
              <a:effectLst/>
            </p:spPr>
            <p:txBody>
              <a:bodyPr rtlCol="0" anchor="ctr"/>
              <a:lstStyle/>
              <a:p>
                <a:pPr algn="ctr"/>
              </a:p>
            </p:txBody>
          </p:sp>
          <p:sp>
            <p:nvSpPr>
              <p:cNvPr id="524" name="Noise cell"/>
              <p:cNvSpPr/>
              <p:nvPr/>
            </p:nvSpPr>
            <p:spPr>
              <a:xfrm>
                <a:off x="10147948" y="7315200"/>
                <a:ext cx="18770" cy="18928"/>
              </a:xfrm>
              <a:prstGeom prst="rect">
                <a:avLst/>
              </a:prstGeom>
              <a:solidFill>
                <a:srgbClr val="848484"/>
              </a:solidFill>
              <a:ln>
                <a:noFill/>
              </a:ln>
              <a:effectLst/>
            </p:spPr>
            <p:txBody>
              <a:bodyPr rtlCol="0" anchor="ctr"/>
              <a:lstStyle/>
              <a:p>
                <a:pPr algn="ctr"/>
              </a:p>
            </p:txBody>
          </p:sp>
          <p:sp>
            <p:nvSpPr>
              <p:cNvPr id="525" name="Noise cell"/>
              <p:cNvSpPr/>
              <p:nvPr/>
            </p:nvSpPr>
            <p:spPr>
              <a:xfrm>
                <a:off x="10166078" y="7315200"/>
                <a:ext cx="18770" cy="18928"/>
              </a:xfrm>
              <a:prstGeom prst="rect">
                <a:avLst/>
              </a:prstGeom>
              <a:solidFill>
                <a:srgbClr val="7D7D7D"/>
              </a:solidFill>
              <a:ln>
                <a:noFill/>
              </a:ln>
              <a:effectLst/>
            </p:spPr>
            <p:txBody>
              <a:bodyPr rtlCol="0" anchor="ctr"/>
              <a:lstStyle/>
              <a:p>
                <a:pPr algn="ctr"/>
              </a:p>
            </p:txBody>
          </p:sp>
          <p:sp>
            <p:nvSpPr>
              <p:cNvPr id="526" name="Noise cell"/>
              <p:cNvSpPr/>
              <p:nvPr/>
            </p:nvSpPr>
            <p:spPr>
              <a:xfrm>
                <a:off x="10184209" y="7315200"/>
                <a:ext cx="18770" cy="18928"/>
              </a:xfrm>
              <a:prstGeom prst="rect">
                <a:avLst/>
              </a:prstGeom>
              <a:solidFill>
                <a:srgbClr val="8D8D8D"/>
              </a:solidFill>
              <a:ln>
                <a:noFill/>
              </a:ln>
              <a:effectLst/>
            </p:spPr>
            <p:txBody>
              <a:bodyPr rtlCol="0" anchor="ctr"/>
              <a:lstStyle/>
              <a:p>
                <a:pPr algn="ctr"/>
              </a:p>
            </p:txBody>
          </p:sp>
          <p:sp>
            <p:nvSpPr>
              <p:cNvPr id="527" name="Noise cell"/>
              <p:cNvSpPr/>
              <p:nvPr/>
            </p:nvSpPr>
            <p:spPr>
              <a:xfrm>
                <a:off x="10202339" y="7315200"/>
                <a:ext cx="18770" cy="18928"/>
              </a:xfrm>
              <a:prstGeom prst="rect">
                <a:avLst/>
              </a:prstGeom>
              <a:solidFill>
                <a:srgbClr val="808080"/>
              </a:solidFill>
              <a:ln>
                <a:noFill/>
              </a:ln>
              <a:effectLst/>
            </p:spPr>
            <p:txBody>
              <a:bodyPr rtlCol="0" anchor="ctr"/>
              <a:lstStyle/>
              <a:p>
                <a:pPr algn="ctr"/>
              </a:p>
            </p:txBody>
          </p:sp>
          <p:sp>
            <p:nvSpPr>
              <p:cNvPr id="528" name="Noise cell"/>
              <p:cNvSpPr/>
              <p:nvPr/>
            </p:nvSpPr>
            <p:spPr>
              <a:xfrm>
                <a:off x="10220470" y="7315200"/>
                <a:ext cx="18770" cy="18928"/>
              </a:xfrm>
              <a:prstGeom prst="rect">
                <a:avLst/>
              </a:prstGeom>
              <a:solidFill>
                <a:srgbClr val="888888"/>
              </a:solidFill>
              <a:ln>
                <a:noFill/>
              </a:ln>
              <a:effectLst/>
            </p:spPr>
            <p:txBody>
              <a:bodyPr rtlCol="0" anchor="ctr"/>
              <a:lstStyle/>
              <a:p>
                <a:pPr algn="ctr"/>
              </a:p>
            </p:txBody>
          </p:sp>
          <p:sp>
            <p:nvSpPr>
              <p:cNvPr id="529" name="Noise cell"/>
              <p:cNvSpPr/>
              <p:nvPr/>
            </p:nvSpPr>
            <p:spPr>
              <a:xfrm>
                <a:off x="10238600" y="7315200"/>
                <a:ext cx="18770" cy="18928"/>
              </a:xfrm>
              <a:prstGeom prst="rect">
                <a:avLst/>
              </a:prstGeom>
              <a:solidFill>
                <a:srgbClr val="929292"/>
              </a:solidFill>
              <a:ln>
                <a:noFill/>
              </a:ln>
              <a:effectLst/>
            </p:spPr>
            <p:txBody>
              <a:bodyPr rtlCol="0" anchor="ctr"/>
              <a:lstStyle/>
              <a:p>
                <a:pPr algn="ctr"/>
              </a:p>
            </p:txBody>
          </p:sp>
          <p:sp>
            <p:nvSpPr>
              <p:cNvPr id="530" name="Noise cell"/>
              <p:cNvSpPr/>
              <p:nvPr/>
            </p:nvSpPr>
            <p:spPr>
              <a:xfrm>
                <a:off x="10256730" y="7315200"/>
                <a:ext cx="18770" cy="18928"/>
              </a:xfrm>
              <a:prstGeom prst="rect">
                <a:avLst/>
              </a:prstGeom>
              <a:solidFill>
                <a:srgbClr val="868686"/>
              </a:solidFill>
              <a:ln>
                <a:noFill/>
              </a:ln>
              <a:effectLst/>
            </p:spPr>
            <p:txBody>
              <a:bodyPr rtlCol="0" anchor="ctr"/>
              <a:lstStyle/>
              <a:p>
                <a:pPr algn="ctr"/>
              </a:p>
            </p:txBody>
          </p:sp>
          <p:sp>
            <p:nvSpPr>
              <p:cNvPr id="531" name="Noise cell"/>
              <p:cNvSpPr/>
              <p:nvPr/>
            </p:nvSpPr>
            <p:spPr>
              <a:xfrm>
                <a:off x="10274861" y="7315200"/>
                <a:ext cx="18770" cy="18928"/>
              </a:xfrm>
              <a:prstGeom prst="rect">
                <a:avLst/>
              </a:prstGeom>
              <a:solidFill>
                <a:srgbClr val="898989"/>
              </a:solidFill>
              <a:ln>
                <a:noFill/>
              </a:ln>
              <a:effectLst/>
            </p:spPr>
            <p:txBody>
              <a:bodyPr rtlCol="0" anchor="ctr"/>
              <a:lstStyle/>
              <a:p>
                <a:pPr algn="ctr"/>
              </a:p>
            </p:txBody>
          </p:sp>
          <p:sp>
            <p:nvSpPr>
              <p:cNvPr id="532" name="Noise cell"/>
              <p:cNvSpPr/>
              <p:nvPr/>
            </p:nvSpPr>
            <p:spPr>
              <a:xfrm>
                <a:off x="10292991" y="7315200"/>
                <a:ext cx="18770" cy="18928"/>
              </a:xfrm>
              <a:prstGeom prst="rect">
                <a:avLst/>
              </a:prstGeom>
              <a:solidFill>
                <a:srgbClr val="878787"/>
              </a:solidFill>
              <a:ln>
                <a:noFill/>
              </a:ln>
              <a:effectLst/>
            </p:spPr>
            <p:txBody>
              <a:bodyPr rtlCol="0" anchor="ctr"/>
              <a:lstStyle/>
              <a:p>
                <a:pPr algn="ctr"/>
              </a:p>
            </p:txBody>
          </p:sp>
          <p:sp>
            <p:nvSpPr>
              <p:cNvPr id="533" name="Noise cell"/>
              <p:cNvSpPr/>
              <p:nvPr/>
            </p:nvSpPr>
            <p:spPr>
              <a:xfrm>
                <a:off x="10311121" y="7315200"/>
                <a:ext cx="18770" cy="18928"/>
              </a:xfrm>
              <a:prstGeom prst="rect">
                <a:avLst/>
              </a:prstGeom>
              <a:solidFill>
                <a:srgbClr val="858585"/>
              </a:solidFill>
              <a:ln>
                <a:noFill/>
              </a:ln>
              <a:effectLst/>
            </p:spPr>
            <p:txBody>
              <a:bodyPr rtlCol="0" anchor="ctr"/>
              <a:lstStyle/>
              <a:p>
                <a:pPr algn="ctr"/>
              </a:p>
            </p:txBody>
          </p:sp>
          <p:sp>
            <p:nvSpPr>
              <p:cNvPr id="534" name="Noise cell"/>
              <p:cNvSpPr/>
              <p:nvPr/>
            </p:nvSpPr>
            <p:spPr>
              <a:xfrm>
                <a:off x="10329252" y="7315200"/>
                <a:ext cx="18770" cy="18928"/>
              </a:xfrm>
              <a:prstGeom prst="rect">
                <a:avLst/>
              </a:prstGeom>
              <a:solidFill>
                <a:srgbClr val="909090"/>
              </a:solidFill>
              <a:ln>
                <a:noFill/>
              </a:ln>
              <a:effectLst/>
            </p:spPr>
            <p:txBody>
              <a:bodyPr rtlCol="0" anchor="ctr"/>
              <a:lstStyle/>
              <a:p>
                <a:pPr algn="ctr"/>
              </a:p>
            </p:txBody>
          </p:sp>
          <p:sp>
            <p:nvSpPr>
              <p:cNvPr id="535" name="Noise cell"/>
              <p:cNvSpPr/>
              <p:nvPr/>
            </p:nvSpPr>
            <p:spPr>
              <a:xfrm>
                <a:off x="10347382" y="7315200"/>
                <a:ext cx="18770" cy="18928"/>
              </a:xfrm>
              <a:prstGeom prst="rect">
                <a:avLst/>
              </a:prstGeom>
              <a:solidFill>
                <a:srgbClr val="959595"/>
              </a:solidFill>
              <a:ln>
                <a:noFill/>
              </a:ln>
              <a:effectLst/>
            </p:spPr>
            <p:txBody>
              <a:bodyPr rtlCol="0" anchor="ctr"/>
              <a:lstStyle/>
              <a:p>
                <a:pPr algn="ctr"/>
              </a:p>
            </p:txBody>
          </p:sp>
          <p:sp>
            <p:nvSpPr>
              <p:cNvPr id="536" name="Noise cell"/>
              <p:cNvSpPr/>
              <p:nvPr/>
            </p:nvSpPr>
            <p:spPr>
              <a:xfrm>
                <a:off x="10365512" y="7315200"/>
                <a:ext cx="18770" cy="18928"/>
              </a:xfrm>
              <a:prstGeom prst="rect">
                <a:avLst/>
              </a:prstGeom>
              <a:solidFill>
                <a:srgbClr val="888888"/>
              </a:solidFill>
              <a:ln>
                <a:noFill/>
              </a:ln>
              <a:effectLst/>
            </p:spPr>
            <p:txBody>
              <a:bodyPr rtlCol="0" anchor="ctr"/>
              <a:lstStyle/>
              <a:p>
                <a:pPr algn="ctr"/>
              </a:p>
            </p:txBody>
          </p:sp>
          <p:sp>
            <p:nvSpPr>
              <p:cNvPr id="537" name="Noise cell"/>
              <p:cNvSpPr/>
              <p:nvPr/>
            </p:nvSpPr>
            <p:spPr>
              <a:xfrm>
                <a:off x="10383643" y="7315200"/>
                <a:ext cx="18770" cy="18928"/>
              </a:xfrm>
              <a:prstGeom prst="rect">
                <a:avLst/>
              </a:prstGeom>
              <a:solidFill>
                <a:srgbClr val="6C6C6C"/>
              </a:solidFill>
              <a:ln>
                <a:noFill/>
              </a:ln>
              <a:effectLst/>
            </p:spPr>
            <p:txBody>
              <a:bodyPr rtlCol="0" anchor="ctr"/>
              <a:lstStyle/>
              <a:p>
                <a:pPr algn="ctr"/>
              </a:p>
            </p:txBody>
          </p:sp>
          <p:sp>
            <p:nvSpPr>
              <p:cNvPr id="538" name="Noise cell"/>
              <p:cNvSpPr/>
              <p:nvPr/>
            </p:nvSpPr>
            <p:spPr>
              <a:xfrm>
                <a:off x="10401773" y="7315200"/>
                <a:ext cx="18770" cy="18928"/>
              </a:xfrm>
              <a:prstGeom prst="rect">
                <a:avLst/>
              </a:prstGeom>
              <a:solidFill>
                <a:srgbClr val="6F6F6F"/>
              </a:solidFill>
              <a:ln>
                <a:noFill/>
              </a:ln>
              <a:effectLst/>
            </p:spPr>
            <p:txBody>
              <a:bodyPr rtlCol="0" anchor="ctr"/>
              <a:lstStyle/>
              <a:p>
                <a:pPr algn="ctr"/>
              </a:p>
            </p:txBody>
          </p:sp>
          <p:sp>
            <p:nvSpPr>
              <p:cNvPr id="539" name="Noise cell"/>
              <p:cNvSpPr/>
              <p:nvPr/>
            </p:nvSpPr>
            <p:spPr>
              <a:xfrm>
                <a:off x="10419903" y="7315200"/>
                <a:ext cx="18770" cy="18928"/>
              </a:xfrm>
              <a:prstGeom prst="rect">
                <a:avLst/>
              </a:prstGeom>
              <a:solidFill>
                <a:srgbClr val="8F8F8F"/>
              </a:solidFill>
              <a:ln>
                <a:noFill/>
              </a:ln>
              <a:effectLst/>
            </p:spPr>
            <p:txBody>
              <a:bodyPr rtlCol="0" anchor="ctr"/>
              <a:lstStyle/>
              <a:p>
                <a:pPr algn="ctr"/>
              </a:p>
            </p:txBody>
          </p:sp>
          <p:sp>
            <p:nvSpPr>
              <p:cNvPr id="540" name="Noise cell"/>
              <p:cNvSpPr/>
              <p:nvPr/>
            </p:nvSpPr>
            <p:spPr>
              <a:xfrm>
                <a:off x="10438034" y="7315200"/>
                <a:ext cx="18770" cy="18928"/>
              </a:xfrm>
              <a:prstGeom prst="rect">
                <a:avLst/>
              </a:prstGeom>
              <a:solidFill>
                <a:srgbClr val="989898"/>
              </a:solidFill>
              <a:ln>
                <a:noFill/>
              </a:ln>
              <a:effectLst/>
            </p:spPr>
            <p:txBody>
              <a:bodyPr rtlCol="0" anchor="ctr"/>
              <a:lstStyle/>
              <a:p>
                <a:pPr algn="ctr"/>
              </a:p>
            </p:txBody>
          </p:sp>
          <p:sp>
            <p:nvSpPr>
              <p:cNvPr id="541" name="Noise cell"/>
              <p:cNvSpPr/>
              <p:nvPr/>
            </p:nvSpPr>
            <p:spPr>
              <a:xfrm>
                <a:off x="10456164" y="7315200"/>
                <a:ext cx="18770" cy="18928"/>
              </a:xfrm>
              <a:prstGeom prst="rect">
                <a:avLst/>
              </a:prstGeom>
              <a:solidFill>
                <a:srgbClr val="969696"/>
              </a:solidFill>
              <a:ln>
                <a:noFill/>
              </a:ln>
              <a:effectLst/>
            </p:spPr>
            <p:txBody>
              <a:bodyPr rtlCol="0" anchor="ctr"/>
              <a:lstStyle/>
              <a:p>
                <a:pPr algn="ctr"/>
              </a:p>
            </p:txBody>
          </p:sp>
          <p:sp>
            <p:nvSpPr>
              <p:cNvPr id="542" name="Noise cell"/>
              <p:cNvSpPr/>
              <p:nvPr/>
            </p:nvSpPr>
            <p:spPr>
              <a:xfrm>
                <a:off x="10474294" y="7315200"/>
                <a:ext cx="18770" cy="18928"/>
              </a:xfrm>
              <a:prstGeom prst="rect">
                <a:avLst/>
              </a:prstGeom>
              <a:solidFill>
                <a:srgbClr val="7D7D7D"/>
              </a:solidFill>
              <a:ln>
                <a:noFill/>
              </a:ln>
              <a:effectLst/>
            </p:spPr>
            <p:txBody>
              <a:bodyPr rtlCol="0" anchor="ctr"/>
              <a:lstStyle/>
              <a:p>
                <a:pPr algn="ctr"/>
              </a:p>
            </p:txBody>
          </p:sp>
          <p:sp>
            <p:nvSpPr>
              <p:cNvPr id="543" name="Noise cell"/>
              <p:cNvSpPr/>
              <p:nvPr/>
            </p:nvSpPr>
            <p:spPr>
              <a:xfrm>
                <a:off x="10492425" y="7315200"/>
                <a:ext cx="18770" cy="18928"/>
              </a:xfrm>
              <a:prstGeom prst="rect">
                <a:avLst/>
              </a:prstGeom>
              <a:solidFill>
                <a:srgbClr val="878787"/>
              </a:solidFill>
              <a:ln>
                <a:noFill/>
              </a:ln>
              <a:effectLst/>
            </p:spPr>
            <p:txBody>
              <a:bodyPr rtlCol="0" anchor="ctr"/>
              <a:lstStyle/>
              <a:p>
                <a:pPr algn="ctr"/>
              </a:p>
            </p:txBody>
          </p:sp>
          <p:sp>
            <p:nvSpPr>
              <p:cNvPr id="544" name="Noise cell"/>
              <p:cNvSpPr/>
              <p:nvPr/>
            </p:nvSpPr>
            <p:spPr>
              <a:xfrm>
                <a:off x="10510555" y="7315200"/>
                <a:ext cx="18770" cy="18928"/>
              </a:xfrm>
              <a:prstGeom prst="rect">
                <a:avLst/>
              </a:prstGeom>
              <a:solidFill>
                <a:srgbClr val="7D7D7D"/>
              </a:solidFill>
              <a:ln>
                <a:noFill/>
              </a:ln>
              <a:effectLst/>
            </p:spPr>
            <p:txBody>
              <a:bodyPr rtlCol="0" anchor="ctr"/>
              <a:lstStyle/>
              <a:p>
                <a:pPr algn="ctr"/>
              </a:p>
            </p:txBody>
          </p:sp>
          <p:sp>
            <p:nvSpPr>
              <p:cNvPr id="545" name="Noise cell"/>
              <p:cNvSpPr/>
              <p:nvPr/>
            </p:nvSpPr>
            <p:spPr>
              <a:xfrm>
                <a:off x="10528685" y="7315200"/>
                <a:ext cx="18770" cy="18928"/>
              </a:xfrm>
              <a:prstGeom prst="rect">
                <a:avLst/>
              </a:prstGeom>
              <a:solidFill>
                <a:srgbClr val="8A8A8A"/>
              </a:solidFill>
              <a:ln>
                <a:noFill/>
              </a:ln>
              <a:effectLst/>
            </p:spPr>
            <p:txBody>
              <a:bodyPr rtlCol="0" anchor="ctr"/>
              <a:lstStyle/>
              <a:p>
                <a:pPr algn="ctr"/>
              </a:p>
            </p:txBody>
          </p:sp>
          <p:sp>
            <p:nvSpPr>
              <p:cNvPr id="546" name="Noise cell"/>
              <p:cNvSpPr/>
              <p:nvPr/>
            </p:nvSpPr>
            <p:spPr>
              <a:xfrm>
                <a:off x="10546816" y="7315200"/>
                <a:ext cx="18770" cy="18928"/>
              </a:xfrm>
              <a:prstGeom prst="rect">
                <a:avLst/>
              </a:prstGeom>
              <a:solidFill>
                <a:srgbClr val="838383"/>
              </a:solidFill>
              <a:ln>
                <a:noFill/>
              </a:ln>
              <a:effectLst/>
            </p:spPr>
            <p:txBody>
              <a:bodyPr rtlCol="0" anchor="ctr"/>
              <a:lstStyle/>
              <a:p>
                <a:pPr algn="ctr"/>
              </a:p>
            </p:txBody>
          </p:sp>
          <p:sp>
            <p:nvSpPr>
              <p:cNvPr id="547" name="Noise cell"/>
              <p:cNvSpPr/>
              <p:nvPr/>
            </p:nvSpPr>
            <p:spPr>
              <a:xfrm>
                <a:off x="10564946" y="7315200"/>
                <a:ext cx="18770" cy="18928"/>
              </a:xfrm>
              <a:prstGeom prst="rect">
                <a:avLst/>
              </a:prstGeom>
              <a:solidFill>
                <a:srgbClr val="767676"/>
              </a:solidFill>
              <a:ln>
                <a:noFill/>
              </a:ln>
              <a:effectLst/>
            </p:spPr>
            <p:txBody>
              <a:bodyPr rtlCol="0" anchor="ctr"/>
              <a:lstStyle/>
              <a:p>
                <a:pPr algn="ctr"/>
              </a:p>
            </p:txBody>
          </p:sp>
          <p:sp>
            <p:nvSpPr>
              <p:cNvPr id="548" name="Noise cell"/>
              <p:cNvSpPr/>
              <p:nvPr/>
            </p:nvSpPr>
            <p:spPr>
              <a:xfrm>
                <a:off x="10583076" y="7315200"/>
                <a:ext cx="18770" cy="18928"/>
              </a:xfrm>
              <a:prstGeom prst="rect">
                <a:avLst/>
              </a:prstGeom>
              <a:solidFill>
                <a:srgbClr val="8D8D8D"/>
              </a:solidFill>
              <a:ln>
                <a:noFill/>
              </a:ln>
              <a:effectLst/>
            </p:spPr>
            <p:txBody>
              <a:bodyPr rtlCol="0" anchor="ctr"/>
              <a:lstStyle/>
              <a:p>
                <a:pPr algn="ctr"/>
              </a:p>
            </p:txBody>
          </p:sp>
          <p:sp>
            <p:nvSpPr>
              <p:cNvPr id="549" name="Noise cell"/>
              <p:cNvSpPr/>
              <p:nvPr/>
            </p:nvSpPr>
            <p:spPr>
              <a:xfrm>
                <a:off x="10601207" y="7315200"/>
                <a:ext cx="18770" cy="18928"/>
              </a:xfrm>
              <a:prstGeom prst="rect">
                <a:avLst/>
              </a:prstGeom>
              <a:solidFill>
                <a:srgbClr val="848484"/>
              </a:solidFill>
              <a:ln>
                <a:noFill/>
              </a:ln>
              <a:effectLst/>
            </p:spPr>
            <p:txBody>
              <a:bodyPr rtlCol="0" anchor="ctr"/>
              <a:lstStyle/>
              <a:p>
                <a:pPr algn="ctr"/>
              </a:p>
            </p:txBody>
          </p:sp>
          <p:sp>
            <p:nvSpPr>
              <p:cNvPr id="550" name="Noise cell"/>
              <p:cNvSpPr/>
              <p:nvPr/>
            </p:nvSpPr>
            <p:spPr>
              <a:xfrm>
                <a:off x="10619337" y="7315200"/>
                <a:ext cx="18770" cy="18928"/>
              </a:xfrm>
              <a:prstGeom prst="rect">
                <a:avLst/>
              </a:prstGeom>
              <a:solidFill>
                <a:srgbClr val="A2A2A2"/>
              </a:solidFill>
              <a:ln>
                <a:noFill/>
              </a:ln>
              <a:effectLst/>
            </p:spPr>
            <p:txBody>
              <a:bodyPr rtlCol="0" anchor="ctr"/>
              <a:lstStyle/>
              <a:p>
                <a:pPr algn="ctr"/>
              </a:p>
            </p:txBody>
          </p:sp>
          <p:sp>
            <p:nvSpPr>
              <p:cNvPr id="551" name="Noise cell"/>
              <p:cNvSpPr/>
              <p:nvPr/>
            </p:nvSpPr>
            <p:spPr>
              <a:xfrm>
                <a:off x="10637467" y="7315200"/>
                <a:ext cx="18770" cy="18928"/>
              </a:xfrm>
              <a:prstGeom prst="rect">
                <a:avLst/>
              </a:prstGeom>
              <a:solidFill>
                <a:srgbClr val="949494"/>
              </a:solidFill>
              <a:ln>
                <a:noFill/>
              </a:ln>
              <a:effectLst/>
            </p:spPr>
            <p:txBody>
              <a:bodyPr rtlCol="0" anchor="ctr"/>
              <a:lstStyle/>
              <a:p>
                <a:pPr algn="ctr"/>
              </a:p>
            </p:txBody>
          </p:sp>
          <p:sp>
            <p:nvSpPr>
              <p:cNvPr id="552" name="Noise cell"/>
              <p:cNvSpPr/>
              <p:nvPr/>
            </p:nvSpPr>
            <p:spPr>
              <a:xfrm>
                <a:off x="10655598" y="7315200"/>
                <a:ext cx="18770" cy="18928"/>
              </a:xfrm>
              <a:prstGeom prst="rect">
                <a:avLst/>
              </a:prstGeom>
              <a:solidFill>
                <a:srgbClr val="6F6F6F"/>
              </a:solidFill>
              <a:ln>
                <a:noFill/>
              </a:ln>
              <a:effectLst/>
            </p:spPr>
            <p:txBody>
              <a:bodyPr rtlCol="0" anchor="ctr"/>
              <a:lstStyle/>
              <a:p>
                <a:pPr algn="ctr"/>
              </a:p>
            </p:txBody>
          </p:sp>
          <p:sp>
            <p:nvSpPr>
              <p:cNvPr id="553" name="Noise cell"/>
              <p:cNvSpPr/>
              <p:nvPr/>
            </p:nvSpPr>
            <p:spPr>
              <a:xfrm>
                <a:off x="10673728" y="7315200"/>
                <a:ext cx="18770" cy="18928"/>
              </a:xfrm>
              <a:prstGeom prst="rect">
                <a:avLst/>
              </a:prstGeom>
              <a:solidFill>
                <a:srgbClr val="909090"/>
              </a:solidFill>
              <a:ln>
                <a:noFill/>
              </a:ln>
              <a:effectLst/>
            </p:spPr>
            <p:txBody>
              <a:bodyPr rtlCol="0" anchor="ctr"/>
              <a:lstStyle/>
              <a:p>
                <a:pPr algn="ctr"/>
              </a:p>
            </p:txBody>
          </p:sp>
          <p:sp>
            <p:nvSpPr>
              <p:cNvPr id="554" name="Noise cell"/>
              <p:cNvSpPr/>
              <p:nvPr/>
            </p:nvSpPr>
            <p:spPr>
              <a:xfrm>
                <a:off x="10691858" y="7315200"/>
                <a:ext cx="18770" cy="18928"/>
              </a:xfrm>
              <a:prstGeom prst="rect">
                <a:avLst/>
              </a:prstGeom>
              <a:solidFill>
                <a:srgbClr val="777777"/>
              </a:solidFill>
              <a:ln>
                <a:noFill/>
              </a:ln>
              <a:effectLst/>
            </p:spPr>
            <p:txBody>
              <a:bodyPr rtlCol="0" anchor="ctr"/>
              <a:lstStyle/>
              <a:p>
                <a:pPr algn="ctr"/>
              </a:p>
            </p:txBody>
          </p:sp>
          <p:sp>
            <p:nvSpPr>
              <p:cNvPr id="555" name="Noise cell"/>
              <p:cNvSpPr/>
              <p:nvPr/>
            </p:nvSpPr>
            <p:spPr>
              <a:xfrm>
                <a:off x="10709989" y="7315200"/>
                <a:ext cx="18770" cy="18928"/>
              </a:xfrm>
              <a:prstGeom prst="rect">
                <a:avLst/>
              </a:prstGeom>
              <a:solidFill>
                <a:srgbClr val="7B7B7B"/>
              </a:solidFill>
              <a:ln>
                <a:noFill/>
              </a:ln>
              <a:effectLst/>
            </p:spPr>
            <p:txBody>
              <a:bodyPr rtlCol="0" anchor="ctr"/>
              <a:lstStyle/>
              <a:p>
                <a:pPr algn="ctr"/>
              </a:p>
            </p:txBody>
          </p:sp>
          <p:sp>
            <p:nvSpPr>
              <p:cNvPr id="556" name="Noise cell"/>
              <p:cNvSpPr/>
              <p:nvPr/>
            </p:nvSpPr>
            <p:spPr>
              <a:xfrm>
                <a:off x="10728119" y="7315200"/>
                <a:ext cx="18770" cy="18928"/>
              </a:xfrm>
              <a:prstGeom prst="rect">
                <a:avLst/>
              </a:prstGeom>
              <a:solidFill>
                <a:srgbClr val="828282"/>
              </a:solidFill>
              <a:ln>
                <a:noFill/>
              </a:ln>
              <a:effectLst/>
            </p:spPr>
            <p:txBody>
              <a:bodyPr rtlCol="0" anchor="ctr"/>
              <a:lstStyle/>
              <a:p>
                <a:pPr algn="ctr"/>
              </a:p>
            </p:txBody>
          </p:sp>
          <p:sp>
            <p:nvSpPr>
              <p:cNvPr id="557" name="Noise cell"/>
              <p:cNvSpPr/>
              <p:nvPr/>
            </p:nvSpPr>
            <p:spPr>
              <a:xfrm>
                <a:off x="10746250" y="7315200"/>
                <a:ext cx="18770" cy="18928"/>
              </a:xfrm>
              <a:prstGeom prst="rect">
                <a:avLst/>
              </a:prstGeom>
              <a:solidFill>
                <a:srgbClr val="727272"/>
              </a:solidFill>
              <a:ln>
                <a:noFill/>
              </a:ln>
              <a:effectLst/>
            </p:spPr>
            <p:txBody>
              <a:bodyPr rtlCol="0" anchor="ctr"/>
              <a:lstStyle/>
              <a:p>
                <a:pPr algn="ctr"/>
              </a:p>
            </p:txBody>
          </p:sp>
          <p:sp>
            <p:nvSpPr>
              <p:cNvPr id="558" name="Noise cell"/>
              <p:cNvSpPr/>
              <p:nvPr/>
            </p:nvSpPr>
            <p:spPr>
              <a:xfrm>
                <a:off x="10764380" y="7315200"/>
                <a:ext cx="18770" cy="18928"/>
              </a:xfrm>
              <a:prstGeom prst="rect">
                <a:avLst/>
              </a:prstGeom>
              <a:solidFill>
                <a:srgbClr val="A8A8A8"/>
              </a:solidFill>
              <a:ln>
                <a:noFill/>
              </a:ln>
              <a:effectLst/>
            </p:spPr>
            <p:txBody>
              <a:bodyPr rtlCol="0" anchor="ctr"/>
              <a:lstStyle/>
              <a:p>
                <a:pPr algn="ctr"/>
              </a:p>
            </p:txBody>
          </p:sp>
          <p:sp>
            <p:nvSpPr>
              <p:cNvPr id="559" name="Noise cell"/>
              <p:cNvSpPr/>
              <p:nvPr/>
            </p:nvSpPr>
            <p:spPr>
              <a:xfrm>
                <a:off x="10782510" y="7315200"/>
                <a:ext cx="18770" cy="18928"/>
              </a:xfrm>
              <a:prstGeom prst="rect">
                <a:avLst/>
              </a:prstGeom>
              <a:solidFill>
                <a:srgbClr val="909090"/>
              </a:solidFill>
              <a:ln>
                <a:noFill/>
              </a:ln>
              <a:effectLst/>
            </p:spPr>
            <p:txBody>
              <a:bodyPr rtlCol="0" anchor="ctr"/>
              <a:lstStyle/>
              <a:p>
                <a:pPr algn="ctr"/>
              </a:p>
            </p:txBody>
          </p:sp>
          <p:sp>
            <p:nvSpPr>
              <p:cNvPr id="560" name="Noise cell"/>
              <p:cNvSpPr/>
              <p:nvPr/>
            </p:nvSpPr>
            <p:spPr>
              <a:xfrm>
                <a:off x="10800641" y="7315200"/>
                <a:ext cx="18770" cy="18928"/>
              </a:xfrm>
              <a:prstGeom prst="rect">
                <a:avLst/>
              </a:prstGeom>
              <a:solidFill>
                <a:srgbClr val="787878"/>
              </a:solidFill>
              <a:ln>
                <a:noFill/>
              </a:ln>
              <a:effectLst/>
            </p:spPr>
            <p:txBody>
              <a:bodyPr rtlCol="0" anchor="ctr"/>
              <a:lstStyle/>
              <a:p>
                <a:pPr algn="ctr"/>
              </a:p>
            </p:txBody>
          </p:sp>
          <p:sp>
            <p:nvSpPr>
              <p:cNvPr id="561" name="Noise cell"/>
              <p:cNvSpPr/>
              <p:nvPr/>
            </p:nvSpPr>
            <p:spPr>
              <a:xfrm>
                <a:off x="10818771" y="7315200"/>
                <a:ext cx="18770" cy="18928"/>
              </a:xfrm>
              <a:prstGeom prst="rect">
                <a:avLst/>
              </a:prstGeom>
              <a:solidFill>
                <a:srgbClr val="949494"/>
              </a:solidFill>
              <a:ln>
                <a:noFill/>
              </a:ln>
              <a:effectLst/>
            </p:spPr>
            <p:txBody>
              <a:bodyPr rtlCol="0" anchor="ctr"/>
              <a:lstStyle/>
              <a:p>
                <a:pPr algn="ctr"/>
              </a:p>
            </p:txBody>
          </p:sp>
          <p:sp>
            <p:nvSpPr>
              <p:cNvPr id="562" name="Noise cell"/>
              <p:cNvSpPr/>
              <p:nvPr/>
            </p:nvSpPr>
            <p:spPr>
              <a:xfrm>
                <a:off x="10836901" y="7315200"/>
                <a:ext cx="18770" cy="18928"/>
              </a:xfrm>
              <a:prstGeom prst="rect">
                <a:avLst/>
              </a:prstGeom>
              <a:solidFill>
                <a:srgbClr val="646464"/>
              </a:solidFill>
              <a:ln>
                <a:noFill/>
              </a:ln>
              <a:effectLst/>
            </p:spPr>
            <p:txBody>
              <a:bodyPr rtlCol="0" anchor="ctr"/>
              <a:lstStyle/>
              <a:p>
                <a:pPr algn="ctr"/>
              </a:p>
            </p:txBody>
          </p:sp>
          <p:sp>
            <p:nvSpPr>
              <p:cNvPr id="563" name="Noise cell"/>
              <p:cNvSpPr/>
              <p:nvPr/>
            </p:nvSpPr>
            <p:spPr>
              <a:xfrm>
                <a:off x="10855032" y="7315200"/>
                <a:ext cx="18770" cy="18928"/>
              </a:xfrm>
              <a:prstGeom prst="rect">
                <a:avLst/>
              </a:prstGeom>
              <a:solidFill>
                <a:srgbClr val="959595"/>
              </a:solidFill>
              <a:ln>
                <a:noFill/>
              </a:ln>
              <a:effectLst/>
            </p:spPr>
            <p:txBody>
              <a:bodyPr rtlCol="0" anchor="ctr"/>
              <a:lstStyle/>
              <a:p>
                <a:pPr algn="ctr"/>
              </a:p>
            </p:txBody>
          </p:sp>
          <p:sp>
            <p:nvSpPr>
              <p:cNvPr id="564" name="Noise cell"/>
              <p:cNvSpPr/>
              <p:nvPr/>
            </p:nvSpPr>
            <p:spPr>
              <a:xfrm>
                <a:off x="10873162" y="7315200"/>
                <a:ext cx="18770" cy="18928"/>
              </a:xfrm>
              <a:prstGeom prst="rect">
                <a:avLst/>
              </a:prstGeom>
              <a:solidFill>
                <a:srgbClr val="868686"/>
              </a:solidFill>
              <a:ln>
                <a:noFill/>
              </a:ln>
              <a:effectLst/>
            </p:spPr>
            <p:txBody>
              <a:bodyPr rtlCol="0" anchor="ctr"/>
              <a:lstStyle/>
              <a:p>
                <a:pPr algn="ctr"/>
              </a:p>
            </p:txBody>
          </p:sp>
          <p:sp>
            <p:nvSpPr>
              <p:cNvPr id="565" name="Noise cell"/>
              <p:cNvSpPr/>
              <p:nvPr/>
            </p:nvSpPr>
            <p:spPr>
              <a:xfrm>
                <a:off x="10891292" y="7315200"/>
                <a:ext cx="18770" cy="18928"/>
              </a:xfrm>
              <a:prstGeom prst="rect">
                <a:avLst/>
              </a:prstGeom>
              <a:solidFill>
                <a:srgbClr val="888888"/>
              </a:solidFill>
              <a:ln>
                <a:noFill/>
              </a:ln>
              <a:effectLst/>
            </p:spPr>
            <p:txBody>
              <a:bodyPr rtlCol="0" anchor="ctr"/>
              <a:lstStyle/>
              <a:p>
                <a:pPr algn="ctr"/>
              </a:p>
            </p:txBody>
          </p:sp>
          <p:sp>
            <p:nvSpPr>
              <p:cNvPr id="566" name="Noise cell"/>
              <p:cNvSpPr/>
              <p:nvPr/>
            </p:nvSpPr>
            <p:spPr>
              <a:xfrm>
                <a:off x="10909423" y="7315200"/>
                <a:ext cx="18770" cy="18928"/>
              </a:xfrm>
              <a:prstGeom prst="rect">
                <a:avLst/>
              </a:prstGeom>
              <a:solidFill>
                <a:srgbClr val="919191"/>
              </a:solidFill>
              <a:ln>
                <a:noFill/>
              </a:ln>
              <a:effectLst/>
            </p:spPr>
            <p:txBody>
              <a:bodyPr rtlCol="0" anchor="ctr"/>
              <a:lstStyle/>
              <a:p>
                <a:pPr algn="ctr"/>
              </a:p>
            </p:txBody>
          </p:sp>
          <p:sp>
            <p:nvSpPr>
              <p:cNvPr id="567" name="Noise cell"/>
              <p:cNvSpPr/>
              <p:nvPr/>
            </p:nvSpPr>
            <p:spPr>
              <a:xfrm>
                <a:off x="10927553" y="7315200"/>
                <a:ext cx="18770" cy="18928"/>
              </a:xfrm>
              <a:prstGeom prst="rect">
                <a:avLst/>
              </a:prstGeom>
              <a:solidFill>
                <a:srgbClr val="878787"/>
              </a:solidFill>
              <a:ln>
                <a:noFill/>
              </a:ln>
              <a:effectLst/>
            </p:spPr>
            <p:txBody>
              <a:bodyPr rtlCol="0" anchor="ctr"/>
              <a:lstStyle/>
              <a:p>
                <a:pPr algn="ctr"/>
              </a:p>
            </p:txBody>
          </p:sp>
          <p:sp>
            <p:nvSpPr>
              <p:cNvPr id="568" name="Noise cell"/>
              <p:cNvSpPr/>
              <p:nvPr/>
            </p:nvSpPr>
            <p:spPr>
              <a:xfrm>
                <a:off x="10945683" y="7315200"/>
                <a:ext cx="18770" cy="18928"/>
              </a:xfrm>
              <a:prstGeom prst="rect">
                <a:avLst/>
              </a:prstGeom>
              <a:solidFill>
                <a:srgbClr val="8C8C8C"/>
              </a:solidFill>
              <a:ln>
                <a:noFill/>
              </a:ln>
              <a:effectLst/>
            </p:spPr>
            <p:txBody>
              <a:bodyPr rtlCol="0" anchor="ctr"/>
              <a:lstStyle/>
              <a:p>
                <a:pPr algn="ctr"/>
              </a:p>
            </p:txBody>
          </p:sp>
          <p:sp>
            <p:nvSpPr>
              <p:cNvPr id="569" name="Noise cell"/>
              <p:cNvSpPr/>
              <p:nvPr/>
            </p:nvSpPr>
            <p:spPr>
              <a:xfrm>
                <a:off x="10963814" y="7315200"/>
                <a:ext cx="18770" cy="18928"/>
              </a:xfrm>
              <a:prstGeom prst="rect">
                <a:avLst/>
              </a:prstGeom>
              <a:solidFill>
                <a:srgbClr val="777777"/>
              </a:solidFill>
              <a:ln>
                <a:noFill/>
              </a:ln>
              <a:effectLst/>
            </p:spPr>
            <p:txBody>
              <a:bodyPr rtlCol="0" anchor="ctr"/>
              <a:lstStyle/>
              <a:p>
                <a:pPr algn="ctr"/>
              </a:p>
            </p:txBody>
          </p:sp>
          <p:sp>
            <p:nvSpPr>
              <p:cNvPr id="570" name="Noise cell"/>
              <p:cNvSpPr/>
              <p:nvPr/>
            </p:nvSpPr>
            <p:spPr>
              <a:xfrm>
                <a:off x="9930384" y="7333488"/>
                <a:ext cx="18770" cy="18928"/>
              </a:xfrm>
              <a:prstGeom prst="rect">
                <a:avLst/>
              </a:prstGeom>
              <a:solidFill>
                <a:srgbClr val="8B8B8B"/>
              </a:solidFill>
              <a:ln>
                <a:noFill/>
              </a:ln>
              <a:effectLst/>
            </p:spPr>
            <p:txBody>
              <a:bodyPr rtlCol="0" anchor="ctr"/>
              <a:lstStyle/>
              <a:p>
                <a:pPr algn="ctr"/>
              </a:p>
            </p:txBody>
          </p:sp>
          <p:sp>
            <p:nvSpPr>
              <p:cNvPr id="571" name="Noise cell"/>
              <p:cNvSpPr/>
              <p:nvPr/>
            </p:nvSpPr>
            <p:spPr>
              <a:xfrm>
                <a:off x="9948514" y="7333488"/>
                <a:ext cx="18770" cy="18928"/>
              </a:xfrm>
              <a:prstGeom prst="rect">
                <a:avLst/>
              </a:prstGeom>
              <a:solidFill>
                <a:srgbClr val="808080"/>
              </a:solidFill>
              <a:ln>
                <a:noFill/>
              </a:ln>
              <a:effectLst/>
            </p:spPr>
            <p:txBody>
              <a:bodyPr rtlCol="0" anchor="ctr"/>
              <a:lstStyle/>
              <a:p>
                <a:pPr algn="ctr"/>
              </a:p>
            </p:txBody>
          </p:sp>
          <p:sp>
            <p:nvSpPr>
              <p:cNvPr id="572" name="Noise cell"/>
              <p:cNvSpPr/>
              <p:nvPr/>
            </p:nvSpPr>
            <p:spPr>
              <a:xfrm>
                <a:off x="9966645" y="7333488"/>
                <a:ext cx="18770" cy="18928"/>
              </a:xfrm>
              <a:prstGeom prst="rect">
                <a:avLst/>
              </a:prstGeom>
              <a:solidFill>
                <a:srgbClr val="8C8C8C"/>
              </a:solidFill>
              <a:ln>
                <a:noFill/>
              </a:ln>
              <a:effectLst/>
            </p:spPr>
            <p:txBody>
              <a:bodyPr rtlCol="0" anchor="ctr"/>
              <a:lstStyle/>
              <a:p>
                <a:pPr algn="ctr"/>
              </a:p>
            </p:txBody>
          </p:sp>
          <p:sp>
            <p:nvSpPr>
              <p:cNvPr id="573" name="Noise cell"/>
              <p:cNvSpPr/>
              <p:nvPr/>
            </p:nvSpPr>
            <p:spPr>
              <a:xfrm>
                <a:off x="9984775" y="7333488"/>
                <a:ext cx="18770" cy="18928"/>
              </a:xfrm>
              <a:prstGeom prst="rect">
                <a:avLst/>
              </a:prstGeom>
              <a:solidFill>
                <a:srgbClr val="828282"/>
              </a:solidFill>
              <a:ln>
                <a:noFill/>
              </a:ln>
              <a:effectLst/>
            </p:spPr>
            <p:txBody>
              <a:bodyPr rtlCol="0" anchor="ctr"/>
              <a:lstStyle/>
              <a:p>
                <a:pPr algn="ctr"/>
              </a:p>
            </p:txBody>
          </p:sp>
          <p:sp>
            <p:nvSpPr>
              <p:cNvPr id="574" name="Noise cell"/>
              <p:cNvSpPr/>
              <p:nvPr/>
            </p:nvSpPr>
            <p:spPr>
              <a:xfrm>
                <a:off x="10002905" y="7333488"/>
                <a:ext cx="18770" cy="18928"/>
              </a:xfrm>
              <a:prstGeom prst="rect">
                <a:avLst/>
              </a:prstGeom>
              <a:solidFill>
                <a:srgbClr val="8A8A8A"/>
              </a:solidFill>
              <a:ln>
                <a:noFill/>
              </a:ln>
              <a:effectLst/>
            </p:spPr>
            <p:txBody>
              <a:bodyPr rtlCol="0" anchor="ctr"/>
              <a:lstStyle/>
              <a:p>
                <a:pPr algn="ctr"/>
              </a:p>
            </p:txBody>
          </p:sp>
          <p:sp>
            <p:nvSpPr>
              <p:cNvPr id="575" name="Noise cell"/>
              <p:cNvSpPr/>
              <p:nvPr/>
            </p:nvSpPr>
            <p:spPr>
              <a:xfrm>
                <a:off x="10021036" y="7333488"/>
                <a:ext cx="18770" cy="18928"/>
              </a:xfrm>
              <a:prstGeom prst="rect">
                <a:avLst/>
              </a:prstGeom>
              <a:solidFill>
                <a:srgbClr val="7D7D7D"/>
              </a:solidFill>
              <a:ln>
                <a:noFill/>
              </a:ln>
              <a:effectLst/>
            </p:spPr>
            <p:txBody>
              <a:bodyPr rtlCol="0" anchor="ctr"/>
              <a:lstStyle/>
              <a:p>
                <a:pPr algn="ctr"/>
              </a:p>
            </p:txBody>
          </p:sp>
          <p:sp>
            <p:nvSpPr>
              <p:cNvPr id="576" name="Noise cell"/>
              <p:cNvSpPr/>
              <p:nvPr/>
            </p:nvSpPr>
            <p:spPr>
              <a:xfrm>
                <a:off x="10039166" y="7333488"/>
                <a:ext cx="18770" cy="18928"/>
              </a:xfrm>
              <a:prstGeom prst="rect">
                <a:avLst/>
              </a:prstGeom>
              <a:solidFill>
                <a:srgbClr val="737373"/>
              </a:solidFill>
              <a:ln>
                <a:noFill/>
              </a:ln>
              <a:effectLst/>
            </p:spPr>
            <p:txBody>
              <a:bodyPr rtlCol="0" anchor="ctr"/>
              <a:lstStyle/>
              <a:p>
                <a:pPr algn="ctr"/>
              </a:p>
            </p:txBody>
          </p:sp>
          <p:sp>
            <p:nvSpPr>
              <p:cNvPr id="577" name="Noise cell"/>
              <p:cNvSpPr/>
              <p:nvPr/>
            </p:nvSpPr>
            <p:spPr>
              <a:xfrm>
                <a:off x="10057296" y="7333488"/>
                <a:ext cx="18770" cy="18928"/>
              </a:xfrm>
              <a:prstGeom prst="rect">
                <a:avLst/>
              </a:prstGeom>
              <a:solidFill>
                <a:srgbClr val="7A7A7A"/>
              </a:solidFill>
              <a:ln>
                <a:noFill/>
              </a:ln>
              <a:effectLst/>
            </p:spPr>
            <p:txBody>
              <a:bodyPr rtlCol="0" anchor="ctr"/>
              <a:lstStyle/>
              <a:p>
                <a:pPr algn="ctr"/>
              </a:p>
            </p:txBody>
          </p:sp>
          <p:sp>
            <p:nvSpPr>
              <p:cNvPr id="578" name="Noise cell"/>
              <p:cNvSpPr/>
              <p:nvPr/>
            </p:nvSpPr>
            <p:spPr>
              <a:xfrm>
                <a:off x="10075427" y="7333488"/>
                <a:ext cx="18770" cy="18928"/>
              </a:xfrm>
              <a:prstGeom prst="rect">
                <a:avLst/>
              </a:prstGeom>
              <a:solidFill>
                <a:srgbClr val="929292"/>
              </a:solidFill>
              <a:ln>
                <a:noFill/>
              </a:ln>
              <a:effectLst/>
            </p:spPr>
            <p:txBody>
              <a:bodyPr rtlCol="0" anchor="ctr"/>
              <a:lstStyle/>
              <a:p>
                <a:pPr algn="ctr"/>
              </a:p>
            </p:txBody>
          </p:sp>
          <p:sp>
            <p:nvSpPr>
              <p:cNvPr id="579" name="Noise cell"/>
              <p:cNvSpPr/>
              <p:nvPr/>
            </p:nvSpPr>
            <p:spPr>
              <a:xfrm>
                <a:off x="10093557" y="7333488"/>
                <a:ext cx="18770" cy="18928"/>
              </a:xfrm>
              <a:prstGeom prst="rect">
                <a:avLst/>
              </a:prstGeom>
              <a:solidFill>
                <a:srgbClr val="818181"/>
              </a:solidFill>
              <a:ln>
                <a:noFill/>
              </a:ln>
              <a:effectLst/>
            </p:spPr>
            <p:txBody>
              <a:bodyPr rtlCol="0" anchor="ctr"/>
              <a:lstStyle/>
              <a:p>
                <a:pPr algn="ctr"/>
              </a:p>
            </p:txBody>
          </p:sp>
          <p:sp>
            <p:nvSpPr>
              <p:cNvPr id="580" name="Noise cell"/>
              <p:cNvSpPr/>
              <p:nvPr/>
            </p:nvSpPr>
            <p:spPr>
              <a:xfrm>
                <a:off x="10111687" y="7333488"/>
                <a:ext cx="18770" cy="18928"/>
              </a:xfrm>
              <a:prstGeom prst="rect">
                <a:avLst/>
              </a:prstGeom>
              <a:solidFill>
                <a:srgbClr val="868686"/>
              </a:solidFill>
              <a:ln>
                <a:noFill/>
              </a:ln>
              <a:effectLst/>
            </p:spPr>
            <p:txBody>
              <a:bodyPr rtlCol="0" anchor="ctr"/>
              <a:lstStyle/>
              <a:p>
                <a:pPr algn="ctr"/>
              </a:p>
            </p:txBody>
          </p:sp>
          <p:sp>
            <p:nvSpPr>
              <p:cNvPr id="581" name="Noise cell"/>
              <p:cNvSpPr/>
              <p:nvPr/>
            </p:nvSpPr>
            <p:spPr>
              <a:xfrm>
                <a:off x="10129818" y="7333488"/>
                <a:ext cx="18770" cy="18928"/>
              </a:xfrm>
              <a:prstGeom prst="rect">
                <a:avLst/>
              </a:prstGeom>
              <a:solidFill>
                <a:srgbClr val="808080"/>
              </a:solidFill>
              <a:ln>
                <a:noFill/>
              </a:ln>
              <a:effectLst/>
            </p:spPr>
            <p:txBody>
              <a:bodyPr rtlCol="0" anchor="ctr"/>
              <a:lstStyle/>
              <a:p>
                <a:pPr algn="ctr"/>
              </a:p>
            </p:txBody>
          </p:sp>
          <p:sp>
            <p:nvSpPr>
              <p:cNvPr id="582" name="Noise cell"/>
              <p:cNvSpPr/>
              <p:nvPr/>
            </p:nvSpPr>
            <p:spPr>
              <a:xfrm>
                <a:off x="10147948" y="7333488"/>
                <a:ext cx="18770" cy="18928"/>
              </a:xfrm>
              <a:prstGeom prst="rect">
                <a:avLst/>
              </a:prstGeom>
              <a:solidFill>
                <a:srgbClr val="919191"/>
              </a:solidFill>
              <a:ln>
                <a:noFill/>
              </a:ln>
              <a:effectLst/>
            </p:spPr>
            <p:txBody>
              <a:bodyPr rtlCol="0" anchor="ctr"/>
              <a:lstStyle/>
              <a:p>
                <a:pPr algn="ctr"/>
              </a:p>
            </p:txBody>
          </p:sp>
          <p:sp>
            <p:nvSpPr>
              <p:cNvPr id="583" name="Noise cell"/>
              <p:cNvSpPr/>
              <p:nvPr/>
            </p:nvSpPr>
            <p:spPr>
              <a:xfrm>
                <a:off x="10166078" y="7333488"/>
                <a:ext cx="18770" cy="18928"/>
              </a:xfrm>
              <a:prstGeom prst="rect">
                <a:avLst/>
              </a:prstGeom>
              <a:solidFill>
                <a:srgbClr val="797979"/>
              </a:solidFill>
              <a:ln>
                <a:noFill/>
              </a:ln>
              <a:effectLst/>
            </p:spPr>
            <p:txBody>
              <a:bodyPr rtlCol="0" anchor="ctr"/>
              <a:lstStyle/>
              <a:p>
                <a:pPr algn="ctr"/>
              </a:p>
            </p:txBody>
          </p:sp>
          <p:sp>
            <p:nvSpPr>
              <p:cNvPr id="584" name="Noise cell"/>
              <p:cNvSpPr/>
              <p:nvPr/>
            </p:nvSpPr>
            <p:spPr>
              <a:xfrm>
                <a:off x="10184209" y="7333488"/>
                <a:ext cx="18770" cy="18928"/>
              </a:xfrm>
              <a:prstGeom prst="rect">
                <a:avLst/>
              </a:prstGeom>
              <a:solidFill>
                <a:srgbClr val="606060"/>
              </a:solidFill>
              <a:ln>
                <a:noFill/>
              </a:ln>
              <a:effectLst/>
            </p:spPr>
            <p:txBody>
              <a:bodyPr rtlCol="0" anchor="ctr"/>
              <a:lstStyle/>
              <a:p>
                <a:pPr algn="ctr"/>
              </a:p>
            </p:txBody>
          </p:sp>
          <p:sp>
            <p:nvSpPr>
              <p:cNvPr id="585" name="Noise cell"/>
              <p:cNvSpPr/>
              <p:nvPr/>
            </p:nvSpPr>
            <p:spPr>
              <a:xfrm>
                <a:off x="10202339" y="7333488"/>
                <a:ext cx="18770" cy="18928"/>
              </a:xfrm>
              <a:prstGeom prst="rect">
                <a:avLst/>
              </a:prstGeom>
              <a:solidFill>
                <a:srgbClr val="7B7B7B"/>
              </a:solidFill>
              <a:ln>
                <a:noFill/>
              </a:ln>
              <a:effectLst/>
            </p:spPr>
            <p:txBody>
              <a:bodyPr rtlCol="0" anchor="ctr"/>
              <a:lstStyle/>
              <a:p>
                <a:pPr algn="ctr"/>
              </a:p>
            </p:txBody>
          </p:sp>
          <p:sp>
            <p:nvSpPr>
              <p:cNvPr id="586" name="Noise cell"/>
              <p:cNvSpPr/>
              <p:nvPr/>
            </p:nvSpPr>
            <p:spPr>
              <a:xfrm>
                <a:off x="10220470" y="7333488"/>
                <a:ext cx="18770" cy="18928"/>
              </a:xfrm>
              <a:prstGeom prst="rect">
                <a:avLst/>
              </a:prstGeom>
              <a:solidFill>
                <a:srgbClr val="7C7C7C"/>
              </a:solidFill>
              <a:ln>
                <a:noFill/>
              </a:ln>
              <a:effectLst/>
            </p:spPr>
            <p:txBody>
              <a:bodyPr rtlCol="0" anchor="ctr"/>
              <a:lstStyle/>
              <a:p>
                <a:pPr algn="ctr"/>
              </a:p>
            </p:txBody>
          </p:sp>
          <p:sp>
            <p:nvSpPr>
              <p:cNvPr id="587" name="Noise cell"/>
              <p:cNvSpPr/>
              <p:nvPr/>
            </p:nvSpPr>
            <p:spPr>
              <a:xfrm>
                <a:off x="10238600" y="7333488"/>
                <a:ext cx="18770" cy="18928"/>
              </a:xfrm>
              <a:prstGeom prst="rect">
                <a:avLst/>
              </a:prstGeom>
              <a:solidFill>
                <a:srgbClr val="959595"/>
              </a:solidFill>
              <a:ln>
                <a:noFill/>
              </a:ln>
              <a:effectLst/>
            </p:spPr>
            <p:txBody>
              <a:bodyPr rtlCol="0" anchor="ctr"/>
              <a:lstStyle/>
              <a:p>
                <a:pPr algn="ctr"/>
              </a:p>
            </p:txBody>
          </p:sp>
          <p:sp>
            <p:nvSpPr>
              <p:cNvPr id="588" name="Noise cell"/>
              <p:cNvSpPr/>
              <p:nvPr/>
            </p:nvSpPr>
            <p:spPr>
              <a:xfrm>
                <a:off x="10256730" y="7333488"/>
                <a:ext cx="18770" cy="18928"/>
              </a:xfrm>
              <a:prstGeom prst="rect">
                <a:avLst/>
              </a:prstGeom>
              <a:solidFill>
                <a:srgbClr val="797979"/>
              </a:solidFill>
              <a:ln>
                <a:noFill/>
              </a:ln>
              <a:effectLst/>
            </p:spPr>
            <p:txBody>
              <a:bodyPr rtlCol="0" anchor="ctr"/>
              <a:lstStyle/>
              <a:p>
                <a:pPr algn="ctr"/>
              </a:p>
            </p:txBody>
          </p:sp>
          <p:sp>
            <p:nvSpPr>
              <p:cNvPr id="589" name="Noise cell"/>
              <p:cNvSpPr/>
              <p:nvPr/>
            </p:nvSpPr>
            <p:spPr>
              <a:xfrm>
                <a:off x="10274861" y="7333488"/>
                <a:ext cx="18770" cy="18928"/>
              </a:xfrm>
              <a:prstGeom prst="rect">
                <a:avLst/>
              </a:prstGeom>
              <a:solidFill>
                <a:srgbClr val="7D7D7D"/>
              </a:solidFill>
              <a:ln>
                <a:noFill/>
              </a:ln>
              <a:effectLst/>
            </p:spPr>
            <p:txBody>
              <a:bodyPr rtlCol="0" anchor="ctr"/>
              <a:lstStyle/>
              <a:p>
                <a:pPr algn="ctr"/>
              </a:p>
            </p:txBody>
          </p:sp>
          <p:sp>
            <p:nvSpPr>
              <p:cNvPr id="590" name="Noise cell"/>
              <p:cNvSpPr/>
              <p:nvPr/>
            </p:nvSpPr>
            <p:spPr>
              <a:xfrm>
                <a:off x="10292991" y="7333488"/>
                <a:ext cx="18770" cy="18928"/>
              </a:xfrm>
              <a:prstGeom prst="rect">
                <a:avLst/>
              </a:prstGeom>
              <a:solidFill>
                <a:srgbClr val="8C8C8C"/>
              </a:solidFill>
              <a:ln>
                <a:noFill/>
              </a:ln>
              <a:effectLst/>
            </p:spPr>
            <p:txBody>
              <a:bodyPr rtlCol="0" anchor="ctr"/>
              <a:lstStyle/>
              <a:p>
                <a:pPr algn="ctr"/>
              </a:p>
            </p:txBody>
          </p:sp>
          <p:sp>
            <p:nvSpPr>
              <p:cNvPr id="591" name="Noise cell"/>
              <p:cNvSpPr/>
              <p:nvPr/>
            </p:nvSpPr>
            <p:spPr>
              <a:xfrm>
                <a:off x="10311121" y="7333488"/>
                <a:ext cx="18770" cy="18928"/>
              </a:xfrm>
              <a:prstGeom prst="rect">
                <a:avLst/>
              </a:prstGeom>
              <a:solidFill>
                <a:srgbClr val="8F8F8F"/>
              </a:solidFill>
              <a:ln>
                <a:noFill/>
              </a:ln>
              <a:effectLst/>
            </p:spPr>
            <p:txBody>
              <a:bodyPr rtlCol="0" anchor="ctr"/>
              <a:lstStyle/>
              <a:p>
                <a:pPr algn="ctr"/>
              </a:p>
            </p:txBody>
          </p:sp>
          <p:sp>
            <p:nvSpPr>
              <p:cNvPr id="592" name="Noise cell"/>
              <p:cNvSpPr/>
              <p:nvPr/>
            </p:nvSpPr>
            <p:spPr>
              <a:xfrm>
                <a:off x="10329252" y="7333488"/>
                <a:ext cx="18770" cy="18928"/>
              </a:xfrm>
              <a:prstGeom prst="rect">
                <a:avLst/>
              </a:prstGeom>
              <a:solidFill>
                <a:srgbClr val="808080"/>
              </a:solidFill>
              <a:ln>
                <a:noFill/>
              </a:ln>
              <a:effectLst/>
            </p:spPr>
            <p:txBody>
              <a:bodyPr rtlCol="0" anchor="ctr"/>
              <a:lstStyle/>
              <a:p>
                <a:pPr algn="ctr"/>
              </a:p>
            </p:txBody>
          </p:sp>
          <p:sp>
            <p:nvSpPr>
              <p:cNvPr id="593" name="Noise cell"/>
              <p:cNvSpPr/>
              <p:nvPr/>
            </p:nvSpPr>
            <p:spPr>
              <a:xfrm>
                <a:off x="10347382" y="7333488"/>
                <a:ext cx="18770" cy="18928"/>
              </a:xfrm>
              <a:prstGeom prst="rect">
                <a:avLst/>
              </a:prstGeom>
              <a:solidFill>
                <a:srgbClr val="969696"/>
              </a:solidFill>
              <a:ln>
                <a:noFill/>
              </a:ln>
              <a:effectLst/>
            </p:spPr>
            <p:txBody>
              <a:bodyPr rtlCol="0" anchor="ctr"/>
              <a:lstStyle/>
              <a:p>
                <a:pPr algn="ctr"/>
              </a:p>
            </p:txBody>
          </p:sp>
          <p:sp>
            <p:nvSpPr>
              <p:cNvPr id="594" name="Noise cell"/>
              <p:cNvSpPr/>
              <p:nvPr/>
            </p:nvSpPr>
            <p:spPr>
              <a:xfrm>
                <a:off x="10365512" y="7333488"/>
                <a:ext cx="18770" cy="18928"/>
              </a:xfrm>
              <a:prstGeom prst="rect">
                <a:avLst/>
              </a:prstGeom>
              <a:solidFill>
                <a:srgbClr val="7F7F7F"/>
              </a:solidFill>
              <a:ln>
                <a:noFill/>
              </a:ln>
              <a:effectLst/>
            </p:spPr>
            <p:txBody>
              <a:bodyPr rtlCol="0" anchor="ctr"/>
              <a:lstStyle/>
              <a:p>
                <a:pPr algn="ctr"/>
              </a:p>
            </p:txBody>
          </p:sp>
          <p:sp>
            <p:nvSpPr>
              <p:cNvPr id="595" name="Noise cell"/>
              <p:cNvSpPr/>
              <p:nvPr/>
            </p:nvSpPr>
            <p:spPr>
              <a:xfrm>
                <a:off x="10383643" y="7333488"/>
                <a:ext cx="18770" cy="18928"/>
              </a:xfrm>
              <a:prstGeom prst="rect">
                <a:avLst/>
              </a:prstGeom>
              <a:solidFill>
                <a:srgbClr val="878787"/>
              </a:solidFill>
              <a:ln>
                <a:noFill/>
              </a:ln>
              <a:effectLst/>
            </p:spPr>
            <p:txBody>
              <a:bodyPr rtlCol="0" anchor="ctr"/>
              <a:lstStyle/>
              <a:p>
                <a:pPr algn="ctr"/>
              </a:p>
            </p:txBody>
          </p:sp>
          <p:sp>
            <p:nvSpPr>
              <p:cNvPr id="596" name="Noise cell"/>
              <p:cNvSpPr/>
              <p:nvPr/>
            </p:nvSpPr>
            <p:spPr>
              <a:xfrm>
                <a:off x="10401773" y="7333488"/>
                <a:ext cx="18770" cy="18928"/>
              </a:xfrm>
              <a:prstGeom prst="rect">
                <a:avLst/>
              </a:prstGeom>
              <a:solidFill>
                <a:srgbClr val="787878"/>
              </a:solidFill>
              <a:ln>
                <a:noFill/>
              </a:ln>
              <a:effectLst/>
            </p:spPr>
            <p:txBody>
              <a:bodyPr rtlCol="0" anchor="ctr"/>
              <a:lstStyle/>
              <a:p>
                <a:pPr algn="ctr"/>
              </a:p>
            </p:txBody>
          </p:sp>
          <p:sp>
            <p:nvSpPr>
              <p:cNvPr id="597" name="Noise cell"/>
              <p:cNvSpPr/>
              <p:nvPr/>
            </p:nvSpPr>
            <p:spPr>
              <a:xfrm>
                <a:off x="10419903" y="7333488"/>
                <a:ext cx="18770" cy="18928"/>
              </a:xfrm>
              <a:prstGeom prst="rect">
                <a:avLst/>
              </a:prstGeom>
              <a:solidFill>
                <a:srgbClr val="666666"/>
              </a:solidFill>
              <a:ln>
                <a:noFill/>
              </a:ln>
              <a:effectLst/>
            </p:spPr>
            <p:txBody>
              <a:bodyPr rtlCol="0" anchor="ctr"/>
              <a:lstStyle/>
              <a:p>
                <a:pPr algn="ctr"/>
              </a:p>
            </p:txBody>
          </p:sp>
          <p:sp>
            <p:nvSpPr>
              <p:cNvPr id="598" name="Noise cell"/>
              <p:cNvSpPr/>
              <p:nvPr/>
            </p:nvSpPr>
            <p:spPr>
              <a:xfrm>
                <a:off x="10438034" y="7333488"/>
                <a:ext cx="18770" cy="18928"/>
              </a:xfrm>
              <a:prstGeom prst="rect">
                <a:avLst/>
              </a:prstGeom>
              <a:solidFill>
                <a:srgbClr val="7B7B7B"/>
              </a:solidFill>
              <a:ln>
                <a:noFill/>
              </a:ln>
              <a:effectLst/>
            </p:spPr>
            <p:txBody>
              <a:bodyPr rtlCol="0" anchor="ctr"/>
              <a:lstStyle/>
              <a:p>
                <a:pPr algn="ctr"/>
              </a:p>
            </p:txBody>
          </p:sp>
          <p:sp>
            <p:nvSpPr>
              <p:cNvPr id="599" name="Noise cell"/>
              <p:cNvSpPr/>
              <p:nvPr/>
            </p:nvSpPr>
            <p:spPr>
              <a:xfrm>
                <a:off x="10456164" y="7333488"/>
                <a:ext cx="18770" cy="18928"/>
              </a:xfrm>
              <a:prstGeom prst="rect">
                <a:avLst/>
              </a:prstGeom>
              <a:solidFill>
                <a:srgbClr val="7C7C7C"/>
              </a:solidFill>
              <a:ln>
                <a:noFill/>
              </a:ln>
              <a:effectLst/>
            </p:spPr>
            <p:txBody>
              <a:bodyPr rtlCol="0" anchor="ctr"/>
              <a:lstStyle/>
              <a:p>
                <a:pPr algn="ctr"/>
              </a:p>
            </p:txBody>
          </p:sp>
          <p:sp>
            <p:nvSpPr>
              <p:cNvPr id="600" name="Noise cell"/>
              <p:cNvSpPr/>
              <p:nvPr/>
            </p:nvSpPr>
            <p:spPr>
              <a:xfrm>
                <a:off x="10474294" y="7333488"/>
                <a:ext cx="18770" cy="18928"/>
              </a:xfrm>
              <a:prstGeom prst="rect">
                <a:avLst/>
              </a:prstGeom>
              <a:solidFill>
                <a:srgbClr val="787878"/>
              </a:solidFill>
              <a:ln>
                <a:noFill/>
              </a:ln>
              <a:effectLst/>
            </p:spPr>
            <p:txBody>
              <a:bodyPr rtlCol="0" anchor="ctr"/>
              <a:lstStyle/>
              <a:p>
                <a:pPr algn="ctr"/>
              </a:p>
            </p:txBody>
          </p:sp>
          <p:sp>
            <p:nvSpPr>
              <p:cNvPr id="601" name="Noise cell"/>
              <p:cNvSpPr/>
              <p:nvPr/>
            </p:nvSpPr>
            <p:spPr>
              <a:xfrm>
                <a:off x="10492425" y="7333488"/>
                <a:ext cx="18770" cy="18928"/>
              </a:xfrm>
              <a:prstGeom prst="rect">
                <a:avLst/>
              </a:prstGeom>
              <a:solidFill>
                <a:srgbClr val="A5A5A5"/>
              </a:solidFill>
              <a:ln>
                <a:noFill/>
              </a:ln>
              <a:effectLst/>
            </p:spPr>
            <p:txBody>
              <a:bodyPr rtlCol="0" anchor="ctr"/>
              <a:lstStyle/>
              <a:p>
                <a:pPr algn="ctr"/>
              </a:p>
            </p:txBody>
          </p:sp>
          <p:sp>
            <p:nvSpPr>
              <p:cNvPr id="602" name="Noise cell"/>
              <p:cNvSpPr/>
              <p:nvPr/>
            </p:nvSpPr>
            <p:spPr>
              <a:xfrm>
                <a:off x="10510555" y="7333488"/>
                <a:ext cx="18770" cy="18928"/>
              </a:xfrm>
              <a:prstGeom prst="rect">
                <a:avLst/>
              </a:prstGeom>
              <a:solidFill>
                <a:srgbClr val="6E6E6E"/>
              </a:solidFill>
              <a:ln>
                <a:noFill/>
              </a:ln>
              <a:effectLst/>
            </p:spPr>
            <p:txBody>
              <a:bodyPr rtlCol="0" anchor="ctr"/>
              <a:lstStyle/>
              <a:p>
                <a:pPr algn="ctr"/>
              </a:p>
            </p:txBody>
          </p:sp>
          <p:sp>
            <p:nvSpPr>
              <p:cNvPr id="603" name="Noise cell"/>
              <p:cNvSpPr/>
              <p:nvPr/>
            </p:nvSpPr>
            <p:spPr>
              <a:xfrm>
                <a:off x="10528685" y="7333488"/>
                <a:ext cx="18770" cy="18928"/>
              </a:xfrm>
              <a:prstGeom prst="rect">
                <a:avLst/>
              </a:prstGeom>
              <a:solidFill>
                <a:srgbClr val="8B8B8B"/>
              </a:solidFill>
              <a:ln>
                <a:noFill/>
              </a:ln>
              <a:effectLst/>
            </p:spPr>
            <p:txBody>
              <a:bodyPr rtlCol="0" anchor="ctr"/>
              <a:lstStyle/>
              <a:p>
                <a:pPr algn="ctr"/>
              </a:p>
            </p:txBody>
          </p:sp>
          <p:sp>
            <p:nvSpPr>
              <p:cNvPr id="604" name="Noise cell"/>
              <p:cNvSpPr/>
              <p:nvPr/>
            </p:nvSpPr>
            <p:spPr>
              <a:xfrm>
                <a:off x="10546816" y="7333488"/>
                <a:ext cx="18770" cy="18928"/>
              </a:xfrm>
              <a:prstGeom prst="rect">
                <a:avLst/>
              </a:prstGeom>
              <a:solidFill>
                <a:srgbClr val="9A9A9A"/>
              </a:solidFill>
              <a:ln>
                <a:noFill/>
              </a:ln>
              <a:effectLst/>
            </p:spPr>
            <p:txBody>
              <a:bodyPr rtlCol="0" anchor="ctr"/>
              <a:lstStyle/>
              <a:p>
                <a:pPr algn="ctr"/>
              </a:p>
            </p:txBody>
          </p:sp>
          <p:sp>
            <p:nvSpPr>
              <p:cNvPr id="605" name="Noise cell"/>
              <p:cNvSpPr/>
              <p:nvPr/>
            </p:nvSpPr>
            <p:spPr>
              <a:xfrm>
                <a:off x="10564946" y="7333488"/>
                <a:ext cx="18770" cy="18928"/>
              </a:xfrm>
              <a:prstGeom prst="rect">
                <a:avLst/>
              </a:prstGeom>
              <a:solidFill>
                <a:srgbClr val="8F8F8F"/>
              </a:solidFill>
              <a:ln>
                <a:noFill/>
              </a:ln>
              <a:effectLst/>
            </p:spPr>
            <p:txBody>
              <a:bodyPr rtlCol="0" anchor="ctr"/>
              <a:lstStyle/>
              <a:p>
                <a:pPr algn="ctr"/>
              </a:p>
            </p:txBody>
          </p:sp>
          <p:sp>
            <p:nvSpPr>
              <p:cNvPr id="606" name="Noise cell"/>
              <p:cNvSpPr/>
              <p:nvPr/>
            </p:nvSpPr>
            <p:spPr>
              <a:xfrm>
                <a:off x="10583076" y="7333488"/>
                <a:ext cx="18770" cy="18928"/>
              </a:xfrm>
              <a:prstGeom prst="rect">
                <a:avLst/>
              </a:prstGeom>
              <a:solidFill>
                <a:srgbClr val="8C8C8C"/>
              </a:solidFill>
              <a:ln>
                <a:noFill/>
              </a:ln>
              <a:effectLst/>
            </p:spPr>
            <p:txBody>
              <a:bodyPr rtlCol="0" anchor="ctr"/>
              <a:lstStyle/>
              <a:p>
                <a:pPr algn="ctr"/>
              </a:p>
            </p:txBody>
          </p:sp>
          <p:sp>
            <p:nvSpPr>
              <p:cNvPr id="607" name="Noise cell"/>
              <p:cNvSpPr/>
              <p:nvPr/>
            </p:nvSpPr>
            <p:spPr>
              <a:xfrm>
                <a:off x="10601207" y="7333488"/>
                <a:ext cx="18770" cy="18928"/>
              </a:xfrm>
              <a:prstGeom prst="rect">
                <a:avLst/>
              </a:prstGeom>
              <a:solidFill>
                <a:srgbClr val="7D7D7D"/>
              </a:solidFill>
              <a:ln>
                <a:noFill/>
              </a:ln>
              <a:effectLst/>
            </p:spPr>
            <p:txBody>
              <a:bodyPr rtlCol="0" anchor="ctr"/>
              <a:lstStyle/>
              <a:p>
                <a:pPr algn="ctr"/>
              </a:p>
            </p:txBody>
          </p:sp>
          <p:sp>
            <p:nvSpPr>
              <p:cNvPr id="608" name="Noise cell"/>
              <p:cNvSpPr/>
              <p:nvPr/>
            </p:nvSpPr>
            <p:spPr>
              <a:xfrm>
                <a:off x="10619337" y="7333488"/>
                <a:ext cx="18770" cy="18928"/>
              </a:xfrm>
              <a:prstGeom prst="rect">
                <a:avLst/>
              </a:prstGeom>
              <a:solidFill>
                <a:srgbClr val="7C7C7C"/>
              </a:solidFill>
              <a:ln>
                <a:noFill/>
              </a:ln>
              <a:effectLst/>
            </p:spPr>
            <p:txBody>
              <a:bodyPr rtlCol="0" anchor="ctr"/>
              <a:lstStyle/>
              <a:p>
                <a:pPr algn="ctr"/>
              </a:p>
            </p:txBody>
          </p:sp>
          <p:sp>
            <p:nvSpPr>
              <p:cNvPr id="609" name="Noise cell"/>
              <p:cNvSpPr/>
              <p:nvPr/>
            </p:nvSpPr>
            <p:spPr>
              <a:xfrm>
                <a:off x="10637467" y="7333488"/>
                <a:ext cx="18770" cy="18928"/>
              </a:xfrm>
              <a:prstGeom prst="rect">
                <a:avLst/>
              </a:prstGeom>
              <a:solidFill>
                <a:srgbClr val="979797"/>
              </a:solidFill>
              <a:ln>
                <a:noFill/>
              </a:ln>
              <a:effectLst/>
            </p:spPr>
            <p:txBody>
              <a:bodyPr rtlCol="0" anchor="ctr"/>
              <a:lstStyle/>
              <a:p>
                <a:pPr algn="ctr"/>
              </a:p>
            </p:txBody>
          </p:sp>
          <p:sp>
            <p:nvSpPr>
              <p:cNvPr id="610" name="Noise cell"/>
              <p:cNvSpPr/>
              <p:nvPr/>
            </p:nvSpPr>
            <p:spPr>
              <a:xfrm>
                <a:off x="10655598" y="7333488"/>
                <a:ext cx="18770" cy="18928"/>
              </a:xfrm>
              <a:prstGeom prst="rect">
                <a:avLst/>
              </a:prstGeom>
              <a:solidFill>
                <a:srgbClr val="9B9B9B"/>
              </a:solidFill>
              <a:ln>
                <a:noFill/>
              </a:ln>
              <a:effectLst/>
            </p:spPr>
            <p:txBody>
              <a:bodyPr rtlCol="0" anchor="ctr"/>
              <a:lstStyle/>
              <a:p>
                <a:pPr algn="ctr"/>
              </a:p>
            </p:txBody>
          </p:sp>
          <p:sp>
            <p:nvSpPr>
              <p:cNvPr id="611" name="Noise cell"/>
              <p:cNvSpPr/>
              <p:nvPr/>
            </p:nvSpPr>
            <p:spPr>
              <a:xfrm>
                <a:off x="10673728" y="7333488"/>
                <a:ext cx="18770" cy="18928"/>
              </a:xfrm>
              <a:prstGeom prst="rect">
                <a:avLst/>
              </a:prstGeom>
              <a:solidFill>
                <a:srgbClr val="7C7C7C"/>
              </a:solidFill>
              <a:ln>
                <a:noFill/>
              </a:ln>
              <a:effectLst/>
            </p:spPr>
            <p:txBody>
              <a:bodyPr rtlCol="0" anchor="ctr"/>
              <a:lstStyle/>
              <a:p>
                <a:pPr algn="ctr"/>
              </a:p>
            </p:txBody>
          </p:sp>
          <p:sp>
            <p:nvSpPr>
              <p:cNvPr id="612" name="Noise cell"/>
              <p:cNvSpPr/>
              <p:nvPr/>
            </p:nvSpPr>
            <p:spPr>
              <a:xfrm>
                <a:off x="10691858" y="7333488"/>
                <a:ext cx="18770" cy="18928"/>
              </a:xfrm>
              <a:prstGeom prst="rect">
                <a:avLst/>
              </a:prstGeom>
              <a:solidFill>
                <a:srgbClr val="8A8A8A"/>
              </a:solidFill>
              <a:ln>
                <a:noFill/>
              </a:ln>
              <a:effectLst/>
            </p:spPr>
            <p:txBody>
              <a:bodyPr rtlCol="0" anchor="ctr"/>
              <a:lstStyle/>
              <a:p>
                <a:pPr algn="ctr"/>
              </a:p>
            </p:txBody>
          </p:sp>
          <p:sp>
            <p:nvSpPr>
              <p:cNvPr id="613" name="Noise cell"/>
              <p:cNvSpPr/>
              <p:nvPr/>
            </p:nvSpPr>
            <p:spPr>
              <a:xfrm>
                <a:off x="10709989" y="7333488"/>
                <a:ext cx="18770" cy="18928"/>
              </a:xfrm>
              <a:prstGeom prst="rect">
                <a:avLst/>
              </a:prstGeom>
              <a:solidFill>
                <a:srgbClr val="848484"/>
              </a:solidFill>
              <a:ln>
                <a:noFill/>
              </a:ln>
              <a:effectLst/>
            </p:spPr>
            <p:txBody>
              <a:bodyPr rtlCol="0" anchor="ctr"/>
              <a:lstStyle/>
              <a:p>
                <a:pPr algn="ctr"/>
              </a:p>
            </p:txBody>
          </p:sp>
          <p:sp>
            <p:nvSpPr>
              <p:cNvPr id="614" name="Noise cell"/>
              <p:cNvSpPr/>
              <p:nvPr/>
            </p:nvSpPr>
            <p:spPr>
              <a:xfrm>
                <a:off x="10728119" y="7333488"/>
                <a:ext cx="18770" cy="18928"/>
              </a:xfrm>
              <a:prstGeom prst="rect">
                <a:avLst/>
              </a:prstGeom>
              <a:solidFill>
                <a:srgbClr val="8E8E8E"/>
              </a:solidFill>
              <a:ln>
                <a:noFill/>
              </a:ln>
              <a:effectLst/>
            </p:spPr>
            <p:txBody>
              <a:bodyPr rtlCol="0" anchor="ctr"/>
              <a:lstStyle/>
              <a:p>
                <a:pPr algn="ctr"/>
              </a:p>
            </p:txBody>
          </p:sp>
          <p:sp>
            <p:nvSpPr>
              <p:cNvPr id="615" name="Noise cell"/>
              <p:cNvSpPr/>
              <p:nvPr/>
            </p:nvSpPr>
            <p:spPr>
              <a:xfrm>
                <a:off x="10746250" y="7333488"/>
                <a:ext cx="18770" cy="18928"/>
              </a:xfrm>
              <a:prstGeom prst="rect">
                <a:avLst/>
              </a:prstGeom>
              <a:solidFill>
                <a:srgbClr val="7A7A7A"/>
              </a:solidFill>
              <a:ln>
                <a:noFill/>
              </a:ln>
              <a:effectLst/>
            </p:spPr>
            <p:txBody>
              <a:bodyPr rtlCol="0" anchor="ctr"/>
              <a:lstStyle/>
              <a:p>
                <a:pPr algn="ctr"/>
              </a:p>
            </p:txBody>
          </p:sp>
          <p:sp>
            <p:nvSpPr>
              <p:cNvPr id="616" name="Noise cell"/>
              <p:cNvSpPr/>
              <p:nvPr/>
            </p:nvSpPr>
            <p:spPr>
              <a:xfrm>
                <a:off x="10764380" y="7333488"/>
                <a:ext cx="18770" cy="18928"/>
              </a:xfrm>
              <a:prstGeom prst="rect">
                <a:avLst/>
              </a:prstGeom>
              <a:solidFill>
                <a:srgbClr val="929292"/>
              </a:solidFill>
              <a:ln>
                <a:noFill/>
              </a:ln>
              <a:effectLst/>
            </p:spPr>
            <p:txBody>
              <a:bodyPr rtlCol="0" anchor="ctr"/>
              <a:lstStyle/>
              <a:p>
                <a:pPr algn="ctr"/>
              </a:p>
            </p:txBody>
          </p:sp>
          <p:sp>
            <p:nvSpPr>
              <p:cNvPr id="617" name="Noise cell"/>
              <p:cNvSpPr/>
              <p:nvPr/>
            </p:nvSpPr>
            <p:spPr>
              <a:xfrm>
                <a:off x="10782510" y="7333488"/>
                <a:ext cx="18770" cy="18928"/>
              </a:xfrm>
              <a:prstGeom prst="rect">
                <a:avLst/>
              </a:prstGeom>
              <a:solidFill>
                <a:srgbClr val="7F7F7F"/>
              </a:solidFill>
              <a:ln>
                <a:noFill/>
              </a:ln>
              <a:effectLst/>
            </p:spPr>
            <p:txBody>
              <a:bodyPr rtlCol="0" anchor="ctr"/>
              <a:lstStyle/>
              <a:p>
                <a:pPr algn="ctr"/>
              </a:p>
            </p:txBody>
          </p:sp>
          <p:sp>
            <p:nvSpPr>
              <p:cNvPr id="618" name="Noise cell"/>
              <p:cNvSpPr/>
              <p:nvPr/>
            </p:nvSpPr>
            <p:spPr>
              <a:xfrm>
                <a:off x="10800641" y="7333488"/>
                <a:ext cx="18770" cy="18928"/>
              </a:xfrm>
              <a:prstGeom prst="rect">
                <a:avLst/>
              </a:prstGeom>
              <a:solidFill>
                <a:srgbClr val="898989"/>
              </a:solidFill>
              <a:ln>
                <a:noFill/>
              </a:ln>
              <a:effectLst/>
            </p:spPr>
            <p:txBody>
              <a:bodyPr rtlCol="0" anchor="ctr"/>
              <a:lstStyle/>
              <a:p>
                <a:pPr algn="ctr"/>
              </a:p>
            </p:txBody>
          </p:sp>
          <p:sp>
            <p:nvSpPr>
              <p:cNvPr id="619" name="Noise cell"/>
              <p:cNvSpPr/>
              <p:nvPr/>
            </p:nvSpPr>
            <p:spPr>
              <a:xfrm>
                <a:off x="10818771" y="7333488"/>
                <a:ext cx="18770" cy="18928"/>
              </a:xfrm>
              <a:prstGeom prst="rect">
                <a:avLst/>
              </a:prstGeom>
              <a:solidFill>
                <a:srgbClr val="7B7B7B"/>
              </a:solidFill>
              <a:ln>
                <a:noFill/>
              </a:ln>
              <a:effectLst/>
            </p:spPr>
            <p:txBody>
              <a:bodyPr rtlCol="0" anchor="ctr"/>
              <a:lstStyle/>
              <a:p>
                <a:pPr algn="ctr"/>
              </a:p>
            </p:txBody>
          </p:sp>
          <p:sp>
            <p:nvSpPr>
              <p:cNvPr id="620" name="Noise cell"/>
              <p:cNvSpPr/>
              <p:nvPr/>
            </p:nvSpPr>
            <p:spPr>
              <a:xfrm>
                <a:off x="10836901" y="7333488"/>
                <a:ext cx="18770" cy="18928"/>
              </a:xfrm>
              <a:prstGeom prst="rect">
                <a:avLst/>
              </a:prstGeom>
              <a:solidFill>
                <a:srgbClr val="939393"/>
              </a:solidFill>
              <a:ln>
                <a:noFill/>
              </a:ln>
              <a:effectLst/>
            </p:spPr>
            <p:txBody>
              <a:bodyPr rtlCol="0" anchor="ctr"/>
              <a:lstStyle/>
              <a:p>
                <a:pPr algn="ctr"/>
              </a:p>
            </p:txBody>
          </p:sp>
          <p:sp>
            <p:nvSpPr>
              <p:cNvPr id="621" name="Noise cell"/>
              <p:cNvSpPr/>
              <p:nvPr/>
            </p:nvSpPr>
            <p:spPr>
              <a:xfrm>
                <a:off x="10855032" y="7333488"/>
                <a:ext cx="18770" cy="18928"/>
              </a:xfrm>
              <a:prstGeom prst="rect">
                <a:avLst/>
              </a:prstGeom>
              <a:solidFill>
                <a:srgbClr val="808080"/>
              </a:solidFill>
              <a:ln>
                <a:noFill/>
              </a:ln>
              <a:effectLst/>
            </p:spPr>
            <p:txBody>
              <a:bodyPr rtlCol="0" anchor="ctr"/>
              <a:lstStyle/>
              <a:p>
                <a:pPr algn="ctr"/>
              </a:p>
            </p:txBody>
          </p:sp>
          <p:sp>
            <p:nvSpPr>
              <p:cNvPr id="622" name="Noise cell"/>
              <p:cNvSpPr/>
              <p:nvPr/>
            </p:nvSpPr>
            <p:spPr>
              <a:xfrm>
                <a:off x="10873162" y="7333488"/>
                <a:ext cx="18770" cy="18928"/>
              </a:xfrm>
              <a:prstGeom prst="rect">
                <a:avLst/>
              </a:prstGeom>
              <a:solidFill>
                <a:srgbClr val="8D8D8D"/>
              </a:solidFill>
              <a:ln>
                <a:noFill/>
              </a:ln>
              <a:effectLst/>
            </p:spPr>
            <p:txBody>
              <a:bodyPr rtlCol="0" anchor="ctr"/>
              <a:lstStyle/>
              <a:p>
                <a:pPr algn="ctr"/>
              </a:p>
            </p:txBody>
          </p:sp>
          <p:sp>
            <p:nvSpPr>
              <p:cNvPr id="623" name="Noise cell"/>
              <p:cNvSpPr/>
              <p:nvPr/>
            </p:nvSpPr>
            <p:spPr>
              <a:xfrm>
                <a:off x="10891292" y="7333488"/>
                <a:ext cx="18770" cy="18928"/>
              </a:xfrm>
              <a:prstGeom prst="rect">
                <a:avLst/>
              </a:prstGeom>
              <a:solidFill>
                <a:srgbClr val="848484"/>
              </a:solidFill>
              <a:ln>
                <a:noFill/>
              </a:ln>
              <a:effectLst/>
            </p:spPr>
            <p:txBody>
              <a:bodyPr rtlCol="0" anchor="ctr"/>
              <a:lstStyle/>
              <a:p>
                <a:pPr algn="ctr"/>
              </a:p>
            </p:txBody>
          </p:sp>
          <p:sp>
            <p:nvSpPr>
              <p:cNvPr id="624" name="Noise cell"/>
              <p:cNvSpPr/>
              <p:nvPr/>
            </p:nvSpPr>
            <p:spPr>
              <a:xfrm>
                <a:off x="10909423" y="7333488"/>
                <a:ext cx="18770" cy="18928"/>
              </a:xfrm>
              <a:prstGeom prst="rect">
                <a:avLst/>
              </a:prstGeom>
              <a:solidFill>
                <a:srgbClr val="909090"/>
              </a:solidFill>
              <a:ln>
                <a:noFill/>
              </a:ln>
              <a:effectLst/>
            </p:spPr>
            <p:txBody>
              <a:bodyPr rtlCol="0" anchor="ctr"/>
              <a:lstStyle/>
              <a:p>
                <a:pPr algn="ctr"/>
              </a:p>
            </p:txBody>
          </p:sp>
          <p:sp>
            <p:nvSpPr>
              <p:cNvPr id="625" name="Noise cell"/>
              <p:cNvSpPr/>
              <p:nvPr/>
            </p:nvSpPr>
            <p:spPr>
              <a:xfrm>
                <a:off x="10927553" y="7333488"/>
                <a:ext cx="18770" cy="18928"/>
              </a:xfrm>
              <a:prstGeom prst="rect">
                <a:avLst/>
              </a:prstGeom>
              <a:solidFill>
                <a:srgbClr val="8B8B8B"/>
              </a:solidFill>
              <a:ln>
                <a:noFill/>
              </a:ln>
              <a:effectLst/>
            </p:spPr>
            <p:txBody>
              <a:bodyPr rtlCol="0" anchor="ctr"/>
              <a:lstStyle/>
              <a:p>
                <a:pPr algn="ctr"/>
              </a:p>
            </p:txBody>
          </p:sp>
          <p:sp>
            <p:nvSpPr>
              <p:cNvPr id="626" name="Noise cell"/>
              <p:cNvSpPr/>
              <p:nvPr/>
            </p:nvSpPr>
            <p:spPr>
              <a:xfrm>
                <a:off x="10945683" y="7333488"/>
                <a:ext cx="18770" cy="18928"/>
              </a:xfrm>
              <a:prstGeom prst="rect">
                <a:avLst/>
              </a:prstGeom>
              <a:solidFill>
                <a:srgbClr val="A7A7A7"/>
              </a:solidFill>
              <a:ln>
                <a:noFill/>
              </a:ln>
              <a:effectLst/>
            </p:spPr>
            <p:txBody>
              <a:bodyPr rtlCol="0" anchor="ctr"/>
              <a:lstStyle/>
              <a:p>
                <a:pPr algn="ctr"/>
              </a:p>
            </p:txBody>
          </p:sp>
          <p:sp>
            <p:nvSpPr>
              <p:cNvPr id="627" name="Noise cell"/>
              <p:cNvSpPr/>
              <p:nvPr/>
            </p:nvSpPr>
            <p:spPr>
              <a:xfrm>
                <a:off x="10963814" y="7333488"/>
                <a:ext cx="18770" cy="18928"/>
              </a:xfrm>
              <a:prstGeom prst="rect">
                <a:avLst/>
              </a:prstGeom>
              <a:solidFill>
                <a:srgbClr val="7A7A7A"/>
              </a:solidFill>
              <a:ln>
                <a:noFill/>
              </a:ln>
              <a:effectLst/>
            </p:spPr>
            <p:txBody>
              <a:bodyPr rtlCol="0" anchor="ctr"/>
              <a:lstStyle/>
              <a:p>
                <a:pPr algn="ctr"/>
              </a:p>
            </p:txBody>
          </p:sp>
          <p:sp>
            <p:nvSpPr>
              <p:cNvPr id="628" name="Noise cell"/>
              <p:cNvSpPr/>
              <p:nvPr/>
            </p:nvSpPr>
            <p:spPr>
              <a:xfrm>
                <a:off x="9930384" y="7351776"/>
                <a:ext cx="18770" cy="18928"/>
              </a:xfrm>
              <a:prstGeom prst="rect">
                <a:avLst/>
              </a:prstGeom>
              <a:solidFill>
                <a:srgbClr val="909090"/>
              </a:solidFill>
              <a:ln>
                <a:noFill/>
              </a:ln>
              <a:effectLst/>
            </p:spPr>
            <p:txBody>
              <a:bodyPr rtlCol="0" anchor="ctr"/>
              <a:lstStyle/>
              <a:p>
                <a:pPr algn="ctr"/>
              </a:p>
            </p:txBody>
          </p:sp>
          <p:sp>
            <p:nvSpPr>
              <p:cNvPr id="629" name="Noise cell"/>
              <p:cNvSpPr/>
              <p:nvPr/>
            </p:nvSpPr>
            <p:spPr>
              <a:xfrm>
                <a:off x="9948514" y="7351776"/>
                <a:ext cx="18770" cy="18928"/>
              </a:xfrm>
              <a:prstGeom prst="rect">
                <a:avLst/>
              </a:prstGeom>
              <a:solidFill>
                <a:srgbClr val="7D7D7D"/>
              </a:solidFill>
              <a:ln>
                <a:noFill/>
              </a:ln>
              <a:effectLst/>
            </p:spPr>
            <p:txBody>
              <a:bodyPr rtlCol="0" anchor="ctr"/>
              <a:lstStyle/>
              <a:p>
                <a:pPr algn="ctr"/>
              </a:p>
            </p:txBody>
          </p:sp>
          <p:sp>
            <p:nvSpPr>
              <p:cNvPr id="630" name="Noise cell"/>
              <p:cNvSpPr/>
              <p:nvPr/>
            </p:nvSpPr>
            <p:spPr>
              <a:xfrm>
                <a:off x="9966645" y="7351776"/>
                <a:ext cx="18770" cy="18928"/>
              </a:xfrm>
              <a:prstGeom prst="rect">
                <a:avLst/>
              </a:prstGeom>
              <a:solidFill>
                <a:srgbClr val="868686"/>
              </a:solidFill>
              <a:ln>
                <a:noFill/>
              </a:ln>
              <a:effectLst/>
            </p:spPr>
            <p:txBody>
              <a:bodyPr rtlCol="0" anchor="ctr"/>
              <a:lstStyle/>
              <a:p>
                <a:pPr algn="ctr"/>
              </a:p>
            </p:txBody>
          </p:sp>
          <p:sp>
            <p:nvSpPr>
              <p:cNvPr id="631" name="Noise cell"/>
              <p:cNvSpPr/>
              <p:nvPr/>
            </p:nvSpPr>
            <p:spPr>
              <a:xfrm>
                <a:off x="9984775" y="7351776"/>
                <a:ext cx="18770" cy="18928"/>
              </a:xfrm>
              <a:prstGeom prst="rect">
                <a:avLst/>
              </a:prstGeom>
              <a:solidFill>
                <a:srgbClr val="6D6D6D"/>
              </a:solidFill>
              <a:ln>
                <a:noFill/>
              </a:ln>
              <a:effectLst/>
            </p:spPr>
            <p:txBody>
              <a:bodyPr rtlCol="0" anchor="ctr"/>
              <a:lstStyle/>
              <a:p>
                <a:pPr algn="ctr"/>
              </a:p>
            </p:txBody>
          </p:sp>
          <p:sp>
            <p:nvSpPr>
              <p:cNvPr id="632" name="Noise cell"/>
              <p:cNvSpPr/>
              <p:nvPr/>
            </p:nvSpPr>
            <p:spPr>
              <a:xfrm>
                <a:off x="10002905" y="7351776"/>
                <a:ext cx="18770" cy="18928"/>
              </a:xfrm>
              <a:prstGeom prst="rect">
                <a:avLst/>
              </a:prstGeom>
              <a:solidFill>
                <a:srgbClr val="969696"/>
              </a:solidFill>
              <a:ln>
                <a:noFill/>
              </a:ln>
              <a:effectLst/>
            </p:spPr>
            <p:txBody>
              <a:bodyPr rtlCol="0" anchor="ctr"/>
              <a:lstStyle/>
              <a:p>
                <a:pPr algn="ctr"/>
              </a:p>
            </p:txBody>
          </p:sp>
          <p:sp>
            <p:nvSpPr>
              <p:cNvPr id="633" name="Noise cell"/>
              <p:cNvSpPr/>
              <p:nvPr/>
            </p:nvSpPr>
            <p:spPr>
              <a:xfrm>
                <a:off x="10021036" y="7351776"/>
                <a:ext cx="18770" cy="18928"/>
              </a:xfrm>
              <a:prstGeom prst="rect">
                <a:avLst/>
              </a:prstGeom>
              <a:solidFill>
                <a:srgbClr val="636363"/>
              </a:solidFill>
              <a:ln>
                <a:noFill/>
              </a:ln>
              <a:effectLst/>
            </p:spPr>
            <p:txBody>
              <a:bodyPr rtlCol="0" anchor="ctr"/>
              <a:lstStyle/>
              <a:p>
                <a:pPr algn="ctr"/>
              </a:p>
            </p:txBody>
          </p:sp>
          <p:sp>
            <p:nvSpPr>
              <p:cNvPr id="634" name="Noise cell"/>
              <p:cNvSpPr/>
              <p:nvPr/>
            </p:nvSpPr>
            <p:spPr>
              <a:xfrm>
                <a:off x="10039166" y="7351776"/>
                <a:ext cx="18770" cy="18928"/>
              </a:xfrm>
              <a:prstGeom prst="rect">
                <a:avLst/>
              </a:prstGeom>
              <a:solidFill>
                <a:srgbClr val="8F8F8F"/>
              </a:solidFill>
              <a:ln>
                <a:noFill/>
              </a:ln>
              <a:effectLst/>
            </p:spPr>
            <p:txBody>
              <a:bodyPr rtlCol="0" anchor="ctr"/>
              <a:lstStyle/>
              <a:p>
                <a:pPr algn="ctr"/>
              </a:p>
            </p:txBody>
          </p:sp>
          <p:sp>
            <p:nvSpPr>
              <p:cNvPr id="635" name="Noise cell"/>
              <p:cNvSpPr/>
              <p:nvPr/>
            </p:nvSpPr>
            <p:spPr>
              <a:xfrm>
                <a:off x="10057296" y="7351776"/>
                <a:ext cx="18770" cy="18928"/>
              </a:xfrm>
              <a:prstGeom prst="rect">
                <a:avLst/>
              </a:prstGeom>
              <a:solidFill>
                <a:srgbClr val="6F6F6F"/>
              </a:solidFill>
              <a:ln>
                <a:noFill/>
              </a:ln>
              <a:effectLst/>
            </p:spPr>
            <p:txBody>
              <a:bodyPr rtlCol="0" anchor="ctr"/>
              <a:lstStyle/>
              <a:p>
                <a:pPr algn="ctr"/>
              </a:p>
            </p:txBody>
          </p:sp>
          <p:sp>
            <p:nvSpPr>
              <p:cNvPr id="636" name="Noise cell"/>
              <p:cNvSpPr/>
              <p:nvPr/>
            </p:nvSpPr>
            <p:spPr>
              <a:xfrm>
                <a:off x="10075427" y="7351776"/>
                <a:ext cx="18770" cy="18928"/>
              </a:xfrm>
              <a:prstGeom prst="rect">
                <a:avLst/>
              </a:prstGeom>
              <a:solidFill>
                <a:srgbClr val="808080"/>
              </a:solidFill>
              <a:ln>
                <a:noFill/>
              </a:ln>
              <a:effectLst/>
            </p:spPr>
            <p:txBody>
              <a:bodyPr rtlCol="0" anchor="ctr"/>
              <a:lstStyle/>
              <a:p>
                <a:pPr algn="ctr"/>
              </a:p>
            </p:txBody>
          </p:sp>
          <p:sp>
            <p:nvSpPr>
              <p:cNvPr id="637" name="Noise cell"/>
              <p:cNvSpPr/>
              <p:nvPr/>
            </p:nvSpPr>
            <p:spPr>
              <a:xfrm>
                <a:off x="10093557" y="7351776"/>
                <a:ext cx="18770" cy="18928"/>
              </a:xfrm>
              <a:prstGeom prst="rect">
                <a:avLst/>
              </a:prstGeom>
              <a:solidFill>
                <a:srgbClr val="8B8B8B"/>
              </a:solidFill>
              <a:ln>
                <a:noFill/>
              </a:ln>
              <a:effectLst/>
            </p:spPr>
            <p:txBody>
              <a:bodyPr rtlCol="0" anchor="ctr"/>
              <a:lstStyle/>
              <a:p>
                <a:pPr algn="ctr"/>
              </a:p>
            </p:txBody>
          </p:sp>
          <p:sp>
            <p:nvSpPr>
              <p:cNvPr id="638" name="Noise cell"/>
              <p:cNvSpPr/>
              <p:nvPr/>
            </p:nvSpPr>
            <p:spPr>
              <a:xfrm>
                <a:off x="10111687" y="7351776"/>
                <a:ext cx="18770" cy="18928"/>
              </a:xfrm>
              <a:prstGeom prst="rect">
                <a:avLst/>
              </a:prstGeom>
              <a:solidFill>
                <a:srgbClr val="797979"/>
              </a:solidFill>
              <a:ln>
                <a:noFill/>
              </a:ln>
              <a:effectLst/>
            </p:spPr>
            <p:txBody>
              <a:bodyPr rtlCol="0" anchor="ctr"/>
              <a:lstStyle/>
              <a:p>
                <a:pPr algn="ctr"/>
              </a:p>
            </p:txBody>
          </p:sp>
          <p:sp>
            <p:nvSpPr>
              <p:cNvPr id="639" name="Noise cell"/>
              <p:cNvSpPr/>
              <p:nvPr/>
            </p:nvSpPr>
            <p:spPr>
              <a:xfrm>
                <a:off x="10129818" y="7351776"/>
                <a:ext cx="18770" cy="18928"/>
              </a:xfrm>
              <a:prstGeom prst="rect">
                <a:avLst/>
              </a:prstGeom>
              <a:solidFill>
                <a:srgbClr val="898989"/>
              </a:solidFill>
              <a:ln>
                <a:noFill/>
              </a:ln>
              <a:effectLst/>
            </p:spPr>
            <p:txBody>
              <a:bodyPr rtlCol="0" anchor="ctr"/>
              <a:lstStyle/>
              <a:p>
                <a:pPr algn="ctr"/>
              </a:p>
            </p:txBody>
          </p:sp>
          <p:sp>
            <p:nvSpPr>
              <p:cNvPr id="640" name="Noise cell"/>
              <p:cNvSpPr/>
              <p:nvPr/>
            </p:nvSpPr>
            <p:spPr>
              <a:xfrm>
                <a:off x="10147948" y="7351776"/>
                <a:ext cx="18770" cy="18928"/>
              </a:xfrm>
              <a:prstGeom prst="rect">
                <a:avLst/>
              </a:prstGeom>
              <a:solidFill>
                <a:srgbClr val="848484"/>
              </a:solidFill>
              <a:ln>
                <a:noFill/>
              </a:ln>
              <a:effectLst/>
            </p:spPr>
            <p:txBody>
              <a:bodyPr rtlCol="0" anchor="ctr"/>
              <a:lstStyle/>
              <a:p>
                <a:pPr algn="ctr"/>
              </a:p>
            </p:txBody>
          </p:sp>
          <p:sp>
            <p:nvSpPr>
              <p:cNvPr id="641" name="Noise cell"/>
              <p:cNvSpPr/>
              <p:nvPr/>
            </p:nvSpPr>
            <p:spPr>
              <a:xfrm>
                <a:off x="10166078" y="7351776"/>
                <a:ext cx="18770" cy="18928"/>
              </a:xfrm>
              <a:prstGeom prst="rect">
                <a:avLst/>
              </a:prstGeom>
              <a:solidFill>
                <a:srgbClr val="7B7B7B"/>
              </a:solidFill>
              <a:ln>
                <a:noFill/>
              </a:ln>
              <a:effectLst/>
            </p:spPr>
            <p:txBody>
              <a:bodyPr rtlCol="0" anchor="ctr"/>
              <a:lstStyle/>
              <a:p>
                <a:pPr algn="ctr"/>
              </a:p>
            </p:txBody>
          </p:sp>
          <p:sp>
            <p:nvSpPr>
              <p:cNvPr id="642" name="Noise cell"/>
              <p:cNvSpPr/>
              <p:nvPr/>
            </p:nvSpPr>
            <p:spPr>
              <a:xfrm>
                <a:off x="10184209" y="7351776"/>
                <a:ext cx="18770" cy="18928"/>
              </a:xfrm>
              <a:prstGeom prst="rect">
                <a:avLst/>
              </a:prstGeom>
              <a:solidFill>
                <a:srgbClr val="8A8A8A"/>
              </a:solidFill>
              <a:ln>
                <a:noFill/>
              </a:ln>
              <a:effectLst/>
            </p:spPr>
            <p:txBody>
              <a:bodyPr rtlCol="0" anchor="ctr"/>
              <a:lstStyle/>
              <a:p>
                <a:pPr algn="ctr"/>
              </a:p>
            </p:txBody>
          </p:sp>
          <p:sp>
            <p:nvSpPr>
              <p:cNvPr id="643" name="Noise cell"/>
              <p:cNvSpPr/>
              <p:nvPr/>
            </p:nvSpPr>
            <p:spPr>
              <a:xfrm>
                <a:off x="10202339" y="7351776"/>
                <a:ext cx="18770" cy="18928"/>
              </a:xfrm>
              <a:prstGeom prst="rect">
                <a:avLst/>
              </a:prstGeom>
              <a:solidFill>
                <a:srgbClr val="999999"/>
              </a:solidFill>
              <a:ln>
                <a:noFill/>
              </a:ln>
              <a:effectLst/>
            </p:spPr>
            <p:txBody>
              <a:bodyPr rtlCol="0" anchor="ctr"/>
              <a:lstStyle/>
              <a:p>
                <a:pPr algn="ctr"/>
              </a:p>
            </p:txBody>
          </p:sp>
          <p:sp>
            <p:nvSpPr>
              <p:cNvPr id="644" name="Noise cell"/>
              <p:cNvSpPr/>
              <p:nvPr/>
            </p:nvSpPr>
            <p:spPr>
              <a:xfrm>
                <a:off x="10220470" y="7351776"/>
                <a:ext cx="18770" cy="18928"/>
              </a:xfrm>
              <a:prstGeom prst="rect">
                <a:avLst/>
              </a:prstGeom>
              <a:solidFill>
                <a:srgbClr val="898989"/>
              </a:solidFill>
              <a:ln>
                <a:noFill/>
              </a:ln>
              <a:effectLst/>
            </p:spPr>
            <p:txBody>
              <a:bodyPr rtlCol="0" anchor="ctr"/>
              <a:lstStyle/>
              <a:p>
                <a:pPr algn="ctr"/>
              </a:p>
            </p:txBody>
          </p:sp>
          <p:sp>
            <p:nvSpPr>
              <p:cNvPr id="645" name="Noise cell"/>
              <p:cNvSpPr/>
              <p:nvPr/>
            </p:nvSpPr>
            <p:spPr>
              <a:xfrm>
                <a:off x="10238600" y="7351776"/>
                <a:ext cx="18770" cy="18928"/>
              </a:xfrm>
              <a:prstGeom prst="rect">
                <a:avLst/>
              </a:prstGeom>
              <a:solidFill>
                <a:srgbClr val="858585"/>
              </a:solidFill>
              <a:ln>
                <a:noFill/>
              </a:ln>
              <a:effectLst/>
            </p:spPr>
            <p:txBody>
              <a:bodyPr rtlCol="0" anchor="ctr"/>
              <a:lstStyle/>
              <a:p>
                <a:pPr algn="ctr"/>
              </a:p>
            </p:txBody>
          </p:sp>
          <p:sp>
            <p:nvSpPr>
              <p:cNvPr id="646" name="Noise cell"/>
              <p:cNvSpPr/>
              <p:nvPr/>
            </p:nvSpPr>
            <p:spPr>
              <a:xfrm>
                <a:off x="10256730" y="7351776"/>
                <a:ext cx="18770" cy="18928"/>
              </a:xfrm>
              <a:prstGeom prst="rect">
                <a:avLst/>
              </a:prstGeom>
              <a:solidFill>
                <a:srgbClr val="868686"/>
              </a:solidFill>
              <a:ln>
                <a:noFill/>
              </a:ln>
              <a:effectLst/>
            </p:spPr>
            <p:txBody>
              <a:bodyPr rtlCol="0" anchor="ctr"/>
              <a:lstStyle/>
              <a:p>
                <a:pPr algn="ctr"/>
              </a:p>
            </p:txBody>
          </p:sp>
          <p:sp>
            <p:nvSpPr>
              <p:cNvPr id="647" name="Noise cell"/>
              <p:cNvSpPr/>
              <p:nvPr/>
            </p:nvSpPr>
            <p:spPr>
              <a:xfrm>
                <a:off x="10274861" y="7351776"/>
                <a:ext cx="18770" cy="18928"/>
              </a:xfrm>
              <a:prstGeom prst="rect">
                <a:avLst/>
              </a:prstGeom>
              <a:solidFill>
                <a:srgbClr val="848484"/>
              </a:solidFill>
              <a:ln>
                <a:noFill/>
              </a:ln>
              <a:effectLst/>
            </p:spPr>
            <p:txBody>
              <a:bodyPr rtlCol="0" anchor="ctr"/>
              <a:lstStyle/>
              <a:p>
                <a:pPr algn="ctr"/>
              </a:p>
            </p:txBody>
          </p:sp>
          <p:sp>
            <p:nvSpPr>
              <p:cNvPr id="648" name="Noise cell"/>
              <p:cNvSpPr/>
              <p:nvPr/>
            </p:nvSpPr>
            <p:spPr>
              <a:xfrm>
                <a:off x="10292991" y="7351776"/>
                <a:ext cx="18770" cy="18928"/>
              </a:xfrm>
              <a:prstGeom prst="rect">
                <a:avLst/>
              </a:prstGeom>
              <a:solidFill>
                <a:srgbClr val="969696"/>
              </a:solidFill>
              <a:ln>
                <a:noFill/>
              </a:ln>
              <a:effectLst/>
            </p:spPr>
            <p:txBody>
              <a:bodyPr rtlCol="0" anchor="ctr"/>
              <a:lstStyle/>
              <a:p>
                <a:pPr algn="ctr"/>
              </a:p>
            </p:txBody>
          </p:sp>
          <p:sp>
            <p:nvSpPr>
              <p:cNvPr id="649" name="Noise cell"/>
              <p:cNvSpPr/>
              <p:nvPr/>
            </p:nvSpPr>
            <p:spPr>
              <a:xfrm>
                <a:off x="10311121" y="7351776"/>
                <a:ext cx="18770" cy="18928"/>
              </a:xfrm>
              <a:prstGeom prst="rect">
                <a:avLst/>
              </a:prstGeom>
              <a:solidFill>
                <a:srgbClr val="919191"/>
              </a:solidFill>
              <a:ln>
                <a:noFill/>
              </a:ln>
              <a:effectLst/>
            </p:spPr>
            <p:txBody>
              <a:bodyPr rtlCol="0" anchor="ctr"/>
              <a:lstStyle/>
              <a:p>
                <a:pPr algn="ctr"/>
              </a:p>
            </p:txBody>
          </p:sp>
          <p:sp>
            <p:nvSpPr>
              <p:cNvPr id="650" name="Noise cell"/>
              <p:cNvSpPr/>
              <p:nvPr/>
            </p:nvSpPr>
            <p:spPr>
              <a:xfrm>
                <a:off x="10329252" y="7351776"/>
                <a:ext cx="18770" cy="18928"/>
              </a:xfrm>
              <a:prstGeom prst="rect">
                <a:avLst/>
              </a:prstGeom>
              <a:solidFill>
                <a:srgbClr val="838383"/>
              </a:solidFill>
              <a:ln>
                <a:noFill/>
              </a:ln>
              <a:effectLst/>
            </p:spPr>
            <p:txBody>
              <a:bodyPr rtlCol="0" anchor="ctr"/>
              <a:lstStyle/>
              <a:p>
                <a:pPr algn="ctr"/>
              </a:p>
            </p:txBody>
          </p:sp>
          <p:sp>
            <p:nvSpPr>
              <p:cNvPr id="651" name="Noise cell"/>
              <p:cNvSpPr/>
              <p:nvPr/>
            </p:nvSpPr>
            <p:spPr>
              <a:xfrm>
                <a:off x="10347382" y="7351776"/>
                <a:ext cx="18770" cy="18928"/>
              </a:xfrm>
              <a:prstGeom prst="rect">
                <a:avLst/>
              </a:prstGeom>
              <a:solidFill>
                <a:srgbClr val="8A8A8A"/>
              </a:solidFill>
              <a:ln>
                <a:noFill/>
              </a:ln>
              <a:effectLst/>
            </p:spPr>
            <p:txBody>
              <a:bodyPr rtlCol="0" anchor="ctr"/>
              <a:lstStyle/>
              <a:p>
                <a:pPr algn="ctr"/>
              </a:p>
            </p:txBody>
          </p:sp>
          <p:sp>
            <p:nvSpPr>
              <p:cNvPr id="652" name="Noise cell"/>
              <p:cNvSpPr/>
              <p:nvPr/>
            </p:nvSpPr>
            <p:spPr>
              <a:xfrm>
                <a:off x="10365512" y="7351776"/>
                <a:ext cx="18770" cy="18928"/>
              </a:xfrm>
              <a:prstGeom prst="rect">
                <a:avLst/>
              </a:prstGeom>
              <a:solidFill>
                <a:srgbClr val="767676"/>
              </a:solidFill>
              <a:ln>
                <a:noFill/>
              </a:ln>
              <a:effectLst/>
            </p:spPr>
            <p:txBody>
              <a:bodyPr rtlCol="0" anchor="ctr"/>
              <a:lstStyle/>
              <a:p>
                <a:pPr algn="ctr"/>
              </a:p>
            </p:txBody>
          </p:sp>
          <p:sp>
            <p:nvSpPr>
              <p:cNvPr id="653" name="Noise cell"/>
              <p:cNvSpPr/>
              <p:nvPr/>
            </p:nvSpPr>
            <p:spPr>
              <a:xfrm>
                <a:off x="10383643" y="7351776"/>
                <a:ext cx="18770" cy="18928"/>
              </a:xfrm>
              <a:prstGeom prst="rect">
                <a:avLst/>
              </a:prstGeom>
              <a:solidFill>
                <a:srgbClr val="848484"/>
              </a:solidFill>
              <a:ln>
                <a:noFill/>
              </a:ln>
              <a:effectLst/>
            </p:spPr>
            <p:txBody>
              <a:bodyPr rtlCol="0" anchor="ctr"/>
              <a:lstStyle/>
              <a:p>
                <a:pPr algn="ctr"/>
              </a:p>
            </p:txBody>
          </p:sp>
          <p:sp>
            <p:nvSpPr>
              <p:cNvPr id="654" name="Noise cell"/>
              <p:cNvSpPr/>
              <p:nvPr/>
            </p:nvSpPr>
            <p:spPr>
              <a:xfrm>
                <a:off x="10401773" y="7351776"/>
                <a:ext cx="18770" cy="18928"/>
              </a:xfrm>
              <a:prstGeom prst="rect">
                <a:avLst/>
              </a:prstGeom>
              <a:solidFill>
                <a:srgbClr val="898989"/>
              </a:solidFill>
              <a:ln>
                <a:noFill/>
              </a:ln>
              <a:effectLst/>
            </p:spPr>
            <p:txBody>
              <a:bodyPr rtlCol="0" anchor="ctr"/>
              <a:lstStyle/>
              <a:p>
                <a:pPr algn="ctr"/>
              </a:p>
            </p:txBody>
          </p:sp>
          <p:sp>
            <p:nvSpPr>
              <p:cNvPr id="655" name="Noise cell"/>
              <p:cNvSpPr/>
              <p:nvPr/>
            </p:nvSpPr>
            <p:spPr>
              <a:xfrm>
                <a:off x="10419903" y="7351776"/>
                <a:ext cx="18770" cy="18928"/>
              </a:xfrm>
              <a:prstGeom prst="rect">
                <a:avLst/>
              </a:prstGeom>
              <a:solidFill>
                <a:srgbClr val="848484"/>
              </a:solidFill>
              <a:ln>
                <a:noFill/>
              </a:ln>
              <a:effectLst/>
            </p:spPr>
            <p:txBody>
              <a:bodyPr rtlCol="0" anchor="ctr"/>
              <a:lstStyle/>
              <a:p>
                <a:pPr algn="ctr"/>
              </a:p>
            </p:txBody>
          </p:sp>
          <p:sp>
            <p:nvSpPr>
              <p:cNvPr id="656" name="Noise cell"/>
              <p:cNvSpPr/>
              <p:nvPr/>
            </p:nvSpPr>
            <p:spPr>
              <a:xfrm>
                <a:off x="10438034" y="7351776"/>
                <a:ext cx="18770" cy="18928"/>
              </a:xfrm>
              <a:prstGeom prst="rect">
                <a:avLst/>
              </a:prstGeom>
              <a:solidFill>
                <a:srgbClr val="838383"/>
              </a:solidFill>
              <a:ln>
                <a:noFill/>
              </a:ln>
              <a:effectLst/>
            </p:spPr>
            <p:txBody>
              <a:bodyPr rtlCol="0" anchor="ctr"/>
              <a:lstStyle/>
              <a:p>
                <a:pPr algn="ctr"/>
              </a:p>
            </p:txBody>
          </p:sp>
          <p:sp>
            <p:nvSpPr>
              <p:cNvPr id="657" name="Noise cell"/>
              <p:cNvSpPr/>
              <p:nvPr/>
            </p:nvSpPr>
            <p:spPr>
              <a:xfrm>
                <a:off x="10456164" y="7351776"/>
                <a:ext cx="18770" cy="18928"/>
              </a:xfrm>
              <a:prstGeom prst="rect">
                <a:avLst/>
              </a:prstGeom>
              <a:solidFill>
                <a:srgbClr val="929292"/>
              </a:solidFill>
              <a:ln>
                <a:noFill/>
              </a:ln>
              <a:effectLst/>
            </p:spPr>
            <p:txBody>
              <a:bodyPr rtlCol="0" anchor="ctr"/>
              <a:lstStyle/>
              <a:p>
                <a:pPr algn="ctr"/>
              </a:p>
            </p:txBody>
          </p:sp>
          <p:sp>
            <p:nvSpPr>
              <p:cNvPr id="658" name="Noise cell"/>
              <p:cNvSpPr/>
              <p:nvPr/>
            </p:nvSpPr>
            <p:spPr>
              <a:xfrm>
                <a:off x="10474294" y="7351776"/>
                <a:ext cx="18770" cy="18928"/>
              </a:xfrm>
              <a:prstGeom prst="rect">
                <a:avLst/>
              </a:prstGeom>
              <a:solidFill>
                <a:srgbClr val="8E8E8E"/>
              </a:solidFill>
              <a:ln>
                <a:noFill/>
              </a:ln>
              <a:effectLst/>
            </p:spPr>
            <p:txBody>
              <a:bodyPr rtlCol="0" anchor="ctr"/>
              <a:lstStyle/>
              <a:p>
                <a:pPr algn="ctr"/>
              </a:p>
            </p:txBody>
          </p:sp>
          <p:sp>
            <p:nvSpPr>
              <p:cNvPr id="659" name="Noise cell"/>
              <p:cNvSpPr/>
              <p:nvPr/>
            </p:nvSpPr>
            <p:spPr>
              <a:xfrm>
                <a:off x="10492425" y="7351776"/>
                <a:ext cx="18770" cy="18928"/>
              </a:xfrm>
              <a:prstGeom prst="rect">
                <a:avLst/>
              </a:prstGeom>
              <a:solidFill>
                <a:srgbClr val="8D8D8D"/>
              </a:solidFill>
              <a:ln>
                <a:noFill/>
              </a:ln>
              <a:effectLst/>
            </p:spPr>
            <p:txBody>
              <a:bodyPr rtlCol="0" anchor="ctr"/>
              <a:lstStyle/>
              <a:p>
                <a:pPr algn="ctr"/>
              </a:p>
            </p:txBody>
          </p:sp>
          <p:sp>
            <p:nvSpPr>
              <p:cNvPr id="660" name="Noise cell"/>
              <p:cNvSpPr/>
              <p:nvPr/>
            </p:nvSpPr>
            <p:spPr>
              <a:xfrm>
                <a:off x="10510555" y="7351776"/>
                <a:ext cx="18770" cy="18928"/>
              </a:xfrm>
              <a:prstGeom prst="rect">
                <a:avLst/>
              </a:prstGeom>
              <a:solidFill>
                <a:srgbClr val="646464"/>
              </a:solidFill>
              <a:ln>
                <a:noFill/>
              </a:ln>
              <a:effectLst/>
            </p:spPr>
            <p:txBody>
              <a:bodyPr rtlCol="0" anchor="ctr"/>
              <a:lstStyle/>
              <a:p>
                <a:pPr algn="ctr"/>
              </a:p>
            </p:txBody>
          </p:sp>
          <p:sp>
            <p:nvSpPr>
              <p:cNvPr id="661" name="Noise cell"/>
              <p:cNvSpPr/>
              <p:nvPr/>
            </p:nvSpPr>
            <p:spPr>
              <a:xfrm>
                <a:off x="10528685" y="7351776"/>
                <a:ext cx="18770" cy="18928"/>
              </a:xfrm>
              <a:prstGeom prst="rect">
                <a:avLst/>
              </a:prstGeom>
              <a:solidFill>
                <a:srgbClr val="878787"/>
              </a:solidFill>
              <a:ln>
                <a:noFill/>
              </a:ln>
              <a:effectLst/>
            </p:spPr>
            <p:txBody>
              <a:bodyPr rtlCol="0" anchor="ctr"/>
              <a:lstStyle/>
              <a:p>
                <a:pPr algn="ctr"/>
              </a:p>
            </p:txBody>
          </p:sp>
          <p:sp>
            <p:nvSpPr>
              <p:cNvPr id="662" name="Noise cell"/>
              <p:cNvSpPr/>
              <p:nvPr/>
            </p:nvSpPr>
            <p:spPr>
              <a:xfrm>
                <a:off x="10546816" y="7351776"/>
                <a:ext cx="18770" cy="18928"/>
              </a:xfrm>
              <a:prstGeom prst="rect">
                <a:avLst/>
              </a:prstGeom>
              <a:solidFill>
                <a:srgbClr val="7A7A7A"/>
              </a:solidFill>
              <a:ln>
                <a:noFill/>
              </a:ln>
              <a:effectLst/>
            </p:spPr>
            <p:txBody>
              <a:bodyPr rtlCol="0" anchor="ctr"/>
              <a:lstStyle/>
              <a:p>
                <a:pPr algn="ctr"/>
              </a:p>
            </p:txBody>
          </p:sp>
          <p:sp>
            <p:nvSpPr>
              <p:cNvPr id="663" name="Noise cell"/>
              <p:cNvSpPr/>
              <p:nvPr/>
            </p:nvSpPr>
            <p:spPr>
              <a:xfrm>
                <a:off x="10564946" y="7351776"/>
                <a:ext cx="18770" cy="18928"/>
              </a:xfrm>
              <a:prstGeom prst="rect">
                <a:avLst/>
              </a:prstGeom>
              <a:solidFill>
                <a:srgbClr val="7C7C7C"/>
              </a:solidFill>
              <a:ln>
                <a:noFill/>
              </a:ln>
              <a:effectLst/>
            </p:spPr>
            <p:txBody>
              <a:bodyPr rtlCol="0" anchor="ctr"/>
              <a:lstStyle/>
              <a:p>
                <a:pPr algn="ctr"/>
              </a:p>
            </p:txBody>
          </p:sp>
          <p:sp>
            <p:nvSpPr>
              <p:cNvPr id="664" name="Noise cell"/>
              <p:cNvSpPr/>
              <p:nvPr/>
            </p:nvSpPr>
            <p:spPr>
              <a:xfrm>
                <a:off x="10583076" y="7351776"/>
                <a:ext cx="18770" cy="18928"/>
              </a:xfrm>
              <a:prstGeom prst="rect">
                <a:avLst/>
              </a:prstGeom>
              <a:solidFill>
                <a:srgbClr val="858585"/>
              </a:solidFill>
              <a:ln>
                <a:noFill/>
              </a:ln>
              <a:effectLst/>
            </p:spPr>
            <p:txBody>
              <a:bodyPr rtlCol="0" anchor="ctr"/>
              <a:lstStyle/>
              <a:p>
                <a:pPr algn="ctr"/>
              </a:p>
            </p:txBody>
          </p:sp>
          <p:sp>
            <p:nvSpPr>
              <p:cNvPr id="665" name="Noise cell"/>
              <p:cNvSpPr/>
              <p:nvPr/>
            </p:nvSpPr>
            <p:spPr>
              <a:xfrm>
                <a:off x="10601207" y="7351776"/>
                <a:ext cx="18770" cy="18928"/>
              </a:xfrm>
              <a:prstGeom prst="rect">
                <a:avLst/>
              </a:prstGeom>
              <a:solidFill>
                <a:srgbClr val="8C8C8C"/>
              </a:solidFill>
              <a:ln>
                <a:noFill/>
              </a:ln>
              <a:effectLst/>
            </p:spPr>
            <p:txBody>
              <a:bodyPr rtlCol="0" anchor="ctr"/>
              <a:lstStyle/>
              <a:p>
                <a:pPr algn="ctr"/>
              </a:p>
            </p:txBody>
          </p:sp>
          <p:sp>
            <p:nvSpPr>
              <p:cNvPr id="666" name="Noise cell"/>
              <p:cNvSpPr/>
              <p:nvPr/>
            </p:nvSpPr>
            <p:spPr>
              <a:xfrm>
                <a:off x="10619337" y="7351776"/>
                <a:ext cx="18770" cy="18928"/>
              </a:xfrm>
              <a:prstGeom prst="rect">
                <a:avLst/>
              </a:prstGeom>
              <a:solidFill>
                <a:srgbClr val="696969"/>
              </a:solidFill>
              <a:ln>
                <a:noFill/>
              </a:ln>
              <a:effectLst/>
            </p:spPr>
            <p:txBody>
              <a:bodyPr rtlCol="0" anchor="ctr"/>
              <a:lstStyle/>
              <a:p>
                <a:pPr algn="ctr"/>
              </a:p>
            </p:txBody>
          </p:sp>
          <p:sp>
            <p:nvSpPr>
              <p:cNvPr id="667" name="Noise cell"/>
              <p:cNvSpPr/>
              <p:nvPr/>
            </p:nvSpPr>
            <p:spPr>
              <a:xfrm>
                <a:off x="10637467" y="7351776"/>
                <a:ext cx="18770" cy="18928"/>
              </a:xfrm>
              <a:prstGeom prst="rect">
                <a:avLst/>
              </a:prstGeom>
              <a:solidFill>
                <a:srgbClr val="9A9A9A"/>
              </a:solidFill>
              <a:ln>
                <a:noFill/>
              </a:ln>
              <a:effectLst/>
            </p:spPr>
            <p:txBody>
              <a:bodyPr rtlCol="0" anchor="ctr"/>
              <a:lstStyle/>
              <a:p>
                <a:pPr algn="ctr"/>
              </a:p>
            </p:txBody>
          </p:sp>
          <p:sp>
            <p:nvSpPr>
              <p:cNvPr id="668" name="Noise cell"/>
              <p:cNvSpPr/>
              <p:nvPr/>
            </p:nvSpPr>
            <p:spPr>
              <a:xfrm>
                <a:off x="10655598" y="7351776"/>
                <a:ext cx="18770" cy="18928"/>
              </a:xfrm>
              <a:prstGeom prst="rect">
                <a:avLst/>
              </a:prstGeom>
              <a:solidFill>
                <a:srgbClr val="8B8B8B"/>
              </a:solidFill>
              <a:ln>
                <a:noFill/>
              </a:ln>
              <a:effectLst/>
            </p:spPr>
            <p:txBody>
              <a:bodyPr rtlCol="0" anchor="ctr"/>
              <a:lstStyle/>
              <a:p>
                <a:pPr algn="ctr"/>
              </a:p>
            </p:txBody>
          </p:sp>
          <p:sp>
            <p:nvSpPr>
              <p:cNvPr id="669" name="Noise cell"/>
              <p:cNvSpPr/>
              <p:nvPr/>
            </p:nvSpPr>
            <p:spPr>
              <a:xfrm>
                <a:off x="10673728" y="7351776"/>
                <a:ext cx="18770" cy="18928"/>
              </a:xfrm>
              <a:prstGeom prst="rect">
                <a:avLst/>
              </a:prstGeom>
              <a:solidFill>
                <a:srgbClr val="828282"/>
              </a:solidFill>
              <a:ln>
                <a:noFill/>
              </a:ln>
              <a:effectLst/>
            </p:spPr>
            <p:txBody>
              <a:bodyPr rtlCol="0" anchor="ctr"/>
              <a:lstStyle/>
              <a:p>
                <a:pPr algn="ctr"/>
              </a:p>
            </p:txBody>
          </p:sp>
          <p:sp>
            <p:nvSpPr>
              <p:cNvPr id="670" name="Noise cell"/>
              <p:cNvSpPr/>
              <p:nvPr/>
            </p:nvSpPr>
            <p:spPr>
              <a:xfrm>
                <a:off x="10691858" y="7351776"/>
                <a:ext cx="18770" cy="18928"/>
              </a:xfrm>
              <a:prstGeom prst="rect">
                <a:avLst/>
              </a:prstGeom>
              <a:solidFill>
                <a:srgbClr val="757575"/>
              </a:solidFill>
              <a:ln>
                <a:noFill/>
              </a:ln>
              <a:effectLst/>
            </p:spPr>
            <p:txBody>
              <a:bodyPr rtlCol="0" anchor="ctr"/>
              <a:lstStyle/>
              <a:p>
                <a:pPr algn="ctr"/>
              </a:p>
            </p:txBody>
          </p:sp>
          <p:sp>
            <p:nvSpPr>
              <p:cNvPr id="671" name="Noise cell"/>
              <p:cNvSpPr/>
              <p:nvPr/>
            </p:nvSpPr>
            <p:spPr>
              <a:xfrm>
                <a:off x="10709989" y="7351776"/>
                <a:ext cx="18770" cy="18928"/>
              </a:xfrm>
              <a:prstGeom prst="rect">
                <a:avLst/>
              </a:prstGeom>
              <a:solidFill>
                <a:srgbClr val="717171"/>
              </a:solidFill>
              <a:ln>
                <a:noFill/>
              </a:ln>
              <a:effectLst/>
            </p:spPr>
            <p:txBody>
              <a:bodyPr rtlCol="0" anchor="ctr"/>
              <a:lstStyle/>
              <a:p>
                <a:pPr algn="ctr"/>
              </a:p>
            </p:txBody>
          </p:sp>
          <p:sp>
            <p:nvSpPr>
              <p:cNvPr id="672" name="Noise cell"/>
              <p:cNvSpPr/>
              <p:nvPr/>
            </p:nvSpPr>
            <p:spPr>
              <a:xfrm>
                <a:off x="10728119" y="7351776"/>
                <a:ext cx="18770" cy="18928"/>
              </a:xfrm>
              <a:prstGeom prst="rect">
                <a:avLst/>
              </a:prstGeom>
              <a:solidFill>
                <a:srgbClr val="999999"/>
              </a:solidFill>
              <a:ln>
                <a:noFill/>
              </a:ln>
              <a:effectLst/>
            </p:spPr>
            <p:txBody>
              <a:bodyPr rtlCol="0" anchor="ctr"/>
              <a:lstStyle/>
              <a:p>
                <a:pPr algn="ctr"/>
              </a:p>
            </p:txBody>
          </p:sp>
          <p:sp>
            <p:nvSpPr>
              <p:cNvPr id="673" name="Noise cell"/>
              <p:cNvSpPr/>
              <p:nvPr/>
            </p:nvSpPr>
            <p:spPr>
              <a:xfrm>
                <a:off x="10746250" y="7351776"/>
                <a:ext cx="18770" cy="18928"/>
              </a:xfrm>
              <a:prstGeom prst="rect">
                <a:avLst/>
              </a:prstGeom>
              <a:solidFill>
                <a:srgbClr val="797979"/>
              </a:solidFill>
              <a:ln>
                <a:noFill/>
              </a:ln>
              <a:effectLst/>
            </p:spPr>
            <p:txBody>
              <a:bodyPr rtlCol="0" anchor="ctr"/>
              <a:lstStyle/>
              <a:p>
                <a:pPr algn="ctr"/>
              </a:p>
            </p:txBody>
          </p:sp>
          <p:sp>
            <p:nvSpPr>
              <p:cNvPr id="674" name="Noise cell"/>
              <p:cNvSpPr/>
              <p:nvPr/>
            </p:nvSpPr>
            <p:spPr>
              <a:xfrm>
                <a:off x="10764380" y="7351776"/>
                <a:ext cx="18770" cy="18928"/>
              </a:xfrm>
              <a:prstGeom prst="rect">
                <a:avLst/>
              </a:prstGeom>
              <a:solidFill>
                <a:srgbClr val="7F7F7F"/>
              </a:solidFill>
              <a:ln>
                <a:noFill/>
              </a:ln>
              <a:effectLst/>
            </p:spPr>
            <p:txBody>
              <a:bodyPr rtlCol="0" anchor="ctr"/>
              <a:lstStyle/>
              <a:p>
                <a:pPr algn="ctr"/>
              </a:p>
            </p:txBody>
          </p:sp>
          <p:sp>
            <p:nvSpPr>
              <p:cNvPr id="675" name="Noise cell"/>
              <p:cNvSpPr/>
              <p:nvPr/>
            </p:nvSpPr>
            <p:spPr>
              <a:xfrm>
                <a:off x="10782510" y="7351776"/>
                <a:ext cx="18770" cy="18928"/>
              </a:xfrm>
              <a:prstGeom prst="rect">
                <a:avLst/>
              </a:prstGeom>
              <a:solidFill>
                <a:srgbClr val="7F7F7F"/>
              </a:solidFill>
              <a:ln>
                <a:noFill/>
              </a:ln>
              <a:effectLst/>
            </p:spPr>
            <p:txBody>
              <a:bodyPr rtlCol="0" anchor="ctr"/>
              <a:lstStyle/>
              <a:p>
                <a:pPr algn="ctr"/>
              </a:p>
            </p:txBody>
          </p:sp>
          <p:sp>
            <p:nvSpPr>
              <p:cNvPr id="676" name="Noise cell"/>
              <p:cNvSpPr/>
              <p:nvPr/>
            </p:nvSpPr>
            <p:spPr>
              <a:xfrm>
                <a:off x="10800641" y="7351776"/>
                <a:ext cx="18770" cy="18928"/>
              </a:xfrm>
              <a:prstGeom prst="rect">
                <a:avLst/>
              </a:prstGeom>
              <a:solidFill>
                <a:srgbClr val="818181"/>
              </a:solidFill>
              <a:ln>
                <a:noFill/>
              </a:ln>
              <a:effectLst/>
            </p:spPr>
            <p:txBody>
              <a:bodyPr rtlCol="0" anchor="ctr"/>
              <a:lstStyle/>
              <a:p>
                <a:pPr algn="ctr"/>
              </a:p>
            </p:txBody>
          </p:sp>
          <p:sp>
            <p:nvSpPr>
              <p:cNvPr id="677" name="Noise cell"/>
              <p:cNvSpPr/>
              <p:nvPr/>
            </p:nvSpPr>
            <p:spPr>
              <a:xfrm>
                <a:off x="10818771" y="7351776"/>
                <a:ext cx="18770" cy="18928"/>
              </a:xfrm>
              <a:prstGeom prst="rect">
                <a:avLst/>
              </a:prstGeom>
              <a:solidFill>
                <a:srgbClr val="A5A5A5"/>
              </a:solidFill>
              <a:ln>
                <a:noFill/>
              </a:ln>
              <a:effectLst/>
            </p:spPr>
            <p:txBody>
              <a:bodyPr rtlCol="0" anchor="ctr"/>
              <a:lstStyle/>
              <a:p>
                <a:pPr algn="ctr"/>
              </a:p>
            </p:txBody>
          </p:sp>
          <p:sp>
            <p:nvSpPr>
              <p:cNvPr id="678" name="Noise cell"/>
              <p:cNvSpPr/>
              <p:nvPr/>
            </p:nvSpPr>
            <p:spPr>
              <a:xfrm>
                <a:off x="10836901" y="7351776"/>
                <a:ext cx="18770" cy="18928"/>
              </a:xfrm>
              <a:prstGeom prst="rect">
                <a:avLst/>
              </a:prstGeom>
              <a:solidFill>
                <a:srgbClr val="9C9C9C"/>
              </a:solidFill>
              <a:ln>
                <a:noFill/>
              </a:ln>
              <a:effectLst/>
            </p:spPr>
            <p:txBody>
              <a:bodyPr rtlCol="0" anchor="ctr"/>
              <a:lstStyle/>
              <a:p>
                <a:pPr algn="ctr"/>
              </a:p>
            </p:txBody>
          </p:sp>
          <p:sp>
            <p:nvSpPr>
              <p:cNvPr id="679" name="Noise cell"/>
              <p:cNvSpPr/>
              <p:nvPr/>
            </p:nvSpPr>
            <p:spPr>
              <a:xfrm>
                <a:off x="10855032" y="7351776"/>
                <a:ext cx="18770" cy="18928"/>
              </a:xfrm>
              <a:prstGeom prst="rect">
                <a:avLst/>
              </a:prstGeom>
              <a:solidFill>
                <a:srgbClr val="747474"/>
              </a:solidFill>
              <a:ln>
                <a:noFill/>
              </a:ln>
              <a:effectLst/>
            </p:spPr>
            <p:txBody>
              <a:bodyPr rtlCol="0" anchor="ctr"/>
              <a:lstStyle/>
              <a:p>
                <a:pPr algn="ctr"/>
              </a:p>
            </p:txBody>
          </p:sp>
          <p:sp>
            <p:nvSpPr>
              <p:cNvPr id="680" name="Noise cell"/>
              <p:cNvSpPr/>
              <p:nvPr/>
            </p:nvSpPr>
            <p:spPr>
              <a:xfrm>
                <a:off x="10873162" y="7351776"/>
                <a:ext cx="18770" cy="18928"/>
              </a:xfrm>
              <a:prstGeom prst="rect">
                <a:avLst/>
              </a:prstGeom>
              <a:solidFill>
                <a:srgbClr val="777777"/>
              </a:solidFill>
              <a:ln>
                <a:noFill/>
              </a:ln>
              <a:effectLst/>
            </p:spPr>
            <p:txBody>
              <a:bodyPr rtlCol="0" anchor="ctr"/>
              <a:lstStyle/>
              <a:p>
                <a:pPr algn="ctr"/>
              </a:p>
            </p:txBody>
          </p:sp>
          <p:sp>
            <p:nvSpPr>
              <p:cNvPr id="681" name="Noise cell"/>
              <p:cNvSpPr/>
              <p:nvPr/>
            </p:nvSpPr>
            <p:spPr>
              <a:xfrm>
                <a:off x="10891292" y="7351776"/>
                <a:ext cx="18770" cy="18928"/>
              </a:xfrm>
              <a:prstGeom prst="rect">
                <a:avLst/>
              </a:prstGeom>
              <a:solidFill>
                <a:srgbClr val="989898"/>
              </a:solidFill>
              <a:ln>
                <a:noFill/>
              </a:ln>
              <a:effectLst/>
            </p:spPr>
            <p:txBody>
              <a:bodyPr rtlCol="0" anchor="ctr"/>
              <a:lstStyle/>
              <a:p>
                <a:pPr algn="ctr"/>
              </a:p>
            </p:txBody>
          </p:sp>
          <p:sp>
            <p:nvSpPr>
              <p:cNvPr id="682" name="Noise cell"/>
              <p:cNvSpPr/>
              <p:nvPr/>
            </p:nvSpPr>
            <p:spPr>
              <a:xfrm>
                <a:off x="10909423" y="7351776"/>
                <a:ext cx="18770" cy="18928"/>
              </a:xfrm>
              <a:prstGeom prst="rect">
                <a:avLst/>
              </a:prstGeom>
              <a:solidFill>
                <a:srgbClr val="878787"/>
              </a:solidFill>
              <a:ln>
                <a:noFill/>
              </a:ln>
              <a:effectLst/>
            </p:spPr>
            <p:txBody>
              <a:bodyPr rtlCol="0" anchor="ctr"/>
              <a:lstStyle/>
              <a:p>
                <a:pPr algn="ctr"/>
              </a:p>
            </p:txBody>
          </p:sp>
          <p:sp>
            <p:nvSpPr>
              <p:cNvPr id="683" name="Noise cell"/>
              <p:cNvSpPr/>
              <p:nvPr/>
            </p:nvSpPr>
            <p:spPr>
              <a:xfrm>
                <a:off x="10927553" y="7351776"/>
                <a:ext cx="18770" cy="18928"/>
              </a:xfrm>
              <a:prstGeom prst="rect">
                <a:avLst/>
              </a:prstGeom>
              <a:solidFill>
                <a:srgbClr val="767676"/>
              </a:solidFill>
              <a:ln>
                <a:noFill/>
              </a:ln>
              <a:effectLst/>
            </p:spPr>
            <p:txBody>
              <a:bodyPr rtlCol="0" anchor="ctr"/>
              <a:lstStyle/>
              <a:p>
                <a:pPr algn="ctr"/>
              </a:p>
            </p:txBody>
          </p:sp>
          <p:sp>
            <p:nvSpPr>
              <p:cNvPr id="684" name="Noise cell"/>
              <p:cNvSpPr/>
              <p:nvPr/>
            </p:nvSpPr>
            <p:spPr>
              <a:xfrm>
                <a:off x="10945683" y="7351776"/>
                <a:ext cx="18770" cy="18928"/>
              </a:xfrm>
              <a:prstGeom prst="rect">
                <a:avLst/>
              </a:prstGeom>
              <a:solidFill>
                <a:srgbClr val="7C7C7C"/>
              </a:solidFill>
              <a:ln>
                <a:noFill/>
              </a:ln>
              <a:effectLst/>
            </p:spPr>
            <p:txBody>
              <a:bodyPr rtlCol="0" anchor="ctr"/>
              <a:lstStyle/>
              <a:p>
                <a:pPr algn="ctr"/>
              </a:p>
            </p:txBody>
          </p:sp>
          <p:sp>
            <p:nvSpPr>
              <p:cNvPr id="685" name="Noise cell"/>
              <p:cNvSpPr/>
              <p:nvPr/>
            </p:nvSpPr>
            <p:spPr>
              <a:xfrm>
                <a:off x="10963814" y="7351776"/>
                <a:ext cx="18770" cy="18928"/>
              </a:xfrm>
              <a:prstGeom prst="rect">
                <a:avLst/>
              </a:prstGeom>
              <a:solidFill>
                <a:srgbClr val="919191"/>
              </a:solidFill>
              <a:ln>
                <a:noFill/>
              </a:ln>
              <a:effectLst/>
            </p:spPr>
            <p:txBody>
              <a:bodyPr rtlCol="0" anchor="ctr"/>
              <a:lstStyle/>
              <a:p>
                <a:pPr algn="ctr"/>
              </a:p>
            </p:txBody>
          </p:sp>
          <p:sp>
            <p:nvSpPr>
              <p:cNvPr id="686" name="Noise cell"/>
              <p:cNvSpPr/>
              <p:nvPr/>
            </p:nvSpPr>
            <p:spPr>
              <a:xfrm>
                <a:off x="9930384" y="7370064"/>
                <a:ext cx="18770" cy="18928"/>
              </a:xfrm>
              <a:prstGeom prst="rect">
                <a:avLst/>
              </a:prstGeom>
              <a:solidFill>
                <a:srgbClr val="818181"/>
              </a:solidFill>
              <a:ln>
                <a:noFill/>
              </a:ln>
              <a:effectLst/>
            </p:spPr>
            <p:txBody>
              <a:bodyPr rtlCol="0" anchor="ctr"/>
              <a:lstStyle/>
              <a:p>
                <a:pPr algn="ctr"/>
              </a:p>
            </p:txBody>
          </p:sp>
          <p:sp>
            <p:nvSpPr>
              <p:cNvPr id="687" name="Noise cell"/>
              <p:cNvSpPr/>
              <p:nvPr/>
            </p:nvSpPr>
            <p:spPr>
              <a:xfrm>
                <a:off x="9948514" y="7370064"/>
                <a:ext cx="18770" cy="18928"/>
              </a:xfrm>
              <a:prstGeom prst="rect">
                <a:avLst/>
              </a:prstGeom>
              <a:solidFill>
                <a:srgbClr val="838383"/>
              </a:solidFill>
              <a:ln>
                <a:noFill/>
              </a:ln>
              <a:effectLst/>
            </p:spPr>
            <p:txBody>
              <a:bodyPr rtlCol="0" anchor="ctr"/>
              <a:lstStyle/>
              <a:p>
                <a:pPr algn="ctr"/>
              </a:p>
            </p:txBody>
          </p:sp>
          <p:sp>
            <p:nvSpPr>
              <p:cNvPr id="688" name="Noise cell"/>
              <p:cNvSpPr/>
              <p:nvPr/>
            </p:nvSpPr>
            <p:spPr>
              <a:xfrm>
                <a:off x="9966645" y="7370064"/>
                <a:ext cx="18770" cy="18928"/>
              </a:xfrm>
              <a:prstGeom prst="rect">
                <a:avLst/>
              </a:prstGeom>
              <a:solidFill>
                <a:srgbClr val="A8A8A8"/>
              </a:solidFill>
              <a:ln>
                <a:noFill/>
              </a:ln>
              <a:effectLst/>
            </p:spPr>
            <p:txBody>
              <a:bodyPr rtlCol="0" anchor="ctr"/>
              <a:lstStyle/>
              <a:p>
                <a:pPr algn="ctr"/>
              </a:p>
            </p:txBody>
          </p:sp>
          <p:sp>
            <p:nvSpPr>
              <p:cNvPr id="689" name="Noise cell"/>
              <p:cNvSpPr/>
              <p:nvPr/>
            </p:nvSpPr>
            <p:spPr>
              <a:xfrm>
                <a:off x="9984775" y="7370064"/>
                <a:ext cx="18770" cy="18928"/>
              </a:xfrm>
              <a:prstGeom prst="rect">
                <a:avLst/>
              </a:prstGeom>
              <a:solidFill>
                <a:srgbClr val="8B8B8B"/>
              </a:solidFill>
              <a:ln>
                <a:noFill/>
              </a:ln>
              <a:effectLst/>
            </p:spPr>
            <p:txBody>
              <a:bodyPr rtlCol="0" anchor="ctr"/>
              <a:lstStyle/>
              <a:p>
                <a:pPr algn="ctr"/>
              </a:p>
            </p:txBody>
          </p:sp>
          <p:sp>
            <p:nvSpPr>
              <p:cNvPr id="690" name="Noise cell"/>
              <p:cNvSpPr/>
              <p:nvPr/>
            </p:nvSpPr>
            <p:spPr>
              <a:xfrm>
                <a:off x="10002905" y="7370064"/>
                <a:ext cx="18770" cy="18928"/>
              </a:xfrm>
              <a:prstGeom prst="rect">
                <a:avLst/>
              </a:prstGeom>
              <a:solidFill>
                <a:srgbClr val="787878"/>
              </a:solidFill>
              <a:ln>
                <a:noFill/>
              </a:ln>
              <a:effectLst/>
            </p:spPr>
            <p:txBody>
              <a:bodyPr rtlCol="0" anchor="ctr"/>
              <a:lstStyle/>
              <a:p>
                <a:pPr algn="ctr"/>
              </a:p>
            </p:txBody>
          </p:sp>
          <p:sp>
            <p:nvSpPr>
              <p:cNvPr id="691" name="Noise cell"/>
              <p:cNvSpPr/>
              <p:nvPr/>
            </p:nvSpPr>
            <p:spPr>
              <a:xfrm>
                <a:off x="10021036" y="7370064"/>
                <a:ext cx="18770" cy="18928"/>
              </a:xfrm>
              <a:prstGeom prst="rect">
                <a:avLst/>
              </a:prstGeom>
              <a:solidFill>
                <a:srgbClr val="8B8B8B"/>
              </a:solidFill>
              <a:ln>
                <a:noFill/>
              </a:ln>
              <a:effectLst/>
            </p:spPr>
            <p:txBody>
              <a:bodyPr rtlCol="0" anchor="ctr"/>
              <a:lstStyle/>
              <a:p>
                <a:pPr algn="ctr"/>
              </a:p>
            </p:txBody>
          </p:sp>
          <p:sp>
            <p:nvSpPr>
              <p:cNvPr id="692" name="Noise cell"/>
              <p:cNvSpPr/>
              <p:nvPr/>
            </p:nvSpPr>
            <p:spPr>
              <a:xfrm>
                <a:off x="10039166" y="7370064"/>
                <a:ext cx="18770" cy="18928"/>
              </a:xfrm>
              <a:prstGeom prst="rect">
                <a:avLst/>
              </a:prstGeom>
              <a:solidFill>
                <a:srgbClr val="757575"/>
              </a:solidFill>
              <a:ln>
                <a:noFill/>
              </a:ln>
              <a:effectLst/>
            </p:spPr>
            <p:txBody>
              <a:bodyPr rtlCol="0" anchor="ctr"/>
              <a:lstStyle/>
              <a:p>
                <a:pPr algn="ctr"/>
              </a:p>
            </p:txBody>
          </p:sp>
          <p:sp>
            <p:nvSpPr>
              <p:cNvPr id="693" name="Noise cell"/>
              <p:cNvSpPr/>
              <p:nvPr/>
            </p:nvSpPr>
            <p:spPr>
              <a:xfrm>
                <a:off x="10057296" y="7370064"/>
                <a:ext cx="18770" cy="18928"/>
              </a:xfrm>
              <a:prstGeom prst="rect">
                <a:avLst/>
              </a:prstGeom>
              <a:solidFill>
                <a:srgbClr val="7A7A7A"/>
              </a:solidFill>
              <a:ln>
                <a:noFill/>
              </a:ln>
              <a:effectLst/>
            </p:spPr>
            <p:txBody>
              <a:bodyPr rtlCol="0" anchor="ctr"/>
              <a:lstStyle/>
              <a:p>
                <a:pPr algn="ctr"/>
              </a:p>
            </p:txBody>
          </p:sp>
          <p:sp>
            <p:nvSpPr>
              <p:cNvPr id="694" name="Noise cell"/>
              <p:cNvSpPr/>
              <p:nvPr/>
            </p:nvSpPr>
            <p:spPr>
              <a:xfrm>
                <a:off x="10075427" y="7370064"/>
                <a:ext cx="18770" cy="18928"/>
              </a:xfrm>
              <a:prstGeom prst="rect">
                <a:avLst/>
              </a:prstGeom>
              <a:solidFill>
                <a:srgbClr val="7E7E7E"/>
              </a:solidFill>
              <a:ln>
                <a:noFill/>
              </a:ln>
              <a:effectLst/>
            </p:spPr>
            <p:txBody>
              <a:bodyPr rtlCol="0" anchor="ctr"/>
              <a:lstStyle/>
              <a:p>
                <a:pPr algn="ctr"/>
              </a:p>
            </p:txBody>
          </p:sp>
          <p:sp>
            <p:nvSpPr>
              <p:cNvPr id="695" name="Noise cell"/>
              <p:cNvSpPr/>
              <p:nvPr/>
            </p:nvSpPr>
            <p:spPr>
              <a:xfrm>
                <a:off x="10093557" y="7370064"/>
                <a:ext cx="18770" cy="18928"/>
              </a:xfrm>
              <a:prstGeom prst="rect">
                <a:avLst/>
              </a:prstGeom>
              <a:solidFill>
                <a:srgbClr val="737373"/>
              </a:solidFill>
              <a:ln>
                <a:noFill/>
              </a:ln>
              <a:effectLst/>
            </p:spPr>
            <p:txBody>
              <a:bodyPr rtlCol="0" anchor="ctr"/>
              <a:lstStyle/>
              <a:p>
                <a:pPr algn="ctr"/>
              </a:p>
            </p:txBody>
          </p:sp>
          <p:sp>
            <p:nvSpPr>
              <p:cNvPr id="696" name="Noise cell"/>
              <p:cNvSpPr/>
              <p:nvPr/>
            </p:nvSpPr>
            <p:spPr>
              <a:xfrm>
                <a:off x="10111687" y="7370064"/>
                <a:ext cx="18770" cy="18928"/>
              </a:xfrm>
              <a:prstGeom prst="rect">
                <a:avLst/>
              </a:prstGeom>
              <a:solidFill>
                <a:srgbClr val="888888"/>
              </a:solidFill>
              <a:ln>
                <a:noFill/>
              </a:ln>
              <a:effectLst/>
            </p:spPr>
            <p:txBody>
              <a:bodyPr rtlCol="0" anchor="ctr"/>
              <a:lstStyle/>
              <a:p>
                <a:pPr algn="ctr"/>
              </a:p>
            </p:txBody>
          </p:sp>
          <p:sp>
            <p:nvSpPr>
              <p:cNvPr id="697" name="Noise cell"/>
              <p:cNvSpPr/>
              <p:nvPr/>
            </p:nvSpPr>
            <p:spPr>
              <a:xfrm>
                <a:off x="10129818" y="7370064"/>
                <a:ext cx="18770" cy="18928"/>
              </a:xfrm>
              <a:prstGeom prst="rect">
                <a:avLst/>
              </a:prstGeom>
              <a:solidFill>
                <a:srgbClr val="848484"/>
              </a:solidFill>
              <a:ln>
                <a:noFill/>
              </a:ln>
              <a:effectLst/>
            </p:spPr>
            <p:txBody>
              <a:bodyPr rtlCol="0" anchor="ctr"/>
              <a:lstStyle/>
              <a:p>
                <a:pPr algn="ctr"/>
              </a:p>
            </p:txBody>
          </p:sp>
          <p:sp>
            <p:nvSpPr>
              <p:cNvPr id="698" name="Noise cell"/>
              <p:cNvSpPr/>
              <p:nvPr/>
            </p:nvSpPr>
            <p:spPr>
              <a:xfrm>
                <a:off x="10147948" y="7370064"/>
                <a:ext cx="18770" cy="18928"/>
              </a:xfrm>
              <a:prstGeom prst="rect">
                <a:avLst/>
              </a:prstGeom>
              <a:solidFill>
                <a:srgbClr val="828282"/>
              </a:solidFill>
              <a:ln>
                <a:noFill/>
              </a:ln>
              <a:effectLst/>
            </p:spPr>
            <p:txBody>
              <a:bodyPr rtlCol="0" anchor="ctr"/>
              <a:lstStyle/>
              <a:p>
                <a:pPr algn="ctr"/>
              </a:p>
            </p:txBody>
          </p:sp>
          <p:sp>
            <p:nvSpPr>
              <p:cNvPr id="699" name="Noise cell"/>
              <p:cNvSpPr/>
              <p:nvPr/>
            </p:nvSpPr>
            <p:spPr>
              <a:xfrm>
                <a:off x="10166078" y="7370064"/>
                <a:ext cx="18770" cy="18928"/>
              </a:xfrm>
              <a:prstGeom prst="rect">
                <a:avLst/>
              </a:prstGeom>
              <a:solidFill>
                <a:srgbClr val="919191"/>
              </a:solidFill>
              <a:ln>
                <a:noFill/>
              </a:ln>
              <a:effectLst/>
            </p:spPr>
            <p:txBody>
              <a:bodyPr rtlCol="0" anchor="ctr"/>
              <a:lstStyle/>
              <a:p>
                <a:pPr algn="ctr"/>
              </a:p>
            </p:txBody>
          </p:sp>
          <p:sp>
            <p:nvSpPr>
              <p:cNvPr id="700" name="Noise cell"/>
              <p:cNvSpPr/>
              <p:nvPr/>
            </p:nvSpPr>
            <p:spPr>
              <a:xfrm>
                <a:off x="10184209" y="7370064"/>
                <a:ext cx="18770" cy="18928"/>
              </a:xfrm>
              <a:prstGeom prst="rect">
                <a:avLst/>
              </a:prstGeom>
              <a:solidFill>
                <a:srgbClr val="949494"/>
              </a:solidFill>
              <a:ln>
                <a:noFill/>
              </a:ln>
              <a:effectLst/>
            </p:spPr>
            <p:txBody>
              <a:bodyPr rtlCol="0" anchor="ctr"/>
              <a:lstStyle/>
              <a:p>
                <a:pPr algn="ctr"/>
              </a:p>
            </p:txBody>
          </p:sp>
          <p:sp>
            <p:nvSpPr>
              <p:cNvPr id="701" name="Noise cell"/>
              <p:cNvSpPr/>
              <p:nvPr/>
            </p:nvSpPr>
            <p:spPr>
              <a:xfrm>
                <a:off x="10202339" y="7370064"/>
                <a:ext cx="18770" cy="18928"/>
              </a:xfrm>
              <a:prstGeom prst="rect">
                <a:avLst/>
              </a:prstGeom>
              <a:solidFill>
                <a:srgbClr val="828282"/>
              </a:solidFill>
              <a:ln>
                <a:noFill/>
              </a:ln>
              <a:effectLst/>
            </p:spPr>
            <p:txBody>
              <a:bodyPr rtlCol="0" anchor="ctr"/>
              <a:lstStyle/>
              <a:p>
                <a:pPr algn="ctr"/>
              </a:p>
            </p:txBody>
          </p:sp>
          <p:sp>
            <p:nvSpPr>
              <p:cNvPr id="702" name="Noise cell"/>
              <p:cNvSpPr/>
              <p:nvPr/>
            </p:nvSpPr>
            <p:spPr>
              <a:xfrm>
                <a:off x="10220470" y="7370064"/>
                <a:ext cx="18770" cy="18928"/>
              </a:xfrm>
              <a:prstGeom prst="rect">
                <a:avLst/>
              </a:prstGeom>
              <a:solidFill>
                <a:srgbClr val="969696"/>
              </a:solidFill>
              <a:ln>
                <a:noFill/>
              </a:ln>
              <a:effectLst/>
            </p:spPr>
            <p:txBody>
              <a:bodyPr rtlCol="0" anchor="ctr"/>
              <a:lstStyle/>
              <a:p>
                <a:pPr algn="ctr"/>
              </a:p>
            </p:txBody>
          </p:sp>
          <p:sp>
            <p:nvSpPr>
              <p:cNvPr id="703" name="Noise cell"/>
              <p:cNvSpPr/>
              <p:nvPr/>
            </p:nvSpPr>
            <p:spPr>
              <a:xfrm>
                <a:off x="10238600" y="7370064"/>
                <a:ext cx="18770" cy="18928"/>
              </a:xfrm>
              <a:prstGeom prst="rect">
                <a:avLst/>
              </a:prstGeom>
              <a:solidFill>
                <a:srgbClr val="979797"/>
              </a:solidFill>
              <a:ln>
                <a:noFill/>
              </a:ln>
              <a:effectLst/>
            </p:spPr>
            <p:txBody>
              <a:bodyPr rtlCol="0" anchor="ctr"/>
              <a:lstStyle/>
              <a:p>
                <a:pPr algn="ctr"/>
              </a:p>
            </p:txBody>
          </p:sp>
          <p:sp>
            <p:nvSpPr>
              <p:cNvPr id="704" name="Noise cell"/>
              <p:cNvSpPr/>
              <p:nvPr/>
            </p:nvSpPr>
            <p:spPr>
              <a:xfrm>
                <a:off x="10256730" y="7370064"/>
                <a:ext cx="18770" cy="18928"/>
              </a:xfrm>
              <a:prstGeom prst="rect">
                <a:avLst/>
              </a:prstGeom>
              <a:solidFill>
                <a:srgbClr val="7E7E7E"/>
              </a:solidFill>
              <a:ln>
                <a:noFill/>
              </a:ln>
              <a:effectLst/>
            </p:spPr>
            <p:txBody>
              <a:bodyPr rtlCol="0" anchor="ctr"/>
              <a:lstStyle/>
              <a:p>
                <a:pPr algn="ctr"/>
              </a:p>
            </p:txBody>
          </p:sp>
          <p:sp>
            <p:nvSpPr>
              <p:cNvPr id="705" name="Noise cell"/>
              <p:cNvSpPr/>
              <p:nvPr/>
            </p:nvSpPr>
            <p:spPr>
              <a:xfrm>
                <a:off x="10274861" y="7370064"/>
                <a:ext cx="18770" cy="18928"/>
              </a:xfrm>
              <a:prstGeom prst="rect">
                <a:avLst/>
              </a:prstGeom>
              <a:solidFill>
                <a:srgbClr val="919191"/>
              </a:solidFill>
              <a:ln>
                <a:noFill/>
              </a:ln>
              <a:effectLst/>
            </p:spPr>
            <p:txBody>
              <a:bodyPr rtlCol="0" anchor="ctr"/>
              <a:lstStyle/>
              <a:p>
                <a:pPr algn="ctr"/>
              </a:p>
            </p:txBody>
          </p:sp>
          <p:sp>
            <p:nvSpPr>
              <p:cNvPr id="706" name="Noise cell"/>
              <p:cNvSpPr/>
              <p:nvPr/>
            </p:nvSpPr>
            <p:spPr>
              <a:xfrm>
                <a:off x="10292991" y="7370064"/>
                <a:ext cx="18770" cy="18928"/>
              </a:xfrm>
              <a:prstGeom prst="rect">
                <a:avLst/>
              </a:prstGeom>
              <a:solidFill>
                <a:srgbClr val="747474"/>
              </a:solidFill>
              <a:ln>
                <a:noFill/>
              </a:ln>
              <a:effectLst/>
            </p:spPr>
            <p:txBody>
              <a:bodyPr rtlCol="0" anchor="ctr"/>
              <a:lstStyle/>
              <a:p>
                <a:pPr algn="ctr"/>
              </a:p>
            </p:txBody>
          </p:sp>
          <p:sp>
            <p:nvSpPr>
              <p:cNvPr id="707" name="Noise cell"/>
              <p:cNvSpPr/>
              <p:nvPr/>
            </p:nvSpPr>
            <p:spPr>
              <a:xfrm>
                <a:off x="10311121" y="7370064"/>
                <a:ext cx="18770" cy="18928"/>
              </a:xfrm>
              <a:prstGeom prst="rect">
                <a:avLst/>
              </a:prstGeom>
              <a:solidFill>
                <a:srgbClr val="737373"/>
              </a:solidFill>
              <a:ln>
                <a:noFill/>
              </a:ln>
              <a:effectLst/>
            </p:spPr>
            <p:txBody>
              <a:bodyPr rtlCol="0" anchor="ctr"/>
              <a:lstStyle/>
              <a:p>
                <a:pPr algn="ctr"/>
              </a:p>
            </p:txBody>
          </p:sp>
          <p:sp>
            <p:nvSpPr>
              <p:cNvPr id="708" name="Noise cell"/>
              <p:cNvSpPr/>
              <p:nvPr/>
            </p:nvSpPr>
            <p:spPr>
              <a:xfrm>
                <a:off x="10329252" y="7370064"/>
                <a:ext cx="18770" cy="18928"/>
              </a:xfrm>
              <a:prstGeom prst="rect">
                <a:avLst/>
              </a:prstGeom>
              <a:solidFill>
                <a:srgbClr val="848484"/>
              </a:solidFill>
              <a:ln>
                <a:noFill/>
              </a:ln>
              <a:effectLst/>
            </p:spPr>
            <p:txBody>
              <a:bodyPr rtlCol="0" anchor="ctr"/>
              <a:lstStyle/>
              <a:p>
                <a:pPr algn="ctr"/>
              </a:p>
            </p:txBody>
          </p:sp>
          <p:sp>
            <p:nvSpPr>
              <p:cNvPr id="709" name="Noise cell"/>
              <p:cNvSpPr/>
              <p:nvPr/>
            </p:nvSpPr>
            <p:spPr>
              <a:xfrm>
                <a:off x="10347382" y="7370064"/>
                <a:ext cx="18770" cy="18928"/>
              </a:xfrm>
              <a:prstGeom prst="rect">
                <a:avLst/>
              </a:prstGeom>
              <a:solidFill>
                <a:srgbClr val="929292"/>
              </a:solidFill>
              <a:ln>
                <a:noFill/>
              </a:ln>
              <a:effectLst/>
            </p:spPr>
            <p:txBody>
              <a:bodyPr rtlCol="0" anchor="ctr"/>
              <a:lstStyle/>
              <a:p>
                <a:pPr algn="ctr"/>
              </a:p>
            </p:txBody>
          </p:sp>
          <p:sp>
            <p:nvSpPr>
              <p:cNvPr id="710" name="Noise cell"/>
              <p:cNvSpPr/>
              <p:nvPr/>
            </p:nvSpPr>
            <p:spPr>
              <a:xfrm>
                <a:off x="10365512" y="7370064"/>
                <a:ext cx="18770" cy="18928"/>
              </a:xfrm>
              <a:prstGeom prst="rect">
                <a:avLst/>
              </a:prstGeom>
              <a:solidFill>
                <a:srgbClr val="A4A4A4"/>
              </a:solidFill>
              <a:ln>
                <a:noFill/>
              </a:ln>
              <a:effectLst/>
            </p:spPr>
            <p:txBody>
              <a:bodyPr rtlCol="0" anchor="ctr"/>
              <a:lstStyle/>
              <a:p>
                <a:pPr algn="ctr"/>
              </a:p>
            </p:txBody>
          </p:sp>
          <p:sp>
            <p:nvSpPr>
              <p:cNvPr id="711" name="Noise cell"/>
              <p:cNvSpPr/>
              <p:nvPr/>
            </p:nvSpPr>
            <p:spPr>
              <a:xfrm>
                <a:off x="10383643" y="7370064"/>
                <a:ext cx="18770" cy="18928"/>
              </a:xfrm>
              <a:prstGeom prst="rect">
                <a:avLst/>
              </a:prstGeom>
              <a:solidFill>
                <a:srgbClr val="868686"/>
              </a:solidFill>
              <a:ln>
                <a:noFill/>
              </a:ln>
              <a:effectLst/>
            </p:spPr>
            <p:txBody>
              <a:bodyPr rtlCol="0" anchor="ctr"/>
              <a:lstStyle/>
              <a:p>
                <a:pPr algn="ctr"/>
              </a:p>
            </p:txBody>
          </p:sp>
          <p:sp>
            <p:nvSpPr>
              <p:cNvPr id="712" name="Noise cell"/>
              <p:cNvSpPr/>
              <p:nvPr/>
            </p:nvSpPr>
            <p:spPr>
              <a:xfrm>
                <a:off x="10401773" y="7370064"/>
                <a:ext cx="18770" cy="18928"/>
              </a:xfrm>
              <a:prstGeom prst="rect">
                <a:avLst/>
              </a:prstGeom>
              <a:solidFill>
                <a:srgbClr val="969696"/>
              </a:solidFill>
              <a:ln>
                <a:noFill/>
              </a:ln>
              <a:effectLst/>
            </p:spPr>
            <p:txBody>
              <a:bodyPr rtlCol="0" anchor="ctr"/>
              <a:lstStyle/>
              <a:p>
                <a:pPr algn="ctr"/>
              </a:p>
            </p:txBody>
          </p:sp>
          <p:sp>
            <p:nvSpPr>
              <p:cNvPr id="713" name="Noise cell"/>
              <p:cNvSpPr/>
              <p:nvPr/>
            </p:nvSpPr>
            <p:spPr>
              <a:xfrm>
                <a:off x="10419903" y="7370064"/>
                <a:ext cx="18770" cy="18928"/>
              </a:xfrm>
              <a:prstGeom prst="rect">
                <a:avLst/>
              </a:prstGeom>
              <a:solidFill>
                <a:srgbClr val="717171"/>
              </a:solidFill>
              <a:ln>
                <a:noFill/>
              </a:ln>
              <a:effectLst/>
            </p:spPr>
            <p:txBody>
              <a:bodyPr rtlCol="0" anchor="ctr"/>
              <a:lstStyle/>
              <a:p>
                <a:pPr algn="ctr"/>
              </a:p>
            </p:txBody>
          </p:sp>
          <p:sp>
            <p:nvSpPr>
              <p:cNvPr id="714" name="Noise cell"/>
              <p:cNvSpPr/>
              <p:nvPr/>
            </p:nvSpPr>
            <p:spPr>
              <a:xfrm>
                <a:off x="10438034" y="7370064"/>
                <a:ext cx="18770" cy="18928"/>
              </a:xfrm>
              <a:prstGeom prst="rect">
                <a:avLst/>
              </a:prstGeom>
              <a:solidFill>
                <a:srgbClr val="898989"/>
              </a:solidFill>
              <a:ln>
                <a:noFill/>
              </a:ln>
              <a:effectLst/>
            </p:spPr>
            <p:txBody>
              <a:bodyPr rtlCol="0" anchor="ctr"/>
              <a:lstStyle/>
              <a:p>
                <a:pPr algn="ctr"/>
              </a:p>
            </p:txBody>
          </p:sp>
          <p:sp>
            <p:nvSpPr>
              <p:cNvPr id="715" name="Noise cell"/>
              <p:cNvSpPr/>
              <p:nvPr/>
            </p:nvSpPr>
            <p:spPr>
              <a:xfrm>
                <a:off x="10456164" y="7370064"/>
                <a:ext cx="18770" cy="18928"/>
              </a:xfrm>
              <a:prstGeom prst="rect">
                <a:avLst/>
              </a:prstGeom>
              <a:solidFill>
                <a:srgbClr val="969696"/>
              </a:solidFill>
              <a:ln>
                <a:noFill/>
              </a:ln>
              <a:effectLst/>
            </p:spPr>
            <p:txBody>
              <a:bodyPr rtlCol="0" anchor="ctr"/>
              <a:lstStyle/>
              <a:p>
                <a:pPr algn="ctr"/>
              </a:p>
            </p:txBody>
          </p:sp>
          <p:sp>
            <p:nvSpPr>
              <p:cNvPr id="716" name="Noise cell"/>
              <p:cNvSpPr/>
              <p:nvPr/>
            </p:nvSpPr>
            <p:spPr>
              <a:xfrm>
                <a:off x="10474294" y="7370064"/>
                <a:ext cx="18770" cy="18928"/>
              </a:xfrm>
              <a:prstGeom prst="rect">
                <a:avLst/>
              </a:prstGeom>
              <a:solidFill>
                <a:srgbClr val="7C7C7C"/>
              </a:solidFill>
              <a:ln>
                <a:noFill/>
              </a:ln>
              <a:effectLst/>
            </p:spPr>
            <p:txBody>
              <a:bodyPr rtlCol="0" anchor="ctr"/>
              <a:lstStyle/>
              <a:p>
                <a:pPr algn="ctr"/>
              </a:p>
            </p:txBody>
          </p:sp>
          <p:sp>
            <p:nvSpPr>
              <p:cNvPr id="717" name="Noise cell"/>
              <p:cNvSpPr/>
              <p:nvPr/>
            </p:nvSpPr>
            <p:spPr>
              <a:xfrm>
                <a:off x="10492425" y="7370064"/>
                <a:ext cx="18770" cy="18928"/>
              </a:xfrm>
              <a:prstGeom prst="rect">
                <a:avLst/>
              </a:prstGeom>
              <a:solidFill>
                <a:srgbClr val="878787"/>
              </a:solidFill>
              <a:ln>
                <a:noFill/>
              </a:ln>
              <a:effectLst/>
            </p:spPr>
            <p:txBody>
              <a:bodyPr rtlCol="0" anchor="ctr"/>
              <a:lstStyle/>
              <a:p>
                <a:pPr algn="ctr"/>
              </a:p>
            </p:txBody>
          </p:sp>
          <p:sp>
            <p:nvSpPr>
              <p:cNvPr id="718" name="Noise cell"/>
              <p:cNvSpPr/>
              <p:nvPr/>
            </p:nvSpPr>
            <p:spPr>
              <a:xfrm>
                <a:off x="10510555" y="7370064"/>
                <a:ext cx="18770" cy="18928"/>
              </a:xfrm>
              <a:prstGeom prst="rect">
                <a:avLst/>
              </a:prstGeom>
              <a:solidFill>
                <a:srgbClr val="8A8A8A"/>
              </a:solidFill>
              <a:ln>
                <a:noFill/>
              </a:ln>
              <a:effectLst/>
            </p:spPr>
            <p:txBody>
              <a:bodyPr rtlCol="0" anchor="ctr"/>
              <a:lstStyle/>
              <a:p>
                <a:pPr algn="ctr"/>
              </a:p>
            </p:txBody>
          </p:sp>
          <p:sp>
            <p:nvSpPr>
              <p:cNvPr id="719" name="Noise cell"/>
              <p:cNvSpPr/>
              <p:nvPr/>
            </p:nvSpPr>
            <p:spPr>
              <a:xfrm>
                <a:off x="10528685" y="7370064"/>
                <a:ext cx="18770" cy="18928"/>
              </a:xfrm>
              <a:prstGeom prst="rect">
                <a:avLst/>
              </a:prstGeom>
              <a:solidFill>
                <a:srgbClr val="9F9F9F"/>
              </a:solidFill>
              <a:ln>
                <a:noFill/>
              </a:ln>
              <a:effectLst/>
            </p:spPr>
            <p:txBody>
              <a:bodyPr rtlCol="0" anchor="ctr"/>
              <a:lstStyle/>
              <a:p>
                <a:pPr algn="ctr"/>
              </a:p>
            </p:txBody>
          </p:sp>
          <p:sp>
            <p:nvSpPr>
              <p:cNvPr id="720" name="Noise cell"/>
              <p:cNvSpPr/>
              <p:nvPr/>
            </p:nvSpPr>
            <p:spPr>
              <a:xfrm>
                <a:off x="10546816" y="7370064"/>
                <a:ext cx="18770" cy="18928"/>
              </a:xfrm>
              <a:prstGeom prst="rect">
                <a:avLst/>
              </a:prstGeom>
              <a:solidFill>
                <a:srgbClr val="757575"/>
              </a:solidFill>
              <a:ln>
                <a:noFill/>
              </a:ln>
              <a:effectLst/>
            </p:spPr>
            <p:txBody>
              <a:bodyPr rtlCol="0" anchor="ctr"/>
              <a:lstStyle/>
              <a:p>
                <a:pPr algn="ctr"/>
              </a:p>
            </p:txBody>
          </p:sp>
          <p:sp>
            <p:nvSpPr>
              <p:cNvPr id="721" name="Noise cell"/>
              <p:cNvSpPr/>
              <p:nvPr/>
            </p:nvSpPr>
            <p:spPr>
              <a:xfrm>
                <a:off x="10564946" y="7370064"/>
                <a:ext cx="18770" cy="18928"/>
              </a:xfrm>
              <a:prstGeom prst="rect">
                <a:avLst/>
              </a:prstGeom>
              <a:solidFill>
                <a:srgbClr val="787878"/>
              </a:solidFill>
              <a:ln>
                <a:noFill/>
              </a:ln>
              <a:effectLst/>
            </p:spPr>
            <p:txBody>
              <a:bodyPr rtlCol="0" anchor="ctr"/>
              <a:lstStyle/>
              <a:p>
                <a:pPr algn="ctr"/>
              </a:p>
            </p:txBody>
          </p:sp>
          <p:sp>
            <p:nvSpPr>
              <p:cNvPr id="722" name="Noise cell"/>
              <p:cNvSpPr/>
              <p:nvPr/>
            </p:nvSpPr>
            <p:spPr>
              <a:xfrm>
                <a:off x="10583076" y="7370064"/>
                <a:ext cx="18770" cy="18928"/>
              </a:xfrm>
              <a:prstGeom prst="rect">
                <a:avLst/>
              </a:prstGeom>
              <a:solidFill>
                <a:srgbClr val="909090"/>
              </a:solidFill>
              <a:ln>
                <a:noFill/>
              </a:ln>
              <a:effectLst/>
            </p:spPr>
            <p:txBody>
              <a:bodyPr rtlCol="0" anchor="ctr"/>
              <a:lstStyle/>
              <a:p>
                <a:pPr algn="ctr"/>
              </a:p>
            </p:txBody>
          </p:sp>
          <p:sp>
            <p:nvSpPr>
              <p:cNvPr id="723" name="Noise cell"/>
              <p:cNvSpPr/>
              <p:nvPr/>
            </p:nvSpPr>
            <p:spPr>
              <a:xfrm>
                <a:off x="10601207" y="7370064"/>
                <a:ext cx="18770" cy="18928"/>
              </a:xfrm>
              <a:prstGeom prst="rect">
                <a:avLst/>
              </a:prstGeom>
              <a:solidFill>
                <a:srgbClr val="929292"/>
              </a:solidFill>
              <a:ln>
                <a:noFill/>
              </a:ln>
              <a:effectLst/>
            </p:spPr>
            <p:txBody>
              <a:bodyPr rtlCol="0" anchor="ctr"/>
              <a:lstStyle/>
              <a:p>
                <a:pPr algn="ctr"/>
              </a:p>
            </p:txBody>
          </p:sp>
          <p:sp>
            <p:nvSpPr>
              <p:cNvPr id="724" name="Noise cell"/>
              <p:cNvSpPr/>
              <p:nvPr/>
            </p:nvSpPr>
            <p:spPr>
              <a:xfrm>
                <a:off x="10619337" y="7370064"/>
                <a:ext cx="18770" cy="18928"/>
              </a:xfrm>
              <a:prstGeom prst="rect">
                <a:avLst/>
              </a:prstGeom>
              <a:solidFill>
                <a:srgbClr val="8B8B8B"/>
              </a:solidFill>
              <a:ln>
                <a:noFill/>
              </a:ln>
              <a:effectLst/>
            </p:spPr>
            <p:txBody>
              <a:bodyPr rtlCol="0" anchor="ctr"/>
              <a:lstStyle/>
              <a:p>
                <a:pPr algn="ctr"/>
              </a:p>
            </p:txBody>
          </p:sp>
          <p:sp>
            <p:nvSpPr>
              <p:cNvPr id="725" name="Noise cell"/>
              <p:cNvSpPr/>
              <p:nvPr/>
            </p:nvSpPr>
            <p:spPr>
              <a:xfrm>
                <a:off x="10637467" y="7370064"/>
                <a:ext cx="18770" cy="18928"/>
              </a:xfrm>
              <a:prstGeom prst="rect">
                <a:avLst/>
              </a:prstGeom>
              <a:solidFill>
                <a:srgbClr val="7E7E7E"/>
              </a:solidFill>
              <a:ln>
                <a:noFill/>
              </a:ln>
              <a:effectLst/>
            </p:spPr>
            <p:txBody>
              <a:bodyPr rtlCol="0" anchor="ctr"/>
              <a:lstStyle/>
              <a:p>
                <a:pPr algn="ctr"/>
              </a:p>
            </p:txBody>
          </p:sp>
          <p:sp>
            <p:nvSpPr>
              <p:cNvPr id="726" name="Noise cell"/>
              <p:cNvSpPr/>
              <p:nvPr/>
            </p:nvSpPr>
            <p:spPr>
              <a:xfrm>
                <a:off x="10655598" y="7370064"/>
                <a:ext cx="18770" cy="18928"/>
              </a:xfrm>
              <a:prstGeom prst="rect">
                <a:avLst/>
              </a:prstGeom>
              <a:solidFill>
                <a:srgbClr val="878787"/>
              </a:solidFill>
              <a:ln>
                <a:noFill/>
              </a:ln>
              <a:effectLst/>
            </p:spPr>
            <p:txBody>
              <a:bodyPr rtlCol="0" anchor="ctr"/>
              <a:lstStyle/>
              <a:p>
                <a:pPr algn="ctr"/>
              </a:p>
            </p:txBody>
          </p:sp>
          <p:sp>
            <p:nvSpPr>
              <p:cNvPr id="727" name="Noise cell"/>
              <p:cNvSpPr/>
              <p:nvPr/>
            </p:nvSpPr>
            <p:spPr>
              <a:xfrm>
                <a:off x="10673728" y="7370064"/>
                <a:ext cx="18770" cy="18928"/>
              </a:xfrm>
              <a:prstGeom prst="rect">
                <a:avLst/>
              </a:prstGeom>
              <a:solidFill>
                <a:srgbClr val="A4A4A4"/>
              </a:solidFill>
              <a:ln>
                <a:noFill/>
              </a:ln>
              <a:effectLst/>
            </p:spPr>
            <p:txBody>
              <a:bodyPr rtlCol="0" anchor="ctr"/>
              <a:lstStyle/>
              <a:p>
                <a:pPr algn="ctr"/>
              </a:p>
            </p:txBody>
          </p:sp>
          <p:sp>
            <p:nvSpPr>
              <p:cNvPr id="728" name="Noise cell"/>
              <p:cNvSpPr/>
              <p:nvPr/>
            </p:nvSpPr>
            <p:spPr>
              <a:xfrm>
                <a:off x="10691858" y="7370064"/>
                <a:ext cx="18770" cy="18928"/>
              </a:xfrm>
              <a:prstGeom prst="rect">
                <a:avLst/>
              </a:prstGeom>
              <a:solidFill>
                <a:srgbClr val="818181"/>
              </a:solidFill>
              <a:ln>
                <a:noFill/>
              </a:ln>
              <a:effectLst/>
            </p:spPr>
            <p:txBody>
              <a:bodyPr rtlCol="0" anchor="ctr"/>
              <a:lstStyle/>
              <a:p>
                <a:pPr algn="ctr"/>
              </a:p>
            </p:txBody>
          </p:sp>
          <p:sp>
            <p:nvSpPr>
              <p:cNvPr id="729" name="Noise cell"/>
              <p:cNvSpPr/>
              <p:nvPr/>
            </p:nvSpPr>
            <p:spPr>
              <a:xfrm>
                <a:off x="10709989" y="7370064"/>
                <a:ext cx="18770" cy="18928"/>
              </a:xfrm>
              <a:prstGeom prst="rect">
                <a:avLst/>
              </a:prstGeom>
              <a:solidFill>
                <a:srgbClr val="939393"/>
              </a:solidFill>
              <a:ln>
                <a:noFill/>
              </a:ln>
              <a:effectLst/>
            </p:spPr>
            <p:txBody>
              <a:bodyPr rtlCol="0" anchor="ctr"/>
              <a:lstStyle/>
              <a:p>
                <a:pPr algn="ctr"/>
              </a:p>
            </p:txBody>
          </p:sp>
          <p:sp>
            <p:nvSpPr>
              <p:cNvPr id="730" name="Noise cell"/>
              <p:cNvSpPr/>
              <p:nvPr/>
            </p:nvSpPr>
            <p:spPr>
              <a:xfrm>
                <a:off x="10728119" y="7370064"/>
                <a:ext cx="18770" cy="18928"/>
              </a:xfrm>
              <a:prstGeom prst="rect">
                <a:avLst/>
              </a:prstGeom>
              <a:solidFill>
                <a:srgbClr val="979797"/>
              </a:solidFill>
              <a:ln>
                <a:noFill/>
              </a:ln>
              <a:effectLst/>
            </p:spPr>
            <p:txBody>
              <a:bodyPr rtlCol="0" anchor="ctr"/>
              <a:lstStyle/>
              <a:p>
                <a:pPr algn="ctr"/>
              </a:p>
            </p:txBody>
          </p:sp>
          <p:sp>
            <p:nvSpPr>
              <p:cNvPr id="731" name="Noise cell"/>
              <p:cNvSpPr/>
              <p:nvPr/>
            </p:nvSpPr>
            <p:spPr>
              <a:xfrm>
                <a:off x="10746250" y="7370064"/>
                <a:ext cx="18770" cy="18928"/>
              </a:xfrm>
              <a:prstGeom prst="rect">
                <a:avLst/>
              </a:prstGeom>
              <a:solidFill>
                <a:srgbClr val="787878"/>
              </a:solidFill>
              <a:ln>
                <a:noFill/>
              </a:ln>
              <a:effectLst/>
            </p:spPr>
            <p:txBody>
              <a:bodyPr rtlCol="0" anchor="ctr"/>
              <a:lstStyle/>
              <a:p>
                <a:pPr algn="ctr"/>
              </a:p>
            </p:txBody>
          </p:sp>
          <p:sp>
            <p:nvSpPr>
              <p:cNvPr id="732" name="Noise cell"/>
              <p:cNvSpPr/>
              <p:nvPr/>
            </p:nvSpPr>
            <p:spPr>
              <a:xfrm>
                <a:off x="10764380" y="7370064"/>
                <a:ext cx="18770" cy="18928"/>
              </a:xfrm>
              <a:prstGeom prst="rect">
                <a:avLst/>
              </a:prstGeom>
              <a:solidFill>
                <a:srgbClr val="7F7F7F"/>
              </a:solidFill>
              <a:ln>
                <a:noFill/>
              </a:ln>
              <a:effectLst/>
            </p:spPr>
            <p:txBody>
              <a:bodyPr rtlCol="0" anchor="ctr"/>
              <a:lstStyle/>
              <a:p>
                <a:pPr algn="ctr"/>
              </a:p>
            </p:txBody>
          </p:sp>
          <p:sp>
            <p:nvSpPr>
              <p:cNvPr id="733" name="Noise cell"/>
              <p:cNvSpPr/>
              <p:nvPr/>
            </p:nvSpPr>
            <p:spPr>
              <a:xfrm>
                <a:off x="10782510" y="7370064"/>
                <a:ext cx="18770" cy="18928"/>
              </a:xfrm>
              <a:prstGeom prst="rect">
                <a:avLst/>
              </a:prstGeom>
              <a:solidFill>
                <a:srgbClr val="8F8F8F"/>
              </a:solidFill>
              <a:ln>
                <a:noFill/>
              </a:ln>
              <a:effectLst/>
            </p:spPr>
            <p:txBody>
              <a:bodyPr rtlCol="0" anchor="ctr"/>
              <a:lstStyle/>
              <a:p>
                <a:pPr algn="ctr"/>
              </a:p>
            </p:txBody>
          </p:sp>
          <p:sp>
            <p:nvSpPr>
              <p:cNvPr id="734" name="Noise cell"/>
              <p:cNvSpPr/>
              <p:nvPr/>
            </p:nvSpPr>
            <p:spPr>
              <a:xfrm>
                <a:off x="10800641" y="7370064"/>
                <a:ext cx="18770" cy="18928"/>
              </a:xfrm>
              <a:prstGeom prst="rect">
                <a:avLst/>
              </a:prstGeom>
              <a:solidFill>
                <a:srgbClr val="848484"/>
              </a:solidFill>
              <a:ln>
                <a:noFill/>
              </a:ln>
              <a:effectLst/>
            </p:spPr>
            <p:txBody>
              <a:bodyPr rtlCol="0" anchor="ctr"/>
              <a:lstStyle/>
              <a:p>
                <a:pPr algn="ctr"/>
              </a:p>
            </p:txBody>
          </p:sp>
          <p:sp>
            <p:nvSpPr>
              <p:cNvPr id="735" name="Noise cell"/>
              <p:cNvSpPr/>
              <p:nvPr/>
            </p:nvSpPr>
            <p:spPr>
              <a:xfrm>
                <a:off x="10818771" y="7370064"/>
                <a:ext cx="18770" cy="18928"/>
              </a:xfrm>
              <a:prstGeom prst="rect">
                <a:avLst/>
              </a:prstGeom>
              <a:solidFill>
                <a:srgbClr val="888888"/>
              </a:solidFill>
              <a:ln>
                <a:noFill/>
              </a:ln>
              <a:effectLst/>
            </p:spPr>
            <p:txBody>
              <a:bodyPr rtlCol="0" anchor="ctr"/>
              <a:lstStyle/>
              <a:p>
                <a:pPr algn="ctr"/>
              </a:p>
            </p:txBody>
          </p:sp>
          <p:sp>
            <p:nvSpPr>
              <p:cNvPr id="736" name="Noise cell"/>
              <p:cNvSpPr/>
              <p:nvPr/>
            </p:nvSpPr>
            <p:spPr>
              <a:xfrm>
                <a:off x="10836901" y="7370064"/>
                <a:ext cx="18770" cy="18928"/>
              </a:xfrm>
              <a:prstGeom prst="rect">
                <a:avLst/>
              </a:prstGeom>
              <a:solidFill>
                <a:srgbClr val="7C7C7C"/>
              </a:solidFill>
              <a:ln>
                <a:noFill/>
              </a:ln>
              <a:effectLst/>
            </p:spPr>
            <p:txBody>
              <a:bodyPr rtlCol="0" anchor="ctr"/>
              <a:lstStyle/>
              <a:p>
                <a:pPr algn="ctr"/>
              </a:p>
            </p:txBody>
          </p:sp>
          <p:sp>
            <p:nvSpPr>
              <p:cNvPr id="737" name="Noise cell"/>
              <p:cNvSpPr/>
              <p:nvPr/>
            </p:nvSpPr>
            <p:spPr>
              <a:xfrm>
                <a:off x="10855032" y="7370064"/>
                <a:ext cx="18770" cy="18928"/>
              </a:xfrm>
              <a:prstGeom prst="rect">
                <a:avLst/>
              </a:prstGeom>
              <a:solidFill>
                <a:srgbClr val="828282"/>
              </a:solidFill>
              <a:ln>
                <a:noFill/>
              </a:ln>
              <a:effectLst/>
            </p:spPr>
            <p:txBody>
              <a:bodyPr rtlCol="0" anchor="ctr"/>
              <a:lstStyle/>
              <a:p>
                <a:pPr algn="ctr"/>
              </a:p>
            </p:txBody>
          </p:sp>
          <p:sp>
            <p:nvSpPr>
              <p:cNvPr id="738" name="Noise cell"/>
              <p:cNvSpPr/>
              <p:nvPr/>
            </p:nvSpPr>
            <p:spPr>
              <a:xfrm>
                <a:off x="10873162" y="7370064"/>
                <a:ext cx="18770" cy="18928"/>
              </a:xfrm>
              <a:prstGeom prst="rect">
                <a:avLst/>
              </a:prstGeom>
              <a:solidFill>
                <a:srgbClr val="828282"/>
              </a:solidFill>
              <a:ln>
                <a:noFill/>
              </a:ln>
              <a:effectLst/>
            </p:spPr>
            <p:txBody>
              <a:bodyPr rtlCol="0" anchor="ctr"/>
              <a:lstStyle/>
              <a:p>
                <a:pPr algn="ctr"/>
              </a:p>
            </p:txBody>
          </p:sp>
          <p:sp>
            <p:nvSpPr>
              <p:cNvPr id="739" name="Noise cell"/>
              <p:cNvSpPr/>
              <p:nvPr/>
            </p:nvSpPr>
            <p:spPr>
              <a:xfrm>
                <a:off x="10891292" y="7370064"/>
                <a:ext cx="18770" cy="18928"/>
              </a:xfrm>
              <a:prstGeom prst="rect">
                <a:avLst/>
              </a:prstGeom>
              <a:solidFill>
                <a:srgbClr val="9E9E9E"/>
              </a:solidFill>
              <a:ln>
                <a:noFill/>
              </a:ln>
              <a:effectLst/>
            </p:spPr>
            <p:txBody>
              <a:bodyPr rtlCol="0" anchor="ctr"/>
              <a:lstStyle/>
              <a:p>
                <a:pPr algn="ctr"/>
              </a:p>
            </p:txBody>
          </p:sp>
          <p:sp>
            <p:nvSpPr>
              <p:cNvPr id="740" name="Noise cell"/>
              <p:cNvSpPr/>
              <p:nvPr/>
            </p:nvSpPr>
            <p:spPr>
              <a:xfrm>
                <a:off x="10909423" y="7370064"/>
                <a:ext cx="18770" cy="18928"/>
              </a:xfrm>
              <a:prstGeom prst="rect">
                <a:avLst/>
              </a:prstGeom>
              <a:solidFill>
                <a:srgbClr val="888888"/>
              </a:solidFill>
              <a:ln>
                <a:noFill/>
              </a:ln>
              <a:effectLst/>
            </p:spPr>
            <p:txBody>
              <a:bodyPr rtlCol="0" anchor="ctr"/>
              <a:lstStyle/>
              <a:p>
                <a:pPr algn="ctr"/>
              </a:p>
            </p:txBody>
          </p:sp>
          <p:sp>
            <p:nvSpPr>
              <p:cNvPr id="741" name="Noise cell"/>
              <p:cNvSpPr/>
              <p:nvPr/>
            </p:nvSpPr>
            <p:spPr>
              <a:xfrm>
                <a:off x="10927553" y="7370064"/>
                <a:ext cx="18770" cy="18928"/>
              </a:xfrm>
              <a:prstGeom prst="rect">
                <a:avLst/>
              </a:prstGeom>
              <a:solidFill>
                <a:srgbClr val="878787"/>
              </a:solidFill>
              <a:ln>
                <a:noFill/>
              </a:ln>
              <a:effectLst/>
            </p:spPr>
            <p:txBody>
              <a:bodyPr rtlCol="0" anchor="ctr"/>
              <a:lstStyle/>
              <a:p>
                <a:pPr algn="ctr"/>
              </a:p>
            </p:txBody>
          </p:sp>
          <p:sp>
            <p:nvSpPr>
              <p:cNvPr id="742" name="Noise cell"/>
              <p:cNvSpPr/>
              <p:nvPr/>
            </p:nvSpPr>
            <p:spPr>
              <a:xfrm>
                <a:off x="10945683" y="7370064"/>
                <a:ext cx="18770" cy="18928"/>
              </a:xfrm>
              <a:prstGeom prst="rect">
                <a:avLst/>
              </a:prstGeom>
              <a:solidFill>
                <a:srgbClr val="969696"/>
              </a:solidFill>
              <a:ln>
                <a:noFill/>
              </a:ln>
              <a:effectLst/>
            </p:spPr>
            <p:txBody>
              <a:bodyPr rtlCol="0" anchor="ctr"/>
              <a:lstStyle/>
              <a:p>
                <a:pPr algn="ctr"/>
              </a:p>
            </p:txBody>
          </p:sp>
          <p:sp>
            <p:nvSpPr>
              <p:cNvPr id="743" name="Noise cell"/>
              <p:cNvSpPr/>
              <p:nvPr/>
            </p:nvSpPr>
            <p:spPr>
              <a:xfrm>
                <a:off x="10963814" y="7370064"/>
                <a:ext cx="18770" cy="18928"/>
              </a:xfrm>
              <a:prstGeom prst="rect">
                <a:avLst/>
              </a:prstGeom>
              <a:solidFill>
                <a:srgbClr val="8A8A8A"/>
              </a:solidFill>
              <a:ln>
                <a:noFill/>
              </a:ln>
              <a:effectLst/>
            </p:spPr>
            <p:txBody>
              <a:bodyPr rtlCol="0" anchor="ctr"/>
              <a:lstStyle/>
              <a:p>
                <a:pPr algn="ctr"/>
              </a:p>
            </p:txBody>
          </p:sp>
          <p:sp>
            <p:nvSpPr>
              <p:cNvPr id="744" name="Noise cell"/>
              <p:cNvSpPr/>
              <p:nvPr/>
            </p:nvSpPr>
            <p:spPr>
              <a:xfrm>
                <a:off x="9930384" y="7388352"/>
                <a:ext cx="18770" cy="18928"/>
              </a:xfrm>
              <a:prstGeom prst="rect">
                <a:avLst/>
              </a:prstGeom>
              <a:solidFill>
                <a:srgbClr val="848484"/>
              </a:solidFill>
              <a:ln>
                <a:noFill/>
              </a:ln>
              <a:effectLst/>
            </p:spPr>
            <p:txBody>
              <a:bodyPr rtlCol="0" anchor="ctr"/>
              <a:lstStyle/>
              <a:p>
                <a:pPr algn="ctr"/>
              </a:p>
            </p:txBody>
          </p:sp>
          <p:sp>
            <p:nvSpPr>
              <p:cNvPr id="745" name="Noise cell"/>
              <p:cNvSpPr/>
              <p:nvPr/>
            </p:nvSpPr>
            <p:spPr>
              <a:xfrm>
                <a:off x="9948514" y="7388352"/>
                <a:ext cx="18770" cy="18928"/>
              </a:xfrm>
              <a:prstGeom prst="rect">
                <a:avLst/>
              </a:prstGeom>
              <a:solidFill>
                <a:srgbClr val="8F8F8F"/>
              </a:solidFill>
              <a:ln>
                <a:noFill/>
              </a:ln>
              <a:effectLst/>
            </p:spPr>
            <p:txBody>
              <a:bodyPr rtlCol="0" anchor="ctr"/>
              <a:lstStyle/>
              <a:p>
                <a:pPr algn="ctr"/>
              </a:p>
            </p:txBody>
          </p:sp>
          <p:sp>
            <p:nvSpPr>
              <p:cNvPr id="746" name="Noise cell"/>
              <p:cNvSpPr/>
              <p:nvPr/>
            </p:nvSpPr>
            <p:spPr>
              <a:xfrm>
                <a:off x="9966645" y="7388352"/>
                <a:ext cx="18770" cy="18928"/>
              </a:xfrm>
              <a:prstGeom prst="rect">
                <a:avLst/>
              </a:prstGeom>
              <a:solidFill>
                <a:srgbClr val="6D6D6D"/>
              </a:solidFill>
              <a:ln>
                <a:noFill/>
              </a:ln>
              <a:effectLst/>
            </p:spPr>
            <p:txBody>
              <a:bodyPr rtlCol="0" anchor="ctr"/>
              <a:lstStyle/>
              <a:p>
                <a:pPr algn="ctr"/>
              </a:p>
            </p:txBody>
          </p:sp>
          <p:sp>
            <p:nvSpPr>
              <p:cNvPr id="747" name="Noise cell"/>
              <p:cNvSpPr/>
              <p:nvPr/>
            </p:nvSpPr>
            <p:spPr>
              <a:xfrm>
                <a:off x="9984775" y="7388352"/>
                <a:ext cx="18770" cy="18928"/>
              </a:xfrm>
              <a:prstGeom prst="rect">
                <a:avLst/>
              </a:prstGeom>
              <a:solidFill>
                <a:srgbClr val="818181"/>
              </a:solidFill>
              <a:ln>
                <a:noFill/>
              </a:ln>
              <a:effectLst/>
            </p:spPr>
            <p:txBody>
              <a:bodyPr rtlCol="0" anchor="ctr"/>
              <a:lstStyle/>
              <a:p>
                <a:pPr algn="ctr"/>
              </a:p>
            </p:txBody>
          </p:sp>
          <p:sp>
            <p:nvSpPr>
              <p:cNvPr id="748" name="Noise cell"/>
              <p:cNvSpPr/>
              <p:nvPr/>
            </p:nvSpPr>
            <p:spPr>
              <a:xfrm>
                <a:off x="10002905" y="7388352"/>
                <a:ext cx="18770" cy="18928"/>
              </a:xfrm>
              <a:prstGeom prst="rect">
                <a:avLst/>
              </a:prstGeom>
              <a:solidFill>
                <a:srgbClr val="888888"/>
              </a:solidFill>
              <a:ln>
                <a:noFill/>
              </a:ln>
              <a:effectLst/>
            </p:spPr>
            <p:txBody>
              <a:bodyPr rtlCol="0" anchor="ctr"/>
              <a:lstStyle/>
              <a:p>
                <a:pPr algn="ctr"/>
              </a:p>
            </p:txBody>
          </p:sp>
          <p:sp>
            <p:nvSpPr>
              <p:cNvPr id="749" name="Noise cell"/>
              <p:cNvSpPr/>
              <p:nvPr/>
            </p:nvSpPr>
            <p:spPr>
              <a:xfrm>
                <a:off x="10021036" y="7388352"/>
                <a:ext cx="18770" cy="18928"/>
              </a:xfrm>
              <a:prstGeom prst="rect">
                <a:avLst/>
              </a:prstGeom>
              <a:solidFill>
                <a:srgbClr val="838383"/>
              </a:solidFill>
              <a:ln>
                <a:noFill/>
              </a:ln>
              <a:effectLst/>
            </p:spPr>
            <p:txBody>
              <a:bodyPr rtlCol="0" anchor="ctr"/>
              <a:lstStyle/>
              <a:p>
                <a:pPr algn="ctr"/>
              </a:p>
            </p:txBody>
          </p:sp>
          <p:sp>
            <p:nvSpPr>
              <p:cNvPr id="750" name="Noise cell"/>
              <p:cNvSpPr/>
              <p:nvPr/>
            </p:nvSpPr>
            <p:spPr>
              <a:xfrm>
                <a:off x="10039166" y="7388352"/>
                <a:ext cx="18770" cy="18928"/>
              </a:xfrm>
              <a:prstGeom prst="rect">
                <a:avLst/>
              </a:prstGeom>
              <a:solidFill>
                <a:srgbClr val="828282"/>
              </a:solidFill>
              <a:ln>
                <a:noFill/>
              </a:ln>
              <a:effectLst/>
            </p:spPr>
            <p:txBody>
              <a:bodyPr rtlCol="0" anchor="ctr"/>
              <a:lstStyle/>
              <a:p>
                <a:pPr algn="ctr"/>
              </a:p>
            </p:txBody>
          </p:sp>
          <p:sp>
            <p:nvSpPr>
              <p:cNvPr id="751" name="Noise cell"/>
              <p:cNvSpPr/>
              <p:nvPr/>
            </p:nvSpPr>
            <p:spPr>
              <a:xfrm>
                <a:off x="10057296" y="7388352"/>
                <a:ext cx="18770" cy="18928"/>
              </a:xfrm>
              <a:prstGeom prst="rect">
                <a:avLst/>
              </a:prstGeom>
              <a:solidFill>
                <a:srgbClr val="868686"/>
              </a:solidFill>
              <a:ln>
                <a:noFill/>
              </a:ln>
              <a:effectLst/>
            </p:spPr>
            <p:txBody>
              <a:bodyPr rtlCol="0" anchor="ctr"/>
              <a:lstStyle/>
              <a:p>
                <a:pPr algn="ctr"/>
              </a:p>
            </p:txBody>
          </p:sp>
          <p:sp>
            <p:nvSpPr>
              <p:cNvPr id="752" name="Noise cell"/>
              <p:cNvSpPr/>
              <p:nvPr/>
            </p:nvSpPr>
            <p:spPr>
              <a:xfrm>
                <a:off x="10075427" y="7388352"/>
                <a:ext cx="18770" cy="18928"/>
              </a:xfrm>
              <a:prstGeom prst="rect">
                <a:avLst/>
              </a:prstGeom>
              <a:solidFill>
                <a:srgbClr val="777777"/>
              </a:solidFill>
              <a:ln>
                <a:noFill/>
              </a:ln>
              <a:effectLst/>
            </p:spPr>
            <p:txBody>
              <a:bodyPr rtlCol="0" anchor="ctr"/>
              <a:lstStyle/>
              <a:p>
                <a:pPr algn="ctr"/>
              </a:p>
            </p:txBody>
          </p:sp>
          <p:sp>
            <p:nvSpPr>
              <p:cNvPr id="753" name="Noise cell"/>
              <p:cNvSpPr/>
              <p:nvPr/>
            </p:nvSpPr>
            <p:spPr>
              <a:xfrm>
                <a:off x="10093557" y="7388352"/>
                <a:ext cx="18770" cy="18928"/>
              </a:xfrm>
              <a:prstGeom prst="rect">
                <a:avLst/>
              </a:prstGeom>
              <a:solidFill>
                <a:srgbClr val="949494"/>
              </a:solidFill>
              <a:ln>
                <a:noFill/>
              </a:ln>
              <a:effectLst/>
            </p:spPr>
            <p:txBody>
              <a:bodyPr rtlCol="0" anchor="ctr"/>
              <a:lstStyle/>
              <a:p>
                <a:pPr algn="ctr"/>
              </a:p>
            </p:txBody>
          </p:sp>
          <p:sp>
            <p:nvSpPr>
              <p:cNvPr id="754" name="Noise cell"/>
              <p:cNvSpPr/>
              <p:nvPr/>
            </p:nvSpPr>
            <p:spPr>
              <a:xfrm>
                <a:off x="10111687" y="7388352"/>
                <a:ext cx="18770" cy="18928"/>
              </a:xfrm>
              <a:prstGeom prst="rect">
                <a:avLst/>
              </a:prstGeom>
              <a:solidFill>
                <a:srgbClr val="7C7C7C"/>
              </a:solidFill>
              <a:ln>
                <a:noFill/>
              </a:ln>
              <a:effectLst/>
            </p:spPr>
            <p:txBody>
              <a:bodyPr rtlCol="0" anchor="ctr"/>
              <a:lstStyle/>
              <a:p>
                <a:pPr algn="ctr"/>
              </a:p>
            </p:txBody>
          </p:sp>
          <p:sp>
            <p:nvSpPr>
              <p:cNvPr id="755" name="Noise cell"/>
              <p:cNvSpPr/>
              <p:nvPr/>
            </p:nvSpPr>
            <p:spPr>
              <a:xfrm>
                <a:off x="10129818" y="7388352"/>
                <a:ext cx="18770" cy="18928"/>
              </a:xfrm>
              <a:prstGeom prst="rect">
                <a:avLst/>
              </a:prstGeom>
              <a:solidFill>
                <a:srgbClr val="909090"/>
              </a:solidFill>
              <a:ln>
                <a:noFill/>
              </a:ln>
              <a:effectLst/>
            </p:spPr>
            <p:txBody>
              <a:bodyPr rtlCol="0" anchor="ctr"/>
              <a:lstStyle/>
              <a:p>
                <a:pPr algn="ctr"/>
              </a:p>
            </p:txBody>
          </p:sp>
          <p:sp>
            <p:nvSpPr>
              <p:cNvPr id="756" name="Noise cell"/>
              <p:cNvSpPr/>
              <p:nvPr/>
            </p:nvSpPr>
            <p:spPr>
              <a:xfrm>
                <a:off x="10147948" y="7388352"/>
                <a:ext cx="18770" cy="18928"/>
              </a:xfrm>
              <a:prstGeom prst="rect">
                <a:avLst/>
              </a:prstGeom>
              <a:solidFill>
                <a:srgbClr val="767676"/>
              </a:solidFill>
              <a:ln>
                <a:noFill/>
              </a:ln>
              <a:effectLst/>
            </p:spPr>
            <p:txBody>
              <a:bodyPr rtlCol="0" anchor="ctr"/>
              <a:lstStyle/>
              <a:p>
                <a:pPr algn="ctr"/>
              </a:p>
            </p:txBody>
          </p:sp>
          <p:sp>
            <p:nvSpPr>
              <p:cNvPr id="757" name="Noise cell"/>
              <p:cNvSpPr/>
              <p:nvPr/>
            </p:nvSpPr>
            <p:spPr>
              <a:xfrm>
                <a:off x="10166078" y="7388352"/>
                <a:ext cx="18770" cy="18928"/>
              </a:xfrm>
              <a:prstGeom prst="rect">
                <a:avLst/>
              </a:prstGeom>
              <a:solidFill>
                <a:srgbClr val="A8A8A8"/>
              </a:solidFill>
              <a:ln>
                <a:noFill/>
              </a:ln>
              <a:effectLst/>
            </p:spPr>
            <p:txBody>
              <a:bodyPr rtlCol="0" anchor="ctr"/>
              <a:lstStyle/>
              <a:p>
                <a:pPr algn="ctr"/>
              </a:p>
            </p:txBody>
          </p:sp>
          <p:sp>
            <p:nvSpPr>
              <p:cNvPr id="758" name="Noise cell"/>
              <p:cNvSpPr/>
              <p:nvPr/>
            </p:nvSpPr>
            <p:spPr>
              <a:xfrm>
                <a:off x="10184209" y="7388352"/>
                <a:ext cx="18770" cy="18928"/>
              </a:xfrm>
              <a:prstGeom prst="rect">
                <a:avLst/>
              </a:prstGeom>
              <a:solidFill>
                <a:srgbClr val="8E8E8E"/>
              </a:solidFill>
              <a:ln>
                <a:noFill/>
              </a:ln>
              <a:effectLst/>
            </p:spPr>
            <p:txBody>
              <a:bodyPr rtlCol="0" anchor="ctr"/>
              <a:lstStyle/>
              <a:p>
                <a:pPr algn="ctr"/>
              </a:p>
            </p:txBody>
          </p:sp>
          <p:sp>
            <p:nvSpPr>
              <p:cNvPr id="759" name="Noise cell"/>
              <p:cNvSpPr/>
              <p:nvPr/>
            </p:nvSpPr>
            <p:spPr>
              <a:xfrm>
                <a:off x="10202339" y="7388352"/>
                <a:ext cx="18770" cy="18928"/>
              </a:xfrm>
              <a:prstGeom prst="rect">
                <a:avLst/>
              </a:prstGeom>
              <a:solidFill>
                <a:srgbClr val="686868"/>
              </a:solidFill>
              <a:ln>
                <a:noFill/>
              </a:ln>
              <a:effectLst/>
            </p:spPr>
            <p:txBody>
              <a:bodyPr rtlCol="0" anchor="ctr"/>
              <a:lstStyle/>
              <a:p>
                <a:pPr algn="ctr"/>
              </a:p>
            </p:txBody>
          </p:sp>
          <p:sp>
            <p:nvSpPr>
              <p:cNvPr id="760" name="Noise cell"/>
              <p:cNvSpPr/>
              <p:nvPr/>
            </p:nvSpPr>
            <p:spPr>
              <a:xfrm>
                <a:off x="10220470" y="7388352"/>
                <a:ext cx="18770" cy="18928"/>
              </a:xfrm>
              <a:prstGeom prst="rect">
                <a:avLst/>
              </a:prstGeom>
              <a:solidFill>
                <a:srgbClr val="6D6D6D"/>
              </a:solidFill>
              <a:ln>
                <a:noFill/>
              </a:ln>
              <a:effectLst/>
            </p:spPr>
            <p:txBody>
              <a:bodyPr rtlCol="0" anchor="ctr"/>
              <a:lstStyle/>
              <a:p>
                <a:pPr algn="ctr"/>
              </a:p>
            </p:txBody>
          </p:sp>
          <p:sp>
            <p:nvSpPr>
              <p:cNvPr id="761" name="Noise cell"/>
              <p:cNvSpPr/>
              <p:nvPr/>
            </p:nvSpPr>
            <p:spPr>
              <a:xfrm>
                <a:off x="10238600" y="7388352"/>
                <a:ext cx="18770" cy="18928"/>
              </a:xfrm>
              <a:prstGeom prst="rect">
                <a:avLst/>
              </a:prstGeom>
              <a:solidFill>
                <a:srgbClr val="707070"/>
              </a:solidFill>
              <a:ln>
                <a:noFill/>
              </a:ln>
              <a:effectLst/>
            </p:spPr>
            <p:txBody>
              <a:bodyPr rtlCol="0" anchor="ctr"/>
              <a:lstStyle/>
              <a:p>
                <a:pPr algn="ctr"/>
              </a:p>
            </p:txBody>
          </p:sp>
          <p:sp>
            <p:nvSpPr>
              <p:cNvPr id="762" name="Noise cell"/>
              <p:cNvSpPr/>
              <p:nvPr/>
            </p:nvSpPr>
            <p:spPr>
              <a:xfrm>
                <a:off x="10256730" y="7388352"/>
                <a:ext cx="18770" cy="18928"/>
              </a:xfrm>
              <a:prstGeom prst="rect">
                <a:avLst/>
              </a:prstGeom>
              <a:solidFill>
                <a:srgbClr val="808080"/>
              </a:solidFill>
              <a:ln>
                <a:noFill/>
              </a:ln>
              <a:effectLst/>
            </p:spPr>
            <p:txBody>
              <a:bodyPr rtlCol="0" anchor="ctr"/>
              <a:lstStyle/>
              <a:p>
                <a:pPr algn="ctr"/>
              </a:p>
            </p:txBody>
          </p:sp>
          <p:sp>
            <p:nvSpPr>
              <p:cNvPr id="763" name="Noise cell"/>
              <p:cNvSpPr/>
              <p:nvPr/>
            </p:nvSpPr>
            <p:spPr>
              <a:xfrm>
                <a:off x="10274861" y="7388352"/>
                <a:ext cx="18770" cy="18928"/>
              </a:xfrm>
              <a:prstGeom prst="rect">
                <a:avLst/>
              </a:prstGeom>
              <a:solidFill>
                <a:srgbClr val="7F7F7F"/>
              </a:solidFill>
              <a:ln>
                <a:noFill/>
              </a:ln>
              <a:effectLst/>
            </p:spPr>
            <p:txBody>
              <a:bodyPr rtlCol="0" anchor="ctr"/>
              <a:lstStyle/>
              <a:p>
                <a:pPr algn="ctr"/>
              </a:p>
            </p:txBody>
          </p:sp>
          <p:sp>
            <p:nvSpPr>
              <p:cNvPr id="764" name="Noise cell"/>
              <p:cNvSpPr/>
              <p:nvPr/>
            </p:nvSpPr>
            <p:spPr>
              <a:xfrm>
                <a:off x="10292991" y="7388352"/>
                <a:ext cx="18770" cy="18928"/>
              </a:xfrm>
              <a:prstGeom prst="rect">
                <a:avLst/>
              </a:prstGeom>
              <a:solidFill>
                <a:srgbClr val="9B9B9B"/>
              </a:solidFill>
              <a:ln>
                <a:noFill/>
              </a:ln>
              <a:effectLst/>
            </p:spPr>
            <p:txBody>
              <a:bodyPr rtlCol="0" anchor="ctr"/>
              <a:lstStyle/>
              <a:p>
                <a:pPr algn="ctr"/>
              </a:p>
            </p:txBody>
          </p:sp>
          <p:sp>
            <p:nvSpPr>
              <p:cNvPr id="765" name="Noise cell"/>
              <p:cNvSpPr/>
              <p:nvPr/>
            </p:nvSpPr>
            <p:spPr>
              <a:xfrm>
                <a:off x="10311121" y="7388352"/>
                <a:ext cx="18770" cy="18928"/>
              </a:xfrm>
              <a:prstGeom prst="rect">
                <a:avLst/>
              </a:prstGeom>
              <a:solidFill>
                <a:srgbClr val="9D9D9D"/>
              </a:solidFill>
              <a:ln>
                <a:noFill/>
              </a:ln>
              <a:effectLst/>
            </p:spPr>
            <p:txBody>
              <a:bodyPr rtlCol="0" anchor="ctr"/>
              <a:lstStyle/>
              <a:p>
                <a:pPr algn="ctr"/>
              </a:p>
            </p:txBody>
          </p:sp>
          <p:sp>
            <p:nvSpPr>
              <p:cNvPr id="766" name="Noise cell"/>
              <p:cNvSpPr/>
              <p:nvPr/>
            </p:nvSpPr>
            <p:spPr>
              <a:xfrm>
                <a:off x="10329252" y="7388352"/>
                <a:ext cx="18770" cy="18928"/>
              </a:xfrm>
              <a:prstGeom prst="rect">
                <a:avLst/>
              </a:prstGeom>
              <a:solidFill>
                <a:srgbClr val="6E6E6E"/>
              </a:solidFill>
              <a:ln>
                <a:noFill/>
              </a:ln>
              <a:effectLst/>
            </p:spPr>
            <p:txBody>
              <a:bodyPr rtlCol="0" anchor="ctr"/>
              <a:lstStyle/>
              <a:p>
                <a:pPr algn="ctr"/>
              </a:p>
            </p:txBody>
          </p:sp>
          <p:sp>
            <p:nvSpPr>
              <p:cNvPr id="767" name="Noise cell"/>
              <p:cNvSpPr/>
              <p:nvPr/>
            </p:nvSpPr>
            <p:spPr>
              <a:xfrm>
                <a:off x="10347382" y="7388352"/>
                <a:ext cx="18770" cy="18928"/>
              </a:xfrm>
              <a:prstGeom prst="rect">
                <a:avLst/>
              </a:prstGeom>
              <a:solidFill>
                <a:srgbClr val="7C7C7C"/>
              </a:solidFill>
              <a:ln>
                <a:noFill/>
              </a:ln>
              <a:effectLst/>
            </p:spPr>
            <p:txBody>
              <a:bodyPr rtlCol="0" anchor="ctr"/>
              <a:lstStyle/>
              <a:p>
                <a:pPr algn="ctr"/>
              </a:p>
            </p:txBody>
          </p:sp>
          <p:sp>
            <p:nvSpPr>
              <p:cNvPr id="768" name="Noise cell"/>
              <p:cNvSpPr/>
              <p:nvPr/>
            </p:nvSpPr>
            <p:spPr>
              <a:xfrm>
                <a:off x="10365512" y="7388352"/>
                <a:ext cx="18770" cy="18928"/>
              </a:xfrm>
              <a:prstGeom prst="rect">
                <a:avLst/>
              </a:prstGeom>
              <a:solidFill>
                <a:srgbClr val="686868"/>
              </a:solidFill>
              <a:ln>
                <a:noFill/>
              </a:ln>
              <a:effectLst/>
            </p:spPr>
            <p:txBody>
              <a:bodyPr rtlCol="0" anchor="ctr"/>
              <a:lstStyle/>
              <a:p>
                <a:pPr algn="ctr"/>
              </a:p>
            </p:txBody>
          </p:sp>
          <p:sp>
            <p:nvSpPr>
              <p:cNvPr id="769" name="Noise cell"/>
              <p:cNvSpPr/>
              <p:nvPr/>
            </p:nvSpPr>
            <p:spPr>
              <a:xfrm>
                <a:off x="10383643" y="7388352"/>
                <a:ext cx="18770" cy="18928"/>
              </a:xfrm>
              <a:prstGeom prst="rect">
                <a:avLst/>
              </a:prstGeom>
              <a:solidFill>
                <a:srgbClr val="797979"/>
              </a:solidFill>
              <a:ln>
                <a:noFill/>
              </a:ln>
              <a:effectLst/>
            </p:spPr>
            <p:txBody>
              <a:bodyPr rtlCol="0" anchor="ctr"/>
              <a:lstStyle/>
              <a:p>
                <a:pPr algn="ctr"/>
              </a:p>
            </p:txBody>
          </p:sp>
          <p:sp>
            <p:nvSpPr>
              <p:cNvPr id="770" name="Noise cell"/>
              <p:cNvSpPr/>
              <p:nvPr/>
            </p:nvSpPr>
            <p:spPr>
              <a:xfrm>
                <a:off x="10401773" y="7388352"/>
                <a:ext cx="18770" cy="18928"/>
              </a:xfrm>
              <a:prstGeom prst="rect">
                <a:avLst/>
              </a:prstGeom>
              <a:solidFill>
                <a:srgbClr val="868686"/>
              </a:solidFill>
              <a:ln>
                <a:noFill/>
              </a:ln>
              <a:effectLst/>
            </p:spPr>
            <p:txBody>
              <a:bodyPr rtlCol="0" anchor="ctr"/>
              <a:lstStyle/>
              <a:p>
                <a:pPr algn="ctr"/>
              </a:p>
            </p:txBody>
          </p:sp>
          <p:sp>
            <p:nvSpPr>
              <p:cNvPr id="771" name="Noise cell"/>
              <p:cNvSpPr/>
              <p:nvPr/>
            </p:nvSpPr>
            <p:spPr>
              <a:xfrm>
                <a:off x="10419903" y="7388352"/>
                <a:ext cx="18770" cy="18928"/>
              </a:xfrm>
              <a:prstGeom prst="rect">
                <a:avLst/>
              </a:prstGeom>
              <a:solidFill>
                <a:srgbClr val="8B8B8B"/>
              </a:solidFill>
              <a:ln>
                <a:noFill/>
              </a:ln>
              <a:effectLst/>
            </p:spPr>
            <p:txBody>
              <a:bodyPr rtlCol="0" anchor="ctr"/>
              <a:lstStyle/>
              <a:p>
                <a:pPr algn="ctr"/>
              </a:p>
            </p:txBody>
          </p:sp>
          <p:sp>
            <p:nvSpPr>
              <p:cNvPr id="772" name="Noise cell"/>
              <p:cNvSpPr/>
              <p:nvPr/>
            </p:nvSpPr>
            <p:spPr>
              <a:xfrm>
                <a:off x="10438034" y="7388352"/>
                <a:ext cx="18770" cy="18928"/>
              </a:xfrm>
              <a:prstGeom prst="rect">
                <a:avLst/>
              </a:prstGeom>
              <a:solidFill>
                <a:srgbClr val="888888"/>
              </a:solidFill>
              <a:ln>
                <a:noFill/>
              </a:ln>
              <a:effectLst/>
            </p:spPr>
            <p:txBody>
              <a:bodyPr rtlCol="0" anchor="ctr"/>
              <a:lstStyle/>
              <a:p>
                <a:pPr algn="ctr"/>
              </a:p>
            </p:txBody>
          </p:sp>
          <p:sp>
            <p:nvSpPr>
              <p:cNvPr id="773" name="Noise cell"/>
              <p:cNvSpPr/>
              <p:nvPr/>
            </p:nvSpPr>
            <p:spPr>
              <a:xfrm>
                <a:off x="10456164" y="7388352"/>
                <a:ext cx="18770" cy="18928"/>
              </a:xfrm>
              <a:prstGeom prst="rect">
                <a:avLst/>
              </a:prstGeom>
              <a:solidFill>
                <a:srgbClr val="9A9A9A"/>
              </a:solidFill>
              <a:ln>
                <a:noFill/>
              </a:ln>
              <a:effectLst/>
            </p:spPr>
            <p:txBody>
              <a:bodyPr rtlCol="0" anchor="ctr"/>
              <a:lstStyle/>
              <a:p>
                <a:pPr algn="ctr"/>
              </a:p>
            </p:txBody>
          </p:sp>
          <p:sp>
            <p:nvSpPr>
              <p:cNvPr id="774" name="Noise cell"/>
              <p:cNvSpPr/>
              <p:nvPr/>
            </p:nvSpPr>
            <p:spPr>
              <a:xfrm>
                <a:off x="10474294" y="7388352"/>
                <a:ext cx="18770" cy="18928"/>
              </a:xfrm>
              <a:prstGeom prst="rect">
                <a:avLst/>
              </a:prstGeom>
              <a:solidFill>
                <a:srgbClr val="757575"/>
              </a:solidFill>
              <a:ln>
                <a:noFill/>
              </a:ln>
              <a:effectLst/>
            </p:spPr>
            <p:txBody>
              <a:bodyPr rtlCol="0" anchor="ctr"/>
              <a:lstStyle/>
              <a:p>
                <a:pPr algn="ctr"/>
              </a:p>
            </p:txBody>
          </p:sp>
          <p:sp>
            <p:nvSpPr>
              <p:cNvPr id="775" name="Noise cell"/>
              <p:cNvSpPr/>
              <p:nvPr/>
            </p:nvSpPr>
            <p:spPr>
              <a:xfrm>
                <a:off x="10492425" y="7388352"/>
                <a:ext cx="18770" cy="18928"/>
              </a:xfrm>
              <a:prstGeom prst="rect">
                <a:avLst/>
              </a:prstGeom>
              <a:solidFill>
                <a:srgbClr val="7A7A7A"/>
              </a:solidFill>
              <a:ln>
                <a:noFill/>
              </a:ln>
              <a:effectLst/>
            </p:spPr>
            <p:txBody>
              <a:bodyPr rtlCol="0" anchor="ctr"/>
              <a:lstStyle/>
              <a:p>
                <a:pPr algn="ctr"/>
              </a:p>
            </p:txBody>
          </p:sp>
          <p:sp>
            <p:nvSpPr>
              <p:cNvPr id="776" name="Noise cell"/>
              <p:cNvSpPr/>
              <p:nvPr/>
            </p:nvSpPr>
            <p:spPr>
              <a:xfrm>
                <a:off x="10510555" y="7388352"/>
                <a:ext cx="18770" cy="18928"/>
              </a:xfrm>
              <a:prstGeom prst="rect">
                <a:avLst/>
              </a:prstGeom>
              <a:solidFill>
                <a:srgbClr val="888888"/>
              </a:solidFill>
              <a:ln>
                <a:noFill/>
              </a:ln>
              <a:effectLst/>
            </p:spPr>
            <p:txBody>
              <a:bodyPr rtlCol="0" anchor="ctr"/>
              <a:lstStyle/>
              <a:p>
                <a:pPr algn="ctr"/>
              </a:p>
            </p:txBody>
          </p:sp>
          <p:sp>
            <p:nvSpPr>
              <p:cNvPr id="777" name="Noise cell"/>
              <p:cNvSpPr/>
              <p:nvPr/>
            </p:nvSpPr>
            <p:spPr>
              <a:xfrm>
                <a:off x="10528685" y="7388352"/>
                <a:ext cx="18770" cy="18928"/>
              </a:xfrm>
              <a:prstGeom prst="rect">
                <a:avLst/>
              </a:prstGeom>
              <a:solidFill>
                <a:srgbClr val="929292"/>
              </a:solidFill>
              <a:ln>
                <a:noFill/>
              </a:ln>
              <a:effectLst/>
            </p:spPr>
            <p:txBody>
              <a:bodyPr rtlCol="0" anchor="ctr"/>
              <a:lstStyle/>
              <a:p>
                <a:pPr algn="ctr"/>
              </a:p>
            </p:txBody>
          </p:sp>
          <p:sp>
            <p:nvSpPr>
              <p:cNvPr id="778" name="Noise cell"/>
              <p:cNvSpPr/>
              <p:nvPr/>
            </p:nvSpPr>
            <p:spPr>
              <a:xfrm>
                <a:off x="10546816" y="7388352"/>
                <a:ext cx="18770" cy="18928"/>
              </a:xfrm>
              <a:prstGeom prst="rect">
                <a:avLst/>
              </a:prstGeom>
              <a:solidFill>
                <a:srgbClr val="828282"/>
              </a:solidFill>
              <a:ln>
                <a:noFill/>
              </a:ln>
              <a:effectLst/>
            </p:spPr>
            <p:txBody>
              <a:bodyPr rtlCol="0" anchor="ctr"/>
              <a:lstStyle/>
              <a:p>
                <a:pPr algn="ctr"/>
              </a:p>
            </p:txBody>
          </p:sp>
          <p:sp>
            <p:nvSpPr>
              <p:cNvPr id="779" name="Noise cell"/>
              <p:cNvSpPr/>
              <p:nvPr/>
            </p:nvSpPr>
            <p:spPr>
              <a:xfrm>
                <a:off x="10564946" y="7388352"/>
                <a:ext cx="18770" cy="18928"/>
              </a:xfrm>
              <a:prstGeom prst="rect">
                <a:avLst/>
              </a:prstGeom>
              <a:solidFill>
                <a:srgbClr val="8A8A8A"/>
              </a:solidFill>
              <a:ln>
                <a:noFill/>
              </a:ln>
              <a:effectLst/>
            </p:spPr>
            <p:txBody>
              <a:bodyPr rtlCol="0" anchor="ctr"/>
              <a:lstStyle/>
              <a:p>
                <a:pPr algn="ctr"/>
              </a:p>
            </p:txBody>
          </p:sp>
          <p:sp>
            <p:nvSpPr>
              <p:cNvPr id="780" name="Noise cell"/>
              <p:cNvSpPr/>
              <p:nvPr/>
            </p:nvSpPr>
            <p:spPr>
              <a:xfrm>
                <a:off x="10583076" y="7388352"/>
                <a:ext cx="18770" cy="18928"/>
              </a:xfrm>
              <a:prstGeom prst="rect">
                <a:avLst/>
              </a:prstGeom>
              <a:solidFill>
                <a:srgbClr val="9C9C9C"/>
              </a:solidFill>
              <a:ln>
                <a:noFill/>
              </a:ln>
              <a:effectLst/>
            </p:spPr>
            <p:txBody>
              <a:bodyPr rtlCol="0" anchor="ctr"/>
              <a:lstStyle/>
              <a:p>
                <a:pPr algn="ctr"/>
              </a:p>
            </p:txBody>
          </p:sp>
          <p:sp>
            <p:nvSpPr>
              <p:cNvPr id="781" name="Noise cell"/>
              <p:cNvSpPr/>
              <p:nvPr/>
            </p:nvSpPr>
            <p:spPr>
              <a:xfrm>
                <a:off x="10601207" y="7388352"/>
                <a:ext cx="18770" cy="18928"/>
              </a:xfrm>
              <a:prstGeom prst="rect">
                <a:avLst/>
              </a:prstGeom>
              <a:solidFill>
                <a:srgbClr val="7C7C7C"/>
              </a:solidFill>
              <a:ln>
                <a:noFill/>
              </a:ln>
              <a:effectLst/>
            </p:spPr>
            <p:txBody>
              <a:bodyPr rtlCol="0" anchor="ctr"/>
              <a:lstStyle/>
              <a:p>
                <a:pPr algn="ctr"/>
              </a:p>
            </p:txBody>
          </p:sp>
          <p:sp>
            <p:nvSpPr>
              <p:cNvPr id="782" name="Noise cell"/>
              <p:cNvSpPr/>
              <p:nvPr/>
            </p:nvSpPr>
            <p:spPr>
              <a:xfrm>
                <a:off x="10619337" y="7388352"/>
                <a:ext cx="18770" cy="18928"/>
              </a:xfrm>
              <a:prstGeom prst="rect">
                <a:avLst/>
              </a:prstGeom>
              <a:solidFill>
                <a:srgbClr val="878787"/>
              </a:solidFill>
              <a:ln>
                <a:noFill/>
              </a:ln>
              <a:effectLst/>
            </p:spPr>
            <p:txBody>
              <a:bodyPr rtlCol="0" anchor="ctr"/>
              <a:lstStyle/>
              <a:p>
                <a:pPr algn="ctr"/>
              </a:p>
            </p:txBody>
          </p:sp>
          <p:sp>
            <p:nvSpPr>
              <p:cNvPr id="783" name="Noise cell"/>
              <p:cNvSpPr/>
              <p:nvPr/>
            </p:nvSpPr>
            <p:spPr>
              <a:xfrm>
                <a:off x="10637467" y="7388352"/>
                <a:ext cx="18770" cy="18928"/>
              </a:xfrm>
              <a:prstGeom prst="rect">
                <a:avLst/>
              </a:prstGeom>
              <a:solidFill>
                <a:srgbClr val="767676"/>
              </a:solidFill>
              <a:ln>
                <a:noFill/>
              </a:ln>
              <a:effectLst/>
            </p:spPr>
            <p:txBody>
              <a:bodyPr rtlCol="0" anchor="ctr"/>
              <a:lstStyle/>
              <a:p>
                <a:pPr algn="ctr"/>
              </a:p>
            </p:txBody>
          </p:sp>
          <p:sp>
            <p:nvSpPr>
              <p:cNvPr id="784" name="Noise cell"/>
              <p:cNvSpPr/>
              <p:nvPr/>
            </p:nvSpPr>
            <p:spPr>
              <a:xfrm>
                <a:off x="10655598" y="7388352"/>
                <a:ext cx="18770" cy="18928"/>
              </a:xfrm>
              <a:prstGeom prst="rect">
                <a:avLst/>
              </a:prstGeom>
              <a:solidFill>
                <a:srgbClr val="919191"/>
              </a:solidFill>
              <a:ln>
                <a:noFill/>
              </a:ln>
              <a:effectLst/>
            </p:spPr>
            <p:txBody>
              <a:bodyPr rtlCol="0" anchor="ctr"/>
              <a:lstStyle/>
              <a:p>
                <a:pPr algn="ctr"/>
              </a:p>
            </p:txBody>
          </p:sp>
          <p:sp>
            <p:nvSpPr>
              <p:cNvPr id="785" name="Noise cell"/>
              <p:cNvSpPr/>
              <p:nvPr/>
            </p:nvSpPr>
            <p:spPr>
              <a:xfrm>
                <a:off x="10673728" y="7388352"/>
                <a:ext cx="18770" cy="18928"/>
              </a:xfrm>
              <a:prstGeom prst="rect">
                <a:avLst/>
              </a:prstGeom>
              <a:solidFill>
                <a:srgbClr val="6E6E6E"/>
              </a:solidFill>
              <a:ln>
                <a:noFill/>
              </a:ln>
              <a:effectLst/>
            </p:spPr>
            <p:txBody>
              <a:bodyPr rtlCol="0" anchor="ctr"/>
              <a:lstStyle/>
              <a:p>
                <a:pPr algn="ctr"/>
              </a:p>
            </p:txBody>
          </p:sp>
          <p:sp>
            <p:nvSpPr>
              <p:cNvPr id="786" name="Noise cell"/>
              <p:cNvSpPr/>
              <p:nvPr/>
            </p:nvSpPr>
            <p:spPr>
              <a:xfrm>
                <a:off x="10691858" y="7388352"/>
                <a:ext cx="18770" cy="18928"/>
              </a:xfrm>
              <a:prstGeom prst="rect">
                <a:avLst/>
              </a:prstGeom>
              <a:solidFill>
                <a:srgbClr val="878787"/>
              </a:solidFill>
              <a:ln>
                <a:noFill/>
              </a:ln>
              <a:effectLst/>
            </p:spPr>
            <p:txBody>
              <a:bodyPr rtlCol="0" anchor="ctr"/>
              <a:lstStyle/>
              <a:p>
                <a:pPr algn="ctr"/>
              </a:p>
            </p:txBody>
          </p:sp>
          <p:sp>
            <p:nvSpPr>
              <p:cNvPr id="787" name="Noise cell"/>
              <p:cNvSpPr/>
              <p:nvPr/>
            </p:nvSpPr>
            <p:spPr>
              <a:xfrm>
                <a:off x="10709989" y="7388352"/>
                <a:ext cx="18770" cy="18928"/>
              </a:xfrm>
              <a:prstGeom prst="rect">
                <a:avLst/>
              </a:prstGeom>
              <a:solidFill>
                <a:srgbClr val="A6A6A6"/>
              </a:solidFill>
              <a:ln>
                <a:noFill/>
              </a:ln>
              <a:effectLst/>
            </p:spPr>
            <p:txBody>
              <a:bodyPr rtlCol="0" anchor="ctr"/>
              <a:lstStyle/>
              <a:p>
                <a:pPr algn="ctr"/>
              </a:p>
            </p:txBody>
          </p:sp>
          <p:sp>
            <p:nvSpPr>
              <p:cNvPr id="788" name="Noise cell"/>
              <p:cNvSpPr/>
              <p:nvPr/>
            </p:nvSpPr>
            <p:spPr>
              <a:xfrm>
                <a:off x="10728119" y="7388352"/>
                <a:ext cx="18770" cy="18928"/>
              </a:xfrm>
              <a:prstGeom prst="rect">
                <a:avLst/>
              </a:prstGeom>
              <a:solidFill>
                <a:srgbClr val="858585"/>
              </a:solidFill>
              <a:ln>
                <a:noFill/>
              </a:ln>
              <a:effectLst/>
            </p:spPr>
            <p:txBody>
              <a:bodyPr rtlCol="0" anchor="ctr"/>
              <a:lstStyle/>
              <a:p>
                <a:pPr algn="ctr"/>
              </a:p>
            </p:txBody>
          </p:sp>
          <p:sp>
            <p:nvSpPr>
              <p:cNvPr id="789" name="Noise cell"/>
              <p:cNvSpPr/>
              <p:nvPr/>
            </p:nvSpPr>
            <p:spPr>
              <a:xfrm>
                <a:off x="10746250" y="7388352"/>
                <a:ext cx="18770" cy="18928"/>
              </a:xfrm>
              <a:prstGeom prst="rect">
                <a:avLst/>
              </a:prstGeom>
              <a:solidFill>
                <a:srgbClr val="7F7F7F"/>
              </a:solidFill>
              <a:ln>
                <a:noFill/>
              </a:ln>
              <a:effectLst/>
            </p:spPr>
            <p:txBody>
              <a:bodyPr rtlCol="0" anchor="ctr"/>
              <a:lstStyle/>
              <a:p>
                <a:pPr algn="ctr"/>
              </a:p>
            </p:txBody>
          </p:sp>
          <p:sp>
            <p:nvSpPr>
              <p:cNvPr id="790" name="Noise cell"/>
              <p:cNvSpPr/>
              <p:nvPr/>
            </p:nvSpPr>
            <p:spPr>
              <a:xfrm>
                <a:off x="10764380" y="7388352"/>
                <a:ext cx="18770" cy="18928"/>
              </a:xfrm>
              <a:prstGeom prst="rect">
                <a:avLst/>
              </a:prstGeom>
              <a:solidFill>
                <a:srgbClr val="888888"/>
              </a:solidFill>
              <a:ln>
                <a:noFill/>
              </a:ln>
              <a:effectLst/>
            </p:spPr>
            <p:txBody>
              <a:bodyPr rtlCol="0" anchor="ctr"/>
              <a:lstStyle/>
              <a:p>
                <a:pPr algn="ctr"/>
              </a:p>
            </p:txBody>
          </p:sp>
          <p:sp>
            <p:nvSpPr>
              <p:cNvPr id="791" name="Noise cell"/>
              <p:cNvSpPr/>
              <p:nvPr/>
            </p:nvSpPr>
            <p:spPr>
              <a:xfrm>
                <a:off x="10782510" y="7388352"/>
                <a:ext cx="18770" cy="18928"/>
              </a:xfrm>
              <a:prstGeom prst="rect">
                <a:avLst/>
              </a:prstGeom>
              <a:solidFill>
                <a:srgbClr val="878787"/>
              </a:solidFill>
              <a:ln>
                <a:noFill/>
              </a:ln>
              <a:effectLst/>
            </p:spPr>
            <p:txBody>
              <a:bodyPr rtlCol="0" anchor="ctr"/>
              <a:lstStyle/>
              <a:p>
                <a:pPr algn="ctr"/>
              </a:p>
            </p:txBody>
          </p:sp>
          <p:sp>
            <p:nvSpPr>
              <p:cNvPr id="792" name="Noise cell"/>
              <p:cNvSpPr/>
              <p:nvPr/>
            </p:nvSpPr>
            <p:spPr>
              <a:xfrm>
                <a:off x="10800641" y="7388352"/>
                <a:ext cx="18770" cy="18928"/>
              </a:xfrm>
              <a:prstGeom prst="rect">
                <a:avLst/>
              </a:prstGeom>
              <a:solidFill>
                <a:srgbClr val="808080"/>
              </a:solidFill>
              <a:ln>
                <a:noFill/>
              </a:ln>
              <a:effectLst/>
            </p:spPr>
            <p:txBody>
              <a:bodyPr rtlCol="0" anchor="ctr"/>
              <a:lstStyle/>
              <a:p>
                <a:pPr algn="ctr"/>
              </a:p>
            </p:txBody>
          </p:sp>
          <p:sp>
            <p:nvSpPr>
              <p:cNvPr id="793" name="Noise cell"/>
              <p:cNvSpPr/>
              <p:nvPr/>
            </p:nvSpPr>
            <p:spPr>
              <a:xfrm>
                <a:off x="10818771" y="7388352"/>
                <a:ext cx="18770" cy="18928"/>
              </a:xfrm>
              <a:prstGeom prst="rect">
                <a:avLst/>
              </a:prstGeom>
              <a:solidFill>
                <a:srgbClr val="7C7C7C"/>
              </a:solidFill>
              <a:ln>
                <a:noFill/>
              </a:ln>
              <a:effectLst/>
            </p:spPr>
            <p:txBody>
              <a:bodyPr rtlCol="0" anchor="ctr"/>
              <a:lstStyle/>
              <a:p>
                <a:pPr algn="ctr"/>
              </a:p>
            </p:txBody>
          </p:sp>
          <p:sp>
            <p:nvSpPr>
              <p:cNvPr id="794" name="Noise cell"/>
              <p:cNvSpPr/>
              <p:nvPr/>
            </p:nvSpPr>
            <p:spPr>
              <a:xfrm>
                <a:off x="10836901" y="7388352"/>
                <a:ext cx="18770" cy="18928"/>
              </a:xfrm>
              <a:prstGeom prst="rect">
                <a:avLst/>
              </a:prstGeom>
              <a:solidFill>
                <a:srgbClr val="868686"/>
              </a:solidFill>
              <a:ln>
                <a:noFill/>
              </a:ln>
              <a:effectLst/>
            </p:spPr>
            <p:txBody>
              <a:bodyPr rtlCol="0" anchor="ctr"/>
              <a:lstStyle/>
              <a:p>
                <a:pPr algn="ctr"/>
              </a:p>
            </p:txBody>
          </p:sp>
          <p:sp>
            <p:nvSpPr>
              <p:cNvPr id="795" name="Noise cell"/>
              <p:cNvSpPr/>
              <p:nvPr/>
            </p:nvSpPr>
            <p:spPr>
              <a:xfrm>
                <a:off x="10855032" y="7388352"/>
                <a:ext cx="18770" cy="18928"/>
              </a:xfrm>
              <a:prstGeom prst="rect">
                <a:avLst/>
              </a:prstGeom>
              <a:solidFill>
                <a:srgbClr val="868686"/>
              </a:solidFill>
              <a:ln>
                <a:noFill/>
              </a:ln>
              <a:effectLst/>
            </p:spPr>
            <p:txBody>
              <a:bodyPr rtlCol="0" anchor="ctr"/>
              <a:lstStyle/>
              <a:p>
                <a:pPr algn="ctr"/>
              </a:p>
            </p:txBody>
          </p:sp>
          <p:sp>
            <p:nvSpPr>
              <p:cNvPr id="796" name="Noise cell"/>
              <p:cNvSpPr/>
              <p:nvPr/>
            </p:nvSpPr>
            <p:spPr>
              <a:xfrm>
                <a:off x="10873162" y="7388352"/>
                <a:ext cx="18770" cy="18928"/>
              </a:xfrm>
              <a:prstGeom prst="rect">
                <a:avLst/>
              </a:prstGeom>
              <a:solidFill>
                <a:srgbClr val="787878"/>
              </a:solidFill>
              <a:ln>
                <a:noFill/>
              </a:ln>
              <a:effectLst/>
            </p:spPr>
            <p:txBody>
              <a:bodyPr rtlCol="0" anchor="ctr"/>
              <a:lstStyle/>
              <a:p>
                <a:pPr algn="ctr"/>
              </a:p>
            </p:txBody>
          </p:sp>
          <p:sp>
            <p:nvSpPr>
              <p:cNvPr id="797" name="Noise cell"/>
              <p:cNvSpPr/>
              <p:nvPr/>
            </p:nvSpPr>
            <p:spPr>
              <a:xfrm>
                <a:off x="10891292" y="7388352"/>
                <a:ext cx="18770" cy="18928"/>
              </a:xfrm>
              <a:prstGeom prst="rect">
                <a:avLst/>
              </a:prstGeom>
              <a:solidFill>
                <a:srgbClr val="888888"/>
              </a:solidFill>
              <a:ln>
                <a:noFill/>
              </a:ln>
              <a:effectLst/>
            </p:spPr>
            <p:txBody>
              <a:bodyPr rtlCol="0" anchor="ctr"/>
              <a:lstStyle/>
              <a:p>
                <a:pPr algn="ctr"/>
              </a:p>
            </p:txBody>
          </p:sp>
          <p:sp>
            <p:nvSpPr>
              <p:cNvPr id="798" name="Noise cell"/>
              <p:cNvSpPr/>
              <p:nvPr/>
            </p:nvSpPr>
            <p:spPr>
              <a:xfrm>
                <a:off x="10909423" y="7388352"/>
                <a:ext cx="18770" cy="18928"/>
              </a:xfrm>
              <a:prstGeom prst="rect">
                <a:avLst/>
              </a:prstGeom>
              <a:solidFill>
                <a:srgbClr val="7B7B7B"/>
              </a:solidFill>
              <a:ln>
                <a:noFill/>
              </a:ln>
              <a:effectLst/>
            </p:spPr>
            <p:txBody>
              <a:bodyPr rtlCol="0" anchor="ctr"/>
              <a:lstStyle/>
              <a:p>
                <a:pPr algn="ctr"/>
              </a:p>
            </p:txBody>
          </p:sp>
          <p:sp>
            <p:nvSpPr>
              <p:cNvPr id="799" name="Noise cell"/>
              <p:cNvSpPr/>
              <p:nvPr/>
            </p:nvSpPr>
            <p:spPr>
              <a:xfrm>
                <a:off x="10927553" y="7388352"/>
                <a:ext cx="18770" cy="18928"/>
              </a:xfrm>
              <a:prstGeom prst="rect">
                <a:avLst/>
              </a:prstGeom>
              <a:solidFill>
                <a:srgbClr val="808080"/>
              </a:solidFill>
              <a:ln>
                <a:noFill/>
              </a:ln>
              <a:effectLst/>
            </p:spPr>
            <p:txBody>
              <a:bodyPr rtlCol="0" anchor="ctr"/>
              <a:lstStyle/>
              <a:p>
                <a:pPr algn="ctr"/>
              </a:p>
            </p:txBody>
          </p:sp>
          <p:sp>
            <p:nvSpPr>
              <p:cNvPr id="800" name="Noise cell"/>
              <p:cNvSpPr/>
              <p:nvPr/>
            </p:nvSpPr>
            <p:spPr>
              <a:xfrm>
                <a:off x="10945683" y="7388352"/>
                <a:ext cx="18770" cy="18928"/>
              </a:xfrm>
              <a:prstGeom prst="rect">
                <a:avLst/>
              </a:prstGeom>
              <a:solidFill>
                <a:srgbClr val="7D7D7D"/>
              </a:solidFill>
              <a:ln>
                <a:noFill/>
              </a:ln>
              <a:effectLst/>
            </p:spPr>
            <p:txBody>
              <a:bodyPr rtlCol="0" anchor="ctr"/>
              <a:lstStyle/>
              <a:p>
                <a:pPr algn="ctr"/>
              </a:p>
            </p:txBody>
          </p:sp>
          <p:sp>
            <p:nvSpPr>
              <p:cNvPr id="801" name="Noise cell"/>
              <p:cNvSpPr/>
              <p:nvPr/>
            </p:nvSpPr>
            <p:spPr>
              <a:xfrm>
                <a:off x="10963814" y="7388352"/>
                <a:ext cx="18770" cy="18928"/>
              </a:xfrm>
              <a:prstGeom prst="rect">
                <a:avLst/>
              </a:prstGeom>
              <a:solidFill>
                <a:srgbClr val="717171"/>
              </a:solidFill>
              <a:ln>
                <a:noFill/>
              </a:ln>
              <a:effectLst/>
            </p:spPr>
            <p:txBody>
              <a:bodyPr rtlCol="0" anchor="ctr"/>
              <a:lstStyle/>
              <a:p>
                <a:pPr algn="ctr"/>
              </a:p>
            </p:txBody>
          </p:sp>
          <p:sp>
            <p:nvSpPr>
              <p:cNvPr id="802" name="Noise cell"/>
              <p:cNvSpPr/>
              <p:nvPr/>
            </p:nvSpPr>
            <p:spPr>
              <a:xfrm>
                <a:off x="9930384" y="7406640"/>
                <a:ext cx="18770" cy="18928"/>
              </a:xfrm>
              <a:prstGeom prst="rect">
                <a:avLst/>
              </a:prstGeom>
              <a:solidFill>
                <a:srgbClr val="676767"/>
              </a:solidFill>
              <a:ln>
                <a:noFill/>
              </a:ln>
              <a:effectLst/>
            </p:spPr>
            <p:txBody>
              <a:bodyPr rtlCol="0" anchor="ctr"/>
              <a:lstStyle/>
              <a:p>
                <a:pPr algn="ctr"/>
              </a:p>
            </p:txBody>
          </p:sp>
          <p:sp>
            <p:nvSpPr>
              <p:cNvPr id="803" name="Noise cell"/>
              <p:cNvSpPr/>
              <p:nvPr/>
            </p:nvSpPr>
            <p:spPr>
              <a:xfrm>
                <a:off x="9948514" y="7406640"/>
                <a:ext cx="18770" cy="18928"/>
              </a:xfrm>
              <a:prstGeom prst="rect">
                <a:avLst/>
              </a:prstGeom>
              <a:solidFill>
                <a:srgbClr val="9A9A9A"/>
              </a:solidFill>
              <a:ln>
                <a:noFill/>
              </a:ln>
              <a:effectLst/>
            </p:spPr>
            <p:txBody>
              <a:bodyPr rtlCol="0" anchor="ctr"/>
              <a:lstStyle/>
              <a:p>
                <a:pPr algn="ctr"/>
              </a:p>
            </p:txBody>
          </p:sp>
          <p:sp>
            <p:nvSpPr>
              <p:cNvPr id="804" name="Noise cell"/>
              <p:cNvSpPr/>
              <p:nvPr/>
            </p:nvSpPr>
            <p:spPr>
              <a:xfrm>
                <a:off x="9966645" y="7406640"/>
                <a:ext cx="18770" cy="18928"/>
              </a:xfrm>
              <a:prstGeom prst="rect">
                <a:avLst/>
              </a:prstGeom>
              <a:solidFill>
                <a:srgbClr val="757575"/>
              </a:solidFill>
              <a:ln>
                <a:noFill/>
              </a:ln>
              <a:effectLst/>
            </p:spPr>
            <p:txBody>
              <a:bodyPr rtlCol="0" anchor="ctr"/>
              <a:lstStyle/>
              <a:p>
                <a:pPr algn="ctr"/>
              </a:p>
            </p:txBody>
          </p:sp>
          <p:sp>
            <p:nvSpPr>
              <p:cNvPr id="805" name="Noise cell"/>
              <p:cNvSpPr/>
              <p:nvPr/>
            </p:nvSpPr>
            <p:spPr>
              <a:xfrm>
                <a:off x="9984775" y="7406640"/>
                <a:ext cx="18770" cy="18928"/>
              </a:xfrm>
              <a:prstGeom prst="rect">
                <a:avLst/>
              </a:prstGeom>
              <a:solidFill>
                <a:srgbClr val="7A7A7A"/>
              </a:solidFill>
              <a:ln>
                <a:noFill/>
              </a:ln>
              <a:effectLst/>
            </p:spPr>
            <p:txBody>
              <a:bodyPr rtlCol="0" anchor="ctr"/>
              <a:lstStyle/>
              <a:p>
                <a:pPr algn="ctr"/>
              </a:p>
            </p:txBody>
          </p:sp>
          <p:sp>
            <p:nvSpPr>
              <p:cNvPr id="806" name="Noise cell"/>
              <p:cNvSpPr/>
              <p:nvPr/>
            </p:nvSpPr>
            <p:spPr>
              <a:xfrm>
                <a:off x="10002905" y="7406640"/>
                <a:ext cx="18770" cy="18928"/>
              </a:xfrm>
              <a:prstGeom prst="rect">
                <a:avLst/>
              </a:prstGeom>
              <a:solidFill>
                <a:srgbClr val="848484"/>
              </a:solidFill>
              <a:ln>
                <a:noFill/>
              </a:ln>
              <a:effectLst/>
            </p:spPr>
            <p:txBody>
              <a:bodyPr rtlCol="0" anchor="ctr"/>
              <a:lstStyle/>
              <a:p>
                <a:pPr algn="ctr"/>
              </a:p>
            </p:txBody>
          </p:sp>
          <p:sp>
            <p:nvSpPr>
              <p:cNvPr id="807" name="Noise cell"/>
              <p:cNvSpPr/>
              <p:nvPr/>
            </p:nvSpPr>
            <p:spPr>
              <a:xfrm>
                <a:off x="10021036" y="7406640"/>
                <a:ext cx="18770" cy="18928"/>
              </a:xfrm>
              <a:prstGeom prst="rect">
                <a:avLst/>
              </a:prstGeom>
              <a:solidFill>
                <a:srgbClr val="8F8F8F"/>
              </a:solidFill>
              <a:ln>
                <a:noFill/>
              </a:ln>
              <a:effectLst/>
            </p:spPr>
            <p:txBody>
              <a:bodyPr rtlCol="0" anchor="ctr"/>
              <a:lstStyle/>
              <a:p>
                <a:pPr algn="ctr"/>
              </a:p>
            </p:txBody>
          </p:sp>
          <p:sp>
            <p:nvSpPr>
              <p:cNvPr id="808" name="Noise cell"/>
              <p:cNvSpPr/>
              <p:nvPr/>
            </p:nvSpPr>
            <p:spPr>
              <a:xfrm>
                <a:off x="10039166" y="7406640"/>
                <a:ext cx="18770" cy="18928"/>
              </a:xfrm>
              <a:prstGeom prst="rect">
                <a:avLst/>
              </a:prstGeom>
              <a:solidFill>
                <a:srgbClr val="818181"/>
              </a:solidFill>
              <a:ln>
                <a:noFill/>
              </a:ln>
              <a:effectLst/>
            </p:spPr>
            <p:txBody>
              <a:bodyPr rtlCol="0" anchor="ctr"/>
              <a:lstStyle/>
              <a:p>
                <a:pPr algn="ctr"/>
              </a:p>
            </p:txBody>
          </p:sp>
          <p:sp>
            <p:nvSpPr>
              <p:cNvPr id="809" name="Noise cell"/>
              <p:cNvSpPr/>
              <p:nvPr/>
            </p:nvSpPr>
            <p:spPr>
              <a:xfrm>
                <a:off x="10057296" y="7406640"/>
                <a:ext cx="18770" cy="18928"/>
              </a:xfrm>
              <a:prstGeom prst="rect">
                <a:avLst/>
              </a:prstGeom>
              <a:solidFill>
                <a:srgbClr val="777777"/>
              </a:solidFill>
              <a:ln>
                <a:noFill/>
              </a:ln>
              <a:effectLst/>
            </p:spPr>
            <p:txBody>
              <a:bodyPr rtlCol="0" anchor="ctr"/>
              <a:lstStyle/>
              <a:p>
                <a:pPr algn="ctr"/>
              </a:p>
            </p:txBody>
          </p:sp>
          <p:sp>
            <p:nvSpPr>
              <p:cNvPr id="810" name="Noise cell"/>
              <p:cNvSpPr/>
              <p:nvPr/>
            </p:nvSpPr>
            <p:spPr>
              <a:xfrm>
                <a:off x="10075427" y="7406640"/>
                <a:ext cx="18770" cy="18928"/>
              </a:xfrm>
              <a:prstGeom prst="rect">
                <a:avLst/>
              </a:prstGeom>
              <a:solidFill>
                <a:srgbClr val="8F8F8F"/>
              </a:solidFill>
              <a:ln>
                <a:noFill/>
              </a:ln>
              <a:effectLst/>
            </p:spPr>
            <p:txBody>
              <a:bodyPr rtlCol="0" anchor="ctr"/>
              <a:lstStyle/>
              <a:p>
                <a:pPr algn="ctr"/>
              </a:p>
            </p:txBody>
          </p:sp>
          <p:sp>
            <p:nvSpPr>
              <p:cNvPr id="811" name="Noise cell"/>
              <p:cNvSpPr/>
              <p:nvPr/>
            </p:nvSpPr>
            <p:spPr>
              <a:xfrm>
                <a:off x="10093557" y="7406640"/>
                <a:ext cx="18770" cy="18928"/>
              </a:xfrm>
              <a:prstGeom prst="rect">
                <a:avLst/>
              </a:prstGeom>
              <a:solidFill>
                <a:srgbClr val="8D8D8D"/>
              </a:solidFill>
              <a:ln>
                <a:noFill/>
              </a:ln>
              <a:effectLst/>
            </p:spPr>
            <p:txBody>
              <a:bodyPr rtlCol="0" anchor="ctr"/>
              <a:lstStyle/>
              <a:p>
                <a:pPr algn="ctr"/>
              </a:p>
            </p:txBody>
          </p:sp>
          <p:sp>
            <p:nvSpPr>
              <p:cNvPr id="812" name="Noise cell"/>
              <p:cNvSpPr/>
              <p:nvPr/>
            </p:nvSpPr>
            <p:spPr>
              <a:xfrm>
                <a:off x="10111687" y="7406640"/>
                <a:ext cx="18770" cy="18928"/>
              </a:xfrm>
              <a:prstGeom prst="rect">
                <a:avLst/>
              </a:prstGeom>
              <a:solidFill>
                <a:srgbClr val="7C7C7C"/>
              </a:solidFill>
              <a:ln>
                <a:noFill/>
              </a:ln>
              <a:effectLst/>
            </p:spPr>
            <p:txBody>
              <a:bodyPr rtlCol="0" anchor="ctr"/>
              <a:lstStyle/>
              <a:p>
                <a:pPr algn="ctr"/>
              </a:p>
            </p:txBody>
          </p:sp>
          <p:sp>
            <p:nvSpPr>
              <p:cNvPr id="813" name="Noise cell"/>
              <p:cNvSpPr/>
              <p:nvPr/>
            </p:nvSpPr>
            <p:spPr>
              <a:xfrm>
                <a:off x="10129818" y="7406640"/>
                <a:ext cx="18770" cy="18928"/>
              </a:xfrm>
              <a:prstGeom prst="rect">
                <a:avLst/>
              </a:prstGeom>
              <a:solidFill>
                <a:srgbClr val="848484"/>
              </a:solidFill>
              <a:ln>
                <a:noFill/>
              </a:ln>
              <a:effectLst/>
            </p:spPr>
            <p:txBody>
              <a:bodyPr rtlCol="0" anchor="ctr"/>
              <a:lstStyle/>
              <a:p>
                <a:pPr algn="ctr"/>
              </a:p>
            </p:txBody>
          </p:sp>
          <p:sp>
            <p:nvSpPr>
              <p:cNvPr id="814" name="Noise cell"/>
              <p:cNvSpPr/>
              <p:nvPr/>
            </p:nvSpPr>
            <p:spPr>
              <a:xfrm>
                <a:off x="10147948" y="7406640"/>
                <a:ext cx="18770" cy="18928"/>
              </a:xfrm>
              <a:prstGeom prst="rect">
                <a:avLst/>
              </a:prstGeom>
              <a:solidFill>
                <a:srgbClr val="858585"/>
              </a:solidFill>
              <a:ln>
                <a:noFill/>
              </a:ln>
              <a:effectLst/>
            </p:spPr>
            <p:txBody>
              <a:bodyPr rtlCol="0" anchor="ctr"/>
              <a:lstStyle/>
              <a:p>
                <a:pPr algn="ctr"/>
              </a:p>
            </p:txBody>
          </p:sp>
          <p:sp>
            <p:nvSpPr>
              <p:cNvPr id="815" name="Noise cell"/>
              <p:cNvSpPr/>
              <p:nvPr/>
            </p:nvSpPr>
            <p:spPr>
              <a:xfrm>
                <a:off x="10166078" y="7406640"/>
                <a:ext cx="18770" cy="18928"/>
              </a:xfrm>
              <a:prstGeom prst="rect">
                <a:avLst/>
              </a:prstGeom>
              <a:solidFill>
                <a:srgbClr val="A3A3A3"/>
              </a:solidFill>
              <a:ln>
                <a:noFill/>
              </a:ln>
              <a:effectLst/>
            </p:spPr>
            <p:txBody>
              <a:bodyPr rtlCol="0" anchor="ctr"/>
              <a:lstStyle/>
              <a:p>
                <a:pPr algn="ctr"/>
              </a:p>
            </p:txBody>
          </p:sp>
          <p:sp>
            <p:nvSpPr>
              <p:cNvPr id="816" name="Noise cell"/>
              <p:cNvSpPr/>
              <p:nvPr/>
            </p:nvSpPr>
            <p:spPr>
              <a:xfrm>
                <a:off x="10184209" y="7406640"/>
                <a:ext cx="18770" cy="18928"/>
              </a:xfrm>
              <a:prstGeom prst="rect">
                <a:avLst/>
              </a:prstGeom>
              <a:solidFill>
                <a:srgbClr val="898989"/>
              </a:solidFill>
              <a:ln>
                <a:noFill/>
              </a:ln>
              <a:effectLst/>
            </p:spPr>
            <p:txBody>
              <a:bodyPr rtlCol="0" anchor="ctr"/>
              <a:lstStyle/>
              <a:p>
                <a:pPr algn="ctr"/>
              </a:p>
            </p:txBody>
          </p:sp>
          <p:sp>
            <p:nvSpPr>
              <p:cNvPr id="817" name="Noise cell"/>
              <p:cNvSpPr/>
              <p:nvPr/>
            </p:nvSpPr>
            <p:spPr>
              <a:xfrm>
                <a:off x="10202339" y="7406640"/>
                <a:ext cx="18770" cy="18928"/>
              </a:xfrm>
              <a:prstGeom prst="rect">
                <a:avLst/>
              </a:prstGeom>
              <a:solidFill>
                <a:srgbClr val="767676"/>
              </a:solidFill>
              <a:ln>
                <a:noFill/>
              </a:ln>
              <a:effectLst/>
            </p:spPr>
            <p:txBody>
              <a:bodyPr rtlCol="0" anchor="ctr"/>
              <a:lstStyle/>
              <a:p>
                <a:pPr algn="ctr"/>
              </a:p>
            </p:txBody>
          </p:sp>
          <p:sp>
            <p:nvSpPr>
              <p:cNvPr id="818" name="Noise cell"/>
              <p:cNvSpPr/>
              <p:nvPr/>
            </p:nvSpPr>
            <p:spPr>
              <a:xfrm>
                <a:off x="10220470" y="7406640"/>
                <a:ext cx="18770" cy="18928"/>
              </a:xfrm>
              <a:prstGeom prst="rect">
                <a:avLst/>
              </a:prstGeom>
              <a:solidFill>
                <a:srgbClr val="858585"/>
              </a:solidFill>
              <a:ln>
                <a:noFill/>
              </a:ln>
              <a:effectLst/>
            </p:spPr>
            <p:txBody>
              <a:bodyPr rtlCol="0" anchor="ctr"/>
              <a:lstStyle/>
              <a:p>
                <a:pPr algn="ctr"/>
              </a:p>
            </p:txBody>
          </p:sp>
          <p:sp>
            <p:nvSpPr>
              <p:cNvPr id="819" name="Noise cell"/>
              <p:cNvSpPr/>
              <p:nvPr/>
            </p:nvSpPr>
            <p:spPr>
              <a:xfrm>
                <a:off x="10238600" y="7406640"/>
                <a:ext cx="18770" cy="18928"/>
              </a:xfrm>
              <a:prstGeom prst="rect">
                <a:avLst/>
              </a:prstGeom>
              <a:solidFill>
                <a:srgbClr val="6F6F6F"/>
              </a:solidFill>
              <a:ln>
                <a:noFill/>
              </a:ln>
              <a:effectLst/>
            </p:spPr>
            <p:txBody>
              <a:bodyPr rtlCol="0" anchor="ctr"/>
              <a:lstStyle/>
              <a:p>
                <a:pPr algn="ctr"/>
              </a:p>
            </p:txBody>
          </p:sp>
          <p:sp>
            <p:nvSpPr>
              <p:cNvPr id="820" name="Noise cell"/>
              <p:cNvSpPr/>
              <p:nvPr/>
            </p:nvSpPr>
            <p:spPr>
              <a:xfrm>
                <a:off x="10256730" y="7406640"/>
                <a:ext cx="18770" cy="18928"/>
              </a:xfrm>
              <a:prstGeom prst="rect">
                <a:avLst/>
              </a:prstGeom>
              <a:solidFill>
                <a:srgbClr val="898989"/>
              </a:solidFill>
              <a:ln>
                <a:noFill/>
              </a:ln>
              <a:effectLst/>
            </p:spPr>
            <p:txBody>
              <a:bodyPr rtlCol="0" anchor="ctr"/>
              <a:lstStyle/>
              <a:p>
                <a:pPr algn="ctr"/>
              </a:p>
            </p:txBody>
          </p:sp>
          <p:sp>
            <p:nvSpPr>
              <p:cNvPr id="821" name="Noise cell"/>
              <p:cNvSpPr/>
              <p:nvPr/>
            </p:nvSpPr>
            <p:spPr>
              <a:xfrm>
                <a:off x="10274861" y="7406640"/>
                <a:ext cx="18770" cy="18928"/>
              </a:xfrm>
              <a:prstGeom prst="rect">
                <a:avLst/>
              </a:prstGeom>
              <a:solidFill>
                <a:srgbClr val="949494"/>
              </a:solidFill>
              <a:ln>
                <a:noFill/>
              </a:ln>
              <a:effectLst/>
            </p:spPr>
            <p:txBody>
              <a:bodyPr rtlCol="0" anchor="ctr"/>
              <a:lstStyle/>
              <a:p>
                <a:pPr algn="ctr"/>
              </a:p>
            </p:txBody>
          </p:sp>
          <p:sp>
            <p:nvSpPr>
              <p:cNvPr id="822" name="Noise cell"/>
              <p:cNvSpPr/>
              <p:nvPr/>
            </p:nvSpPr>
            <p:spPr>
              <a:xfrm>
                <a:off x="10292991" y="7406640"/>
                <a:ext cx="18770" cy="18928"/>
              </a:xfrm>
              <a:prstGeom prst="rect">
                <a:avLst/>
              </a:prstGeom>
              <a:solidFill>
                <a:srgbClr val="959595"/>
              </a:solidFill>
              <a:ln>
                <a:noFill/>
              </a:ln>
              <a:effectLst/>
            </p:spPr>
            <p:txBody>
              <a:bodyPr rtlCol="0" anchor="ctr"/>
              <a:lstStyle/>
              <a:p>
                <a:pPr algn="ctr"/>
              </a:p>
            </p:txBody>
          </p:sp>
          <p:sp>
            <p:nvSpPr>
              <p:cNvPr id="823" name="Noise cell"/>
              <p:cNvSpPr/>
              <p:nvPr/>
            </p:nvSpPr>
            <p:spPr>
              <a:xfrm>
                <a:off x="10311121" y="7406640"/>
                <a:ext cx="18770" cy="18928"/>
              </a:xfrm>
              <a:prstGeom prst="rect">
                <a:avLst/>
              </a:prstGeom>
              <a:solidFill>
                <a:srgbClr val="8B8B8B"/>
              </a:solidFill>
              <a:ln>
                <a:noFill/>
              </a:ln>
              <a:effectLst/>
            </p:spPr>
            <p:txBody>
              <a:bodyPr rtlCol="0" anchor="ctr"/>
              <a:lstStyle/>
              <a:p>
                <a:pPr algn="ctr"/>
              </a:p>
            </p:txBody>
          </p:sp>
          <p:sp>
            <p:nvSpPr>
              <p:cNvPr id="824" name="Noise cell"/>
              <p:cNvSpPr/>
              <p:nvPr/>
            </p:nvSpPr>
            <p:spPr>
              <a:xfrm>
                <a:off x="10329252" y="7406640"/>
                <a:ext cx="18770" cy="18928"/>
              </a:xfrm>
              <a:prstGeom prst="rect">
                <a:avLst/>
              </a:prstGeom>
              <a:solidFill>
                <a:srgbClr val="7D7D7D"/>
              </a:solidFill>
              <a:ln>
                <a:noFill/>
              </a:ln>
              <a:effectLst/>
            </p:spPr>
            <p:txBody>
              <a:bodyPr rtlCol="0" anchor="ctr"/>
              <a:lstStyle/>
              <a:p>
                <a:pPr algn="ctr"/>
              </a:p>
            </p:txBody>
          </p:sp>
          <p:sp>
            <p:nvSpPr>
              <p:cNvPr id="825" name="Noise cell"/>
              <p:cNvSpPr/>
              <p:nvPr/>
            </p:nvSpPr>
            <p:spPr>
              <a:xfrm>
                <a:off x="10347382" y="7406640"/>
                <a:ext cx="18770" cy="18928"/>
              </a:xfrm>
              <a:prstGeom prst="rect">
                <a:avLst/>
              </a:prstGeom>
              <a:solidFill>
                <a:srgbClr val="828282"/>
              </a:solidFill>
              <a:ln>
                <a:noFill/>
              </a:ln>
              <a:effectLst/>
            </p:spPr>
            <p:txBody>
              <a:bodyPr rtlCol="0" anchor="ctr"/>
              <a:lstStyle/>
              <a:p>
                <a:pPr algn="ctr"/>
              </a:p>
            </p:txBody>
          </p:sp>
          <p:sp>
            <p:nvSpPr>
              <p:cNvPr id="826" name="Noise cell"/>
              <p:cNvSpPr/>
              <p:nvPr/>
            </p:nvSpPr>
            <p:spPr>
              <a:xfrm>
                <a:off x="10365512" y="7406640"/>
                <a:ext cx="18770" cy="18928"/>
              </a:xfrm>
              <a:prstGeom prst="rect">
                <a:avLst/>
              </a:prstGeom>
              <a:solidFill>
                <a:srgbClr val="797979"/>
              </a:solidFill>
              <a:ln>
                <a:noFill/>
              </a:ln>
              <a:effectLst/>
            </p:spPr>
            <p:txBody>
              <a:bodyPr rtlCol="0" anchor="ctr"/>
              <a:lstStyle/>
              <a:p>
                <a:pPr algn="ctr"/>
              </a:p>
            </p:txBody>
          </p:sp>
          <p:sp>
            <p:nvSpPr>
              <p:cNvPr id="827" name="Noise cell"/>
              <p:cNvSpPr/>
              <p:nvPr/>
            </p:nvSpPr>
            <p:spPr>
              <a:xfrm>
                <a:off x="10383643" y="7406640"/>
                <a:ext cx="18770" cy="18928"/>
              </a:xfrm>
              <a:prstGeom prst="rect">
                <a:avLst/>
              </a:prstGeom>
              <a:solidFill>
                <a:srgbClr val="828282"/>
              </a:solidFill>
              <a:ln>
                <a:noFill/>
              </a:ln>
              <a:effectLst/>
            </p:spPr>
            <p:txBody>
              <a:bodyPr rtlCol="0" anchor="ctr"/>
              <a:lstStyle/>
              <a:p>
                <a:pPr algn="ctr"/>
              </a:p>
            </p:txBody>
          </p:sp>
          <p:sp>
            <p:nvSpPr>
              <p:cNvPr id="828" name="Noise cell"/>
              <p:cNvSpPr/>
              <p:nvPr/>
            </p:nvSpPr>
            <p:spPr>
              <a:xfrm>
                <a:off x="10401773" y="7406640"/>
                <a:ext cx="18770" cy="18928"/>
              </a:xfrm>
              <a:prstGeom prst="rect">
                <a:avLst/>
              </a:prstGeom>
              <a:solidFill>
                <a:srgbClr val="6D6D6D"/>
              </a:solidFill>
              <a:ln>
                <a:noFill/>
              </a:ln>
              <a:effectLst/>
            </p:spPr>
            <p:txBody>
              <a:bodyPr rtlCol="0" anchor="ctr"/>
              <a:lstStyle/>
              <a:p>
                <a:pPr algn="ctr"/>
              </a:p>
            </p:txBody>
          </p:sp>
          <p:sp>
            <p:nvSpPr>
              <p:cNvPr id="829" name="Noise cell"/>
              <p:cNvSpPr/>
              <p:nvPr/>
            </p:nvSpPr>
            <p:spPr>
              <a:xfrm>
                <a:off x="10419903" y="7406640"/>
                <a:ext cx="18770" cy="18928"/>
              </a:xfrm>
              <a:prstGeom prst="rect">
                <a:avLst/>
              </a:prstGeom>
              <a:solidFill>
                <a:srgbClr val="606060"/>
              </a:solidFill>
              <a:ln>
                <a:noFill/>
              </a:ln>
              <a:effectLst/>
            </p:spPr>
            <p:txBody>
              <a:bodyPr rtlCol="0" anchor="ctr"/>
              <a:lstStyle/>
              <a:p>
                <a:pPr algn="ctr"/>
              </a:p>
            </p:txBody>
          </p:sp>
          <p:sp>
            <p:nvSpPr>
              <p:cNvPr id="830" name="Noise cell"/>
              <p:cNvSpPr/>
              <p:nvPr/>
            </p:nvSpPr>
            <p:spPr>
              <a:xfrm>
                <a:off x="10438034" y="7406640"/>
                <a:ext cx="18770" cy="18928"/>
              </a:xfrm>
              <a:prstGeom prst="rect">
                <a:avLst/>
              </a:prstGeom>
              <a:solidFill>
                <a:srgbClr val="858585"/>
              </a:solidFill>
              <a:ln>
                <a:noFill/>
              </a:ln>
              <a:effectLst/>
            </p:spPr>
            <p:txBody>
              <a:bodyPr rtlCol="0" anchor="ctr"/>
              <a:lstStyle/>
              <a:p>
                <a:pPr algn="ctr"/>
              </a:p>
            </p:txBody>
          </p:sp>
          <p:sp>
            <p:nvSpPr>
              <p:cNvPr id="831" name="Noise cell"/>
              <p:cNvSpPr/>
              <p:nvPr/>
            </p:nvSpPr>
            <p:spPr>
              <a:xfrm>
                <a:off x="10456164" y="7406640"/>
                <a:ext cx="18770" cy="18928"/>
              </a:xfrm>
              <a:prstGeom prst="rect">
                <a:avLst/>
              </a:prstGeom>
              <a:solidFill>
                <a:srgbClr val="7F7F7F"/>
              </a:solidFill>
              <a:ln>
                <a:noFill/>
              </a:ln>
              <a:effectLst/>
            </p:spPr>
            <p:txBody>
              <a:bodyPr rtlCol="0" anchor="ctr"/>
              <a:lstStyle/>
              <a:p>
                <a:pPr algn="ctr"/>
              </a:p>
            </p:txBody>
          </p:sp>
          <p:sp>
            <p:nvSpPr>
              <p:cNvPr id="832" name="Noise cell"/>
              <p:cNvSpPr/>
              <p:nvPr/>
            </p:nvSpPr>
            <p:spPr>
              <a:xfrm>
                <a:off x="10474294" y="7406640"/>
                <a:ext cx="18770" cy="18928"/>
              </a:xfrm>
              <a:prstGeom prst="rect">
                <a:avLst/>
              </a:prstGeom>
              <a:solidFill>
                <a:srgbClr val="757575"/>
              </a:solidFill>
              <a:ln>
                <a:noFill/>
              </a:ln>
              <a:effectLst/>
            </p:spPr>
            <p:txBody>
              <a:bodyPr rtlCol="0" anchor="ctr"/>
              <a:lstStyle/>
              <a:p>
                <a:pPr algn="ctr"/>
              </a:p>
            </p:txBody>
          </p:sp>
          <p:sp>
            <p:nvSpPr>
              <p:cNvPr id="833" name="Noise cell"/>
              <p:cNvSpPr/>
              <p:nvPr/>
            </p:nvSpPr>
            <p:spPr>
              <a:xfrm>
                <a:off x="10492425" y="7406640"/>
                <a:ext cx="18770" cy="18928"/>
              </a:xfrm>
              <a:prstGeom prst="rect">
                <a:avLst/>
              </a:prstGeom>
              <a:solidFill>
                <a:srgbClr val="797979"/>
              </a:solidFill>
              <a:ln>
                <a:noFill/>
              </a:ln>
              <a:effectLst/>
            </p:spPr>
            <p:txBody>
              <a:bodyPr rtlCol="0" anchor="ctr"/>
              <a:lstStyle/>
              <a:p>
                <a:pPr algn="ctr"/>
              </a:p>
            </p:txBody>
          </p:sp>
          <p:sp>
            <p:nvSpPr>
              <p:cNvPr id="834" name="Noise cell"/>
              <p:cNvSpPr/>
              <p:nvPr/>
            </p:nvSpPr>
            <p:spPr>
              <a:xfrm>
                <a:off x="10510555" y="7406640"/>
                <a:ext cx="18770" cy="18928"/>
              </a:xfrm>
              <a:prstGeom prst="rect">
                <a:avLst/>
              </a:prstGeom>
              <a:solidFill>
                <a:srgbClr val="8D8D8D"/>
              </a:solidFill>
              <a:ln>
                <a:noFill/>
              </a:ln>
              <a:effectLst/>
            </p:spPr>
            <p:txBody>
              <a:bodyPr rtlCol="0" anchor="ctr"/>
              <a:lstStyle/>
              <a:p>
                <a:pPr algn="ctr"/>
              </a:p>
            </p:txBody>
          </p:sp>
          <p:sp>
            <p:nvSpPr>
              <p:cNvPr id="835" name="Noise cell"/>
              <p:cNvSpPr/>
              <p:nvPr/>
            </p:nvSpPr>
            <p:spPr>
              <a:xfrm>
                <a:off x="10528685" y="7406640"/>
                <a:ext cx="18770" cy="18928"/>
              </a:xfrm>
              <a:prstGeom prst="rect">
                <a:avLst/>
              </a:prstGeom>
              <a:solidFill>
                <a:srgbClr val="7E7E7E"/>
              </a:solidFill>
              <a:ln>
                <a:noFill/>
              </a:ln>
              <a:effectLst/>
            </p:spPr>
            <p:txBody>
              <a:bodyPr rtlCol="0" anchor="ctr"/>
              <a:lstStyle/>
              <a:p>
                <a:pPr algn="ctr"/>
              </a:p>
            </p:txBody>
          </p:sp>
          <p:sp>
            <p:nvSpPr>
              <p:cNvPr id="836" name="Noise cell"/>
              <p:cNvSpPr/>
              <p:nvPr/>
            </p:nvSpPr>
            <p:spPr>
              <a:xfrm>
                <a:off x="10546816" y="7406640"/>
                <a:ext cx="18770" cy="18928"/>
              </a:xfrm>
              <a:prstGeom prst="rect">
                <a:avLst/>
              </a:prstGeom>
              <a:solidFill>
                <a:srgbClr val="8F8F8F"/>
              </a:solidFill>
              <a:ln>
                <a:noFill/>
              </a:ln>
              <a:effectLst/>
            </p:spPr>
            <p:txBody>
              <a:bodyPr rtlCol="0" anchor="ctr"/>
              <a:lstStyle/>
              <a:p>
                <a:pPr algn="ctr"/>
              </a:p>
            </p:txBody>
          </p:sp>
          <p:sp>
            <p:nvSpPr>
              <p:cNvPr id="837" name="Noise cell"/>
              <p:cNvSpPr/>
              <p:nvPr/>
            </p:nvSpPr>
            <p:spPr>
              <a:xfrm>
                <a:off x="10564946" y="7406640"/>
                <a:ext cx="18770" cy="18928"/>
              </a:xfrm>
              <a:prstGeom prst="rect">
                <a:avLst/>
              </a:prstGeom>
              <a:solidFill>
                <a:srgbClr val="8B8B8B"/>
              </a:solidFill>
              <a:ln>
                <a:noFill/>
              </a:ln>
              <a:effectLst/>
            </p:spPr>
            <p:txBody>
              <a:bodyPr rtlCol="0" anchor="ctr"/>
              <a:lstStyle/>
              <a:p>
                <a:pPr algn="ctr"/>
              </a:p>
            </p:txBody>
          </p:sp>
          <p:sp>
            <p:nvSpPr>
              <p:cNvPr id="838" name="Noise cell"/>
              <p:cNvSpPr/>
              <p:nvPr/>
            </p:nvSpPr>
            <p:spPr>
              <a:xfrm>
                <a:off x="10583076" y="7406640"/>
                <a:ext cx="18770" cy="18928"/>
              </a:xfrm>
              <a:prstGeom prst="rect">
                <a:avLst/>
              </a:prstGeom>
              <a:solidFill>
                <a:srgbClr val="757575"/>
              </a:solidFill>
              <a:ln>
                <a:noFill/>
              </a:ln>
              <a:effectLst/>
            </p:spPr>
            <p:txBody>
              <a:bodyPr rtlCol="0" anchor="ctr"/>
              <a:lstStyle/>
              <a:p>
                <a:pPr algn="ctr"/>
              </a:p>
            </p:txBody>
          </p:sp>
          <p:sp>
            <p:nvSpPr>
              <p:cNvPr id="839" name="Noise cell"/>
              <p:cNvSpPr/>
              <p:nvPr/>
            </p:nvSpPr>
            <p:spPr>
              <a:xfrm>
                <a:off x="10601207" y="7406640"/>
                <a:ext cx="18770" cy="18928"/>
              </a:xfrm>
              <a:prstGeom prst="rect">
                <a:avLst/>
              </a:prstGeom>
              <a:solidFill>
                <a:srgbClr val="9A9A9A"/>
              </a:solidFill>
              <a:ln>
                <a:noFill/>
              </a:ln>
              <a:effectLst/>
            </p:spPr>
            <p:txBody>
              <a:bodyPr rtlCol="0" anchor="ctr"/>
              <a:lstStyle/>
              <a:p>
                <a:pPr algn="ctr"/>
              </a:p>
            </p:txBody>
          </p:sp>
          <p:sp>
            <p:nvSpPr>
              <p:cNvPr id="840" name="Noise cell"/>
              <p:cNvSpPr/>
              <p:nvPr/>
            </p:nvSpPr>
            <p:spPr>
              <a:xfrm>
                <a:off x="10619337" y="7406640"/>
                <a:ext cx="18770" cy="18928"/>
              </a:xfrm>
              <a:prstGeom prst="rect">
                <a:avLst/>
              </a:prstGeom>
              <a:solidFill>
                <a:srgbClr val="929292"/>
              </a:solidFill>
              <a:ln>
                <a:noFill/>
              </a:ln>
              <a:effectLst/>
            </p:spPr>
            <p:txBody>
              <a:bodyPr rtlCol="0" anchor="ctr"/>
              <a:lstStyle/>
              <a:p>
                <a:pPr algn="ctr"/>
              </a:p>
            </p:txBody>
          </p:sp>
          <p:sp>
            <p:nvSpPr>
              <p:cNvPr id="841" name="Noise cell"/>
              <p:cNvSpPr/>
              <p:nvPr/>
            </p:nvSpPr>
            <p:spPr>
              <a:xfrm>
                <a:off x="10637467" y="7406640"/>
                <a:ext cx="18770" cy="18928"/>
              </a:xfrm>
              <a:prstGeom prst="rect">
                <a:avLst/>
              </a:prstGeom>
              <a:solidFill>
                <a:srgbClr val="777777"/>
              </a:solidFill>
              <a:ln>
                <a:noFill/>
              </a:ln>
              <a:effectLst/>
            </p:spPr>
            <p:txBody>
              <a:bodyPr rtlCol="0" anchor="ctr"/>
              <a:lstStyle/>
              <a:p>
                <a:pPr algn="ctr"/>
              </a:p>
            </p:txBody>
          </p:sp>
          <p:sp>
            <p:nvSpPr>
              <p:cNvPr id="842" name="Noise cell"/>
              <p:cNvSpPr/>
              <p:nvPr/>
            </p:nvSpPr>
            <p:spPr>
              <a:xfrm>
                <a:off x="10655598" y="7406640"/>
                <a:ext cx="18770" cy="18928"/>
              </a:xfrm>
              <a:prstGeom prst="rect">
                <a:avLst/>
              </a:prstGeom>
              <a:solidFill>
                <a:srgbClr val="858585"/>
              </a:solidFill>
              <a:ln>
                <a:noFill/>
              </a:ln>
              <a:effectLst/>
            </p:spPr>
            <p:txBody>
              <a:bodyPr rtlCol="0" anchor="ctr"/>
              <a:lstStyle/>
              <a:p>
                <a:pPr algn="ctr"/>
              </a:p>
            </p:txBody>
          </p:sp>
          <p:sp>
            <p:nvSpPr>
              <p:cNvPr id="843" name="Noise cell"/>
              <p:cNvSpPr/>
              <p:nvPr/>
            </p:nvSpPr>
            <p:spPr>
              <a:xfrm>
                <a:off x="10673728" y="7406640"/>
                <a:ext cx="18770" cy="18928"/>
              </a:xfrm>
              <a:prstGeom prst="rect">
                <a:avLst/>
              </a:prstGeom>
              <a:solidFill>
                <a:srgbClr val="757575"/>
              </a:solidFill>
              <a:ln>
                <a:noFill/>
              </a:ln>
              <a:effectLst/>
            </p:spPr>
            <p:txBody>
              <a:bodyPr rtlCol="0" anchor="ctr"/>
              <a:lstStyle/>
              <a:p>
                <a:pPr algn="ctr"/>
              </a:p>
            </p:txBody>
          </p:sp>
          <p:sp>
            <p:nvSpPr>
              <p:cNvPr id="844" name="Noise cell"/>
              <p:cNvSpPr/>
              <p:nvPr/>
            </p:nvSpPr>
            <p:spPr>
              <a:xfrm>
                <a:off x="10691858" y="7406640"/>
                <a:ext cx="18770" cy="18928"/>
              </a:xfrm>
              <a:prstGeom prst="rect">
                <a:avLst/>
              </a:prstGeom>
              <a:solidFill>
                <a:srgbClr val="818181"/>
              </a:solidFill>
              <a:ln>
                <a:noFill/>
              </a:ln>
              <a:effectLst/>
            </p:spPr>
            <p:txBody>
              <a:bodyPr rtlCol="0" anchor="ctr"/>
              <a:lstStyle/>
              <a:p>
                <a:pPr algn="ctr"/>
              </a:p>
            </p:txBody>
          </p:sp>
          <p:sp>
            <p:nvSpPr>
              <p:cNvPr id="845" name="Noise cell"/>
              <p:cNvSpPr/>
              <p:nvPr/>
            </p:nvSpPr>
            <p:spPr>
              <a:xfrm>
                <a:off x="10709989" y="7406640"/>
                <a:ext cx="18770" cy="18928"/>
              </a:xfrm>
              <a:prstGeom prst="rect">
                <a:avLst/>
              </a:prstGeom>
              <a:solidFill>
                <a:srgbClr val="929292"/>
              </a:solidFill>
              <a:ln>
                <a:noFill/>
              </a:ln>
              <a:effectLst/>
            </p:spPr>
            <p:txBody>
              <a:bodyPr rtlCol="0" anchor="ctr"/>
              <a:lstStyle/>
              <a:p>
                <a:pPr algn="ctr"/>
              </a:p>
            </p:txBody>
          </p:sp>
          <p:sp>
            <p:nvSpPr>
              <p:cNvPr id="846" name="Noise cell"/>
              <p:cNvSpPr/>
              <p:nvPr/>
            </p:nvSpPr>
            <p:spPr>
              <a:xfrm>
                <a:off x="10728119" y="7406640"/>
                <a:ext cx="18770" cy="18928"/>
              </a:xfrm>
              <a:prstGeom prst="rect">
                <a:avLst/>
              </a:prstGeom>
              <a:solidFill>
                <a:srgbClr val="7E7E7E"/>
              </a:solidFill>
              <a:ln>
                <a:noFill/>
              </a:ln>
              <a:effectLst/>
            </p:spPr>
            <p:txBody>
              <a:bodyPr rtlCol="0" anchor="ctr"/>
              <a:lstStyle/>
              <a:p>
                <a:pPr algn="ctr"/>
              </a:p>
            </p:txBody>
          </p:sp>
          <p:sp>
            <p:nvSpPr>
              <p:cNvPr id="847" name="Noise cell"/>
              <p:cNvSpPr/>
              <p:nvPr/>
            </p:nvSpPr>
            <p:spPr>
              <a:xfrm>
                <a:off x="10746250" y="7406640"/>
                <a:ext cx="18770" cy="18928"/>
              </a:xfrm>
              <a:prstGeom prst="rect">
                <a:avLst/>
              </a:prstGeom>
              <a:solidFill>
                <a:srgbClr val="787878"/>
              </a:solidFill>
              <a:ln>
                <a:noFill/>
              </a:ln>
              <a:effectLst/>
            </p:spPr>
            <p:txBody>
              <a:bodyPr rtlCol="0" anchor="ctr"/>
              <a:lstStyle/>
              <a:p>
                <a:pPr algn="ctr"/>
              </a:p>
            </p:txBody>
          </p:sp>
          <p:sp>
            <p:nvSpPr>
              <p:cNvPr id="848" name="Noise cell"/>
              <p:cNvSpPr/>
              <p:nvPr/>
            </p:nvSpPr>
            <p:spPr>
              <a:xfrm>
                <a:off x="10764380" y="7406640"/>
                <a:ext cx="18770" cy="18928"/>
              </a:xfrm>
              <a:prstGeom prst="rect">
                <a:avLst/>
              </a:prstGeom>
              <a:solidFill>
                <a:srgbClr val="8B8B8B"/>
              </a:solidFill>
              <a:ln>
                <a:noFill/>
              </a:ln>
              <a:effectLst/>
            </p:spPr>
            <p:txBody>
              <a:bodyPr rtlCol="0" anchor="ctr"/>
              <a:lstStyle/>
              <a:p>
                <a:pPr algn="ctr"/>
              </a:p>
            </p:txBody>
          </p:sp>
          <p:sp>
            <p:nvSpPr>
              <p:cNvPr id="849" name="Noise cell"/>
              <p:cNvSpPr/>
              <p:nvPr/>
            </p:nvSpPr>
            <p:spPr>
              <a:xfrm>
                <a:off x="10782510" y="7406640"/>
                <a:ext cx="18770" cy="18928"/>
              </a:xfrm>
              <a:prstGeom prst="rect">
                <a:avLst/>
              </a:prstGeom>
              <a:solidFill>
                <a:srgbClr val="767676"/>
              </a:solidFill>
              <a:ln>
                <a:noFill/>
              </a:ln>
              <a:effectLst/>
            </p:spPr>
            <p:txBody>
              <a:bodyPr rtlCol="0" anchor="ctr"/>
              <a:lstStyle/>
              <a:p>
                <a:pPr algn="ctr"/>
              </a:p>
            </p:txBody>
          </p:sp>
          <p:sp>
            <p:nvSpPr>
              <p:cNvPr id="850" name="Noise cell"/>
              <p:cNvSpPr/>
              <p:nvPr/>
            </p:nvSpPr>
            <p:spPr>
              <a:xfrm>
                <a:off x="10800641" y="7406640"/>
                <a:ext cx="18770" cy="18928"/>
              </a:xfrm>
              <a:prstGeom prst="rect">
                <a:avLst/>
              </a:prstGeom>
              <a:solidFill>
                <a:srgbClr val="848484"/>
              </a:solidFill>
              <a:ln>
                <a:noFill/>
              </a:ln>
              <a:effectLst/>
            </p:spPr>
            <p:txBody>
              <a:bodyPr rtlCol="0" anchor="ctr"/>
              <a:lstStyle/>
              <a:p>
                <a:pPr algn="ctr"/>
              </a:p>
            </p:txBody>
          </p:sp>
          <p:sp>
            <p:nvSpPr>
              <p:cNvPr id="851" name="Noise cell"/>
              <p:cNvSpPr/>
              <p:nvPr/>
            </p:nvSpPr>
            <p:spPr>
              <a:xfrm>
                <a:off x="10818771" y="7406640"/>
                <a:ext cx="18770" cy="18928"/>
              </a:xfrm>
              <a:prstGeom prst="rect">
                <a:avLst/>
              </a:prstGeom>
              <a:solidFill>
                <a:srgbClr val="949494"/>
              </a:solidFill>
              <a:ln>
                <a:noFill/>
              </a:ln>
              <a:effectLst/>
            </p:spPr>
            <p:txBody>
              <a:bodyPr rtlCol="0" anchor="ctr"/>
              <a:lstStyle/>
              <a:p>
                <a:pPr algn="ctr"/>
              </a:p>
            </p:txBody>
          </p:sp>
          <p:sp>
            <p:nvSpPr>
              <p:cNvPr id="852" name="Noise cell"/>
              <p:cNvSpPr/>
              <p:nvPr/>
            </p:nvSpPr>
            <p:spPr>
              <a:xfrm>
                <a:off x="10836901" y="7406640"/>
                <a:ext cx="18770" cy="18928"/>
              </a:xfrm>
              <a:prstGeom prst="rect">
                <a:avLst/>
              </a:prstGeom>
              <a:solidFill>
                <a:srgbClr val="8C8C8C"/>
              </a:solidFill>
              <a:ln>
                <a:noFill/>
              </a:ln>
              <a:effectLst/>
            </p:spPr>
            <p:txBody>
              <a:bodyPr rtlCol="0" anchor="ctr"/>
              <a:lstStyle/>
              <a:p>
                <a:pPr algn="ctr"/>
              </a:p>
            </p:txBody>
          </p:sp>
          <p:sp>
            <p:nvSpPr>
              <p:cNvPr id="853" name="Noise cell"/>
              <p:cNvSpPr/>
              <p:nvPr/>
            </p:nvSpPr>
            <p:spPr>
              <a:xfrm>
                <a:off x="10855032" y="7406640"/>
                <a:ext cx="18770" cy="18928"/>
              </a:xfrm>
              <a:prstGeom prst="rect">
                <a:avLst/>
              </a:prstGeom>
              <a:solidFill>
                <a:srgbClr val="7A7A7A"/>
              </a:solidFill>
              <a:ln>
                <a:noFill/>
              </a:ln>
              <a:effectLst/>
            </p:spPr>
            <p:txBody>
              <a:bodyPr rtlCol="0" anchor="ctr"/>
              <a:lstStyle/>
              <a:p>
                <a:pPr algn="ctr"/>
              </a:p>
            </p:txBody>
          </p:sp>
          <p:sp>
            <p:nvSpPr>
              <p:cNvPr id="854" name="Noise cell"/>
              <p:cNvSpPr/>
              <p:nvPr/>
            </p:nvSpPr>
            <p:spPr>
              <a:xfrm>
                <a:off x="10873162" y="7406640"/>
                <a:ext cx="18770" cy="18928"/>
              </a:xfrm>
              <a:prstGeom prst="rect">
                <a:avLst/>
              </a:prstGeom>
              <a:solidFill>
                <a:srgbClr val="7D7D7D"/>
              </a:solidFill>
              <a:ln>
                <a:noFill/>
              </a:ln>
              <a:effectLst/>
            </p:spPr>
            <p:txBody>
              <a:bodyPr rtlCol="0" anchor="ctr"/>
              <a:lstStyle/>
              <a:p>
                <a:pPr algn="ctr"/>
              </a:p>
            </p:txBody>
          </p:sp>
          <p:sp>
            <p:nvSpPr>
              <p:cNvPr id="855" name="Noise cell"/>
              <p:cNvSpPr/>
              <p:nvPr/>
            </p:nvSpPr>
            <p:spPr>
              <a:xfrm>
                <a:off x="10891292" y="7406640"/>
                <a:ext cx="18770" cy="18928"/>
              </a:xfrm>
              <a:prstGeom prst="rect">
                <a:avLst/>
              </a:prstGeom>
              <a:solidFill>
                <a:srgbClr val="939393"/>
              </a:solidFill>
              <a:ln>
                <a:noFill/>
              </a:ln>
              <a:effectLst/>
            </p:spPr>
            <p:txBody>
              <a:bodyPr rtlCol="0" anchor="ctr"/>
              <a:lstStyle/>
              <a:p>
                <a:pPr algn="ctr"/>
              </a:p>
            </p:txBody>
          </p:sp>
          <p:sp>
            <p:nvSpPr>
              <p:cNvPr id="856" name="Noise cell"/>
              <p:cNvSpPr/>
              <p:nvPr/>
            </p:nvSpPr>
            <p:spPr>
              <a:xfrm>
                <a:off x="10909423" y="7406640"/>
                <a:ext cx="18770" cy="18928"/>
              </a:xfrm>
              <a:prstGeom prst="rect">
                <a:avLst/>
              </a:prstGeom>
              <a:solidFill>
                <a:srgbClr val="9B9B9B"/>
              </a:solidFill>
              <a:ln>
                <a:noFill/>
              </a:ln>
              <a:effectLst/>
            </p:spPr>
            <p:txBody>
              <a:bodyPr rtlCol="0" anchor="ctr"/>
              <a:lstStyle/>
              <a:p>
                <a:pPr algn="ctr"/>
              </a:p>
            </p:txBody>
          </p:sp>
          <p:sp>
            <p:nvSpPr>
              <p:cNvPr id="857" name="Noise cell"/>
              <p:cNvSpPr/>
              <p:nvPr/>
            </p:nvSpPr>
            <p:spPr>
              <a:xfrm>
                <a:off x="10927553" y="7406640"/>
                <a:ext cx="18770" cy="18928"/>
              </a:xfrm>
              <a:prstGeom prst="rect">
                <a:avLst/>
              </a:prstGeom>
              <a:solidFill>
                <a:srgbClr val="7C7C7C"/>
              </a:solidFill>
              <a:ln>
                <a:noFill/>
              </a:ln>
              <a:effectLst/>
            </p:spPr>
            <p:txBody>
              <a:bodyPr rtlCol="0" anchor="ctr"/>
              <a:lstStyle/>
              <a:p>
                <a:pPr algn="ctr"/>
              </a:p>
            </p:txBody>
          </p:sp>
          <p:sp>
            <p:nvSpPr>
              <p:cNvPr id="858" name="Noise cell"/>
              <p:cNvSpPr/>
              <p:nvPr/>
            </p:nvSpPr>
            <p:spPr>
              <a:xfrm>
                <a:off x="10945683" y="7406640"/>
                <a:ext cx="18770" cy="18928"/>
              </a:xfrm>
              <a:prstGeom prst="rect">
                <a:avLst/>
              </a:prstGeom>
              <a:solidFill>
                <a:srgbClr val="828282"/>
              </a:solidFill>
              <a:ln>
                <a:noFill/>
              </a:ln>
              <a:effectLst/>
            </p:spPr>
            <p:txBody>
              <a:bodyPr rtlCol="0" anchor="ctr"/>
              <a:lstStyle/>
              <a:p>
                <a:pPr algn="ctr"/>
              </a:p>
            </p:txBody>
          </p:sp>
          <p:sp>
            <p:nvSpPr>
              <p:cNvPr id="859" name="Noise cell"/>
              <p:cNvSpPr/>
              <p:nvPr/>
            </p:nvSpPr>
            <p:spPr>
              <a:xfrm>
                <a:off x="10963814" y="7406640"/>
                <a:ext cx="18770" cy="18928"/>
              </a:xfrm>
              <a:prstGeom prst="rect">
                <a:avLst/>
              </a:prstGeom>
              <a:solidFill>
                <a:srgbClr val="797979"/>
              </a:solidFill>
              <a:ln>
                <a:noFill/>
              </a:ln>
              <a:effectLst/>
            </p:spPr>
            <p:txBody>
              <a:bodyPr rtlCol="0" anchor="ctr"/>
              <a:lstStyle/>
              <a:p>
                <a:pPr algn="ctr"/>
              </a:p>
            </p:txBody>
          </p:sp>
          <p:sp>
            <p:nvSpPr>
              <p:cNvPr id="860" name="Noise cell"/>
              <p:cNvSpPr/>
              <p:nvPr/>
            </p:nvSpPr>
            <p:spPr>
              <a:xfrm>
                <a:off x="9930384" y="7424928"/>
                <a:ext cx="18770" cy="18928"/>
              </a:xfrm>
              <a:prstGeom prst="rect">
                <a:avLst/>
              </a:prstGeom>
              <a:solidFill>
                <a:srgbClr val="747474"/>
              </a:solidFill>
              <a:ln>
                <a:noFill/>
              </a:ln>
              <a:effectLst/>
            </p:spPr>
            <p:txBody>
              <a:bodyPr rtlCol="0" anchor="ctr"/>
              <a:lstStyle/>
              <a:p>
                <a:pPr algn="ctr"/>
              </a:p>
            </p:txBody>
          </p:sp>
          <p:sp>
            <p:nvSpPr>
              <p:cNvPr id="861" name="Noise cell"/>
              <p:cNvSpPr/>
              <p:nvPr/>
            </p:nvSpPr>
            <p:spPr>
              <a:xfrm>
                <a:off x="9948514" y="7424928"/>
                <a:ext cx="18770" cy="18928"/>
              </a:xfrm>
              <a:prstGeom prst="rect">
                <a:avLst/>
              </a:prstGeom>
              <a:solidFill>
                <a:srgbClr val="767676"/>
              </a:solidFill>
              <a:ln>
                <a:noFill/>
              </a:ln>
              <a:effectLst/>
            </p:spPr>
            <p:txBody>
              <a:bodyPr rtlCol="0" anchor="ctr"/>
              <a:lstStyle/>
              <a:p>
                <a:pPr algn="ctr"/>
              </a:p>
            </p:txBody>
          </p:sp>
          <p:sp>
            <p:nvSpPr>
              <p:cNvPr id="862" name="Noise cell"/>
              <p:cNvSpPr/>
              <p:nvPr/>
            </p:nvSpPr>
            <p:spPr>
              <a:xfrm>
                <a:off x="9966645" y="7424928"/>
                <a:ext cx="18770" cy="18928"/>
              </a:xfrm>
              <a:prstGeom prst="rect">
                <a:avLst/>
              </a:prstGeom>
              <a:solidFill>
                <a:srgbClr val="7E7E7E"/>
              </a:solidFill>
              <a:ln>
                <a:noFill/>
              </a:ln>
              <a:effectLst/>
            </p:spPr>
            <p:txBody>
              <a:bodyPr rtlCol="0" anchor="ctr"/>
              <a:lstStyle/>
              <a:p>
                <a:pPr algn="ctr"/>
              </a:p>
            </p:txBody>
          </p:sp>
          <p:sp>
            <p:nvSpPr>
              <p:cNvPr id="863" name="Noise cell"/>
              <p:cNvSpPr/>
              <p:nvPr/>
            </p:nvSpPr>
            <p:spPr>
              <a:xfrm>
                <a:off x="9984775" y="7424928"/>
                <a:ext cx="18770" cy="18928"/>
              </a:xfrm>
              <a:prstGeom prst="rect">
                <a:avLst/>
              </a:prstGeom>
              <a:solidFill>
                <a:srgbClr val="949494"/>
              </a:solidFill>
              <a:ln>
                <a:noFill/>
              </a:ln>
              <a:effectLst/>
            </p:spPr>
            <p:txBody>
              <a:bodyPr rtlCol="0" anchor="ctr"/>
              <a:lstStyle/>
              <a:p>
                <a:pPr algn="ctr"/>
              </a:p>
            </p:txBody>
          </p:sp>
          <p:sp>
            <p:nvSpPr>
              <p:cNvPr id="864" name="Noise cell"/>
              <p:cNvSpPr/>
              <p:nvPr/>
            </p:nvSpPr>
            <p:spPr>
              <a:xfrm>
                <a:off x="10002905" y="7424928"/>
                <a:ext cx="18770" cy="18928"/>
              </a:xfrm>
              <a:prstGeom prst="rect">
                <a:avLst/>
              </a:prstGeom>
              <a:solidFill>
                <a:srgbClr val="949494"/>
              </a:solidFill>
              <a:ln>
                <a:noFill/>
              </a:ln>
              <a:effectLst/>
            </p:spPr>
            <p:txBody>
              <a:bodyPr rtlCol="0" anchor="ctr"/>
              <a:lstStyle/>
              <a:p>
                <a:pPr algn="ctr"/>
              </a:p>
            </p:txBody>
          </p:sp>
          <p:sp>
            <p:nvSpPr>
              <p:cNvPr id="865" name="Noise cell"/>
              <p:cNvSpPr/>
              <p:nvPr/>
            </p:nvSpPr>
            <p:spPr>
              <a:xfrm>
                <a:off x="10021036" y="7424928"/>
                <a:ext cx="18770" cy="18928"/>
              </a:xfrm>
              <a:prstGeom prst="rect">
                <a:avLst/>
              </a:prstGeom>
              <a:solidFill>
                <a:srgbClr val="9E9E9E"/>
              </a:solidFill>
              <a:ln>
                <a:noFill/>
              </a:ln>
              <a:effectLst/>
            </p:spPr>
            <p:txBody>
              <a:bodyPr rtlCol="0" anchor="ctr"/>
              <a:lstStyle/>
              <a:p>
                <a:pPr algn="ctr"/>
              </a:p>
            </p:txBody>
          </p:sp>
          <p:sp>
            <p:nvSpPr>
              <p:cNvPr id="866" name="Noise cell"/>
              <p:cNvSpPr/>
              <p:nvPr/>
            </p:nvSpPr>
            <p:spPr>
              <a:xfrm>
                <a:off x="10039166" y="7424928"/>
                <a:ext cx="18770" cy="18928"/>
              </a:xfrm>
              <a:prstGeom prst="rect">
                <a:avLst/>
              </a:prstGeom>
              <a:solidFill>
                <a:srgbClr val="7A7A7A"/>
              </a:solidFill>
              <a:ln>
                <a:noFill/>
              </a:ln>
              <a:effectLst/>
            </p:spPr>
            <p:txBody>
              <a:bodyPr rtlCol="0" anchor="ctr"/>
              <a:lstStyle/>
              <a:p>
                <a:pPr algn="ctr"/>
              </a:p>
            </p:txBody>
          </p:sp>
          <p:sp>
            <p:nvSpPr>
              <p:cNvPr id="867" name="Noise cell"/>
              <p:cNvSpPr/>
              <p:nvPr/>
            </p:nvSpPr>
            <p:spPr>
              <a:xfrm>
                <a:off x="10057296" y="7424928"/>
                <a:ext cx="18770" cy="18928"/>
              </a:xfrm>
              <a:prstGeom prst="rect">
                <a:avLst/>
              </a:prstGeom>
              <a:solidFill>
                <a:srgbClr val="727272"/>
              </a:solidFill>
              <a:ln>
                <a:noFill/>
              </a:ln>
              <a:effectLst/>
            </p:spPr>
            <p:txBody>
              <a:bodyPr rtlCol="0" anchor="ctr"/>
              <a:lstStyle/>
              <a:p>
                <a:pPr algn="ctr"/>
              </a:p>
            </p:txBody>
          </p:sp>
          <p:sp>
            <p:nvSpPr>
              <p:cNvPr id="868" name="Noise cell"/>
              <p:cNvSpPr/>
              <p:nvPr/>
            </p:nvSpPr>
            <p:spPr>
              <a:xfrm>
                <a:off x="10075427" y="7424928"/>
                <a:ext cx="18770" cy="18928"/>
              </a:xfrm>
              <a:prstGeom prst="rect">
                <a:avLst/>
              </a:prstGeom>
              <a:solidFill>
                <a:srgbClr val="8D8D8D"/>
              </a:solidFill>
              <a:ln>
                <a:noFill/>
              </a:ln>
              <a:effectLst/>
            </p:spPr>
            <p:txBody>
              <a:bodyPr rtlCol="0" anchor="ctr"/>
              <a:lstStyle/>
              <a:p>
                <a:pPr algn="ctr"/>
              </a:p>
            </p:txBody>
          </p:sp>
          <p:sp>
            <p:nvSpPr>
              <p:cNvPr id="869" name="Noise cell"/>
              <p:cNvSpPr/>
              <p:nvPr/>
            </p:nvSpPr>
            <p:spPr>
              <a:xfrm>
                <a:off x="10093557" y="7424928"/>
                <a:ext cx="18770" cy="18928"/>
              </a:xfrm>
              <a:prstGeom prst="rect">
                <a:avLst/>
              </a:prstGeom>
              <a:solidFill>
                <a:srgbClr val="6E6E6E"/>
              </a:solidFill>
              <a:ln>
                <a:noFill/>
              </a:ln>
              <a:effectLst/>
            </p:spPr>
            <p:txBody>
              <a:bodyPr rtlCol="0" anchor="ctr"/>
              <a:lstStyle/>
              <a:p>
                <a:pPr algn="ctr"/>
              </a:p>
            </p:txBody>
          </p:sp>
          <p:sp>
            <p:nvSpPr>
              <p:cNvPr id="870" name="Noise cell"/>
              <p:cNvSpPr/>
              <p:nvPr/>
            </p:nvSpPr>
            <p:spPr>
              <a:xfrm>
                <a:off x="10111687" y="7424928"/>
                <a:ext cx="18770" cy="18928"/>
              </a:xfrm>
              <a:prstGeom prst="rect">
                <a:avLst/>
              </a:prstGeom>
              <a:solidFill>
                <a:srgbClr val="797979"/>
              </a:solidFill>
              <a:ln>
                <a:noFill/>
              </a:ln>
              <a:effectLst/>
            </p:spPr>
            <p:txBody>
              <a:bodyPr rtlCol="0" anchor="ctr"/>
              <a:lstStyle/>
              <a:p>
                <a:pPr algn="ctr"/>
              </a:p>
            </p:txBody>
          </p:sp>
          <p:sp>
            <p:nvSpPr>
              <p:cNvPr id="871" name="Noise cell"/>
              <p:cNvSpPr/>
              <p:nvPr/>
            </p:nvSpPr>
            <p:spPr>
              <a:xfrm>
                <a:off x="10129818" y="7424928"/>
                <a:ext cx="18770" cy="18928"/>
              </a:xfrm>
              <a:prstGeom prst="rect">
                <a:avLst/>
              </a:prstGeom>
              <a:solidFill>
                <a:srgbClr val="949494"/>
              </a:solidFill>
              <a:ln>
                <a:noFill/>
              </a:ln>
              <a:effectLst/>
            </p:spPr>
            <p:txBody>
              <a:bodyPr rtlCol="0" anchor="ctr"/>
              <a:lstStyle/>
              <a:p>
                <a:pPr algn="ctr"/>
              </a:p>
            </p:txBody>
          </p:sp>
          <p:sp>
            <p:nvSpPr>
              <p:cNvPr id="872" name="Noise cell"/>
              <p:cNvSpPr/>
              <p:nvPr/>
            </p:nvSpPr>
            <p:spPr>
              <a:xfrm>
                <a:off x="10147948" y="7424928"/>
                <a:ext cx="18770" cy="18928"/>
              </a:xfrm>
              <a:prstGeom prst="rect">
                <a:avLst/>
              </a:prstGeom>
              <a:solidFill>
                <a:srgbClr val="929292"/>
              </a:solidFill>
              <a:ln>
                <a:noFill/>
              </a:ln>
              <a:effectLst/>
            </p:spPr>
            <p:txBody>
              <a:bodyPr rtlCol="0" anchor="ctr"/>
              <a:lstStyle/>
              <a:p>
                <a:pPr algn="ctr"/>
              </a:p>
            </p:txBody>
          </p:sp>
          <p:sp>
            <p:nvSpPr>
              <p:cNvPr id="873" name="Noise cell"/>
              <p:cNvSpPr/>
              <p:nvPr/>
            </p:nvSpPr>
            <p:spPr>
              <a:xfrm>
                <a:off x="10166078" y="7424928"/>
                <a:ext cx="18770" cy="18928"/>
              </a:xfrm>
              <a:prstGeom prst="rect">
                <a:avLst/>
              </a:prstGeom>
              <a:solidFill>
                <a:srgbClr val="939393"/>
              </a:solidFill>
              <a:ln>
                <a:noFill/>
              </a:ln>
              <a:effectLst/>
            </p:spPr>
            <p:txBody>
              <a:bodyPr rtlCol="0" anchor="ctr"/>
              <a:lstStyle/>
              <a:p>
                <a:pPr algn="ctr"/>
              </a:p>
            </p:txBody>
          </p:sp>
          <p:sp>
            <p:nvSpPr>
              <p:cNvPr id="874" name="Noise cell"/>
              <p:cNvSpPr/>
              <p:nvPr/>
            </p:nvSpPr>
            <p:spPr>
              <a:xfrm>
                <a:off x="10184209" y="7424928"/>
                <a:ext cx="18770" cy="18928"/>
              </a:xfrm>
              <a:prstGeom prst="rect">
                <a:avLst/>
              </a:prstGeom>
              <a:solidFill>
                <a:srgbClr val="787878"/>
              </a:solidFill>
              <a:ln>
                <a:noFill/>
              </a:ln>
              <a:effectLst/>
            </p:spPr>
            <p:txBody>
              <a:bodyPr rtlCol="0" anchor="ctr"/>
              <a:lstStyle/>
              <a:p>
                <a:pPr algn="ctr"/>
              </a:p>
            </p:txBody>
          </p:sp>
          <p:sp>
            <p:nvSpPr>
              <p:cNvPr id="875" name="Noise cell"/>
              <p:cNvSpPr/>
              <p:nvPr/>
            </p:nvSpPr>
            <p:spPr>
              <a:xfrm>
                <a:off x="10202339" y="7424928"/>
                <a:ext cx="18770" cy="18928"/>
              </a:xfrm>
              <a:prstGeom prst="rect">
                <a:avLst/>
              </a:prstGeom>
              <a:solidFill>
                <a:srgbClr val="909090"/>
              </a:solidFill>
              <a:ln>
                <a:noFill/>
              </a:ln>
              <a:effectLst/>
            </p:spPr>
            <p:txBody>
              <a:bodyPr rtlCol="0" anchor="ctr"/>
              <a:lstStyle/>
              <a:p>
                <a:pPr algn="ctr"/>
              </a:p>
            </p:txBody>
          </p:sp>
          <p:sp>
            <p:nvSpPr>
              <p:cNvPr id="876" name="Noise cell"/>
              <p:cNvSpPr/>
              <p:nvPr/>
            </p:nvSpPr>
            <p:spPr>
              <a:xfrm>
                <a:off x="10220470" y="7424928"/>
                <a:ext cx="18770" cy="18928"/>
              </a:xfrm>
              <a:prstGeom prst="rect">
                <a:avLst/>
              </a:prstGeom>
              <a:solidFill>
                <a:srgbClr val="898989"/>
              </a:solidFill>
              <a:ln>
                <a:noFill/>
              </a:ln>
              <a:effectLst/>
            </p:spPr>
            <p:txBody>
              <a:bodyPr rtlCol="0" anchor="ctr"/>
              <a:lstStyle/>
              <a:p>
                <a:pPr algn="ctr"/>
              </a:p>
            </p:txBody>
          </p:sp>
          <p:sp>
            <p:nvSpPr>
              <p:cNvPr id="877" name="Noise cell"/>
              <p:cNvSpPr/>
              <p:nvPr/>
            </p:nvSpPr>
            <p:spPr>
              <a:xfrm>
                <a:off x="10238600" y="7424928"/>
                <a:ext cx="18770" cy="18928"/>
              </a:xfrm>
              <a:prstGeom prst="rect">
                <a:avLst/>
              </a:prstGeom>
              <a:solidFill>
                <a:srgbClr val="797979"/>
              </a:solidFill>
              <a:ln>
                <a:noFill/>
              </a:ln>
              <a:effectLst/>
            </p:spPr>
            <p:txBody>
              <a:bodyPr rtlCol="0" anchor="ctr"/>
              <a:lstStyle/>
              <a:p>
                <a:pPr algn="ctr"/>
              </a:p>
            </p:txBody>
          </p:sp>
          <p:sp>
            <p:nvSpPr>
              <p:cNvPr id="878" name="Noise cell"/>
              <p:cNvSpPr/>
              <p:nvPr/>
            </p:nvSpPr>
            <p:spPr>
              <a:xfrm>
                <a:off x="10256730" y="7424928"/>
                <a:ext cx="18770" cy="18928"/>
              </a:xfrm>
              <a:prstGeom prst="rect">
                <a:avLst/>
              </a:prstGeom>
              <a:solidFill>
                <a:srgbClr val="8D8D8D"/>
              </a:solidFill>
              <a:ln>
                <a:noFill/>
              </a:ln>
              <a:effectLst/>
            </p:spPr>
            <p:txBody>
              <a:bodyPr rtlCol="0" anchor="ctr"/>
              <a:lstStyle/>
              <a:p>
                <a:pPr algn="ctr"/>
              </a:p>
            </p:txBody>
          </p:sp>
          <p:sp>
            <p:nvSpPr>
              <p:cNvPr id="879" name="Noise cell"/>
              <p:cNvSpPr/>
              <p:nvPr/>
            </p:nvSpPr>
            <p:spPr>
              <a:xfrm>
                <a:off x="10274861" y="7424928"/>
                <a:ext cx="18770" cy="18928"/>
              </a:xfrm>
              <a:prstGeom prst="rect">
                <a:avLst/>
              </a:prstGeom>
              <a:solidFill>
                <a:srgbClr val="9B9B9B"/>
              </a:solidFill>
              <a:ln>
                <a:noFill/>
              </a:ln>
              <a:effectLst/>
            </p:spPr>
            <p:txBody>
              <a:bodyPr rtlCol="0" anchor="ctr"/>
              <a:lstStyle/>
              <a:p>
                <a:pPr algn="ctr"/>
              </a:p>
            </p:txBody>
          </p:sp>
          <p:sp>
            <p:nvSpPr>
              <p:cNvPr id="880" name="Noise cell"/>
              <p:cNvSpPr/>
              <p:nvPr/>
            </p:nvSpPr>
            <p:spPr>
              <a:xfrm>
                <a:off x="10292991" y="7424928"/>
                <a:ext cx="18770" cy="18928"/>
              </a:xfrm>
              <a:prstGeom prst="rect">
                <a:avLst/>
              </a:prstGeom>
              <a:solidFill>
                <a:srgbClr val="7C7C7C"/>
              </a:solidFill>
              <a:ln>
                <a:noFill/>
              </a:ln>
              <a:effectLst/>
            </p:spPr>
            <p:txBody>
              <a:bodyPr rtlCol="0" anchor="ctr"/>
              <a:lstStyle/>
              <a:p>
                <a:pPr algn="ctr"/>
              </a:p>
            </p:txBody>
          </p:sp>
          <p:sp>
            <p:nvSpPr>
              <p:cNvPr id="881" name="Noise cell"/>
              <p:cNvSpPr/>
              <p:nvPr/>
            </p:nvSpPr>
            <p:spPr>
              <a:xfrm>
                <a:off x="10311121" y="7424928"/>
                <a:ext cx="18770" cy="18928"/>
              </a:xfrm>
              <a:prstGeom prst="rect">
                <a:avLst/>
              </a:prstGeom>
              <a:solidFill>
                <a:srgbClr val="A1A1A1"/>
              </a:solidFill>
              <a:ln>
                <a:noFill/>
              </a:ln>
              <a:effectLst/>
            </p:spPr>
            <p:txBody>
              <a:bodyPr rtlCol="0" anchor="ctr"/>
              <a:lstStyle/>
              <a:p>
                <a:pPr algn="ctr"/>
              </a:p>
            </p:txBody>
          </p:sp>
          <p:sp>
            <p:nvSpPr>
              <p:cNvPr id="882" name="Noise cell"/>
              <p:cNvSpPr/>
              <p:nvPr/>
            </p:nvSpPr>
            <p:spPr>
              <a:xfrm>
                <a:off x="10329252" y="7424928"/>
                <a:ext cx="18770" cy="18928"/>
              </a:xfrm>
              <a:prstGeom prst="rect">
                <a:avLst/>
              </a:prstGeom>
              <a:solidFill>
                <a:srgbClr val="8B8B8B"/>
              </a:solidFill>
              <a:ln>
                <a:noFill/>
              </a:ln>
              <a:effectLst/>
            </p:spPr>
            <p:txBody>
              <a:bodyPr rtlCol="0" anchor="ctr"/>
              <a:lstStyle/>
              <a:p>
                <a:pPr algn="ctr"/>
              </a:p>
            </p:txBody>
          </p:sp>
          <p:sp>
            <p:nvSpPr>
              <p:cNvPr id="883" name="Noise cell"/>
              <p:cNvSpPr/>
              <p:nvPr/>
            </p:nvSpPr>
            <p:spPr>
              <a:xfrm>
                <a:off x="10347382" y="7424928"/>
                <a:ext cx="18770" cy="18928"/>
              </a:xfrm>
              <a:prstGeom prst="rect">
                <a:avLst/>
              </a:prstGeom>
              <a:solidFill>
                <a:srgbClr val="808080"/>
              </a:solidFill>
              <a:ln>
                <a:noFill/>
              </a:ln>
              <a:effectLst/>
            </p:spPr>
            <p:txBody>
              <a:bodyPr rtlCol="0" anchor="ctr"/>
              <a:lstStyle/>
              <a:p>
                <a:pPr algn="ctr"/>
              </a:p>
            </p:txBody>
          </p:sp>
          <p:sp>
            <p:nvSpPr>
              <p:cNvPr id="884" name="Noise cell"/>
              <p:cNvSpPr/>
              <p:nvPr/>
            </p:nvSpPr>
            <p:spPr>
              <a:xfrm>
                <a:off x="10365512" y="7424928"/>
                <a:ext cx="18770" cy="18928"/>
              </a:xfrm>
              <a:prstGeom prst="rect">
                <a:avLst/>
              </a:prstGeom>
              <a:solidFill>
                <a:srgbClr val="646464"/>
              </a:solidFill>
              <a:ln>
                <a:noFill/>
              </a:ln>
              <a:effectLst/>
            </p:spPr>
            <p:txBody>
              <a:bodyPr rtlCol="0" anchor="ctr"/>
              <a:lstStyle/>
              <a:p>
                <a:pPr algn="ctr"/>
              </a:p>
            </p:txBody>
          </p:sp>
          <p:sp>
            <p:nvSpPr>
              <p:cNvPr id="885" name="Noise cell"/>
              <p:cNvSpPr/>
              <p:nvPr/>
            </p:nvSpPr>
            <p:spPr>
              <a:xfrm>
                <a:off x="10383643" y="7424928"/>
                <a:ext cx="18770" cy="18928"/>
              </a:xfrm>
              <a:prstGeom prst="rect">
                <a:avLst/>
              </a:prstGeom>
              <a:solidFill>
                <a:srgbClr val="777777"/>
              </a:solidFill>
              <a:ln>
                <a:noFill/>
              </a:ln>
              <a:effectLst/>
            </p:spPr>
            <p:txBody>
              <a:bodyPr rtlCol="0" anchor="ctr"/>
              <a:lstStyle/>
              <a:p>
                <a:pPr algn="ctr"/>
              </a:p>
            </p:txBody>
          </p:sp>
          <p:sp>
            <p:nvSpPr>
              <p:cNvPr id="886" name="Noise cell"/>
              <p:cNvSpPr/>
              <p:nvPr/>
            </p:nvSpPr>
            <p:spPr>
              <a:xfrm>
                <a:off x="10401773" y="7424928"/>
                <a:ext cx="18770" cy="18928"/>
              </a:xfrm>
              <a:prstGeom prst="rect">
                <a:avLst/>
              </a:prstGeom>
              <a:solidFill>
                <a:srgbClr val="787878"/>
              </a:solidFill>
              <a:ln>
                <a:noFill/>
              </a:ln>
              <a:effectLst/>
            </p:spPr>
            <p:txBody>
              <a:bodyPr rtlCol="0" anchor="ctr"/>
              <a:lstStyle/>
              <a:p>
                <a:pPr algn="ctr"/>
              </a:p>
            </p:txBody>
          </p:sp>
          <p:sp>
            <p:nvSpPr>
              <p:cNvPr id="887" name="Noise cell"/>
              <p:cNvSpPr/>
              <p:nvPr/>
            </p:nvSpPr>
            <p:spPr>
              <a:xfrm>
                <a:off x="10419903" y="7424928"/>
                <a:ext cx="18770" cy="18928"/>
              </a:xfrm>
              <a:prstGeom prst="rect">
                <a:avLst/>
              </a:prstGeom>
              <a:solidFill>
                <a:srgbClr val="737373"/>
              </a:solidFill>
              <a:ln>
                <a:noFill/>
              </a:ln>
              <a:effectLst/>
            </p:spPr>
            <p:txBody>
              <a:bodyPr rtlCol="0" anchor="ctr"/>
              <a:lstStyle/>
              <a:p>
                <a:pPr algn="ctr"/>
              </a:p>
            </p:txBody>
          </p:sp>
          <p:sp>
            <p:nvSpPr>
              <p:cNvPr id="888" name="Noise cell"/>
              <p:cNvSpPr/>
              <p:nvPr/>
            </p:nvSpPr>
            <p:spPr>
              <a:xfrm>
                <a:off x="10438034" y="7424928"/>
                <a:ext cx="18770" cy="18928"/>
              </a:xfrm>
              <a:prstGeom prst="rect">
                <a:avLst/>
              </a:prstGeom>
              <a:solidFill>
                <a:srgbClr val="8D8D8D"/>
              </a:solidFill>
              <a:ln>
                <a:noFill/>
              </a:ln>
              <a:effectLst/>
            </p:spPr>
            <p:txBody>
              <a:bodyPr rtlCol="0" anchor="ctr"/>
              <a:lstStyle/>
              <a:p>
                <a:pPr algn="ctr"/>
              </a:p>
            </p:txBody>
          </p:sp>
          <p:sp>
            <p:nvSpPr>
              <p:cNvPr id="889" name="Noise cell"/>
              <p:cNvSpPr/>
              <p:nvPr/>
            </p:nvSpPr>
            <p:spPr>
              <a:xfrm>
                <a:off x="10456164" y="7424928"/>
                <a:ext cx="18770" cy="18928"/>
              </a:xfrm>
              <a:prstGeom prst="rect">
                <a:avLst/>
              </a:prstGeom>
              <a:solidFill>
                <a:srgbClr val="8F8F8F"/>
              </a:solidFill>
              <a:ln>
                <a:noFill/>
              </a:ln>
              <a:effectLst/>
            </p:spPr>
            <p:txBody>
              <a:bodyPr rtlCol="0" anchor="ctr"/>
              <a:lstStyle/>
              <a:p>
                <a:pPr algn="ctr"/>
              </a:p>
            </p:txBody>
          </p:sp>
          <p:sp>
            <p:nvSpPr>
              <p:cNvPr id="890" name="Noise cell"/>
              <p:cNvSpPr/>
              <p:nvPr/>
            </p:nvSpPr>
            <p:spPr>
              <a:xfrm>
                <a:off x="10474294" y="7424928"/>
                <a:ext cx="18770" cy="18928"/>
              </a:xfrm>
              <a:prstGeom prst="rect">
                <a:avLst/>
              </a:prstGeom>
              <a:solidFill>
                <a:srgbClr val="848484"/>
              </a:solidFill>
              <a:ln>
                <a:noFill/>
              </a:ln>
              <a:effectLst/>
            </p:spPr>
            <p:txBody>
              <a:bodyPr rtlCol="0" anchor="ctr"/>
              <a:lstStyle/>
              <a:p>
                <a:pPr algn="ctr"/>
              </a:p>
            </p:txBody>
          </p:sp>
          <p:sp>
            <p:nvSpPr>
              <p:cNvPr id="891" name="Noise cell"/>
              <p:cNvSpPr/>
              <p:nvPr/>
            </p:nvSpPr>
            <p:spPr>
              <a:xfrm>
                <a:off x="10492425" y="7424928"/>
                <a:ext cx="18770" cy="18928"/>
              </a:xfrm>
              <a:prstGeom prst="rect">
                <a:avLst/>
              </a:prstGeom>
              <a:solidFill>
                <a:srgbClr val="838383"/>
              </a:solidFill>
              <a:ln>
                <a:noFill/>
              </a:ln>
              <a:effectLst/>
            </p:spPr>
            <p:txBody>
              <a:bodyPr rtlCol="0" anchor="ctr"/>
              <a:lstStyle/>
              <a:p>
                <a:pPr algn="ctr"/>
              </a:p>
            </p:txBody>
          </p:sp>
          <p:sp>
            <p:nvSpPr>
              <p:cNvPr id="892" name="Noise cell"/>
              <p:cNvSpPr/>
              <p:nvPr/>
            </p:nvSpPr>
            <p:spPr>
              <a:xfrm>
                <a:off x="10510555" y="7424928"/>
                <a:ext cx="18770" cy="18928"/>
              </a:xfrm>
              <a:prstGeom prst="rect">
                <a:avLst/>
              </a:prstGeom>
              <a:solidFill>
                <a:srgbClr val="818181"/>
              </a:solidFill>
              <a:ln>
                <a:noFill/>
              </a:ln>
              <a:effectLst/>
            </p:spPr>
            <p:txBody>
              <a:bodyPr rtlCol="0" anchor="ctr"/>
              <a:lstStyle/>
              <a:p>
                <a:pPr algn="ctr"/>
              </a:p>
            </p:txBody>
          </p:sp>
          <p:sp>
            <p:nvSpPr>
              <p:cNvPr id="893" name="Noise cell"/>
              <p:cNvSpPr/>
              <p:nvPr/>
            </p:nvSpPr>
            <p:spPr>
              <a:xfrm>
                <a:off x="10528685" y="7424928"/>
                <a:ext cx="18770" cy="18928"/>
              </a:xfrm>
              <a:prstGeom prst="rect">
                <a:avLst/>
              </a:prstGeom>
              <a:solidFill>
                <a:srgbClr val="787878"/>
              </a:solidFill>
              <a:ln>
                <a:noFill/>
              </a:ln>
              <a:effectLst/>
            </p:spPr>
            <p:txBody>
              <a:bodyPr rtlCol="0" anchor="ctr"/>
              <a:lstStyle/>
              <a:p>
                <a:pPr algn="ctr"/>
              </a:p>
            </p:txBody>
          </p:sp>
          <p:sp>
            <p:nvSpPr>
              <p:cNvPr id="894" name="Noise cell"/>
              <p:cNvSpPr/>
              <p:nvPr/>
            </p:nvSpPr>
            <p:spPr>
              <a:xfrm>
                <a:off x="10546816" y="7424928"/>
                <a:ext cx="18770" cy="18928"/>
              </a:xfrm>
              <a:prstGeom prst="rect">
                <a:avLst/>
              </a:prstGeom>
              <a:solidFill>
                <a:srgbClr val="7E7E7E"/>
              </a:solidFill>
              <a:ln>
                <a:noFill/>
              </a:ln>
              <a:effectLst/>
            </p:spPr>
            <p:txBody>
              <a:bodyPr rtlCol="0" anchor="ctr"/>
              <a:lstStyle/>
              <a:p>
                <a:pPr algn="ctr"/>
              </a:p>
            </p:txBody>
          </p:sp>
          <p:sp>
            <p:nvSpPr>
              <p:cNvPr id="895" name="Noise cell"/>
              <p:cNvSpPr/>
              <p:nvPr/>
            </p:nvSpPr>
            <p:spPr>
              <a:xfrm>
                <a:off x="10564946" y="7424928"/>
                <a:ext cx="18770" cy="18928"/>
              </a:xfrm>
              <a:prstGeom prst="rect">
                <a:avLst/>
              </a:prstGeom>
              <a:solidFill>
                <a:srgbClr val="9D9D9D"/>
              </a:solidFill>
              <a:ln>
                <a:noFill/>
              </a:ln>
              <a:effectLst/>
            </p:spPr>
            <p:txBody>
              <a:bodyPr rtlCol="0" anchor="ctr"/>
              <a:lstStyle/>
              <a:p>
                <a:pPr algn="ctr"/>
              </a:p>
            </p:txBody>
          </p:sp>
          <p:sp>
            <p:nvSpPr>
              <p:cNvPr id="896" name="Noise cell"/>
              <p:cNvSpPr/>
              <p:nvPr/>
            </p:nvSpPr>
            <p:spPr>
              <a:xfrm>
                <a:off x="10583076" y="7424928"/>
                <a:ext cx="18770" cy="18928"/>
              </a:xfrm>
              <a:prstGeom prst="rect">
                <a:avLst/>
              </a:prstGeom>
              <a:solidFill>
                <a:srgbClr val="787878"/>
              </a:solidFill>
              <a:ln>
                <a:noFill/>
              </a:ln>
              <a:effectLst/>
            </p:spPr>
            <p:txBody>
              <a:bodyPr rtlCol="0" anchor="ctr"/>
              <a:lstStyle/>
              <a:p>
                <a:pPr algn="ctr"/>
              </a:p>
            </p:txBody>
          </p:sp>
          <p:sp>
            <p:nvSpPr>
              <p:cNvPr id="897" name="Noise cell"/>
              <p:cNvSpPr/>
              <p:nvPr/>
            </p:nvSpPr>
            <p:spPr>
              <a:xfrm>
                <a:off x="10601207" y="7424928"/>
                <a:ext cx="18770" cy="18928"/>
              </a:xfrm>
              <a:prstGeom prst="rect">
                <a:avLst/>
              </a:prstGeom>
              <a:solidFill>
                <a:srgbClr val="909090"/>
              </a:solidFill>
              <a:ln>
                <a:noFill/>
              </a:ln>
              <a:effectLst/>
            </p:spPr>
            <p:txBody>
              <a:bodyPr rtlCol="0" anchor="ctr"/>
              <a:lstStyle/>
              <a:p>
                <a:pPr algn="ctr"/>
              </a:p>
            </p:txBody>
          </p:sp>
          <p:sp>
            <p:nvSpPr>
              <p:cNvPr id="898" name="Noise cell"/>
              <p:cNvSpPr/>
              <p:nvPr/>
            </p:nvSpPr>
            <p:spPr>
              <a:xfrm>
                <a:off x="10619337" y="7424928"/>
                <a:ext cx="18770" cy="18928"/>
              </a:xfrm>
              <a:prstGeom prst="rect">
                <a:avLst/>
              </a:prstGeom>
              <a:solidFill>
                <a:srgbClr val="8F8F8F"/>
              </a:solidFill>
              <a:ln>
                <a:noFill/>
              </a:ln>
              <a:effectLst/>
            </p:spPr>
            <p:txBody>
              <a:bodyPr rtlCol="0" anchor="ctr"/>
              <a:lstStyle/>
              <a:p>
                <a:pPr algn="ctr"/>
              </a:p>
            </p:txBody>
          </p:sp>
          <p:sp>
            <p:nvSpPr>
              <p:cNvPr id="899" name="Noise cell"/>
              <p:cNvSpPr/>
              <p:nvPr/>
            </p:nvSpPr>
            <p:spPr>
              <a:xfrm>
                <a:off x="10637467" y="7424928"/>
                <a:ext cx="18770" cy="18928"/>
              </a:xfrm>
              <a:prstGeom prst="rect">
                <a:avLst/>
              </a:prstGeom>
              <a:solidFill>
                <a:srgbClr val="838383"/>
              </a:solidFill>
              <a:ln>
                <a:noFill/>
              </a:ln>
              <a:effectLst/>
            </p:spPr>
            <p:txBody>
              <a:bodyPr rtlCol="0" anchor="ctr"/>
              <a:lstStyle/>
              <a:p>
                <a:pPr algn="ctr"/>
              </a:p>
            </p:txBody>
          </p:sp>
          <p:sp>
            <p:nvSpPr>
              <p:cNvPr id="900" name="Noise cell"/>
              <p:cNvSpPr/>
              <p:nvPr/>
            </p:nvSpPr>
            <p:spPr>
              <a:xfrm>
                <a:off x="10655598" y="7424928"/>
                <a:ext cx="18770" cy="18928"/>
              </a:xfrm>
              <a:prstGeom prst="rect">
                <a:avLst/>
              </a:prstGeom>
              <a:solidFill>
                <a:srgbClr val="8F8F8F"/>
              </a:solidFill>
              <a:ln>
                <a:noFill/>
              </a:ln>
              <a:effectLst/>
            </p:spPr>
            <p:txBody>
              <a:bodyPr rtlCol="0" anchor="ctr"/>
              <a:lstStyle/>
              <a:p>
                <a:pPr algn="ctr"/>
              </a:p>
            </p:txBody>
          </p:sp>
          <p:sp>
            <p:nvSpPr>
              <p:cNvPr id="901" name="Noise cell"/>
              <p:cNvSpPr/>
              <p:nvPr/>
            </p:nvSpPr>
            <p:spPr>
              <a:xfrm>
                <a:off x="10673728" y="7424928"/>
                <a:ext cx="18770" cy="18928"/>
              </a:xfrm>
              <a:prstGeom prst="rect">
                <a:avLst/>
              </a:prstGeom>
              <a:solidFill>
                <a:srgbClr val="818181"/>
              </a:solidFill>
              <a:ln>
                <a:noFill/>
              </a:ln>
              <a:effectLst/>
            </p:spPr>
            <p:txBody>
              <a:bodyPr rtlCol="0" anchor="ctr"/>
              <a:lstStyle/>
              <a:p>
                <a:pPr algn="ctr"/>
              </a:p>
            </p:txBody>
          </p:sp>
          <p:sp>
            <p:nvSpPr>
              <p:cNvPr id="902" name="Noise cell"/>
              <p:cNvSpPr/>
              <p:nvPr/>
            </p:nvSpPr>
            <p:spPr>
              <a:xfrm>
                <a:off x="10691858" y="7424928"/>
                <a:ext cx="18770" cy="18928"/>
              </a:xfrm>
              <a:prstGeom prst="rect">
                <a:avLst/>
              </a:prstGeom>
              <a:solidFill>
                <a:srgbClr val="808080"/>
              </a:solidFill>
              <a:ln>
                <a:noFill/>
              </a:ln>
              <a:effectLst/>
            </p:spPr>
            <p:txBody>
              <a:bodyPr rtlCol="0" anchor="ctr"/>
              <a:lstStyle/>
              <a:p>
                <a:pPr algn="ctr"/>
              </a:p>
            </p:txBody>
          </p:sp>
          <p:sp>
            <p:nvSpPr>
              <p:cNvPr id="903" name="Noise cell"/>
              <p:cNvSpPr/>
              <p:nvPr/>
            </p:nvSpPr>
            <p:spPr>
              <a:xfrm>
                <a:off x="10709989" y="7424928"/>
                <a:ext cx="18770" cy="18928"/>
              </a:xfrm>
              <a:prstGeom prst="rect">
                <a:avLst/>
              </a:prstGeom>
              <a:solidFill>
                <a:srgbClr val="818181"/>
              </a:solidFill>
              <a:ln>
                <a:noFill/>
              </a:ln>
              <a:effectLst/>
            </p:spPr>
            <p:txBody>
              <a:bodyPr rtlCol="0" anchor="ctr"/>
              <a:lstStyle/>
              <a:p>
                <a:pPr algn="ctr"/>
              </a:p>
            </p:txBody>
          </p:sp>
          <p:sp>
            <p:nvSpPr>
              <p:cNvPr id="904" name="Noise cell"/>
              <p:cNvSpPr/>
              <p:nvPr/>
            </p:nvSpPr>
            <p:spPr>
              <a:xfrm>
                <a:off x="10728119" y="7424928"/>
                <a:ext cx="18770" cy="18928"/>
              </a:xfrm>
              <a:prstGeom prst="rect">
                <a:avLst/>
              </a:prstGeom>
              <a:solidFill>
                <a:srgbClr val="939393"/>
              </a:solidFill>
              <a:ln>
                <a:noFill/>
              </a:ln>
              <a:effectLst/>
            </p:spPr>
            <p:txBody>
              <a:bodyPr rtlCol="0" anchor="ctr"/>
              <a:lstStyle/>
              <a:p>
                <a:pPr algn="ctr"/>
              </a:p>
            </p:txBody>
          </p:sp>
          <p:sp>
            <p:nvSpPr>
              <p:cNvPr id="905" name="Noise cell"/>
              <p:cNvSpPr/>
              <p:nvPr/>
            </p:nvSpPr>
            <p:spPr>
              <a:xfrm>
                <a:off x="10746250" y="7424928"/>
                <a:ext cx="18770" cy="18928"/>
              </a:xfrm>
              <a:prstGeom prst="rect">
                <a:avLst/>
              </a:prstGeom>
              <a:solidFill>
                <a:srgbClr val="818181"/>
              </a:solidFill>
              <a:ln>
                <a:noFill/>
              </a:ln>
              <a:effectLst/>
            </p:spPr>
            <p:txBody>
              <a:bodyPr rtlCol="0" anchor="ctr"/>
              <a:lstStyle/>
              <a:p>
                <a:pPr algn="ctr"/>
              </a:p>
            </p:txBody>
          </p:sp>
          <p:sp>
            <p:nvSpPr>
              <p:cNvPr id="906" name="Noise cell"/>
              <p:cNvSpPr/>
              <p:nvPr/>
            </p:nvSpPr>
            <p:spPr>
              <a:xfrm>
                <a:off x="10764380" y="7424928"/>
                <a:ext cx="18770" cy="18928"/>
              </a:xfrm>
              <a:prstGeom prst="rect">
                <a:avLst/>
              </a:prstGeom>
              <a:solidFill>
                <a:srgbClr val="606060"/>
              </a:solidFill>
              <a:ln>
                <a:noFill/>
              </a:ln>
              <a:effectLst/>
            </p:spPr>
            <p:txBody>
              <a:bodyPr rtlCol="0" anchor="ctr"/>
              <a:lstStyle/>
              <a:p>
                <a:pPr algn="ctr"/>
              </a:p>
            </p:txBody>
          </p:sp>
          <p:sp>
            <p:nvSpPr>
              <p:cNvPr id="907" name="Noise cell"/>
              <p:cNvSpPr/>
              <p:nvPr/>
            </p:nvSpPr>
            <p:spPr>
              <a:xfrm>
                <a:off x="10782510" y="7424928"/>
                <a:ext cx="18770" cy="18928"/>
              </a:xfrm>
              <a:prstGeom prst="rect">
                <a:avLst/>
              </a:prstGeom>
              <a:solidFill>
                <a:srgbClr val="848484"/>
              </a:solidFill>
              <a:ln>
                <a:noFill/>
              </a:ln>
              <a:effectLst/>
            </p:spPr>
            <p:txBody>
              <a:bodyPr rtlCol="0" anchor="ctr"/>
              <a:lstStyle/>
              <a:p>
                <a:pPr algn="ctr"/>
              </a:p>
            </p:txBody>
          </p:sp>
          <p:sp>
            <p:nvSpPr>
              <p:cNvPr id="908" name="Noise cell"/>
              <p:cNvSpPr/>
              <p:nvPr/>
            </p:nvSpPr>
            <p:spPr>
              <a:xfrm>
                <a:off x="10800641" y="7424928"/>
                <a:ext cx="18770" cy="18928"/>
              </a:xfrm>
              <a:prstGeom prst="rect">
                <a:avLst/>
              </a:prstGeom>
              <a:solidFill>
                <a:srgbClr val="818181"/>
              </a:solidFill>
              <a:ln>
                <a:noFill/>
              </a:ln>
              <a:effectLst/>
            </p:spPr>
            <p:txBody>
              <a:bodyPr rtlCol="0" anchor="ctr"/>
              <a:lstStyle/>
              <a:p>
                <a:pPr algn="ctr"/>
              </a:p>
            </p:txBody>
          </p:sp>
          <p:sp>
            <p:nvSpPr>
              <p:cNvPr id="909" name="Noise cell"/>
              <p:cNvSpPr/>
              <p:nvPr/>
            </p:nvSpPr>
            <p:spPr>
              <a:xfrm>
                <a:off x="10818771" y="7424928"/>
                <a:ext cx="18770" cy="18928"/>
              </a:xfrm>
              <a:prstGeom prst="rect">
                <a:avLst/>
              </a:prstGeom>
              <a:solidFill>
                <a:srgbClr val="858585"/>
              </a:solidFill>
              <a:ln>
                <a:noFill/>
              </a:ln>
              <a:effectLst/>
            </p:spPr>
            <p:txBody>
              <a:bodyPr rtlCol="0" anchor="ctr"/>
              <a:lstStyle/>
              <a:p>
                <a:pPr algn="ctr"/>
              </a:p>
            </p:txBody>
          </p:sp>
          <p:sp>
            <p:nvSpPr>
              <p:cNvPr id="910" name="Noise cell"/>
              <p:cNvSpPr/>
              <p:nvPr/>
            </p:nvSpPr>
            <p:spPr>
              <a:xfrm>
                <a:off x="10836901" y="7424928"/>
                <a:ext cx="18770" cy="18928"/>
              </a:xfrm>
              <a:prstGeom prst="rect">
                <a:avLst/>
              </a:prstGeom>
              <a:solidFill>
                <a:srgbClr val="828282"/>
              </a:solidFill>
              <a:ln>
                <a:noFill/>
              </a:ln>
              <a:effectLst/>
            </p:spPr>
            <p:txBody>
              <a:bodyPr rtlCol="0" anchor="ctr"/>
              <a:lstStyle/>
              <a:p>
                <a:pPr algn="ctr"/>
              </a:p>
            </p:txBody>
          </p:sp>
          <p:sp>
            <p:nvSpPr>
              <p:cNvPr id="911" name="Noise cell"/>
              <p:cNvSpPr/>
              <p:nvPr/>
            </p:nvSpPr>
            <p:spPr>
              <a:xfrm>
                <a:off x="10855032" y="7424928"/>
                <a:ext cx="18770" cy="18928"/>
              </a:xfrm>
              <a:prstGeom prst="rect">
                <a:avLst/>
              </a:prstGeom>
              <a:solidFill>
                <a:srgbClr val="868686"/>
              </a:solidFill>
              <a:ln>
                <a:noFill/>
              </a:ln>
              <a:effectLst/>
            </p:spPr>
            <p:txBody>
              <a:bodyPr rtlCol="0" anchor="ctr"/>
              <a:lstStyle/>
              <a:p>
                <a:pPr algn="ctr"/>
              </a:p>
            </p:txBody>
          </p:sp>
          <p:sp>
            <p:nvSpPr>
              <p:cNvPr id="912" name="Noise cell"/>
              <p:cNvSpPr/>
              <p:nvPr/>
            </p:nvSpPr>
            <p:spPr>
              <a:xfrm>
                <a:off x="10873162" y="7424928"/>
                <a:ext cx="18770" cy="18928"/>
              </a:xfrm>
              <a:prstGeom prst="rect">
                <a:avLst/>
              </a:prstGeom>
              <a:solidFill>
                <a:srgbClr val="9F9F9F"/>
              </a:solidFill>
              <a:ln>
                <a:noFill/>
              </a:ln>
              <a:effectLst/>
            </p:spPr>
            <p:txBody>
              <a:bodyPr rtlCol="0" anchor="ctr"/>
              <a:lstStyle/>
              <a:p>
                <a:pPr algn="ctr"/>
              </a:p>
            </p:txBody>
          </p:sp>
          <p:sp>
            <p:nvSpPr>
              <p:cNvPr id="913" name="Noise cell"/>
              <p:cNvSpPr/>
              <p:nvPr/>
            </p:nvSpPr>
            <p:spPr>
              <a:xfrm>
                <a:off x="10891292" y="7424928"/>
                <a:ext cx="18770" cy="18928"/>
              </a:xfrm>
              <a:prstGeom prst="rect">
                <a:avLst/>
              </a:prstGeom>
              <a:solidFill>
                <a:srgbClr val="8A8A8A"/>
              </a:solidFill>
              <a:ln>
                <a:noFill/>
              </a:ln>
              <a:effectLst/>
            </p:spPr>
            <p:txBody>
              <a:bodyPr rtlCol="0" anchor="ctr"/>
              <a:lstStyle/>
              <a:p>
                <a:pPr algn="ctr"/>
              </a:p>
            </p:txBody>
          </p:sp>
          <p:sp>
            <p:nvSpPr>
              <p:cNvPr id="914" name="Noise cell"/>
              <p:cNvSpPr/>
              <p:nvPr/>
            </p:nvSpPr>
            <p:spPr>
              <a:xfrm>
                <a:off x="10909423" y="7424928"/>
                <a:ext cx="18770" cy="18928"/>
              </a:xfrm>
              <a:prstGeom prst="rect">
                <a:avLst/>
              </a:prstGeom>
              <a:solidFill>
                <a:srgbClr val="888888"/>
              </a:solidFill>
              <a:ln>
                <a:noFill/>
              </a:ln>
              <a:effectLst/>
            </p:spPr>
            <p:txBody>
              <a:bodyPr rtlCol="0" anchor="ctr"/>
              <a:lstStyle/>
              <a:p>
                <a:pPr algn="ctr"/>
              </a:p>
            </p:txBody>
          </p:sp>
          <p:sp>
            <p:nvSpPr>
              <p:cNvPr id="915" name="Noise cell"/>
              <p:cNvSpPr/>
              <p:nvPr/>
            </p:nvSpPr>
            <p:spPr>
              <a:xfrm>
                <a:off x="10927553" y="7424928"/>
                <a:ext cx="18770" cy="18928"/>
              </a:xfrm>
              <a:prstGeom prst="rect">
                <a:avLst/>
              </a:prstGeom>
              <a:solidFill>
                <a:srgbClr val="6E6E6E"/>
              </a:solidFill>
              <a:ln>
                <a:noFill/>
              </a:ln>
              <a:effectLst/>
            </p:spPr>
            <p:txBody>
              <a:bodyPr rtlCol="0" anchor="ctr"/>
              <a:lstStyle/>
              <a:p>
                <a:pPr algn="ctr"/>
              </a:p>
            </p:txBody>
          </p:sp>
          <p:sp>
            <p:nvSpPr>
              <p:cNvPr id="916" name="Noise cell"/>
              <p:cNvSpPr/>
              <p:nvPr/>
            </p:nvSpPr>
            <p:spPr>
              <a:xfrm>
                <a:off x="10945683" y="7424928"/>
                <a:ext cx="18770" cy="18928"/>
              </a:xfrm>
              <a:prstGeom prst="rect">
                <a:avLst/>
              </a:prstGeom>
              <a:solidFill>
                <a:srgbClr val="7B7B7B"/>
              </a:solidFill>
              <a:ln>
                <a:noFill/>
              </a:ln>
              <a:effectLst/>
            </p:spPr>
            <p:txBody>
              <a:bodyPr rtlCol="0" anchor="ctr"/>
              <a:lstStyle/>
              <a:p>
                <a:pPr algn="ctr"/>
              </a:p>
            </p:txBody>
          </p:sp>
          <p:sp>
            <p:nvSpPr>
              <p:cNvPr id="917" name="Noise cell"/>
              <p:cNvSpPr/>
              <p:nvPr/>
            </p:nvSpPr>
            <p:spPr>
              <a:xfrm>
                <a:off x="10963814" y="7424928"/>
                <a:ext cx="18770" cy="18928"/>
              </a:xfrm>
              <a:prstGeom prst="rect">
                <a:avLst/>
              </a:prstGeom>
              <a:solidFill>
                <a:srgbClr val="797979"/>
              </a:solidFill>
              <a:ln>
                <a:noFill/>
              </a:ln>
              <a:effectLst/>
            </p:spPr>
            <p:txBody>
              <a:bodyPr rtlCol="0" anchor="ctr"/>
              <a:lstStyle/>
              <a:p>
                <a:pPr algn="ctr"/>
              </a:p>
            </p:txBody>
          </p:sp>
          <p:sp>
            <p:nvSpPr>
              <p:cNvPr id="918" name="Noise cell"/>
              <p:cNvSpPr/>
              <p:nvPr/>
            </p:nvSpPr>
            <p:spPr>
              <a:xfrm>
                <a:off x="9930384" y="7443216"/>
                <a:ext cx="18770" cy="18928"/>
              </a:xfrm>
              <a:prstGeom prst="rect">
                <a:avLst/>
              </a:prstGeom>
              <a:solidFill>
                <a:srgbClr val="797979"/>
              </a:solidFill>
              <a:ln>
                <a:noFill/>
              </a:ln>
              <a:effectLst/>
            </p:spPr>
            <p:txBody>
              <a:bodyPr rtlCol="0" anchor="ctr"/>
              <a:lstStyle/>
              <a:p>
                <a:pPr algn="ctr"/>
              </a:p>
            </p:txBody>
          </p:sp>
          <p:sp>
            <p:nvSpPr>
              <p:cNvPr id="919" name="Noise cell"/>
              <p:cNvSpPr/>
              <p:nvPr/>
            </p:nvSpPr>
            <p:spPr>
              <a:xfrm>
                <a:off x="9948514" y="7443216"/>
                <a:ext cx="18770" cy="18928"/>
              </a:xfrm>
              <a:prstGeom prst="rect">
                <a:avLst/>
              </a:prstGeom>
              <a:solidFill>
                <a:srgbClr val="7E7E7E"/>
              </a:solidFill>
              <a:ln>
                <a:noFill/>
              </a:ln>
              <a:effectLst/>
            </p:spPr>
            <p:txBody>
              <a:bodyPr rtlCol="0" anchor="ctr"/>
              <a:lstStyle/>
              <a:p>
                <a:pPr algn="ctr"/>
              </a:p>
            </p:txBody>
          </p:sp>
          <p:sp>
            <p:nvSpPr>
              <p:cNvPr id="920" name="Noise cell"/>
              <p:cNvSpPr/>
              <p:nvPr/>
            </p:nvSpPr>
            <p:spPr>
              <a:xfrm>
                <a:off x="9966645" y="7443216"/>
                <a:ext cx="18770" cy="18928"/>
              </a:xfrm>
              <a:prstGeom prst="rect">
                <a:avLst/>
              </a:prstGeom>
              <a:solidFill>
                <a:srgbClr val="737373"/>
              </a:solidFill>
              <a:ln>
                <a:noFill/>
              </a:ln>
              <a:effectLst/>
            </p:spPr>
            <p:txBody>
              <a:bodyPr rtlCol="0" anchor="ctr"/>
              <a:lstStyle/>
              <a:p>
                <a:pPr algn="ctr"/>
              </a:p>
            </p:txBody>
          </p:sp>
          <p:sp>
            <p:nvSpPr>
              <p:cNvPr id="921" name="Noise cell"/>
              <p:cNvSpPr/>
              <p:nvPr/>
            </p:nvSpPr>
            <p:spPr>
              <a:xfrm>
                <a:off x="9984775" y="7443216"/>
                <a:ext cx="18770" cy="18928"/>
              </a:xfrm>
              <a:prstGeom prst="rect">
                <a:avLst/>
              </a:prstGeom>
              <a:solidFill>
                <a:srgbClr val="727272"/>
              </a:solidFill>
              <a:ln>
                <a:noFill/>
              </a:ln>
              <a:effectLst/>
            </p:spPr>
            <p:txBody>
              <a:bodyPr rtlCol="0" anchor="ctr"/>
              <a:lstStyle/>
              <a:p>
                <a:pPr algn="ctr"/>
              </a:p>
            </p:txBody>
          </p:sp>
          <p:sp>
            <p:nvSpPr>
              <p:cNvPr id="922" name="Noise cell"/>
              <p:cNvSpPr/>
              <p:nvPr/>
            </p:nvSpPr>
            <p:spPr>
              <a:xfrm>
                <a:off x="10002905" y="7443216"/>
                <a:ext cx="18770" cy="18928"/>
              </a:xfrm>
              <a:prstGeom prst="rect">
                <a:avLst/>
              </a:prstGeom>
              <a:solidFill>
                <a:srgbClr val="7B7B7B"/>
              </a:solidFill>
              <a:ln>
                <a:noFill/>
              </a:ln>
              <a:effectLst/>
            </p:spPr>
            <p:txBody>
              <a:bodyPr rtlCol="0" anchor="ctr"/>
              <a:lstStyle/>
              <a:p>
                <a:pPr algn="ctr"/>
              </a:p>
            </p:txBody>
          </p:sp>
          <p:sp>
            <p:nvSpPr>
              <p:cNvPr id="923" name="Noise cell"/>
              <p:cNvSpPr/>
              <p:nvPr/>
            </p:nvSpPr>
            <p:spPr>
              <a:xfrm>
                <a:off x="10021036" y="7443216"/>
                <a:ext cx="18770" cy="18928"/>
              </a:xfrm>
              <a:prstGeom prst="rect">
                <a:avLst/>
              </a:prstGeom>
              <a:solidFill>
                <a:srgbClr val="8B8B8B"/>
              </a:solidFill>
              <a:ln>
                <a:noFill/>
              </a:ln>
              <a:effectLst/>
            </p:spPr>
            <p:txBody>
              <a:bodyPr rtlCol="0" anchor="ctr"/>
              <a:lstStyle/>
              <a:p>
                <a:pPr algn="ctr"/>
              </a:p>
            </p:txBody>
          </p:sp>
          <p:sp>
            <p:nvSpPr>
              <p:cNvPr id="924" name="Noise cell"/>
              <p:cNvSpPr/>
              <p:nvPr/>
            </p:nvSpPr>
            <p:spPr>
              <a:xfrm>
                <a:off x="10039166" y="7443216"/>
                <a:ext cx="18770" cy="18928"/>
              </a:xfrm>
              <a:prstGeom prst="rect">
                <a:avLst/>
              </a:prstGeom>
              <a:solidFill>
                <a:srgbClr val="7F7F7F"/>
              </a:solidFill>
              <a:ln>
                <a:noFill/>
              </a:ln>
              <a:effectLst/>
            </p:spPr>
            <p:txBody>
              <a:bodyPr rtlCol="0" anchor="ctr"/>
              <a:lstStyle/>
              <a:p>
                <a:pPr algn="ctr"/>
              </a:p>
            </p:txBody>
          </p:sp>
          <p:sp>
            <p:nvSpPr>
              <p:cNvPr id="925" name="Noise cell"/>
              <p:cNvSpPr/>
              <p:nvPr/>
            </p:nvSpPr>
            <p:spPr>
              <a:xfrm>
                <a:off x="10057296" y="7443216"/>
                <a:ext cx="18770" cy="18928"/>
              </a:xfrm>
              <a:prstGeom prst="rect">
                <a:avLst/>
              </a:prstGeom>
              <a:solidFill>
                <a:srgbClr val="8C8C8C"/>
              </a:solidFill>
              <a:ln>
                <a:noFill/>
              </a:ln>
              <a:effectLst/>
            </p:spPr>
            <p:txBody>
              <a:bodyPr rtlCol="0" anchor="ctr"/>
              <a:lstStyle/>
              <a:p>
                <a:pPr algn="ctr"/>
              </a:p>
            </p:txBody>
          </p:sp>
          <p:sp>
            <p:nvSpPr>
              <p:cNvPr id="926" name="Noise cell"/>
              <p:cNvSpPr/>
              <p:nvPr/>
            </p:nvSpPr>
            <p:spPr>
              <a:xfrm>
                <a:off x="10075427" y="7443216"/>
                <a:ext cx="18770" cy="18928"/>
              </a:xfrm>
              <a:prstGeom prst="rect">
                <a:avLst/>
              </a:prstGeom>
              <a:solidFill>
                <a:srgbClr val="9B9B9B"/>
              </a:solidFill>
              <a:ln>
                <a:noFill/>
              </a:ln>
              <a:effectLst/>
            </p:spPr>
            <p:txBody>
              <a:bodyPr rtlCol="0" anchor="ctr"/>
              <a:lstStyle/>
              <a:p>
                <a:pPr algn="ctr"/>
              </a:p>
            </p:txBody>
          </p:sp>
          <p:sp>
            <p:nvSpPr>
              <p:cNvPr id="927" name="Noise cell"/>
              <p:cNvSpPr/>
              <p:nvPr/>
            </p:nvSpPr>
            <p:spPr>
              <a:xfrm>
                <a:off x="10093557" y="7443216"/>
                <a:ext cx="18770" cy="18928"/>
              </a:xfrm>
              <a:prstGeom prst="rect">
                <a:avLst/>
              </a:prstGeom>
              <a:solidFill>
                <a:srgbClr val="777777"/>
              </a:solidFill>
              <a:ln>
                <a:noFill/>
              </a:ln>
              <a:effectLst/>
            </p:spPr>
            <p:txBody>
              <a:bodyPr rtlCol="0" anchor="ctr"/>
              <a:lstStyle/>
              <a:p>
                <a:pPr algn="ctr"/>
              </a:p>
            </p:txBody>
          </p:sp>
          <p:sp>
            <p:nvSpPr>
              <p:cNvPr id="928" name="Noise cell"/>
              <p:cNvSpPr/>
              <p:nvPr/>
            </p:nvSpPr>
            <p:spPr>
              <a:xfrm>
                <a:off x="10111687" y="7443216"/>
                <a:ext cx="18770" cy="18928"/>
              </a:xfrm>
              <a:prstGeom prst="rect">
                <a:avLst/>
              </a:prstGeom>
              <a:solidFill>
                <a:srgbClr val="818181"/>
              </a:solidFill>
              <a:ln>
                <a:noFill/>
              </a:ln>
              <a:effectLst/>
            </p:spPr>
            <p:txBody>
              <a:bodyPr rtlCol="0" anchor="ctr"/>
              <a:lstStyle/>
              <a:p>
                <a:pPr algn="ctr"/>
              </a:p>
            </p:txBody>
          </p:sp>
          <p:sp>
            <p:nvSpPr>
              <p:cNvPr id="929" name="Noise cell"/>
              <p:cNvSpPr/>
              <p:nvPr/>
            </p:nvSpPr>
            <p:spPr>
              <a:xfrm>
                <a:off x="10129818" y="7443216"/>
                <a:ext cx="18770" cy="18928"/>
              </a:xfrm>
              <a:prstGeom prst="rect">
                <a:avLst/>
              </a:prstGeom>
              <a:solidFill>
                <a:srgbClr val="8A8A8A"/>
              </a:solidFill>
              <a:ln>
                <a:noFill/>
              </a:ln>
              <a:effectLst/>
            </p:spPr>
            <p:txBody>
              <a:bodyPr rtlCol="0" anchor="ctr"/>
              <a:lstStyle/>
              <a:p>
                <a:pPr algn="ctr"/>
              </a:p>
            </p:txBody>
          </p:sp>
          <p:sp>
            <p:nvSpPr>
              <p:cNvPr id="930" name="Noise cell"/>
              <p:cNvSpPr/>
              <p:nvPr/>
            </p:nvSpPr>
            <p:spPr>
              <a:xfrm>
                <a:off x="10147948" y="7443216"/>
                <a:ext cx="18770" cy="18928"/>
              </a:xfrm>
              <a:prstGeom prst="rect">
                <a:avLst/>
              </a:prstGeom>
              <a:solidFill>
                <a:srgbClr val="6C6C6C"/>
              </a:solidFill>
              <a:ln>
                <a:noFill/>
              </a:ln>
              <a:effectLst/>
            </p:spPr>
            <p:txBody>
              <a:bodyPr rtlCol="0" anchor="ctr"/>
              <a:lstStyle/>
              <a:p>
                <a:pPr algn="ctr"/>
              </a:p>
            </p:txBody>
          </p:sp>
          <p:sp>
            <p:nvSpPr>
              <p:cNvPr id="931" name="Noise cell"/>
              <p:cNvSpPr/>
              <p:nvPr/>
            </p:nvSpPr>
            <p:spPr>
              <a:xfrm>
                <a:off x="10166078" y="7443216"/>
                <a:ext cx="18770" cy="18928"/>
              </a:xfrm>
              <a:prstGeom prst="rect">
                <a:avLst/>
              </a:prstGeom>
              <a:solidFill>
                <a:srgbClr val="838383"/>
              </a:solidFill>
              <a:ln>
                <a:noFill/>
              </a:ln>
              <a:effectLst/>
            </p:spPr>
            <p:txBody>
              <a:bodyPr rtlCol="0" anchor="ctr"/>
              <a:lstStyle/>
              <a:p>
                <a:pPr algn="ctr"/>
              </a:p>
            </p:txBody>
          </p:sp>
          <p:sp>
            <p:nvSpPr>
              <p:cNvPr id="932" name="Noise cell"/>
              <p:cNvSpPr/>
              <p:nvPr/>
            </p:nvSpPr>
            <p:spPr>
              <a:xfrm>
                <a:off x="10184209" y="7443216"/>
                <a:ext cx="18770" cy="18928"/>
              </a:xfrm>
              <a:prstGeom prst="rect">
                <a:avLst/>
              </a:prstGeom>
              <a:solidFill>
                <a:srgbClr val="7E7E7E"/>
              </a:solidFill>
              <a:ln>
                <a:noFill/>
              </a:ln>
              <a:effectLst/>
            </p:spPr>
            <p:txBody>
              <a:bodyPr rtlCol="0" anchor="ctr"/>
              <a:lstStyle/>
              <a:p>
                <a:pPr algn="ctr"/>
              </a:p>
            </p:txBody>
          </p:sp>
          <p:sp>
            <p:nvSpPr>
              <p:cNvPr id="933" name="Noise cell"/>
              <p:cNvSpPr/>
              <p:nvPr/>
            </p:nvSpPr>
            <p:spPr>
              <a:xfrm>
                <a:off x="10202339" y="7443216"/>
                <a:ext cx="18770" cy="18928"/>
              </a:xfrm>
              <a:prstGeom prst="rect">
                <a:avLst/>
              </a:prstGeom>
              <a:solidFill>
                <a:srgbClr val="9A9A9A"/>
              </a:solidFill>
              <a:ln>
                <a:noFill/>
              </a:ln>
              <a:effectLst/>
            </p:spPr>
            <p:txBody>
              <a:bodyPr rtlCol="0" anchor="ctr"/>
              <a:lstStyle/>
              <a:p>
                <a:pPr algn="ctr"/>
              </a:p>
            </p:txBody>
          </p:sp>
          <p:sp>
            <p:nvSpPr>
              <p:cNvPr id="934" name="Noise cell"/>
              <p:cNvSpPr/>
              <p:nvPr/>
            </p:nvSpPr>
            <p:spPr>
              <a:xfrm>
                <a:off x="10220470" y="7443216"/>
                <a:ext cx="18770" cy="18928"/>
              </a:xfrm>
              <a:prstGeom prst="rect">
                <a:avLst/>
              </a:prstGeom>
              <a:solidFill>
                <a:srgbClr val="7D7D7D"/>
              </a:solidFill>
              <a:ln>
                <a:noFill/>
              </a:ln>
              <a:effectLst/>
            </p:spPr>
            <p:txBody>
              <a:bodyPr rtlCol="0" anchor="ctr"/>
              <a:lstStyle/>
              <a:p>
                <a:pPr algn="ctr"/>
              </a:p>
            </p:txBody>
          </p:sp>
          <p:sp>
            <p:nvSpPr>
              <p:cNvPr id="935" name="Noise cell"/>
              <p:cNvSpPr/>
              <p:nvPr/>
            </p:nvSpPr>
            <p:spPr>
              <a:xfrm>
                <a:off x="10238600" y="7443216"/>
                <a:ext cx="18770" cy="18928"/>
              </a:xfrm>
              <a:prstGeom prst="rect">
                <a:avLst/>
              </a:prstGeom>
              <a:solidFill>
                <a:srgbClr val="8A8A8A"/>
              </a:solidFill>
              <a:ln>
                <a:noFill/>
              </a:ln>
              <a:effectLst/>
            </p:spPr>
            <p:txBody>
              <a:bodyPr rtlCol="0" anchor="ctr"/>
              <a:lstStyle/>
              <a:p>
                <a:pPr algn="ctr"/>
              </a:p>
            </p:txBody>
          </p:sp>
          <p:sp>
            <p:nvSpPr>
              <p:cNvPr id="936" name="Noise cell"/>
              <p:cNvSpPr/>
              <p:nvPr/>
            </p:nvSpPr>
            <p:spPr>
              <a:xfrm>
                <a:off x="10256730" y="7443216"/>
                <a:ext cx="18770" cy="18928"/>
              </a:xfrm>
              <a:prstGeom prst="rect">
                <a:avLst/>
              </a:prstGeom>
              <a:solidFill>
                <a:srgbClr val="8B8B8B"/>
              </a:solidFill>
              <a:ln>
                <a:noFill/>
              </a:ln>
              <a:effectLst/>
            </p:spPr>
            <p:txBody>
              <a:bodyPr rtlCol="0" anchor="ctr"/>
              <a:lstStyle/>
              <a:p>
                <a:pPr algn="ctr"/>
              </a:p>
            </p:txBody>
          </p:sp>
          <p:sp>
            <p:nvSpPr>
              <p:cNvPr id="937" name="Noise cell"/>
              <p:cNvSpPr/>
              <p:nvPr/>
            </p:nvSpPr>
            <p:spPr>
              <a:xfrm>
                <a:off x="10274861" y="7443216"/>
                <a:ext cx="18770" cy="18928"/>
              </a:xfrm>
              <a:prstGeom prst="rect">
                <a:avLst/>
              </a:prstGeom>
              <a:solidFill>
                <a:srgbClr val="6F6F6F"/>
              </a:solidFill>
              <a:ln>
                <a:noFill/>
              </a:ln>
              <a:effectLst/>
            </p:spPr>
            <p:txBody>
              <a:bodyPr rtlCol="0" anchor="ctr"/>
              <a:lstStyle/>
              <a:p>
                <a:pPr algn="ctr"/>
              </a:p>
            </p:txBody>
          </p:sp>
          <p:sp>
            <p:nvSpPr>
              <p:cNvPr id="938" name="Noise cell"/>
              <p:cNvSpPr/>
              <p:nvPr/>
            </p:nvSpPr>
            <p:spPr>
              <a:xfrm>
                <a:off x="10292991" y="7443216"/>
                <a:ext cx="18770" cy="18928"/>
              </a:xfrm>
              <a:prstGeom prst="rect">
                <a:avLst/>
              </a:prstGeom>
              <a:solidFill>
                <a:srgbClr val="737373"/>
              </a:solidFill>
              <a:ln>
                <a:noFill/>
              </a:ln>
              <a:effectLst/>
            </p:spPr>
            <p:txBody>
              <a:bodyPr rtlCol="0" anchor="ctr"/>
              <a:lstStyle/>
              <a:p>
                <a:pPr algn="ctr"/>
              </a:p>
            </p:txBody>
          </p:sp>
          <p:sp>
            <p:nvSpPr>
              <p:cNvPr id="939" name="Noise cell"/>
              <p:cNvSpPr/>
              <p:nvPr/>
            </p:nvSpPr>
            <p:spPr>
              <a:xfrm>
                <a:off x="10311121" y="7443216"/>
                <a:ext cx="18770" cy="18928"/>
              </a:xfrm>
              <a:prstGeom prst="rect">
                <a:avLst/>
              </a:prstGeom>
              <a:solidFill>
                <a:srgbClr val="929292"/>
              </a:solidFill>
              <a:ln>
                <a:noFill/>
              </a:ln>
              <a:effectLst/>
            </p:spPr>
            <p:txBody>
              <a:bodyPr rtlCol="0" anchor="ctr"/>
              <a:lstStyle/>
              <a:p>
                <a:pPr algn="ctr"/>
              </a:p>
            </p:txBody>
          </p:sp>
          <p:sp>
            <p:nvSpPr>
              <p:cNvPr id="940" name="Noise cell"/>
              <p:cNvSpPr/>
              <p:nvPr/>
            </p:nvSpPr>
            <p:spPr>
              <a:xfrm>
                <a:off x="10329252" y="7443216"/>
                <a:ext cx="18770" cy="18928"/>
              </a:xfrm>
              <a:prstGeom prst="rect">
                <a:avLst/>
              </a:prstGeom>
              <a:solidFill>
                <a:srgbClr val="7B7B7B"/>
              </a:solidFill>
              <a:ln>
                <a:noFill/>
              </a:ln>
              <a:effectLst/>
            </p:spPr>
            <p:txBody>
              <a:bodyPr rtlCol="0" anchor="ctr"/>
              <a:lstStyle/>
              <a:p>
                <a:pPr algn="ctr"/>
              </a:p>
            </p:txBody>
          </p:sp>
          <p:sp>
            <p:nvSpPr>
              <p:cNvPr id="941" name="Noise cell"/>
              <p:cNvSpPr/>
              <p:nvPr/>
            </p:nvSpPr>
            <p:spPr>
              <a:xfrm>
                <a:off x="10347382" y="7443216"/>
                <a:ext cx="18770" cy="18928"/>
              </a:xfrm>
              <a:prstGeom prst="rect">
                <a:avLst/>
              </a:prstGeom>
              <a:solidFill>
                <a:srgbClr val="9A9A9A"/>
              </a:solidFill>
              <a:ln>
                <a:noFill/>
              </a:ln>
              <a:effectLst/>
            </p:spPr>
            <p:txBody>
              <a:bodyPr rtlCol="0" anchor="ctr"/>
              <a:lstStyle/>
              <a:p>
                <a:pPr algn="ctr"/>
              </a:p>
            </p:txBody>
          </p:sp>
          <p:sp>
            <p:nvSpPr>
              <p:cNvPr id="942" name="Noise cell"/>
              <p:cNvSpPr/>
              <p:nvPr/>
            </p:nvSpPr>
            <p:spPr>
              <a:xfrm>
                <a:off x="10365512" y="7443216"/>
                <a:ext cx="18770" cy="18928"/>
              </a:xfrm>
              <a:prstGeom prst="rect">
                <a:avLst/>
              </a:prstGeom>
              <a:solidFill>
                <a:srgbClr val="797979"/>
              </a:solidFill>
              <a:ln>
                <a:noFill/>
              </a:ln>
              <a:effectLst/>
            </p:spPr>
            <p:txBody>
              <a:bodyPr rtlCol="0" anchor="ctr"/>
              <a:lstStyle/>
              <a:p>
                <a:pPr algn="ctr"/>
              </a:p>
            </p:txBody>
          </p:sp>
          <p:sp>
            <p:nvSpPr>
              <p:cNvPr id="943" name="Noise cell"/>
              <p:cNvSpPr/>
              <p:nvPr/>
            </p:nvSpPr>
            <p:spPr>
              <a:xfrm>
                <a:off x="10383643" y="7443216"/>
                <a:ext cx="18770" cy="18928"/>
              </a:xfrm>
              <a:prstGeom prst="rect">
                <a:avLst/>
              </a:prstGeom>
              <a:solidFill>
                <a:srgbClr val="747474"/>
              </a:solidFill>
              <a:ln>
                <a:noFill/>
              </a:ln>
              <a:effectLst/>
            </p:spPr>
            <p:txBody>
              <a:bodyPr rtlCol="0" anchor="ctr"/>
              <a:lstStyle/>
              <a:p>
                <a:pPr algn="ctr"/>
              </a:p>
            </p:txBody>
          </p:sp>
          <p:sp>
            <p:nvSpPr>
              <p:cNvPr id="944" name="Noise cell"/>
              <p:cNvSpPr/>
              <p:nvPr/>
            </p:nvSpPr>
            <p:spPr>
              <a:xfrm>
                <a:off x="10401773" y="7443216"/>
                <a:ext cx="18770" cy="18928"/>
              </a:xfrm>
              <a:prstGeom prst="rect">
                <a:avLst/>
              </a:prstGeom>
              <a:solidFill>
                <a:srgbClr val="7D7D7D"/>
              </a:solidFill>
              <a:ln>
                <a:noFill/>
              </a:ln>
              <a:effectLst/>
            </p:spPr>
            <p:txBody>
              <a:bodyPr rtlCol="0" anchor="ctr"/>
              <a:lstStyle/>
              <a:p>
                <a:pPr algn="ctr"/>
              </a:p>
            </p:txBody>
          </p:sp>
          <p:sp>
            <p:nvSpPr>
              <p:cNvPr id="945" name="Noise cell"/>
              <p:cNvSpPr/>
              <p:nvPr/>
            </p:nvSpPr>
            <p:spPr>
              <a:xfrm>
                <a:off x="10419903" y="7443216"/>
                <a:ext cx="18770" cy="18928"/>
              </a:xfrm>
              <a:prstGeom prst="rect">
                <a:avLst/>
              </a:prstGeom>
              <a:solidFill>
                <a:srgbClr val="969696"/>
              </a:solidFill>
              <a:ln>
                <a:noFill/>
              </a:ln>
              <a:effectLst/>
            </p:spPr>
            <p:txBody>
              <a:bodyPr rtlCol="0" anchor="ctr"/>
              <a:lstStyle/>
              <a:p>
                <a:pPr algn="ctr"/>
              </a:p>
            </p:txBody>
          </p:sp>
          <p:sp>
            <p:nvSpPr>
              <p:cNvPr id="946" name="Noise cell"/>
              <p:cNvSpPr/>
              <p:nvPr/>
            </p:nvSpPr>
            <p:spPr>
              <a:xfrm>
                <a:off x="10438034" y="7443216"/>
                <a:ext cx="18770" cy="18928"/>
              </a:xfrm>
              <a:prstGeom prst="rect">
                <a:avLst/>
              </a:prstGeom>
              <a:solidFill>
                <a:srgbClr val="858585"/>
              </a:solidFill>
              <a:ln>
                <a:noFill/>
              </a:ln>
              <a:effectLst/>
            </p:spPr>
            <p:txBody>
              <a:bodyPr rtlCol="0" anchor="ctr"/>
              <a:lstStyle/>
              <a:p>
                <a:pPr algn="ctr"/>
              </a:p>
            </p:txBody>
          </p:sp>
          <p:sp>
            <p:nvSpPr>
              <p:cNvPr id="947" name="Noise cell"/>
              <p:cNvSpPr/>
              <p:nvPr/>
            </p:nvSpPr>
            <p:spPr>
              <a:xfrm>
                <a:off x="10456164" y="7443216"/>
                <a:ext cx="18770" cy="18928"/>
              </a:xfrm>
              <a:prstGeom prst="rect">
                <a:avLst/>
              </a:prstGeom>
              <a:solidFill>
                <a:srgbClr val="A8A8A8"/>
              </a:solidFill>
              <a:ln>
                <a:noFill/>
              </a:ln>
              <a:effectLst/>
            </p:spPr>
            <p:txBody>
              <a:bodyPr rtlCol="0" anchor="ctr"/>
              <a:lstStyle/>
              <a:p>
                <a:pPr algn="ctr"/>
              </a:p>
            </p:txBody>
          </p:sp>
          <p:sp>
            <p:nvSpPr>
              <p:cNvPr id="948" name="Noise cell"/>
              <p:cNvSpPr/>
              <p:nvPr/>
            </p:nvSpPr>
            <p:spPr>
              <a:xfrm>
                <a:off x="10474294" y="7443216"/>
                <a:ext cx="18770" cy="18928"/>
              </a:xfrm>
              <a:prstGeom prst="rect">
                <a:avLst/>
              </a:prstGeom>
              <a:solidFill>
                <a:srgbClr val="6E6E6E"/>
              </a:solidFill>
              <a:ln>
                <a:noFill/>
              </a:ln>
              <a:effectLst/>
            </p:spPr>
            <p:txBody>
              <a:bodyPr rtlCol="0" anchor="ctr"/>
              <a:lstStyle/>
              <a:p>
                <a:pPr algn="ctr"/>
              </a:p>
            </p:txBody>
          </p:sp>
          <p:sp>
            <p:nvSpPr>
              <p:cNvPr id="949" name="Noise cell"/>
              <p:cNvSpPr/>
              <p:nvPr/>
            </p:nvSpPr>
            <p:spPr>
              <a:xfrm>
                <a:off x="10492425" y="7443216"/>
                <a:ext cx="18770" cy="18928"/>
              </a:xfrm>
              <a:prstGeom prst="rect">
                <a:avLst/>
              </a:prstGeom>
              <a:solidFill>
                <a:srgbClr val="7B7B7B"/>
              </a:solidFill>
              <a:ln>
                <a:noFill/>
              </a:ln>
              <a:effectLst/>
            </p:spPr>
            <p:txBody>
              <a:bodyPr rtlCol="0" anchor="ctr"/>
              <a:lstStyle/>
              <a:p>
                <a:pPr algn="ctr"/>
              </a:p>
            </p:txBody>
          </p:sp>
          <p:sp>
            <p:nvSpPr>
              <p:cNvPr id="950" name="Noise cell"/>
              <p:cNvSpPr/>
              <p:nvPr/>
            </p:nvSpPr>
            <p:spPr>
              <a:xfrm>
                <a:off x="10510555" y="7443216"/>
                <a:ext cx="18770" cy="18928"/>
              </a:xfrm>
              <a:prstGeom prst="rect">
                <a:avLst/>
              </a:prstGeom>
              <a:solidFill>
                <a:srgbClr val="8A8A8A"/>
              </a:solidFill>
              <a:ln>
                <a:noFill/>
              </a:ln>
              <a:effectLst/>
            </p:spPr>
            <p:txBody>
              <a:bodyPr rtlCol="0" anchor="ctr"/>
              <a:lstStyle/>
              <a:p>
                <a:pPr algn="ctr"/>
              </a:p>
            </p:txBody>
          </p:sp>
          <p:sp>
            <p:nvSpPr>
              <p:cNvPr id="951" name="Noise cell"/>
              <p:cNvSpPr/>
              <p:nvPr/>
            </p:nvSpPr>
            <p:spPr>
              <a:xfrm>
                <a:off x="10528685" y="7443216"/>
                <a:ext cx="18770" cy="18928"/>
              </a:xfrm>
              <a:prstGeom prst="rect">
                <a:avLst/>
              </a:prstGeom>
              <a:solidFill>
                <a:srgbClr val="868686"/>
              </a:solidFill>
              <a:ln>
                <a:noFill/>
              </a:ln>
              <a:effectLst/>
            </p:spPr>
            <p:txBody>
              <a:bodyPr rtlCol="0" anchor="ctr"/>
              <a:lstStyle/>
              <a:p>
                <a:pPr algn="ctr"/>
              </a:p>
            </p:txBody>
          </p:sp>
          <p:sp>
            <p:nvSpPr>
              <p:cNvPr id="952" name="Noise cell"/>
              <p:cNvSpPr/>
              <p:nvPr/>
            </p:nvSpPr>
            <p:spPr>
              <a:xfrm>
                <a:off x="10546816" y="7443216"/>
                <a:ext cx="18770" cy="18928"/>
              </a:xfrm>
              <a:prstGeom prst="rect">
                <a:avLst/>
              </a:prstGeom>
              <a:solidFill>
                <a:srgbClr val="7F7F7F"/>
              </a:solidFill>
              <a:ln>
                <a:noFill/>
              </a:ln>
              <a:effectLst/>
            </p:spPr>
            <p:txBody>
              <a:bodyPr rtlCol="0" anchor="ctr"/>
              <a:lstStyle/>
              <a:p>
                <a:pPr algn="ctr"/>
              </a:p>
            </p:txBody>
          </p:sp>
          <p:sp>
            <p:nvSpPr>
              <p:cNvPr id="953" name="Noise cell"/>
              <p:cNvSpPr/>
              <p:nvPr/>
            </p:nvSpPr>
            <p:spPr>
              <a:xfrm>
                <a:off x="10564946" y="7443216"/>
                <a:ext cx="18770" cy="18928"/>
              </a:xfrm>
              <a:prstGeom prst="rect">
                <a:avLst/>
              </a:prstGeom>
              <a:solidFill>
                <a:srgbClr val="8B8B8B"/>
              </a:solidFill>
              <a:ln>
                <a:noFill/>
              </a:ln>
              <a:effectLst/>
            </p:spPr>
            <p:txBody>
              <a:bodyPr rtlCol="0" anchor="ctr"/>
              <a:lstStyle/>
              <a:p>
                <a:pPr algn="ctr"/>
              </a:p>
            </p:txBody>
          </p:sp>
          <p:sp>
            <p:nvSpPr>
              <p:cNvPr id="954" name="Noise cell"/>
              <p:cNvSpPr/>
              <p:nvPr/>
            </p:nvSpPr>
            <p:spPr>
              <a:xfrm>
                <a:off x="10583076" y="7443216"/>
                <a:ext cx="18770" cy="18928"/>
              </a:xfrm>
              <a:prstGeom prst="rect">
                <a:avLst/>
              </a:prstGeom>
              <a:solidFill>
                <a:srgbClr val="767676"/>
              </a:solidFill>
              <a:ln>
                <a:noFill/>
              </a:ln>
              <a:effectLst/>
            </p:spPr>
            <p:txBody>
              <a:bodyPr rtlCol="0" anchor="ctr"/>
              <a:lstStyle/>
              <a:p>
                <a:pPr algn="ctr"/>
              </a:p>
            </p:txBody>
          </p:sp>
          <p:sp>
            <p:nvSpPr>
              <p:cNvPr id="955" name="Noise cell"/>
              <p:cNvSpPr/>
              <p:nvPr/>
            </p:nvSpPr>
            <p:spPr>
              <a:xfrm>
                <a:off x="10601207" y="7443216"/>
                <a:ext cx="18770" cy="18928"/>
              </a:xfrm>
              <a:prstGeom prst="rect">
                <a:avLst/>
              </a:prstGeom>
              <a:solidFill>
                <a:srgbClr val="919191"/>
              </a:solidFill>
              <a:ln>
                <a:noFill/>
              </a:ln>
              <a:effectLst/>
            </p:spPr>
            <p:txBody>
              <a:bodyPr rtlCol="0" anchor="ctr"/>
              <a:lstStyle/>
              <a:p>
                <a:pPr algn="ctr"/>
              </a:p>
            </p:txBody>
          </p:sp>
          <p:sp>
            <p:nvSpPr>
              <p:cNvPr id="956" name="Noise cell"/>
              <p:cNvSpPr/>
              <p:nvPr/>
            </p:nvSpPr>
            <p:spPr>
              <a:xfrm>
                <a:off x="10619337" y="7443216"/>
                <a:ext cx="18770" cy="18928"/>
              </a:xfrm>
              <a:prstGeom prst="rect">
                <a:avLst/>
              </a:prstGeom>
              <a:solidFill>
                <a:srgbClr val="848484"/>
              </a:solidFill>
              <a:ln>
                <a:noFill/>
              </a:ln>
              <a:effectLst/>
            </p:spPr>
            <p:txBody>
              <a:bodyPr rtlCol="0" anchor="ctr"/>
              <a:lstStyle/>
              <a:p>
                <a:pPr algn="ctr"/>
              </a:p>
            </p:txBody>
          </p:sp>
          <p:sp>
            <p:nvSpPr>
              <p:cNvPr id="957" name="Noise cell"/>
              <p:cNvSpPr/>
              <p:nvPr/>
            </p:nvSpPr>
            <p:spPr>
              <a:xfrm>
                <a:off x="10637467" y="7443216"/>
                <a:ext cx="18770" cy="18928"/>
              </a:xfrm>
              <a:prstGeom prst="rect">
                <a:avLst/>
              </a:prstGeom>
              <a:solidFill>
                <a:srgbClr val="7D7D7D"/>
              </a:solidFill>
              <a:ln>
                <a:noFill/>
              </a:ln>
              <a:effectLst/>
            </p:spPr>
            <p:txBody>
              <a:bodyPr rtlCol="0" anchor="ctr"/>
              <a:lstStyle/>
              <a:p>
                <a:pPr algn="ctr"/>
              </a:p>
            </p:txBody>
          </p:sp>
          <p:sp>
            <p:nvSpPr>
              <p:cNvPr id="958" name="Noise cell"/>
              <p:cNvSpPr/>
              <p:nvPr/>
            </p:nvSpPr>
            <p:spPr>
              <a:xfrm>
                <a:off x="10655598" y="7443216"/>
                <a:ext cx="18770" cy="18928"/>
              </a:xfrm>
              <a:prstGeom prst="rect">
                <a:avLst/>
              </a:prstGeom>
              <a:solidFill>
                <a:srgbClr val="808080"/>
              </a:solidFill>
              <a:ln>
                <a:noFill/>
              </a:ln>
              <a:effectLst/>
            </p:spPr>
            <p:txBody>
              <a:bodyPr rtlCol="0" anchor="ctr"/>
              <a:lstStyle/>
              <a:p>
                <a:pPr algn="ctr"/>
              </a:p>
            </p:txBody>
          </p:sp>
          <p:sp>
            <p:nvSpPr>
              <p:cNvPr id="959" name="Noise cell"/>
              <p:cNvSpPr/>
              <p:nvPr/>
            </p:nvSpPr>
            <p:spPr>
              <a:xfrm>
                <a:off x="10673728" y="7443216"/>
                <a:ext cx="18770" cy="18928"/>
              </a:xfrm>
              <a:prstGeom prst="rect">
                <a:avLst/>
              </a:prstGeom>
              <a:solidFill>
                <a:srgbClr val="7D7D7D"/>
              </a:solidFill>
              <a:ln>
                <a:noFill/>
              </a:ln>
              <a:effectLst/>
            </p:spPr>
            <p:txBody>
              <a:bodyPr rtlCol="0" anchor="ctr"/>
              <a:lstStyle/>
              <a:p>
                <a:pPr algn="ctr"/>
              </a:p>
            </p:txBody>
          </p:sp>
          <p:sp>
            <p:nvSpPr>
              <p:cNvPr id="960" name="Noise cell"/>
              <p:cNvSpPr/>
              <p:nvPr/>
            </p:nvSpPr>
            <p:spPr>
              <a:xfrm>
                <a:off x="10691858" y="7443216"/>
                <a:ext cx="18770" cy="18928"/>
              </a:xfrm>
              <a:prstGeom prst="rect">
                <a:avLst/>
              </a:prstGeom>
              <a:solidFill>
                <a:srgbClr val="858585"/>
              </a:solidFill>
              <a:ln>
                <a:noFill/>
              </a:ln>
              <a:effectLst/>
            </p:spPr>
            <p:txBody>
              <a:bodyPr rtlCol="0" anchor="ctr"/>
              <a:lstStyle/>
              <a:p>
                <a:pPr algn="ctr"/>
              </a:p>
            </p:txBody>
          </p:sp>
          <p:sp>
            <p:nvSpPr>
              <p:cNvPr id="961" name="Noise cell"/>
              <p:cNvSpPr/>
              <p:nvPr/>
            </p:nvSpPr>
            <p:spPr>
              <a:xfrm>
                <a:off x="10709989" y="7443216"/>
                <a:ext cx="18770" cy="18928"/>
              </a:xfrm>
              <a:prstGeom prst="rect">
                <a:avLst/>
              </a:prstGeom>
              <a:solidFill>
                <a:srgbClr val="686868"/>
              </a:solidFill>
              <a:ln>
                <a:noFill/>
              </a:ln>
              <a:effectLst/>
            </p:spPr>
            <p:txBody>
              <a:bodyPr rtlCol="0" anchor="ctr"/>
              <a:lstStyle/>
              <a:p>
                <a:pPr algn="ctr"/>
              </a:p>
            </p:txBody>
          </p:sp>
          <p:sp>
            <p:nvSpPr>
              <p:cNvPr id="962" name="Noise cell"/>
              <p:cNvSpPr/>
              <p:nvPr/>
            </p:nvSpPr>
            <p:spPr>
              <a:xfrm>
                <a:off x="10728119" y="7443216"/>
                <a:ext cx="18770" cy="18928"/>
              </a:xfrm>
              <a:prstGeom prst="rect">
                <a:avLst/>
              </a:prstGeom>
              <a:solidFill>
                <a:srgbClr val="808080"/>
              </a:solidFill>
              <a:ln>
                <a:noFill/>
              </a:ln>
              <a:effectLst/>
            </p:spPr>
            <p:txBody>
              <a:bodyPr rtlCol="0" anchor="ctr"/>
              <a:lstStyle/>
              <a:p>
                <a:pPr algn="ctr"/>
              </a:p>
            </p:txBody>
          </p:sp>
          <p:sp>
            <p:nvSpPr>
              <p:cNvPr id="963" name="Noise cell"/>
              <p:cNvSpPr/>
              <p:nvPr/>
            </p:nvSpPr>
            <p:spPr>
              <a:xfrm>
                <a:off x="10746250" y="7443216"/>
                <a:ext cx="18770" cy="18928"/>
              </a:xfrm>
              <a:prstGeom prst="rect">
                <a:avLst/>
              </a:prstGeom>
              <a:solidFill>
                <a:srgbClr val="777777"/>
              </a:solidFill>
              <a:ln>
                <a:noFill/>
              </a:ln>
              <a:effectLst/>
            </p:spPr>
            <p:txBody>
              <a:bodyPr rtlCol="0" anchor="ctr"/>
              <a:lstStyle/>
              <a:p>
                <a:pPr algn="ctr"/>
              </a:p>
            </p:txBody>
          </p:sp>
          <p:sp>
            <p:nvSpPr>
              <p:cNvPr id="964" name="Noise cell"/>
              <p:cNvSpPr/>
              <p:nvPr/>
            </p:nvSpPr>
            <p:spPr>
              <a:xfrm>
                <a:off x="10764380" y="7443216"/>
                <a:ext cx="18770" cy="18928"/>
              </a:xfrm>
              <a:prstGeom prst="rect">
                <a:avLst/>
              </a:prstGeom>
              <a:solidFill>
                <a:srgbClr val="767676"/>
              </a:solidFill>
              <a:ln>
                <a:noFill/>
              </a:ln>
              <a:effectLst/>
            </p:spPr>
            <p:txBody>
              <a:bodyPr rtlCol="0" anchor="ctr"/>
              <a:lstStyle/>
              <a:p>
                <a:pPr algn="ctr"/>
              </a:p>
            </p:txBody>
          </p:sp>
          <p:sp>
            <p:nvSpPr>
              <p:cNvPr id="965" name="Noise cell"/>
              <p:cNvSpPr/>
              <p:nvPr/>
            </p:nvSpPr>
            <p:spPr>
              <a:xfrm>
                <a:off x="10782510" y="7443216"/>
                <a:ext cx="18770" cy="18928"/>
              </a:xfrm>
              <a:prstGeom prst="rect">
                <a:avLst/>
              </a:prstGeom>
              <a:solidFill>
                <a:srgbClr val="969696"/>
              </a:solidFill>
              <a:ln>
                <a:noFill/>
              </a:ln>
              <a:effectLst/>
            </p:spPr>
            <p:txBody>
              <a:bodyPr rtlCol="0" anchor="ctr"/>
              <a:lstStyle/>
              <a:p>
                <a:pPr algn="ctr"/>
              </a:p>
            </p:txBody>
          </p:sp>
          <p:sp>
            <p:nvSpPr>
              <p:cNvPr id="966" name="Noise cell"/>
              <p:cNvSpPr/>
              <p:nvPr/>
            </p:nvSpPr>
            <p:spPr>
              <a:xfrm>
                <a:off x="10800641" y="7443216"/>
                <a:ext cx="18770" cy="18928"/>
              </a:xfrm>
              <a:prstGeom prst="rect">
                <a:avLst/>
              </a:prstGeom>
              <a:solidFill>
                <a:srgbClr val="888888"/>
              </a:solidFill>
              <a:ln>
                <a:noFill/>
              </a:ln>
              <a:effectLst/>
            </p:spPr>
            <p:txBody>
              <a:bodyPr rtlCol="0" anchor="ctr"/>
              <a:lstStyle/>
              <a:p>
                <a:pPr algn="ctr"/>
              </a:p>
            </p:txBody>
          </p:sp>
          <p:sp>
            <p:nvSpPr>
              <p:cNvPr id="967" name="Noise cell"/>
              <p:cNvSpPr/>
              <p:nvPr/>
            </p:nvSpPr>
            <p:spPr>
              <a:xfrm>
                <a:off x="10818771" y="7443216"/>
                <a:ext cx="18770" cy="18928"/>
              </a:xfrm>
              <a:prstGeom prst="rect">
                <a:avLst/>
              </a:prstGeom>
              <a:solidFill>
                <a:srgbClr val="7E7E7E"/>
              </a:solidFill>
              <a:ln>
                <a:noFill/>
              </a:ln>
              <a:effectLst/>
            </p:spPr>
            <p:txBody>
              <a:bodyPr rtlCol="0" anchor="ctr"/>
              <a:lstStyle/>
              <a:p>
                <a:pPr algn="ctr"/>
              </a:p>
            </p:txBody>
          </p:sp>
          <p:sp>
            <p:nvSpPr>
              <p:cNvPr id="968" name="Noise cell"/>
              <p:cNvSpPr/>
              <p:nvPr/>
            </p:nvSpPr>
            <p:spPr>
              <a:xfrm>
                <a:off x="10836901" y="7443216"/>
                <a:ext cx="18770" cy="18928"/>
              </a:xfrm>
              <a:prstGeom prst="rect">
                <a:avLst/>
              </a:prstGeom>
              <a:solidFill>
                <a:srgbClr val="818181"/>
              </a:solidFill>
              <a:ln>
                <a:noFill/>
              </a:ln>
              <a:effectLst/>
            </p:spPr>
            <p:txBody>
              <a:bodyPr rtlCol="0" anchor="ctr"/>
              <a:lstStyle/>
              <a:p>
                <a:pPr algn="ctr"/>
              </a:p>
            </p:txBody>
          </p:sp>
          <p:sp>
            <p:nvSpPr>
              <p:cNvPr id="969" name="Noise cell"/>
              <p:cNvSpPr/>
              <p:nvPr/>
            </p:nvSpPr>
            <p:spPr>
              <a:xfrm>
                <a:off x="10855032" y="7443216"/>
                <a:ext cx="18770" cy="18928"/>
              </a:xfrm>
              <a:prstGeom prst="rect">
                <a:avLst/>
              </a:prstGeom>
              <a:solidFill>
                <a:srgbClr val="A0A0A0"/>
              </a:solidFill>
              <a:ln>
                <a:noFill/>
              </a:ln>
              <a:effectLst/>
            </p:spPr>
            <p:txBody>
              <a:bodyPr rtlCol="0" anchor="ctr"/>
              <a:lstStyle/>
              <a:p>
                <a:pPr algn="ctr"/>
              </a:p>
            </p:txBody>
          </p:sp>
          <p:sp>
            <p:nvSpPr>
              <p:cNvPr id="970" name="Noise cell"/>
              <p:cNvSpPr/>
              <p:nvPr/>
            </p:nvSpPr>
            <p:spPr>
              <a:xfrm>
                <a:off x="10873162" y="7443216"/>
                <a:ext cx="18770" cy="18928"/>
              </a:xfrm>
              <a:prstGeom prst="rect">
                <a:avLst/>
              </a:prstGeom>
              <a:solidFill>
                <a:srgbClr val="858585"/>
              </a:solidFill>
              <a:ln>
                <a:noFill/>
              </a:ln>
              <a:effectLst/>
            </p:spPr>
            <p:txBody>
              <a:bodyPr rtlCol="0" anchor="ctr"/>
              <a:lstStyle/>
              <a:p>
                <a:pPr algn="ctr"/>
              </a:p>
            </p:txBody>
          </p:sp>
          <p:sp>
            <p:nvSpPr>
              <p:cNvPr id="971" name="Noise cell"/>
              <p:cNvSpPr/>
              <p:nvPr/>
            </p:nvSpPr>
            <p:spPr>
              <a:xfrm>
                <a:off x="10891292" y="7443216"/>
                <a:ext cx="18770" cy="18928"/>
              </a:xfrm>
              <a:prstGeom prst="rect">
                <a:avLst/>
              </a:prstGeom>
              <a:solidFill>
                <a:srgbClr val="7A7A7A"/>
              </a:solidFill>
              <a:ln>
                <a:noFill/>
              </a:ln>
              <a:effectLst/>
            </p:spPr>
            <p:txBody>
              <a:bodyPr rtlCol="0" anchor="ctr"/>
              <a:lstStyle/>
              <a:p>
                <a:pPr algn="ctr"/>
              </a:p>
            </p:txBody>
          </p:sp>
          <p:sp>
            <p:nvSpPr>
              <p:cNvPr id="972" name="Noise cell"/>
              <p:cNvSpPr/>
              <p:nvPr/>
            </p:nvSpPr>
            <p:spPr>
              <a:xfrm>
                <a:off x="10909423" y="7443216"/>
                <a:ext cx="18770" cy="18928"/>
              </a:xfrm>
              <a:prstGeom prst="rect">
                <a:avLst/>
              </a:prstGeom>
              <a:solidFill>
                <a:srgbClr val="868686"/>
              </a:solidFill>
              <a:ln>
                <a:noFill/>
              </a:ln>
              <a:effectLst/>
            </p:spPr>
            <p:txBody>
              <a:bodyPr rtlCol="0" anchor="ctr"/>
              <a:lstStyle/>
              <a:p>
                <a:pPr algn="ctr"/>
              </a:p>
            </p:txBody>
          </p:sp>
          <p:sp>
            <p:nvSpPr>
              <p:cNvPr id="973" name="Noise cell"/>
              <p:cNvSpPr/>
              <p:nvPr/>
            </p:nvSpPr>
            <p:spPr>
              <a:xfrm>
                <a:off x="10927553" y="7443216"/>
                <a:ext cx="18770" cy="18928"/>
              </a:xfrm>
              <a:prstGeom prst="rect">
                <a:avLst/>
              </a:prstGeom>
              <a:solidFill>
                <a:srgbClr val="878787"/>
              </a:solidFill>
              <a:ln>
                <a:noFill/>
              </a:ln>
              <a:effectLst/>
            </p:spPr>
            <p:txBody>
              <a:bodyPr rtlCol="0" anchor="ctr"/>
              <a:lstStyle/>
              <a:p>
                <a:pPr algn="ctr"/>
              </a:p>
            </p:txBody>
          </p:sp>
          <p:sp>
            <p:nvSpPr>
              <p:cNvPr id="974" name="Noise cell"/>
              <p:cNvSpPr/>
              <p:nvPr/>
            </p:nvSpPr>
            <p:spPr>
              <a:xfrm>
                <a:off x="10945683" y="7443216"/>
                <a:ext cx="18770" cy="18928"/>
              </a:xfrm>
              <a:prstGeom prst="rect">
                <a:avLst/>
              </a:prstGeom>
              <a:solidFill>
                <a:srgbClr val="7E7E7E"/>
              </a:solidFill>
              <a:ln>
                <a:noFill/>
              </a:ln>
              <a:effectLst/>
            </p:spPr>
            <p:txBody>
              <a:bodyPr rtlCol="0" anchor="ctr"/>
              <a:lstStyle/>
              <a:p>
                <a:pPr algn="ctr"/>
              </a:p>
            </p:txBody>
          </p:sp>
          <p:sp>
            <p:nvSpPr>
              <p:cNvPr id="975" name="Noise cell"/>
              <p:cNvSpPr/>
              <p:nvPr/>
            </p:nvSpPr>
            <p:spPr>
              <a:xfrm>
                <a:off x="10963814" y="7443216"/>
                <a:ext cx="18770" cy="18928"/>
              </a:xfrm>
              <a:prstGeom prst="rect">
                <a:avLst/>
              </a:prstGeom>
              <a:solidFill>
                <a:srgbClr val="9E9E9E"/>
              </a:solidFill>
              <a:ln>
                <a:noFill/>
              </a:ln>
              <a:effectLst/>
            </p:spPr>
            <p:txBody>
              <a:bodyPr rtlCol="0" anchor="ctr"/>
              <a:lstStyle/>
              <a:p>
                <a:pPr algn="ctr"/>
              </a:p>
            </p:txBody>
          </p:sp>
          <p:sp>
            <p:nvSpPr>
              <p:cNvPr id="976" name="Noise cell"/>
              <p:cNvSpPr/>
              <p:nvPr/>
            </p:nvSpPr>
            <p:spPr>
              <a:xfrm>
                <a:off x="9930384" y="7461504"/>
                <a:ext cx="18770" cy="18928"/>
              </a:xfrm>
              <a:prstGeom prst="rect">
                <a:avLst/>
              </a:prstGeom>
              <a:solidFill>
                <a:srgbClr val="7C7C7C"/>
              </a:solidFill>
              <a:ln>
                <a:noFill/>
              </a:ln>
              <a:effectLst/>
            </p:spPr>
            <p:txBody>
              <a:bodyPr rtlCol="0" anchor="ctr"/>
              <a:lstStyle/>
              <a:p>
                <a:pPr algn="ctr"/>
              </a:p>
            </p:txBody>
          </p:sp>
          <p:sp>
            <p:nvSpPr>
              <p:cNvPr id="977" name="Noise cell"/>
              <p:cNvSpPr/>
              <p:nvPr/>
            </p:nvSpPr>
            <p:spPr>
              <a:xfrm>
                <a:off x="9948514" y="7461504"/>
                <a:ext cx="18770" cy="18928"/>
              </a:xfrm>
              <a:prstGeom prst="rect">
                <a:avLst/>
              </a:prstGeom>
              <a:solidFill>
                <a:srgbClr val="808080"/>
              </a:solidFill>
              <a:ln>
                <a:noFill/>
              </a:ln>
              <a:effectLst/>
            </p:spPr>
            <p:txBody>
              <a:bodyPr rtlCol="0" anchor="ctr"/>
              <a:lstStyle/>
              <a:p>
                <a:pPr algn="ctr"/>
              </a:p>
            </p:txBody>
          </p:sp>
          <p:sp>
            <p:nvSpPr>
              <p:cNvPr id="978" name="Noise cell"/>
              <p:cNvSpPr/>
              <p:nvPr/>
            </p:nvSpPr>
            <p:spPr>
              <a:xfrm>
                <a:off x="9966645" y="7461504"/>
                <a:ext cx="18770" cy="18928"/>
              </a:xfrm>
              <a:prstGeom prst="rect">
                <a:avLst/>
              </a:prstGeom>
              <a:solidFill>
                <a:srgbClr val="878787"/>
              </a:solidFill>
              <a:ln>
                <a:noFill/>
              </a:ln>
              <a:effectLst/>
            </p:spPr>
            <p:txBody>
              <a:bodyPr rtlCol="0" anchor="ctr"/>
              <a:lstStyle/>
              <a:p>
                <a:pPr algn="ctr"/>
              </a:p>
            </p:txBody>
          </p:sp>
          <p:sp>
            <p:nvSpPr>
              <p:cNvPr id="979" name="Noise cell"/>
              <p:cNvSpPr/>
              <p:nvPr/>
            </p:nvSpPr>
            <p:spPr>
              <a:xfrm>
                <a:off x="9984775" y="7461504"/>
                <a:ext cx="18770" cy="18928"/>
              </a:xfrm>
              <a:prstGeom prst="rect">
                <a:avLst/>
              </a:prstGeom>
              <a:solidFill>
                <a:srgbClr val="898989"/>
              </a:solidFill>
              <a:ln>
                <a:noFill/>
              </a:ln>
              <a:effectLst/>
            </p:spPr>
            <p:txBody>
              <a:bodyPr rtlCol="0" anchor="ctr"/>
              <a:lstStyle/>
              <a:p>
                <a:pPr algn="ctr"/>
              </a:p>
            </p:txBody>
          </p:sp>
          <p:sp>
            <p:nvSpPr>
              <p:cNvPr id="980" name="Noise cell"/>
              <p:cNvSpPr/>
              <p:nvPr/>
            </p:nvSpPr>
            <p:spPr>
              <a:xfrm>
                <a:off x="10002905" y="7461504"/>
                <a:ext cx="18770" cy="18928"/>
              </a:xfrm>
              <a:prstGeom prst="rect">
                <a:avLst/>
              </a:prstGeom>
              <a:solidFill>
                <a:srgbClr val="7E7E7E"/>
              </a:solidFill>
              <a:ln>
                <a:noFill/>
              </a:ln>
              <a:effectLst/>
            </p:spPr>
            <p:txBody>
              <a:bodyPr rtlCol="0" anchor="ctr"/>
              <a:lstStyle/>
              <a:p>
                <a:pPr algn="ctr"/>
              </a:p>
            </p:txBody>
          </p:sp>
          <p:sp>
            <p:nvSpPr>
              <p:cNvPr id="981" name="Noise cell"/>
              <p:cNvSpPr/>
              <p:nvPr/>
            </p:nvSpPr>
            <p:spPr>
              <a:xfrm>
                <a:off x="10021036" y="7461504"/>
                <a:ext cx="18770" cy="18928"/>
              </a:xfrm>
              <a:prstGeom prst="rect">
                <a:avLst/>
              </a:prstGeom>
              <a:solidFill>
                <a:srgbClr val="888888"/>
              </a:solidFill>
              <a:ln>
                <a:noFill/>
              </a:ln>
              <a:effectLst/>
            </p:spPr>
            <p:txBody>
              <a:bodyPr rtlCol="0" anchor="ctr"/>
              <a:lstStyle/>
              <a:p>
                <a:pPr algn="ctr"/>
              </a:p>
            </p:txBody>
          </p:sp>
          <p:sp>
            <p:nvSpPr>
              <p:cNvPr id="982" name="Noise cell"/>
              <p:cNvSpPr/>
              <p:nvPr/>
            </p:nvSpPr>
            <p:spPr>
              <a:xfrm>
                <a:off x="10039166" y="7461504"/>
                <a:ext cx="18770" cy="18928"/>
              </a:xfrm>
              <a:prstGeom prst="rect">
                <a:avLst/>
              </a:prstGeom>
              <a:solidFill>
                <a:srgbClr val="919191"/>
              </a:solidFill>
              <a:ln>
                <a:noFill/>
              </a:ln>
              <a:effectLst/>
            </p:spPr>
            <p:txBody>
              <a:bodyPr rtlCol="0" anchor="ctr"/>
              <a:lstStyle/>
              <a:p>
                <a:pPr algn="ctr"/>
              </a:p>
            </p:txBody>
          </p:sp>
          <p:sp>
            <p:nvSpPr>
              <p:cNvPr id="983" name="Noise cell"/>
              <p:cNvSpPr/>
              <p:nvPr/>
            </p:nvSpPr>
            <p:spPr>
              <a:xfrm>
                <a:off x="10057296" y="7461504"/>
                <a:ext cx="18770" cy="18928"/>
              </a:xfrm>
              <a:prstGeom prst="rect">
                <a:avLst/>
              </a:prstGeom>
              <a:solidFill>
                <a:srgbClr val="8F8F8F"/>
              </a:solidFill>
              <a:ln>
                <a:noFill/>
              </a:ln>
              <a:effectLst/>
            </p:spPr>
            <p:txBody>
              <a:bodyPr rtlCol="0" anchor="ctr"/>
              <a:lstStyle/>
              <a:p>
                <a:pPr algn="ctr"/>
              </a:p>
            </p:txBody>
          </p:sp>
          <p:sp>
            <p:nvSpPr>
              <p:cNvPr id="984" name="Noise cell"/>
              <p:cNvSpPr/>
              <p:nvPr/>
            </p:nvSpPr>
            <p:spPr>
              <a:xfrm>
                <a:off x="10075427" y="7461504"/>
                <a:ext cx="18770" cy="18928"/>
              </a:xfrm>
              <a:prstGeom prst="rect">
                <a:avLst/>
              </a:prstGeom>
              <a:solidFill>
                <a:srgbClr val="858585"/>
              </a:solidFill>
              <a:ln>
                <a:noFill/>
              </a:ln>
              <a:effectLst/>
            </p:spPr>
            <p:txBody>
              <a:bodyPr rtlCol="0" anchor="ctr"/>
              <a:lstStyle/>
              <a:p>
                <a:pPr algn="ctr"/>
              </a:p>
            </p:txBody>
          </p:sp>
          <p:sp>
            <p:nvSpPr>
              <p:cNvPr id="985" name="Noise cell"/>
              <p:cNvSpPr/>
              <p:nvPr/>
            </p:nvSpPr>
            <p:spPr>
              <a:xfrm>
                <a:off x="10093557" y="7461504"/>
                <a:ext cx="18770" cy="18928"/>
              </a:xfrm>
              <a:prstGeom prst="rect">
                <a:avLst/>
              </a:prstGeom>
              <a:solidFill>
                <a:srgbClr val="858585"/>
              </a:solidFill>
              <a:ln>
                <a:noFill/>
              </a:ln>
              <a:effectLst/>
            </p:spPr>
            <p:txBody>
              <a:bodyPr rtlCol="0" anchor="ctr"/>
              <a:lstStyle/>
              <a:p>
                <a:pPr algn="ctr"/>
              </a:p>
            </p:txBody>
          </p:sp>
          <p:sp>
            <p:nvSpPr>
              <p:cNvPr id="986" name="Noise cell"/>
              <p:cNvSpPr/>
              <p:nvPr/>
            </p:nvSpPr>
            <p:spPr>
              <a:xfrm>
                <a:off x="10111687" y="7461504"/>
                <a:ext cx="18770" cy="18928"/>
              </a:xfrm>
              <a:prstGeom prst="rect">
                <a:avLst/>
              </a:prstGeom>
              <a:solidFill>
                <a:srgbClr val="9B9B9B"/>
              </a:solidFill>
              <a:ln>
                <a:noFill/>
              </a:ln>
              <a:effectLst/>
            </p:spPr>
            <p:txBody>
              <a:bodyPr rtlCol="0" anchor="ctr"/>
              <a:lstStyle/>
              <a:p>
                <a:pPr algn="ctr"/>
              </a:p>
            </p:txBody>
          </p:sp>
          <p:sp>
            <p:nvSpPr>
              <p:cNvPr id="987" name="Noise cell"/>
              <p:cNvSpPr/>
              <p:nvPr/>
            </p:nvSpPr>
            <p:spPr>
              <a:xfrm>
                <a:off x="10129818" y="7461504"/>
                <a:ext cx="18770" cy="18928"/>
              </a:xfrm>
              <a:prstGeom prst="rect">
                <a:avLst/>
              </a:prstGeom>
              <a:solidFill>
                <a:srgbClr val="898989"/>
              </a:solidFill>
              <a:ln>
                <a:noFill/>
              </a:ln>
              <a:effectLst/>
            </p:spPr>
            <p:txBody>
              <a:bodyPr rtlCol="0" anchor="ctr"/>
              <a:lstStyle/>
              <a:p>
                <a:pPr algn="ctr"/>
              </a:p>
            </p:txBody>
          </p:sp>
          <p:sp>
            <p:nvSpPr>
              <p:cNvPr id="988" name="Noise cell"/>
              <p:cNvSpPr/>
              <p:nvPr/>
            </p:nvSpPr>
            <p:spPr>
              <a:xfrm>
                <a:off x="10147948" y="7461504"/>
                <a:ext cx="18770" cy="18928"/>
              </a:xfrm>
              <a:prstGeom prst="rect">
                <a:avLst/>
              </a:prstGeom>
              <a:solidFill>
                <a:srgbClr val="838383"/>
              </a:solidFill>
              <a:ln>
                <a:noFill/>
              </a:ln>
              <a:effectLst/>
            </p:spPr>
            <p:txBody>
              <a:bodyPr rtlCol="0" anchor="ctr"/>
              <a:lstStyle/>
              <a:p>
                <a:pPr algn="ctr"/>
              </a:p>
            </p:txBody>
          </p:sp>
          <p:sp>
            <p:nvSpPr>
              <p:cNvPr id="989" name="Noise cell"/>
              <p:cNvSpPr/>
              <p:nvPr/>
            </p:nvSpPr>
            <p:spPr>
              <a:xfrm>
                <a:off x="10166078" y="7461504"/>
                <a:ext cx="18770" cy="18928"/>
              </a:xfrm>
              <a:prstGeom prst="rect">
                <a:avLst/>
              </a:prstGeom>
              <a:solidFill>
                <a:srgbClr val="828282"/>
              </a:solidFill>
              <a:ln>
                <a:noFill/>
              </a:ln>
              <a:effectLst/>
            </p:spPr>
            <p:txBody>
              <a:bodyPr rtlCol="0" anchor="ctr"/>
              <a:lstStyle/>
              <a:p>
                <a:pPr algn="ctr"/>
              </a:p>
            </p:txBody>
          </p:sp>
          <p:sp>
            <p:nvSpPr>
              <p:cNvPr id="990" name="Noise cell"/>
              <p:cNvSpPr/>
              <p:nvPr/>
            </p:nvSpPr>
            <p:spPr>
              <a:xfrm>
                <a:off x="10184209" y="7461504"/>
                <a:ext cx="18770" cy="18928"/>
              </a:xfrm>
              <a:prstGeom prst="rect">
                <a:avLst/>
              </a:prstGeom>
              <a:solidFill>
                <a:srgbClr val="9E9E9E"/>
              </a:solidFill>
              <a:ln>
                <a:noFill/>
              </a:ln>
              <a:effectLst/>
            </p:spPr>
            <p:txBody>
              <a:bodyPr rtlCol="0" anchor="ctr"/>
              <a:lstStyle/>
              <a:p>
                <a:pPr algn="ctr"/>
              </a:p>
            </p:txBody>
          </p:sp>
          <p:sp>
            <p:nvSpPr>
              <p:cNvPr id="991" name="Noise cell"/>
              <p:cNvSpPr/>
              <p:nvPr/>
            </p:nvSpPr>
            <p:spPr>
              <a:xfrm>
                <a:off x="10202339" y="7461504"/>
                <a:ext cx="18770" cy="18928"/>
              </a:xfrm>
              <a:prstGeom prst="rect">
                <a:avLst/>
              </a:prstGeom>
              <a:solidFill>
                <a:srgbClr val="7C7C7C"/>
              </a:solidFill>
              <a:ln>
                <a:noFill/>
              </a:ln>
              <a:effectLst/>
            </p:spPr>
            <p:txBody>
              <a:bodyPr rtlCol="0" anchor="ctr"/>
              <a:lstStyle/>
              <a:p>
                <a:pPr algn="ctr"/>
              </a:p>
            </p:txBody>
          </p:sp>
          <p:sp>
            <p:nvSpPr>
              <p:cNvPr id="992" name="Noise cell"/>
              <p:cNvSpPr/>
              <p:nvPr/>
            </p:nvSpPr>
            <p:spPr>
              <a:xfrm>
                <a:off x="10220470" y="7461504"/>
                <a:ext cx="18770" cy="18928"/>
              </a:xfrm>
              <a:prstGeom prst="rect">
                <a:avLst/>
              </a:prstGeom>
              <a:solidFill>
                <a:srgbClr val="A1A1A1"/>
              </a:solidFill>
              <a:ln>
                <a:noFill/>
              </a:ln>
              <a:effectLst/>
            </p:spPr>
            <p:txBody>
              <a:bodyPr rtlCol="0" anchor="ctr"/>
              <a:lstStyle/>
              <a:p>
                <a:pPr algn="ctr"/>
              </a:p>
            </p:txBody>
          </p:sp>
          <p:sp>
            <p:nvSpPr>
              <p:cNvPr id="993" name="Noise cell"/>
              <p:cNvSpPr/>
              <p:nvPr/>
            </p:nvSpPr>
            <p:spPr>
              <a:xfrm>
                <a:off x="10238600" y="7461504"/>
                <a:ext cx="18770" cy="18928"/>
              </a:xfrm>
              <a:prstGeom prst="rect">
                <a:avLst/>
              </a:prstGeom>
              <a:solidFill>
                <a:srgbClr val="858585"/>
              </a:solidFill>
              <a:ln>
                <a:noFill/>
              </a:ln>
              <a:effectLst/>
            </p:spPr>
            <p:txBody>
              <a:bodyPr rtlCol="0" anchor="ctr"/>
              <a:lstStyle/>
              <a:p>
                <a:pPr algn="ctr"/>
              </a:p>
            </p:txBody>
          </p:sp>
          <p:sp>
            <p:nvSpPr>
              <p:cNvPr id="994" name="Noise cell"/>
              <p:cNvSpPr/>
              <p:nvPr/>
            </p:nvSpPr>
            <p:spPr>
              <a:xfrm>
                <a:off x="10256730" y="7461504"/>
                <a:ext cx="18770" cy="18928"/>
              </a:xfrm>
              <a:prstGeom prst="rect">
                <a:avLst/>
              </a:prstGeom>
              <a:solidFill>
                <a:srgbClr val="8D8D8D"/>
              </a:solidFill>
              <a:ln>
                <a:noFill/>
              </a:ln>
              <a:effectLst/>
            </p:spPr>
            <p:txBody>
              <a:bodyPr rtlCol="0" anchor="ctr"/>
              <a:lstStyle/>
              <a:p>
                <a:pPr algn="ctr"/>
              </a:p>
            </p:txBody>
          </p:sp>
          <p:sp>
            <p:nvSpPr>
              <p:cNvPr id="995" name="Noise cell"/>
              <p:cNvSpPr/>
              <p:nvPr/>
            </p:nvSpPr>
            <p:spPr>
              <a:xfrm>
                <a:off x="10274861" y="7461504"/>
                <a:ext cx="18770" cy="18928"/>
              </a:xfrm>
              <a:prstGeom prst="rect">
                <a:avLst/>
              </a:prstGeom>
              <a:solidFill>
                <a:srgbClr val="848484"/>
              </a:solidFill>
              <a:ln>
                <a:noFill/>
              </a:ln>
              <a:effectLst/>
            </p:spPr>
            <p:txBody>
              <a:bodyPr rtlCol="0" anchor="ctr"/>
              <a:lstStyle/>
              <a:p>
                <a:pPr algn="ctr"/>
              </a:p>
            </p:txBody>
          </p:sp>
          <p:sp>
            <p:nvSpPr>
              <p:cNvPr id="996" name="Noise cell"/>
              <p:cNvSpPr/>
              <p:nvPr/>
            </p:nvSpPr>
            <p:spPr>
              <a:xfrm>
                <a:off x="10292991" y="7461504"/>
                <a:ext cx="18770" cy="18928"/>
              </a:xfrm>
              <a:prstGeom prst="rect">
                <a:avLst/>
              </a:prstGeom>
              <a:solidFill>
                <a:srgbClr val="909090"/>
              </a:solidFill>
              <a:ln>
                <a:noFill/>
              </a:ln>
              <a:effectLst/>
            </p:spPr>
            <p:txBody>
              <a:bodyPr rtlCol="0" anchor="ctr"/>
              <a:lstStyle/>
              <a:p>
                <a:pPr algn="ctr"/>
              </a:p>
            </p:txBody>
          </p:sp>
          <p:sp>
            <p:nvSpPr>
              <p:cNvPr id="997" name="Noise cell"/>
              <p:cNvSpPr/>
              <p:nvPr/>
            </p:nvSpPr>
            <p:spPr>
              <a:xfrm>
                <a:off x="10311121" y="7461504"/>
                <a:ext cx="18770" cy="18928"/>
              </a:xfrm>
              <a:prstGeom prst="rect">
                <a:avLst/>
              </a:prstGeom>
              <a:solidFill>
                <a:srgbClr val="909090"/>
              </a:solidFill>
              <a:ln>
                <a:noFill/>
              </a:ln>
              <a:effectLst/>
            </p:spPr>
            <p:txBody>
              <a:bodyPr rtlCol="0" anchor="ctr"/>
              <a:lstStyle/>
              <a:p>
                <a:pPr algn="ctr"/>
              </a:p>
            </p:txBody>
          </p:sp>
          <p:sp>
            <p:nvSpPr>
              <p:cNvPr id="998" name="Noise cell"/>
              <p:cNvSpPr/>
              <p:nvPr/>
            </p:nvSpPr>
            <p:spPr>
              <a:xfrm>
                <a:off x="10329252" y="7461504"/>
                <a:ext cx="18770" cy="18928"/>
              </a:xfrm>
              <a:prstGeom prst="rect">
                <a:avLst/>
              </a:prstGeom>
              <a:solidFill>
                <a:srgbClr val="7E7E7E"/>
              </a:solidFill>
              <a:ln>
                <a:noFill/>
              </a:ln>
              <a:effectLst/>
            </p:spPr>
            <p:txBody>
              <a:bodyPr rtlCol="0" anchor="ctr"/>
              <a:lstStyle/>
              <a:p>
                <a:pPr algn="ctr"/>
              </a:p>
            </p:txBody>
          </p:sp>
          <p:sp>
            <p:nvSpPr>
              <p:cNvPr id="999" name="Noise cell"/>
              <p:cNvSpPr/>
              <p:nvPr/>
            </p:nvSpPr>
            <p:spPr>
              <a:xfrm>
                <a:off x="10347382" y="7461504"/>
                <a:ext cx="18770" cy="18928"/>
              </a:xfrm>
              <a:prstGeom prst="rect">
                <a:avLst/>
              </a:prstGeom>
              <a:solidFill>
                <a:srgbClr val="7B7B7B"/>
              </a:solidFill>
              <a:ln>
                <a:noFill/>
              </a:ln>
              <a:effectLst/>
            </p:spPr>
            <p:txBody>
              <a:bodyPr rtlCol="0" anchor="ctr"/>
              <a:lstStyle/>
              <a:p>
                <a:pPr algn="ctr"/>
              </a:p>
            </p:txBody>
          </p:sp>
          <p:sp>
            <p:nvSpPr>
              <p:cNvPr id="1000" name="Noise cell"/>
              <p:cNvSpPr/>
              <p:nvPr/>
            </p:nvSpPr>
            <p:spPr>
              <a:xfrm>
                <a:off x="10365512" y="7461504"/>
                <a:ext cx="18770" cy="18928"/>
              </a:xfrm>
              <a:prstGeom prst="rect">
                <a:avLst/>
              </a:prstGeom>
              <a:solidFill>
                <a:srgbClr val="6F6F6F"/>
              </a:solidFill>
              <a:ln>
                <a:noFill/>
              </a:ln>
              <a:effectLst/>
            </p:spPr>
            <p:txBody>
              <a:bodyPr rtlCol="0" anchor="ctr"/>
              <a:lstStyle/>
              <a:p>
                <a:pPr algn="ctr"/>
              </a:p>
            </p:txBody>
          </p:sp>
          <p:sp>
            <p:nvSpPr>
              <p:cNvPr id="1001" name="Noise cell"/>
              <p:cNvSpPr/>
              <p:nvPr/>
            </p:nvSpPr>
            <p:spPr>
              <a:xfrm>
                <a:off x="10383643" y="7461504"/>
                <a:ext cx="18770" cy="18928"/>
              </a:xfrm>
              <a:prstGeom prst="rect">
                <a:avLst/>
              </a:prstGeom>
              <a:solidFill>
                <a:srgbClr val="767676"/>
              </a:solidFill>
              <a:ln>
                <a:noFill/>
              </a:ln>
              <a:effectLst/>
            </p:spPr>
            <p:txBody>
              <a:bodyPr rtlCol="0" anchor="ctr"/>
              <a:lstStyle/>
              <a:p>
                <a:pPr algn="ctr"/>
              </a:p>
            </p:txBody>
          </p:sp>
          <p:sp>
            <p:nvSpPr>
              <p:cNvPr id="1002" name="Noise cell"/>
              <p:cNvSpPr/>
              <p:nvPr/>
            </p:nvSpPr>
            <p:spPr>
              <a:xfrm>
                <a:off x="10401773" y="7461504"/>
                <a:ext cx="18770" cy="18928"/>
              </a:xfrm>
              <a:prstGeom prst="rect">
                <a:avLst/>
              </a:prstGeom>
              <a:solidFill>
                <a:srgbClr val="8B8B8B"/>
              </a:solidFill>
              <a:ln>
                <a:noFill/>
              </a:ln>
              <a:effectLst/>
            </p:spPr>
            <p:txBody>
              <a:bodyPr rtlCol="0" anchor="ctr"/>
              <a:lstStyle/>
              <a:p>
                <a:pPr algn="ctr"/>
              </a:p>
            </p:txBody>
          </p:sp>
          <p:sp>
            <p:nvSpPr>
              <p:cNvPr id="1003" name="Noise cell"/>
              <p:cNvSpPr/>
              <p:nvPr/>
            </p:nvSpPr>
            <p:spPr>
              <a:xfrm>
                <a:off x="10419903" y="7461504"/>
                <a:ext cx="18770" cy="18928"/>
              </a:xfrm>
              <a:prstGeom prst="rect">
                <a:avLst/>
              </a:prstGeom>
              <a:solidFill>
                <a:srgbClr val="878787"/>
              </a:solidFill>
              <a:ln>
                <a:noFill/>
              </a:ln>
              <a:effectLst/>
            </p:spPr>
            <p:txBody>
              <a:bodyPr rtlCol="0" anchor="ctr"/>
              <a:lstStyle/>
              <a:p>
                <a:pPr algn="ctr"/>
              </a:p>
            </p:txBody>
          </p:sp>
          <p:sp>
            <p:nvSpPr>
              <p:cNvPr id="1004" name="Noise cell"/>
              <p:cNvSpPr/>
              <p:nvPr/>
            </p:nvSpPr>
            <p:spPr>
              <a:xfrm>
                <a:off x="10438034" y="7461504"/>
                <a:ext cx="18770" cy="18928"/>
              </a:xfrm>
              <a:prstGeom prst="rect">
                <a:avLst/>
              </a:prstGeom>
              <a:solidFill>
                <a:srgbClr val="848484"/>
              </a:solidFill>
              <a:ln>
                <a:noFill/>
              </a:ln>
              <a:effectLst/>
            </p:spPr>
            <p:txBody>
              <a:bodyPr rtlCol="0" anchor="ctr"/>
              <a:lstStyle/>
              <a:p>
                <a:pPr algn="ctr"/>
              </a:p>
            </p:txBody>
          </p:sp>
          <p:sp>
            <p:nvSpPr>
              <p:cNvPr id="1005" name="Noise cell"/>
              <p:cNvSpPr/>
              <p:nvPr/>
            </p:nvSpPr>
            <p:spPr>
              <a:xfrm>
                <a:off x="10456164" y="7461504"/>
                <a:ext cx="18770" cy="18928"/>
              </a:xfrm>
              <a:prstGeom prst="rect">
                <a:avLst/>
              </a:prstGeom>
              <a:solidFill>
                <a:srgbClr val="828282"/>
              </a:solidFill>
              <a:ln>
                <a:noFill/>
              </a:ln>
              <a:effectLst/>
            </p:spPr>
            <p:txBody>
              <a:bodyPr rtlCol="0" anchor="ctr"/>
              <a:lstStyle/>
              <a:p>
                <a:pPr algn="ctr"/>
              </a:p>
            </p:txBody>
          </p:sp>
          <p:sp>
            <p:nvSpPr>
              <p:cNvPr id="1006" name="Noise cell"/>
              <p:cNvSpPr/>
              <p:nvPr/>
            </p:nvSpPr>
            <p:spPr>
              <a:xfrm>
                <a:off x="10474294" y="7461504"/>
                <a:ext cx="18770" cy="18928"/>
              </a:xfrm>
              <a:prstGeom prst="rect">
                <a:avLst/>
              </a:prstGeom>
              <a:solidFill>
                <a:srgbClr val="808080"/>
              </a:solidFill>
              <a:ln>
                <a:noFill/>
              </a:ln>
              <a:effectLst/>
            </p:spPr>
            <p:txBody>
              <a:bodyPr rtlCol="0" anchor="ctr"/>
              <a:lstStyle/>
              <a:p>
                <a:pPr algn="ctr"/>
              </a:p>
            </p:txBody>
          </p:sp>
          <p:sp>
            <p:nvSpPr>
              <p:cNvPr id="1007" name="Noise cell"/>
              <p:cNvSpPr/>
              <p:nvPr/>
            </p:nvSpPr>
            <p:spPr>
              <a:xfrm>
                <a:off x="10492425" y="7461504"/>
                <a:ext cx="18770" cy="18928"/>
              </a:xfrm>
              <a:prstGeom prst="rect">
                <a:avLst/>
              </a:prstGeom>
              <a:solidFill>
                <a:srgbClr val="8E8E8E"/>
              </a:solidFill>
              <a:ln>
                <a:noFill/>
              </a:ln>
              <a:effectLst/>
            </p:spPr>
            <p:txBody>
              <a:bodyPr rtlCol="0" anchor="ctr"/>
              <a:lstStyle/>
              <a:p>
                <a:pPr algn="ctr"/>
              </a:p>
            </p:txBody>
          </p:sp>
          <p:sp>
            <p:nvSpPr>
              <p:cNvPr id="1008" name="Noise cell"/>
              <p:cNvSpPr/>
              <p:nvPr/>
            </p:nvSpPr>
            <p:spPr>
              <a:xfrm>
                <a:off x="10510555" y="7461504"/>
                <a:ext cx="18770" cy="18928"/>
              </a:xfrm>
              <a:prstGeom prst="rect">
                <a:avLst/>
              </a:prstGeom>
              <a:solidFill>
                <a:srgbClr val="828282"/>
              </a:solidFill>
              <a:ln>
                <a:noFill/>
              </a:ln>
              <a:effectLst/>
            </p:spPr>
            <p:txBody>
              <a:bodyPr rtlCol="0" anchor="ctr"/>
              <a:lstStyle/>
              <a:p>
                <a:pPr algn="ctr"/>
              </a:p>
            </p:txBody>
          </p:sp>
          <p:sp>
            <p:nvSpPr>
              <p:cNvPr id="1009" name="Noise cell"/>
              <p:cNvSpPr/>
              <p:nvPr/>
            </p:nvSpPr>
            <p:spPr>
              <a:xfrm>
                <a:off x="10528685" y="7461504"/>
                <a:ext cx="18770" cy="18928"/>
              </a:xfrm>
              <a:prstGeom prst="rect">
                <a:avLst/>
              </a:prstGeom>
              <a:solidFill>
                <a:srgbClr val="828282"/>
              </a:solidFill>
              <a:ln>
                <a:noFill/>
              </a:ln>
              <a:effectLst/>
            </p:spPr>
            <p:txBody>
              <a:bodyPr rtlCol="0" anchor="ctr"/>
              <a:lstStyle/>
              <a:p>
                <a:pPr algn="ctr"/>
              </a:p>
            </p:txBody>
          </p:sp>
          <p:sp>
            <p:nvSpPr>
              <p:cNvPr id="1010" name="Noise cell"/>
              <p:cNvSpPr/>
              <p:nvPr/>
            </p:nvSpPr>
            <p:spPr>
              <a:xfrm>
                <a:off x="10546816" y="7461504"/>
                <a:ext cx="18770" cy="18928"/>
              </a:xfrm>
              <a:prstGeom prst="rect">
                <a:avLst/>
              </a:prstGeom>
              <a:solidFill>
                <a:srgbClr val="979797"/>
              </a:solidFill>
              <a:ln>
                <a:noFill/>
              </a:ln>
              <a:effectLst/>
            </p:spPr>
            <p:txBody>
              <a:bodyPr rtlCol="0" anchor="ctr"/>
              <a:lstStyle/>
              <a:p>
                <a:pPr algn="ctr"/>
              </a:p>
            </p:txBody>
          </p:sp>
          <p:sp>
            <p:nvSpPr>
              <p:cNvPr id="1011" name="Noise cell"/>
              <p:cNvSpPr/>
              <p:nvPr/>
            </p:nvSpPr>
            <p:spPr>
              <a:xfrm>
                <a:off x="10564946" y="7461504"/>
                <a:ext cx="18770" cy="18928"/>
              </a:xfrm>
              <a:prstGeom prst="rect">
                <a:avLst/>
              </a:prstGeom>
              <a:solidFill>
                <a:srgbClr val="848484"/>
              </a:solidFill>
              <a:ln>
                <a:noFill/>
              </a:ln>
              <a:effectLst/>
            </p:spPr>
            <p:txBody>
              <a:bodyPr rtlCol="0" anchor="ctr"/>
              <a:lstStyle/>
              <a:p>
                <a:pPr algn="ctr"/>
              </a:p>
            </p:txBody>
          </p:sp>
          <p:sp>
            <p:nvSpPr>
              <p:cNvPr id="1012" name="Noise cell"/>
              <p:cNvSpPr/>
              <p:nvPr/>
            </p:nvSpPr>
            <p:spPr>
              <a:xfrm>
                <a:off x="10583076" y="7461504"/>
                <a:ext cx="18770" cy="18928"/>
              </a:xfrm>
              <a:prstGeom prst="rect">
                <a:avLst/>
              </a:prstGeom>
              <a:solidFill>
                <a:srgbClr val="838383"/>
              </a:solidFill>
              <a:ln>
                <a:noFill/>
              </a:ln>
              <a:effectLst/>
            </p:spPr>
            <p:txBody>
              <a:bodyPr rtlCol="0" anchor="ctr"/>
              <a:lstStyle/>
              <a:p>
                <a:pPr algn="ctr"/>
              </a:p>
            </p:txBody>
          </p:sp>
          <p:sp>
            <p:nvSpPr>
              <p:cNvPr id="1013" name="Noise cell"/>
              <p:cNvSpPr/>
              <p:nvPr/>
            </p:nvSpPr>
            <p:spPr>
              <a:xfrm>
                <a:off x="10601207" y="7461504"/>
                <a:ext cx="18770" cy="18928"/>
              </a:xfrm>
              <a:prstGeom prst="rect">
                <a:avLst/>
              </a:prstGeom>
              <a:solidFill>
                <a:srgbClr val="7F7F7F"/>
              </a:solidFill>
              <a:ln>
                <a:noFill/>
              </a:ln>
              <a:effectLst/>
            </p:spPr>
            <p:txBody>
              <a:bodyPr rtlCol="0" anchor="ctr"/>
              <a:lstStyle/>
              <a:p>
                <a:pPr algn="ctr"/>
              </a:p>
            </p:txBody>
          </p:sp>
          <p:sp>
            <p:nvSpPr>
              <p:cNvPr id="1014" name="Noise cell"/>
              <p:cNvSpPr/>
              <p:nvPr/>
            </p:nvSpPr>
            <p:spPr>
              <a:xfrm>
                <a:off x="10619337" y="7461504"/>
                <a:ext cx="18770" cy="18928"/>
              </a:xfrm>
              <a:prstGeom prst="rect">
                <a:avLst/>
              </a:prstGeom>
              <a:solidFill>
                <a:srgbClr val="7C7C7C"/>
              </a:solidFill>
              <a:ln>
                <a:noFill/>
              </a:ln>
              <a:effectLst/>
            </p:spPr>
            <p:txBody>
              <a:bodyPr rtlCol="0" anchor="ctr"/>
              <a:lstStyle/>
              <a:p>
                <a:pPr algn="ctr"/>
              </a:p>
            </p:txBody>
          </p:sp>
          <p:sp>
            <p:nvSpPr>
              <p:cNvPr id="1015" name="Noise cell"/>
              <p:cNvSpPr/>
              <p:nvPr/>
            </p:nvSpPr>
            <p:spPr>
              <a:xfrm>
                <a:off x="10637467" y="7461504"/>
                <a:ext cx="18770" cy="18928"/>
              </a:xfrm>
              <a:prstGeom prst="rect">
                <a:avLst/>
              </a:prstGeom>
              <a:solidFill>
                <a:srgbClr val="7D7D7D"/>
              </a:solidFill>
              <a:ln>
                <a:noFill/>
              </a:ln>
              <a:effectLst/>
            </p:spPr>
            <p:txBody>
              <a:bodyPr rtlCol="0" anchor="ctr"/>
              <a:lstStyle/>
              <a:p>
                <a:pPr algn="ctr"/>
              </a:p>
            </p:txBody>
          </p:sp>
          <p:sp>
            <p:nvSpPr>
              <p:cNvPr id="1016" name="Noise cell"/>
              <p:cNvSpPr/>
              <p:nvPr/>
            </p:nvSpPr>
            <p:spPr>
              <a:xfrm>
                <a:off x="10655598" y="7461504"/>
                <a:ext cx="18770" cy="18928"/>
              </a:xfrm>
              <a:prstGeom prst="rect">
                <a:avLst/>
              </a:prstGeom>
              <a:solidFill>
                <a:srgbClr val="8C8C8C"/>
              </a:solidFill>
              <a:ln>
                <a:noFill/>
              </a:ln>
              <a:effectLst/>
            </p:spPr>
            <p:txBody>
              <a:bodyPr rtlCol="0" anchor="ctr"/>
              <a:lstStyle/>
              <a:p>
                <a:pPr algn="ctr"/>
              </a:p>
            </p:txBody>
          </p:sp>
          <p:sp>
            <p:nvSpPr>
              <p:cNvPr id="1017" name="Noise cell"/>
              <p:cNvSpPr/>
              <p:nvPr/>
            </p:nvSpPr>
            <p:spPr>
              <a:xfrm>
                <a:off x="10673728" y="7461504"/>
                <a:ext cx="18770" cy="18928"/>
              </a:xfrm>
              <a:prstGeom prst="rect">
                <a:avLst/>
              </a:prstGeom>
              <a:solidFill>
                <a:srgbClr val="717171"/>
              </a:solidFill>
              <a:ln>
                <a:noFill/>
              </a:ln>
              <a:effectLst/>
            </p:spPr>
            <p:txBody>
              <a:bodyPr rtlCol="0" anchor="ctr"/>
              <a:lstStyle/>
              <a:p>
                <a:pPr algn="ctr"/>
              </a:p>
            </p:txBody>
          </p:sp>
          <p:sp>
            <p:nvSpPr>
              <p:cNvPr id="1018" name="Noise cell"/>
              <p:cNvSpPr/>
              <p:nvPr/>
            </p:nvSpPr>
            <p:spPr>
              <a:xfrm>
                <a:off x="10691858" y="7461504"/>
                <a:ext cx="18770" cy="18928"/>
              </a:xfrm>
              <a:prstGeom prst="rect">
                <a:avLst/>
              </a:prstGeom>
              <a:solidFill>
                <a:srgbClr val="7C7C7C"/>
              </a:solidFill>
              <a:ln>
                <a:noFill/>
              </a:ln>
              <a:effectLst/>
            </p:spPr>
            <p:txBody>
              <a:bodyPr rtlCol="0" anchor="ctr"/>
              <a:lstStyle/>
              <a:p>
                <a:pPr algn="ctr"/>
              </a:p>
            </p:txBody>
          </p:sp>
          <p:sp>
            <p:nvSpPr>
              <p:cNvPr id="1019" name="Noise cell"/>
              <p:cNvSpPr/>
              <p:nvPr/>
            </p:nvSpPr>
            <p:spPr>
              <a:xfrm>
                <a:off x="10709989" y="7461504"/>
                <a:ext cx="18770" cy="18928"/>
              </a:xfrm>
              <a:prstGeom prst="rect">
                <a:avLst/>
              </a:prstGeom>
              <a:solidFill>
                <a:srgbClr val="7C7C7C"/>
              </a:solidFill>
              <a:ln>
                <a:noFill/>
              </a:ln>
              <a:effectLst/>
            </p:spPr>
            <p:txBody>
              <a:bodyPr rtlCol="0" anchor="ctr"/>
              <a:lstStyle/>
              <a:p>
                <a:pPr algn="ctr"/>
              </a:p>
            </p:txBody>
          </p:sp>
          <p:sp>
            <p:nvSpPr>
              <p:cNvPr id="1020" name="Noise cell"/>
              <p:cNvSpPr/>
              <p:nvPr/>
            </p:nvSpPr>
            <p:spPr>
              <a:xfrm>
                <a:off x="10728119" y="7461504"/>
                <a:ext cx="18770" cy="18928"/>
              </a:xfrm>
              <a:prstGeom prst="rect">
                <a:avLst/>
              </a:prstGeom>
              <a:solidFill>
                <a:srgbClr val="5E5E5E"/>
              </a:solidFill>
              <a:ln>
                <a:noFill/>
              </a:ln>
              <a:effectLst/>
            </p:spPr>
            <p:txBody>
              <a:bodyPr rtlCol="0" anchor="ctr"/>
              <a:lstStyle/>
              <a:p>
                <a:pPr algn="ctr"/>
              </a:p>
            </p:txBody>
          </p:sp>
          <p:sp>
            <p:nvSpPr>
              <p:cNvPr id="1021" name="Noise cell"/>
              <p:cNvSpPr/>
              <p:nvPr/>
            </p:nvSpPr>
            <p:spPr>
              <a:xfrm>
                <a:off x="10746250" y="7461504"/>
                <a:ext cx="18770" cy="18928"/>
              </a:xfrm>
              <a:prstGeom prst="rect">
                <a:avLst/>
              </a:prstGeom>
              <a:solidFill>
                <a:srgbClr val="8D8D8D"/>
              </a:solidFill>
              <a:ln>
                <a:noFill/>
              </a:ln>
              <a:effectLst/>
            </p:spPr>
            <p:txBody>
              <a:bodyPr rtlCol="0" anchor="ctr"/>
              <a:lstStyle/>
              <a:p>
                <a:pPr algn="ctr"/>
              </a:p>
            </p:txBody>
          </p:sp>
          <p:sp>
            <p:nvSpPr>
              <p:cNvPr id="1022" name="Noise cell"/>
              <p:cNvSpPr/>
              <p:nvPr/>
            </p:nvSpPr>
            <p:spPr>
              <a:xfrm>
                <a:off x="10764380" y="7461504"/>
                <a:ext cx="18770" cy="18928"/>
              </a:xfrm>
              <a:prstGeom prst="rect">
                <a:avLst/>
              </a:prstGeom>
              <a:solidFill>
                <a:srgbClr val="6F6F6F"/>
              </a:solidFill>
              <a:ln>
                <a:noFill/>
              </a:ln>
              <a:effectLst/>
            </p:spPr>
            <p:txBody>
              <a:bodyPr rtlCol="0" anchor="ctr"/>
              <a:lstStyle/>
              <a:p>
                <a:pPr algn="ctr"/>
              </a:p>
            </p:txBody>
          </p:sp>
          <p:sp>
            <p:nvSpPr>
              <p:cNvPr id="1023" name="Noise cell"/>
              <p:cNvSpPr/>
              <p:nvPr/>
            </p:nvSpPr>
            <p:spPr>
              <a:xfrm>
                <a:off x="10782510" y="7461504"/>
                <a:ext cx="18770" cy="18928"/>
              </a:xfrm>
              <a:prstGeom prst="rect">
                <a:avLst/>
              </a:prstGeom>
              <a:solidFill>
                <a:srgbClr val="828282"/>
              </a:solidFill>
              <a:ln>
                <a:noFill/>
              </a:ln>
              <a:effectLst/>
            </p:spPr>
            <p:txBody>
              <a:bodyPr rtlCol="0" anchor="ctr"/>
              <a:lstStyle/>
              <a:p>
                <a:pPr algn="ctr"/>
              </a:p>
            </p:txBody>
          </p:sp>
          <p:sp>
            <p:nvSpPr>
              <p:cNvPr id="1024" name="Noise cell"/>
              <p:cNvSpPr/>
              <p:nvPr/>
            </p:nvSpPr>
            <p:spPr>
              <a:xfrm>
                <a:off x="10800641" y="7461504"/>
                <a:ext cx="18770" cy="18928"/>
              </a:xfrm>
              <a:prstGeom prst="rect">
                <a:avLst/>
              </a:prstGeom>
              <a:solidFill>
                <a:srgbClr val="858585"/>
              </a:solidFill>
              <a:ln>
                <a:noFill/>
              </a:ln>
              <a:effectLst/>
            </p:spPr>
            <p:txBody>
              <a:bodyPr rtlCol="0" anchor="ctr"/>
              <a:lstStyle/>
              <a:p>
                <a:pPr algn="ctr"/>
              </a:p>
            </p:txBody>
          </p:sp>
          <p:sp>
            <p:nvSpPr>
              <p:cNvPr id="1025" name="Noise cell"/>
              <p:cNvSpPr/>
              <p:nvPr/>
            </p:nvSpPr>
            <p:spPr>
              <a:xfrm>
                <a:off x="10818771" y="7461504"/>
                <a:ext cx="18770" cy="18928"/>
              </a:xfrm>
              <a:prstGeom prst="rect">
                <a:avLst/>
              </a:prstGeom>
              <a:solidFill>
                <a:srgbClr val="787878"/>
              </a:solidFill>
              <a:ln>
                <a:noFill/>
              </a:ln>
              <a:effectLst/>
            </p:spPr>
            <p:txBody>
              <a:bodyPr rtlCol="0" anchor="ctr"/>
              <a:lstStyle/>
              <a:p>
                <a:pPr algn="ctr"/>
              </a:p>
            </p:txBody>
          </p:sp>
          <p:sp>
            <p:nvSpPr>
              <p:cNvPr id="1026" name="Noise cell"/>
              <p:cNvSpPr/>
              <p:nvPr/>
            </p:nvSpPr>
            <p:spPr>
              <a:xfrm>
                <a:off x="10836901" y="7461504"/>
                <a:ext cx="18770" cy="18928"/>
              </a:xfrm>
              <a:prstGeom prst="rect">
                <a:avLst/>
              </a:prstGeom>
              <a:solidFill>
                <a:srgbClr val="767676"/>
              </a:solidFill>
              <a:ln>
                <a:noFill/>
              </a:ln>
              <a:effectLst/>
            </p:spPr>
            <p:txBody>
              <a:bodyPr rtlCol="0" anchor="ctr"/>
              <a:lstStyle/>
              <a:p>
                <a:pPr algn="ctr"/>
              </a:p>
            </p:txBody>
          </p:sp>
          <p:sp>
            <p:nvSpPr>
              <p:cNvPr id="1027" name="Noise cell"/>
              <p:cNvSpPr/>
              <p:nvPr/>
            </p:nvSpPr>
            <p:spPr>
              <a:xfrm>
                <a:off x="10855032" y="7461504"/>
                <a:ext cx="18770" cy="18928"/>
              </a:xfrm>
              <a:prstGeom prst="rect">
                <a:avLst/>
              </a:prstGeom>
              <a:solidFill>
                <a:srgbClr val="A7A7A7"/>
              </a:solidFill>
              <a:ln>
                <a:noFill/>
              </a:ln>
              <a:effectLst/>
            </p:spPr>
            <p:txBody>
              <a:bodyPr rtlCol="0" anchor="ctr"/>
              <a:lstStyle/>
              <a:p>
                <a:pPr algn="ctr"/>
              </a:p>
            </p:txBody>
          </p:sp>
          <p:sp>
            <p:nvSpPr>
              <p:cNvPr id="1028" name="Noise cell"/>
              <p:cNvSpPr/>
              <p:nvPr/>
            </p:nvSpPr>
            <p:spPr>
              <a:xfrm>
                <a:off x="10873162" y="7461504"/>
                <a:ext cx="18770" cy="18928"/>
              </a:xfrm>
              <a:prstGeom prst="rect">
                <a:avLst/>
              </a:prstGeom>
              <a:solidFill>
                <a:srgbClr val="818181"/>
              </a:solidFill>
              <a:ln>
                <a:noFill/>
              </a:ln>
              <a:effectLst/>
            </p:spPr>
            <p:txBody>
              <a:bodyPr rtlCol="0" anchor="ctr"/>
              <a:lstStyle/>
              <a:p>
                <a:pPr algn="ctr"/>
              </a:p>
            </p:txBody>
          </p:sp>
          <p:sp>
            <p:nvSpPr>
              <p:cNvPr id="1029" name="Noise cell"/>
              <p:cNvSpPr/>
              <p:nvPr/>
            </p:nvSpPr>
            <p:spPr>
              <a:xfrm>
                <a:off x="10891292" y="7461504"/>
                <a:ext cx="18770" cy="18928"/>
              </a:xfrm>
              <a:prstGeom prst="rect">
                <a:avLst/>
              </a:prstGeom>
              <a:solidFill>
                <a:srgbClr val="7B7B7B"/>
              </a:solidFill>
              <a:ln>
                <a:noFill/>
              </a:ln>
              <a:effectLst/>
            </p:spPr>
            <p:txBody>
              <a:bodyPr rtlCol="0" anchor="ctr"/>
              <a:lstStyle/>
              <a:p>
                <a:pPr algn="ctr"/>
              </a:p>
            </p:txBody>
          </p:sp>
          <p:sp>
            <p:nvSpPr>
              <p:cNvPr id="1030" name="Noise cell"/>
              <p:cNvSpPr/>
              <p:nvPr/>
            </p:nvSpPr>
            <p:spPr>
              <a:xfrm>
                <a:off x="10909423" y="7461504"/>
                <a:ext cx="18770" cy="18928"/>
              </a:xfrm>
              <a:prstGeom prst="rect">
                <a:avLst/>
              </a:prstGeom>
              <a:solidFill>
                <a:srgbClr val="777777"/>
              </a:solidFill>
              <a:ln>
                <a:noFill/>
              </a:ln>
              <a:effectLst/>
            </p:spPr>
            <p:txBody>
              <a:bodyPr rtlCol="0" anchor="ctr"/>
              <a:lstStyle/>
              <a:p>
                <a:pPr algn="ctr"/>
              </a:p>
            </p:txBody>
          </p:sp>
          <p:sp>
            <p:nvSpPr>
              <p:cNvPr id="1031" name="Noise cell"/>
              <p:cNvSpPr/>
              <p:nvPr/>
            </p:nvSpPr>
            <p:spPr>
              <a:xfrm>
                <a:off x="10927553" y="7461504"/>
                <a:ext cx="18770" cy="18928"/>
              </a:xfrm>
              <a:prstGeom prst="rect">
                <a:avLst/>
              </a:prstGeom>
              <a:solidFill>
                <a:srgbClr val="818181"/>
              </a:solidFill>
              <a:ln>
                <a:noFill/>
              </a:ln>
              <a:effectLst/>
            </p:spPr>
            <p:txBody>
              <a:bodyPr rtlCol="0" anchor="ctr"/>
              <a:lstStyle/>
              <a:p>
                <a:pPr algn="ctr"/>
              </a:p>
            </p:txBody>
          </p:sp>
          <p:sp>
            <p:nvSpPr>
              <p:cNvPr id="1032" name="Noise cell"/>
              <p:cNvSpPr/>
              <p:nvPr/>
            </p:nvSpPr>
            <p:spPr>
              <a:xfrm>
                <a:off x="10945683" y="7461504"/>
                <a:ext cx="18770" cy="18928"/>
              </a:xfrm>
              <a:prstGeom prst="rect">
                <a:avLst/>
              </a:prstGeom>
              <a:solidFill>
                <a:srgbClr val="7A7A7A"/>
              </a:solidFill>
              <a:ln>
                <a:noFill/>
              </a:ln>
              <a:effectLst/>
            </p:spPr>
            <p:txBody>
              <a:bodyPr rtlCol="0" anchor="ctr"/>
              <a:lstStyle/>
              <a:p>
                <a:pPr algn="ctr"/>
              </a:p>
            </p:txBody>
          </p:sp>
          <p:sp>
            <p:nvSpPr>
              <p:cNvPr id="1033" name="Noise cell"/>
              <p:cNvSpPr/>
              <p:nvPr/>
            </p:nvSpPr>
            <p:spPr>
              <a:xfrm>
                <a:off x="10963814" y="7461504"/>
                <a:ext cx="18770" cy="18928"/>
              </a:xfrm>
              <a:prstGeom prst="rect">
                <a:avLst/>
              </a:prstGeom>
              <a:solidFill>
                <a:srgbClr val="717171"/>
              </a:solidFill>
              <a:ln>
                <a:noFill/>
              </a:ln>
              <a:effectLst/>
            </p:spPr>
            <p:txBody>
              <a:bodyPr rtlCol="0" anchor="ctr"/>
              <a:lstStyle/>
              <a:p>
                <a:pPr algn="ctr"/>
              </a:p>
            </p:txBody>
          </p:sp>
          <p:sp>
            <p:nvSpPr>
              <p:cNvPr id="1034" name="Noise cell"/>
              <p:cNvSpPr/>
              <p:nvPr/>
            </p:nvSpPr>
            <p:spPr>
              <a:xfrm>
                <a:off x="9930384" y="7479792"/>
                <a:ext cx="18770" cy="18928"/>
              </a:xfrm>
              <a:prstGeom prst="rect">
                <a:avLst/>
              </a:prstGeom>
              <a:solidFill>
                <a:srgbClr val="8F8F8F"/>
              </a:solidFill>
              <a:ln>
                <a:noFill/>
              </a:ln>
              <a:effectLst/>
            </p:spPr>
            <p:txBody>
              <a:bodyPr rtlCol="0" anchor="ctr"/>
              <a:lstStyle/>
              <a:p>
                <a:pPr algn="ctr"/>
              </a:p>
            </p:txBody>
          </p:sp>
          <p:sp>
            <p:nvSpPr>
              <p:cNvPr id="1035" name="Noise cell"/>
              <p:cNvSpPr/>
              <p:nvPr/>
            </p:nvSpPr>
            <p:spPr>
              <a:xfrm>
                <a:off x="9948514" y="7479792"/>
                <a:ext cx="18770" cy="18928"/>
              </a:xfrm>
              <a:prstGeom prst="rect">
                <a:avLst/>
              </a:prstGeom>
              <a:solidFill>
                <a:srgbClr val="757575"/>
              </a:solidFill>
              <a:ln>
                <a:noFill/>
              </a:ln>
              <a:effectLst/>
            </p:spPr>
            <p:txBody>
              <a:bodyPr rtlCol="0" anchor="ctr"/>
              <a:lstStyle/>
              <a:p>
                <a:pPr algn="ctr"/>
              </a:p>
            </p:txBody>
          </p:sp>
          <p:sp>
            <p:nvSpPr>
              <p:cNvPr id="1036" name="Noise cell"/>
              <p:cNvSpPr/>
              <p:nvPr/>
            </p:nvSpPr>
            <p:spPr>
              <a:xfrm>
                <a:off x="9966645" y="7479792"/>
                <a:ext cx="18770" cy="18928"/>
              </a:xfrm>
              <a:prstGeom prst="rect">
                <a:avLst/>
              </a:prstGeom>
              <a:solidFill>
                <a:srgbClr val="8F8F8F"/>
              </a:solidFill>
              <a:ln>
                <a:noFill/>
              </a:ln>
              <a:effectLst/>
            </p:spPr>
            <p:txBody>
              <a:bodyPr rtlCol="0" anchor="ctr"/>
              <a:lstStyle/>
              <a:p>
                <a:pPr algn="ctr"/>
              </a:p>
            </p:txBody>
          </p:sp>
          <p:sp>
            <p:nvSpPr>
              <p:cNvPr id="1037" name="Noise cell"/>
              <p:cNvSpPr/>
              <p:nvPr/>
            </p:nvSpPr>
            <p:spPr>
              <a:xfrm>
                <a:off x="9984775" y="7479792"/>
                <a:ext cx="18770" cy="18928"/>
              </a:xfrm>
              <a:prstGeom prst="rect">
                <a:avLst/>
              </a:prstGeom>
              <a:solidFill>
                <a:srgbClr val="909090"/>
              </a:solidFill>
              <a:ln>
                <a:noFill/>
              </a:ln>
              <a:effectLst/>
            </p:spPr>
            <p:txBody>
              <a:bodyPr rtlCol="0" anchor="ctr"/>
              <a:lstStyle/>
              <a:p>
                <a:pPr algn="ctr"/>
              </a:p>
            </p:txBody>
          </p:sp>
          <p:sp>
            <p:nvSpPr>
              <p:cNvPr id="1038" name="Noise cell"/>
              <p:cNvSpPr/>
              <p:nvPr/>
            </p:nvSpPr>
            <p:spPr>
              <a:xfrm>
                <a:off x="10002905" y="7479792"/>
                <a:ext cx="18770" cy="18928"/>
              </a:xfrm>
              <a:prstGeom prst="rect">
                <a:avLst/>
              </a:prstGeom>
              <a:solidFill>
                <a:srgbClr val="909090"/>
              </a:solidFill>
              <a:ln>
                <a:noFill/>
              </a:ln>
              <a:effectLst/>
            </p:spPr>
            <p:txBody>
              <a:bodyPr rtlCol="0" anchor="ctr"/>
              <a:lstStyle/>
              <a:p>
                <a:pPr algn="ctr"/>
              </a:p>
            </p:txBody>
          </p:sp>
          <p:sp>
            <p:nvSpPr>
              <p:cNvPr id="1039" name="Noise cell"/>
              <p:cNvSpPr/>
              <p:nvPr/>
            </p:nvSpPr>
            <p:spPr>
              <a:xfrm>
                <a:off x="10021036" y="7479792"/>
                <a:ext cx="18770" cy="18928"/>
              </a:xfrm>
              <a:prstGeom prst="rect">
                <a:avLst/>
              </a:prstGeom>
              <a:solidFill>
                <a:srgbClr val="8D8D8D"/>
              </a:solidFill>
              <a:ln>
                <a:noFill/>
              </a:ln>
              <a:effectLst/>
            </p:spPr>
            <p:txBody>
              <a:bodyPr rtlCol="0" anchor="ctr"/>
              <a:lstStyle/>
              <a:p>
                <a:pPr algn="ctr"/>
              </a:p>
            </p:txBody>
          </p:sp>
          <p:sp>
            <p:nvSpPr>
              <p:cNvPr id="1040" name="Noise cell"/>
              <p:cNvSpPr/>
              <p:nvPr/>
            </p:nvSpPr>
            <p:spPr>
              <a:xfrm>
                <a:off x="10039166" y="7479792"/>
                <a:ext cx="18770" cy="18928"/>
              </a:xfrm>
              <a:prstGeom prst="rect">
                <a:avLst/>
              </a:prstGeom>
              <a:solidFill>
                <a:srgbClr val="787878"/>
              </a:solidFill>
              <a:ln>
                <a:noFill/>
              </a:ln>
              <a:effectLst/>
            </p:spPr>
            <p:txBody>
              <a:bodyPr rtlCol="0" anchor="ctr"/>
              <a:lstStyle/>
              <a:p>
                <a:pPr algn="ctr"/>
              </a:p>
            </p:txBody>
          </p:sp>
          <p:sp>
            <p:nvSpPr>
              <p:cNvPr id="1041" name="Noise cell"/>
              <p:cNvSpPr/>
              <p:nvPr/>
            </p:nvSpPr>
            <p:spPr>
              <a:xfrm>
                <a:off x="10057296" y="7479792"/>
                <a:ext cx="18770" cy="18928"/>
              </a:xfrm>
              <a:prstGeom prst="rect">
                <a:avLst/>
              </a:prstGeom>
              <a:solidFill>
                <a:srgbClr val="8A8A8A"/>
              </a:solidFill>
              <a:ln>
                <a:noFill/>
              </a:ln>
              <a:effectLst/>
            </p:spPr>
            <p:txBody>
              <a:bodyPr rtlCol="0" anchor="ctr"/>
              <a:lstStyle/>
              <a:p>
                <a:pPr algn="ctr"/>
              </a:p>
            </p:txBody>
          </p:sp>
          <p:sp>
            <p:nvSpPr>
              <p:cNvPr id="1042" name="Noise cell"/>
              <p:cNvSpPr/>
              <p:nvPr/>
            </p:nvSpPr>
            <p:spPr>
              <a:xfrm>
                <a:off x="10075427" y="7479792"/>
                <a:ext cx="18770" cy="18928"/>
              </a:xfrm>
              <a:prstGeom prst="rect">
                <a:avLst/>
              </a:prstGeom>
              <a:solidFill>
                <a:srgbClr val="848484"/>
              </a:solidFill>
              <a:ln>
                <a:noFill/>
              </a:ln>
              <a:effectLst/>
            </p:spPr>
            <p:txBody>
              <a:bodyPr rtlCol="0" anchor="ctr"/>
              <a:lstStyle/>
              <a:p>
                <a:pPr algn="ctr"/>
              </a:p>
            </p:txBody>
          </p:sp>
          <p:sp>
            <p:nvSpPr>
              <p:cNvPr id="1043" name="Noise cell"/>
              <p:cNvSpPr/>
              <p:nvPr/>
            </p:nvSpPr>
            <p:spPr>
              <a:xfrm>
                <a:off x="10093557" y="7479792"/>
                <a:ext cx="18770" cy="18928"/>
              </a:xfrm>
              <a:prstGeom prst="rect">
                <a:avLst/>
              </a:prstGeom>
              <a:solidFill>
                <a:srgbClr val="8C8C8C"/>
              </a:solidFill>
              <a:ln>
                <a:noFill/>
              </a:ln>
              <a:effectLst/>
            </p:spPr>
            <p:txBody>
              <a:bodyPr rtlCol="0" anchor="ctr"/>
              <a:lstStyle/>
              <a:p>
                <a:pPr algn="ctr"/>
              </a:p>
            </p:txBody>
          </p:sp>
          <p:sp>
            <p:nvSpPr>
              <p:cNvPr id="1044" name="Noise cell"/>
              <p:cNvSpPr/>
              <p:nvPr/>
            </p:nvSpPr>
            <p:spPr>
              <a:xfrm>
                <a:off x="10111687" y="7479792"/>
                <a:ext cx="18770" cy="18928"/>
              </a:xfrm>
              <a:prstGeom prst="rect">
                <a:avLst/>
              </a:prstGeom>
              <a:solidFill>
                <a:srgbClr val="818181"/>
              </a:solidFill>
              <a:ln>
                <a:noFill/>
              </a:ln>
              <a:effectLst/>
            </p:spPr>
            <p:txBody>
              <a:bodyPr rtlCol="0" anchor="ctr"/>
              <a:lstStyle/>
              <a:p>
                <a:pPr algn="ctr"/>
              </a:p>
            </p:txBody>
          </p:sp>
          <p:sp>
            <p:nvSpPr>
              <p:cNvPr id="1045" name="Noise cell"/>
              <p:cNvSpPr/>
              <p:nvPr/>
            </p:nvSpPr>
            <p:spPr>
              <a:xfrm>
                <a:off x="10129818" y="7479792"/>
                <a:ext cx="18770" cy="18928"/>
              </a:xfrm>
              <a:prstGeom prst="rect">
                <a:avLst/>
              </a:prstGeom>
              <a:solidFill>
                <a:srgbClr val="989898"/>
              </a:solidFill>
              <a:ln>
                <a:noFill/>
              </a:ln>
              <a:effectLst/>
            </p:spPr>
            <p:txBody>
              <a:bodyPr rtlCol="0" anchor="ctr"/>
              <a:lstStyle/>
              <a:p>
                <a:pPr algn="ctr"/>
              </a:p>
            </p:txBody>
          </p:sp>
          <p:sp>
            <p:nvSpPr>
              <p:cNvPr id="1046" name="Noise cell"/>
              <p:cNvSpPr/>
              <p:nvPr/>
            </p:nvSpPr>
            <p:spPr>
              <a:xfrm>
                <a:off x="10147948" y="7479792"/>
                <a:ext cx="18770" cy="18928"/>
              </a:xfrm>
              <a:prstGeom prst="rect">
                <a:avLst/>
              </a:prstGeom>
              <a:solidFill>
                <a:srgbClr val="8B8B8B"/>
              </a:solidFill>
              <a:ln>
                <a:noFill/>
              </a:ln>
              <a:effectLst/>
            </p:spPr>
            <p:txBody>
              <a:bodyPr rtlCol="0" anchor="ctr"/>
              <a:lstStyle/>
              <a:p>
                <a:pPr algn="ctr"/>
              </a:p>
            </p:txBody>
          </p:sp>
          <p:sp>
            <p:nvSpPr>
              <p:cNvPr id="1047" name="Noise cell"/>
              <p:cNvSpPr/>
              <p:nvPr/>
            </p:nvSpPr>
            <p:spPr>
              <a:xfrm>
                <a:off x="10166078" y="7479792"/>
                <a:ext cx="18770" cy="18928"/>
              </a:xfrm>
              <a:prstGeom prst="rect">
                <a:avLst/>
              </a:prstGeom>
              <a:solidFill>
                <a:srgbClr val="919191"/>
              </a:solidFill>
              <a:ln>
                <a:noFill/>
              </a:ln>
              <a:effectLst/>
            </p:spPr>
            <p:txBody>
              <a:bodyPr rtlCol="0" anchor="ctr"/>
              <a:lstStyle/>
              <a:p>
                <a:pPr algn="ctr"/>
              </a:p>
            </p:txBody>
          </p:sp>
          <p:sp>
            <p:nvSpPr>
              <p:cNvPr id="1048" name="Noise cell"/>
              <p:cNvSpPr/>
              <p:nvPr/>
            </p:nvSpPr>
            <p:spPr>
              <a:xfrm>
                <a:off x="10184209" y="7479792"/>
                <a:ext cx="18770" cy="18928"/>
              </a:xfrm>
              <a:prstGeom prst="rect">
                <a:avLst/>
              </a:prstGeom>
              <a:solidFill>
                <a:srgbClr val="A7A7A7"/>
              </a:solidFill>
              <a:ln>
                <a:noFill/>
              </a:ln>
              <a:effectLst/>
            </p:spPr>
            <p:txBody>
              <a:bodyPr rtlCol="0" anchor="ctr"/>
              <a:lstStyle/>
              <a:p>
                <a:pPr algn="ctr"/>
              </a:p>
            </p:txBody>
          </p:sp>
          <p:sp>
            <p:nvSpPr>
              <p:cNvPr id="1049" name="Noise cell"/>
              <p:cNvSpPr/>
              <p:nvPr/>
            </p:nvSpPr>
            <p:spPr>
              <a:xfrm>
                <a:off x="10202339" y="7479792"/>
                <a:ext cx="18770" cy="18928"/>
              </a:xfrm>
              <a:prstGeom prst="rect">
                <a:avLst/>
              </a:prstGeom>
              <a:solidFill>
                <a:srgbClr val="7A7A7A"/>
              </a:solidFill>
              <a:ln>
                <a:noFill/>
              </a:ln>
              <a:effectLst/>
            </p:spPr>
            <p:txBody>
              <a:bodyPr rtlCol="0" anchor="ctr"/>
              <a:lstStyle/>
              <a:p>
                <a:pPr algn="ctr"/>
              </a:p>
            </p:txBody>
          </p:sp>
          <p:sp>
            <p:nvSpPr>
              <p:cNvPr id="1050" name="Noise cell"/>
              <p:cNvSpPr/>
              <p:nvPr/>
            </p:nvSpPr>
            <p:spPr>
              <a:xfrm>
                <a:off x="10220470" y="7479792"/>
                <a:ext cx="18770" cy="18928"/>
              </a:xfrm>
              <a:prstGeom prst="rect">
                <a:avLst/>
              </a:prstGeom>
              <a:solidFill>
                <a:srgbClr val="848484"/>
              </a:solidFill>
              <a:ln>
                <a:noFill/>
              </a:ln>
              <a:effectLst/>
            </p:spPr>
            <p:txBody>
              <a:bodyPr rtlCol="0" anchor="ctr"/>
              <a:lstStyle/>
              <a:p>
                <a:pPr algn="ctr"/>
              </a:p>
            </p:txBody>
          </p:sp>
          <p:sp>
            <p:nvSpPr>
              <p:cNvPr id="1051" name="Noise cell"/>
              <p:cNvSpPr/>
              <p:nvPr/>
            </p:nvSpPr>
            <p:spPr>
              <a:xfrm>
                <a:off x="10238600" y="7479792"/>
                <a:ext cx="18770" cy="18928"/>
              </a:xfrm>
              <a:prstGeom prst="rect">
                <a:avLst/>
              </a:prstGeom>
              <a:solidFill>
                <a:srgbClr val="737373"/>
              </a:solidFill>
              <a:ln>
                <a:noFill/>
              </a:ln>
              <a:effectLst/>
            </p:spPr>
            <p:txBody>
              <a:bodyPr rtlCol="0" anchor="ctr"/>
              <a:lstStyle/>
              <a:p>
                <a:pPr algn="ctr"/>
              </a:p>
            </p:txBody>
          </p:sp>
          <p:sp>
            <p:nvSpPr>
              <p:cNvPr id="1052" name="Noise cell"/>
              <p:cNvSpPr/>
              <p:nvPr/>
            </p:nvSpPr>
            <p:spPr>
              <a:xfrm>
                <a:off x="10256730" y="7479792"/>
                <a:ext cx="18770" cy="18928"/>
              </a:xfrm>
              <a:prstGeom prst="rect">
                <a:avLst/>
              </a:prstGeom>
              <a:solidFill>
                <a:srgbClr val="757575"/>
              </a:solidFill>
              <a:ln>
                <a:noFill/>
              </a:ln>
              <a:effectLst/>
            </p:spPr>
            <p:txBody>
              <a:bodyPr rtlCol="0" anchor="ctr"/>
              <a:lstStyle/>
              <a:p>
                <a:pPr algn="ctr"/>
              </a:p>
            </p:txBody>
          </p:sp>
          <p:sp>
            <p:nvSpPr>
              <p:cNvPr id="1053" name="Noise cell"/>
              <p:cNvSpPr/>
              <p:nvPr/>
            </p:nvSpPr>
            <p:spPr>
              <a:xfrm>
                <a:off x="10274861" y="7479792"/>
                <a:ext cx="18770" cy="18928"/>
              </a:xfrm>
              <a:prstGeom prst="rect">
                <a:avLst/>
              </a:prstGeom>
              <a:solidFill>
                <a:srgbClr val="7C7C7C"/>
              </a:solidFill>
              <a:ln>
                <a:noFill/>
              </a:ln>
              <a:effectLst/>
            </p:spPr>
            <p:txBody>
              <a:bodyPr rtlCol="0" anchor="ctr"/>
              <a:lstStyle/>
              <a:p>
                <a:pPr algn="ctr"/>
              </a:p>
            </p:txBody>
          </p:sp>
          <p:sp>
            <p:nvSpPr>
              <p:cNvPr id="1054" name="Noise cell"/>
              <p:cNvSpPr/>
              <p:nvPr/>
            </p:nvSpPr>
            <p:spPr>
              <a:xfrm>
                <a:off x="10292991" y="7479792"/>
                <a:ext cx="18770" cy="18928"/>
              </a:xfrm>
              <a:prstGeom prst="rect">
                <a:avLst/>
              </a:prstGeom>
              <a:solidFill>
                <a:srgbClr val="8F8F8F"/>
              </a:solidFill>
              <a:ln>
                <a:noFill/>
              </a:ln>
              <a:effectLst/>
            </p:spPr>
            <p:txBody>
              <a:bodyPr rtlCol="0" anchor="ctr"/>
              <a:lstStyle/>
              <a:p>
                <a:pPr algn="ctr"/>
              </a:p>
            </p:txBody>
          </p:sp>
          <p:sp>
            <p:nvSpPr>
              <p:cNvPr id="1055" name="Noise cell"/>
              <p:cNvSpPr/>
              <p:nvPr/>
            </p:nvSpPr>
            <p:spPr>
              <a:xfrm>
                <a:off x="10311121" y="7479792"/>
                <a:ext cx="18770" cy="18928"/>
              </a:xfrm>
              <a:prstGeom prst="rect">
                <a:avLst/>
              </a:prstGeom>
              <a:solidFill>
                <a:srgbClr val="797979"/>
              </a:solidFill>
              <a:ln>
                <a:noFill/>
              </a:ln>
              <a:effectLst/>
            </p:spPr>
            <p:txBody>
              <a:bodyPr rtlCol="0" anchor="ctr"/>
              <a:lstStyle/>
              <a:p>
                <a:pPr algn="ctr"/>
              </a:p>
            </p:txBody>
          </p:sp>
          <p:sp>
            <p:nvSpPr>
              <p:cNvPr id="1056" name="Noise cell"/>
              <p:cNvSpPr/>
              <p:nvPr/>
            </p:nvSpPr>
            <p:spPr>
              <a:xfrm>
                <a:off x="10329252" y="7479792"/>
                <a:ext cx="18770" cy="18928"/>
              </a:xfrm>
              <a:prstGeom prst="rect">
                <a:avLst/>
              </a:prstGeom>
              <a:solidFill>
                <a:srgbClr val="9F9F9F"/>
              </a:solidFill>
              <a:ln>
                <a:noFill/>
              </a:ln>
              <a:effectLst/>
            </p:spPr>
            <p:txBody>
              <a:bodyPr rtlCol="0" anchor="ctr"/>
              <a:lstStyle/>
              <a:p>
                <a:pPr algn="ctr"/>
              </a:p>
            </p:txBody>
          </p:sp>
          <p:sp>
            <p:nvSpPr>
              <p:cNvPr id="1057" name="Noise cell"/>
              <p:cNvSpPr/>
              <p:nvPr/>
            </p:nvSpPr>
            <p:spPr>
              <a:xfrm>
                <a:off x="10347382" y="7479792"/>
                <a:ext cx="18770" cy="18928"/>
              </a:xfrm>
              <a:prstGeom prst="rect">
                <a:avLst/>
              </a:prstGeom>
              <a:solidFill>
                <a:srgbClr val="8D8D8D"/>
              </a:solidFill>
              <a:ln>
                <a:noFill/>
              </a:ln>
              <a:effectLst/>
            </p:spPr>
            <p:txBody>
              <a:bodyPr rtlCol="0" anchor="ctr"/>
              <a:lstStyle/>
              <a:p>
                <a:pPr algn="ctr"/>
              </a:p>
            </p:txBody>
          </p:sp>
          <p:sp>
            <p:nvSpPr>
              <p:cNvPr id="1058" name="Noise cell"/>
              <p:cNvSpPr/>
              <p:nvPr/>
            </p:nvSpPr>
            <p:spPr>
              <a:xfrm>
                <a:off x="10365512" y="7479792"/>
                <a:ext cx="18770" cy="18928"/>
              </a:xfrm>
              <a:prstGeom prst="rect">
                <a:avLst/>
              </a:prstGeom>
              <a:solidFill>
                <a:srgbClr val="898989"/>
              </a:solidFill>
              <a:ln>
                <a:noFill/>
              </a:ln>
              <a:effectLst/>
            </p:spPr>
            <p:txBody>
              <a:bodyPr rtlCol="0" anchor="ctr"/>
              <a:lstStyle/>
              <a:p>
                <a:pPr algn="ctr"/>
              </a:p>
            </p:txBody>
          </p:sp>
          <p:sp>
            <p:nvSpPr>
              <p:cNvPr id="1059" name="Noise cell"/>
              <p:cNvSpPr/>
              <p:nvPr/>
            </p:nvSpPr>
            <p:spPr>
              <a:xfrm>
                <a:off x="10383643" y="7479792"/>
                <a:ext cx="18770" cy="18928"/>
              </a:xfrm>
              <a:prstGeom prst="rect">
                <a:avLst/>
              </a:prstGeom>
              <a:solidFill>
                <a:srgbClr val="A2A2A2"/>
              </a:solidFill>
              <a:ln>
                <a:noFill/>
              </a:ln>
              <a:effectLst/>
            </p:spPr>
            <p:txBody>
              <a:bodyPr rtlCol="0" anchor="ctr"/>
              <a:lstStyle/>
              <a:p>
                <a:pPr algn="ctr"/>
              </a:p>
            </p:txBody>
          </p:sp>
          <p:sp>
            <p:nvSpPr>
              <p:cNvPr id="1060" name="Noise cell"/>
              <p:cNvSpPr/>
              <p:nvPr/>
            </p:nvSpPr>
            <p:spPr>
              <a:xfrm>
                <a:off x="10401773" y="7479792"/>
                <a:ext cx="18770" cy="18928"/>
              </a:xfrm>
              <a:prstGeom prst="rect">
                <a:avLst/>
              </a:prstGeom>
              <a:solidFill>
                <a:srgbClr val="8C8C8C"/>
              </a:solidFill>
              <a:ln>
                <a:noFill/>
              </a:ln>
              <a:effectLst/>
            </p:spPr>
            <p:txBody>
              <a:bodyPr rtlCol="0" anchor="ctr"/>
              <a:lstStyle/>
              <a:p>
                <a:pPr algn="ctr"/>
              </a:p>
            </p:txBody>
          </p:sp>
          <p:sp>
            <p:nvSpPr>
              <p:cNvPr id="1061" name="Noise cell"/>
              <p:cNvSpPr/>
              <p:nvPr/>
            </p:nvSpPr>
            <p:spPr>
              <a:xfrm>
                <a:off x="10419903" y="7479792"/>
                <a:ext cx="18770" cy="18928"/>
              </a:xfrm>
              <a:prstGeom prst="rect">
                <a:avLst/>
              </a:prstGeom>
              <a:solidFill>
                <a:srgbClr val="7C7C7C"/>
              </a:solidFill>
              <a:ln>
                <a:noFill/>
              </a:ln>
              <a:effectLst/>
            </p:spPr>
            <p:txBody>
              <a:bodyPr rtlCol="0" anchor="ctr"/>
              <a:lstStyle/>
              <a:p>
                <a:pPr algn="ctr"/>
              </a:p>
            </p:txBody>
          </p:sp>
          <p:sp>
            <p:nvSpPr>
              <p:cNvPr id="1062" name="Noise cell"/>
              <p:cNvSpPr/>
              <p:nvPr/>
            </p:nvSpPr>
            <p:spPr>
              <a:xfrm>
                <a:off x="10438034" y="7479792"/>
                <a:ext cx="18770" cy="18928"/>
              </a:xfrm>
              <a:prstGeom prst="rect">
                <a:avLst/>
              </a:prstGeom>
              <a:solidFill>
                <a:srgbClr val="838383"/>
              </a:solidFill>
              <a:ln>
                <a:noFill/>
              </a:ln>
              <a:effectLst/>
            </p:spPr>
            <p:txBody>
              <a:bodyPr rtlCol="0" anchor="ctr"/>
              <a:lstStyle/>
              <a:p>
                <a:pPr algn="ctr"/>
              </a:p>
            </p:txBody>
          </p:sp>
          <p:sp>
            <p:nvSpPr>
              <p:cNvPr id="1063" name="Noise cell"/>
              <p:cNvSpPr/>
              <p:nvPr/>
            </p:nvSpPr>
            <p:spPr>
              <a:xfrm>
                <a:off x="10456164" y="7479792"/>
                <a:ext cx="18770" cy="18928"/>
              </a:xfrm>
              <a:prstGeom prst="rect">
                <a:avLst/>
              </a:prstGeom>
              <a:solidFill>
                <a:srgbClr val="A0A0A0"/>
              </a:solidFill>
              <a:ln>
                <a:noFill/>
              </a:ln>
              <a:effectLst/>
            </p:spPr>
            <p:txBody>
              <a:bodyPr rtlCol="0" anchor="ctr"/>
              <a:lstStyle/>
              <a:p>
                <a:pPr algn="ctr"/>
              </a:p>
            </p:txBody>
          </p:sp>
          <p:sp>
            <p:nvSpPr>
              <p:cNvPr id="1064" name="Noise cell"/>
              <p:cNvSpPr/>
              <p:nvPr/>
            </p:nvSpPr>
            <p:spPr>
              <a:xfrm>
                <a:off x="10474294" y="7479792"/>
                <a:ext cx="18770" cy="18928"/>
              </a:xfrm>
              <a:prstGeom prst="rect">
                <a:avLst/>
              </a:prstGeom>
              <a:solidFill>
                <a:srgbClr val="909090"/>
              </a:solidFill>
              <a:ln>
                <a:noFill/>
              </a:ln>
              <a:effectLst/>
            </p:spPr>
            <p:txBody>
              <a:bodyPr rtlCol="0" anchor="ctr"/>
              <a:lstStyle/>
              <a:p>
                <a:pPr algn="ctr"/>
              </a:p>
            </p:txBody>
          </p:sp>
          <p:sp>
            <p:nvSpPr>
              <p:cNvPr id="1065" name="Noise cell"/>
              <p:cNvSpPr/>
              <p:nvPr/>
            </p:nvSpPr>
            <p:spPr>
              <a:xfrm>
                <a:off x="10492425" y="7479792"/>
                <a:ext cx="18770" cy="18928"/>
              </a:xfrm>
              <a:prstGeom prst="rect">
                <a:avLst/>
              </a:prstGeom>
              <a:solidFill>
                <a:srgbClr val="797979"/>
              </a:solidFill>
              <a:ln>
                <a:noFill/>
              </a:ln>
              <a:effectLst/>
            </p:spPr>
            <p:txBody>
              <a:bodyPr rtlCol="0" anchor="ctr"/>
              <a:lstStyle/>
              <a:p>
                <a:pPr algn="ctr"/>
              </a:p>
            </p:txBody>
          </p:sp>
          <p:sp>
            <p:nvSpPr>
              <p:cNvPr id="1066" name="Noise cell"/>
              <p:cNvSpPr/>
              <p:nvPr/>
            </p:nvSpPr>
            <p:spPr>
              <a:xfrm>
                <a:off x="10510555" y="7479792"/>
                <a:ext cx="18770" cy="18928"/>
              </a:xfrm>
              <a:prstGeom prst="rect">
                <a:avLst/>
              </a:prstGeom>
              <a:solidFill>
                <a:srgbClr val="919191"/>
              </a:solidFill>
              <a:ln>
                <a:noFill/>
              </a:ln>
              <a:effectLst/>
            </p:spPr>
            <p:txBody>
              <a:bodyPr rtlCol="0" anchor="ctr"/>
              <a:lstStyle/>
              <a:p>
                <a:pPr algn="ctr"/>
              </a:p>
            </p:txBody>
          </p:sp>
          <p:sp>
            <p:nvSpPr>
              <p:cNvPr id="1067" name="Noise cell"/>
              <p:cNvSpPr/>
              <p:nvPr/>
            </p:nvSpPr>
            <p:spPr>
              <a:xfrm>
                <a:off x="10528685" y="7479792"/>
                <a:ext cx="18770" cy="18928"/>
              </a:xfrm>
              <a:prstGeom prst="rect">
                <a:avLst/>
              </a:prstGeom>
              <a:solidFill>
                <a:srgbClr val="8D8D8D"/>
              </a:solidFill>
              <a:ln>
                <a:noFill/>
              </a:ln>
              <a:effectLst/>
            </p:spPr>
            <p:txBody>
              <a:bodyPr rtlCol="0" anchor="ctr"/>
              <a:lstStyle/>
              <a:p>
                <a:pPr algn="ctr"/>
              </a:p>
            </p:txBody>
          </p:sp>
          <p:sp>
            <p:nvSpPr>
              <p:cNvPr id="1068" name="Noise cell"/>
              <p:cNvSpPr/>
              <p:nvPr/>
            </p:nvSpPr>
            <p:spPr>
              <a:xfrm>
                <a:off x="10546816" y="7479792"/>
                <a:ext cx="18770" cy="18928"/>
              </a:xfrm>
              <a:prstGeom prst="rect">
                <a:avLst/>
              </a:prstGeom>
              <a:solidFill>
                <a:srgbClr val="909090"/>
              </a:solidFill>
              <a:ln>
                <a:noFill/>
              </a:ln>
              <a:effectLst/>
            </p:spPr>
            <p:txBody>
              <a:bodyPr rtlCol="0" anchor="ctr"/>
              <a:lstStyle/>
              <a:p>
                <a:pPr algn="ctr"/>
              </a:p>
            </p:txBody>
          </p:sp>
          <p:sp>
            <p:nvSpPr>
              <p:cNvPr id="1069" name="Noise cell"/>
              <p:cNvSpPr/>
              <p:nvPr/>
            </p:nvSpPr>
            <p:spPr>
              <a:xfrm>
                <a:off x="10564946" y="7479792"/>
                <a:ext cx="18770" cy="18928"/>
              </a:xfrm>
              <a:prstGeom prst="rect">
                <a:avLst/>
              </a:prstGeom>
              <a:solidFill>
                <a:srgbClr val="7E7E7E"/>
              </a:solidFill>
              <a:ln>
                <a:noFill/>
              </a:ln>
              <a:effectLst/>
            </p:spPr>
            <p:txBody>
              <a:bodyPr rtlCol="0" anchor="ctr"/>
              <a:lstStyle/>
              <a:p>
                <a:pPr algn="ctr"/>
              </a:p>
            </p:txBody>
          </p:sp>
          <p:sp>
            <p:nvSpPr>
              <p:cNvPr id="1070" name="Noise cell"/>
              <p:cNvSpPr/>
              <p:nvPr/>
            </p:nvSpPr>
            <p:spPr>
              <a:xfrm>
                <a:off x="10583076" y="7479792"/>
                <a:ext cx="18770" cy="18928"/>
              </a:xfrm>
              <a:prstGeom prst="rect">
                <a:avLst/>
              </a:prstGeom>
              <a:solidFill>
                <a:srgbClr val="727272"/>
              </a:solidFill>
              <a:ln>
                <a:noFill/>
              </a:ln>
              <a:effectLst/>
            </p:spPr>
            <p:txBody>
              <a:bodyPr rtlCol="0" anchor="ctr"/>
              <a:lstStyle/>
              <a:p>
                <a:pPr algn="ctr"/>
              </a:p>
            </p:txBody>
          </p:sp>
          <p:sp>
            <p:nvSpPr>
              <p:cNvPr id="1071" name="Noise cell"/>
              <p:cNvSpPr/>
              <p:nvPr/>
            </p:nvSpPr>
            <p:spPr>
              <a:xfrm>
                <a:off x="10601207" y="7479792"/>
                <a:ext cx="18770" cy="18928"/>
              </a:xfrm>
              <a:prstGeom prst="rect">
                <a:avLst/>
              </a:prstGeom>
              <a:solidFill>
                <a:srgbClr val="6C6C6C"/>
              </a:solidFill>
              <a:ln>
                <a:noFill/>
              </a:ln>
              <a:effectLst/>
            </p:spPr>
            <p:txBody>
              <a:bodyPr rtlCol="0" anchor="ctr"/>
              <a:lstStyle/>
              <a:p>
                <a:pPr algn="ctr"/>
              </a:p>
            </p:txBody>
          </p:sp>
          <p:sp>
            <p:nvSpPr>
              <p:cNvPr id="1072" name="Noise cell"/>
              <p:cNvSpPr/>
              <p:nvPr/>
            </p:nvSpPr>
            <p:spPr>
              <a:xfrm>
                <a:off x="10619337" y="7479792"/>
                <a:ext cx="18770" cy="18928"/>
              </a:xfrm>
              <a:prstGeom prst="rect">
                <a:avLst/>
              </a:prstGeom>
              <a:solidFill>
                <a:srgbClr val="777777"/>
              </a:solidFill>
              <a:ln>
                <a:noFill/>
              </a:ln>
              <a:effectLst/>
            </p:spPr>
            <p:txBody>
              <a:bodyPr rtlCol="0" anchor="ctr"/>
              <a:lstStyle/>
              <a:p>
                <a:pPr algn="ctr"/>
              </a:p>
            </p:txBody>
          </p:sp>
          <p:sp>
            <p:nvSpPr>
              <p:cNvPr id="1073" name="Noise cell"/>
              <p:cNvSpPr/>
              <p:nvPr/>
            </p:nvSpPr>
            <p:spPr>
              <a:xfrm>
                <a:off x="10637467" y="7479792"/>
                <a:ext cx="18770" cy="18928"/>
              </a:xfrm>
              <a:prstGeom prst="rect">
                <a:avLst/>
              </a:prstGeom>
              <a:solidFill>
                <a:srgbClr val="808080"/>
              </a:solidFill>
              <a:ln>
                <a:noFill/>
              </a:ln>
              <a:effectLst/>
            </p:spPr>
            <p:txBody>
              <a:bodyPr rtlCol="0" anchor="ctr"/>
              <a:lstStyle/>
              <a:p>
                <a:pPr algn="ctr"/>
              </a:p>
            </p:txBody>
          </p:sp>
          <p:sp>
            <p:nvSpPr>
              <p:cNvPr id="1074" name="Noise cell"/>
              <p:cNvSpPr/>
              <p:nvPr/>
            </p:nvSpPr>
            <p:spPr>
              <a:xfrm>
                <a:off x="10655598" y="7479792"/>
                <a:ext cx="18770" cy="18928"/>
              </a:xfrm>
              <a:prstGeom prst="rect">
                <a:avLst/>
              </a:prstGeom>
              <a:solidFill>
                <a:srgbClr val="7A7A7A"/>
              </a:solidFill>
              <a:ln>
                <a:noFill/>
              </a:ln>
              <a:effectLst/>
            </p:spPr>
            <p:txBody>
              <a:bodyPr rtlCol="0" anchor="ctr"/>
              <a:lstStyle/>
              <a:p>
                <a:pPr algn="ctr"/>
              </a:p>
            </p:txBody>
          </p:sp>
          <p:sp>
            <p:nvSpPr>
              <p:cNvPr id="1075" name="Noise cell"/>
              <p:cNvSpPr/>
              <p:nvPr/>
            </p:nvSpPr>
            <p:spPr>
              <a:xfrm>
                <a:off x="10673728" y="7479792"/>
                <a:ext cx="18770" cy="18928"/>
              </a:xfrm>
              <a:prstGeom prst="rect">
                <a:avLst/>
              </a:prstGeom>
              <a:solidFill>
                <a:srgbClr val="7D7D7D"/>
              </a:solidFill>
              <a:ln>
                <a:noFill/>
              </a:ln>
              <a:effectLst/>
            </p:spPr>
            <p:txBody>
              <a:bodyPr rtlCol="0" anchor="ctr"/>
              <a:lstStyle/>
              <a:p>
                <a:pPr algn="ctr"/>
              </a:p>
            </p:txBody>
          </p:sp>
          <p:sp>
            <p:nvSpPr>
              <p:cNvPr id="1076" name="Noise cell"/>
              <p:cNvSpPr/>
              <p:nvPr/>
            </p:nvSpPr>
            <p:spPr>
              <a:xfrm>
                <a:off x="10691858" y="7479792"/>
                <a:ext cx="18770" cy="18928"/>
              </a:xfrm>
              <a:prstGeom prst="rect">
                <a:avLst/>
              </a:prstGeom>
              <a:solidFill>
                <a:srgbClr val="888888"/>
              </a:solidFill>
              <a:ln>
                <a:noFill/>
              </a:ln>
              <a:effectLst/>
            </p:spPr>
            <p:txBody>
              <a:bodyPr rtlCol="0" anchor="ctr"/>
              <a:lstStyle/>
              <a:p>
                <a:pPr algn="ctr"/>
              </a:p>
            </p:txBody>
          </p:sp>
          <p:sp>
            <p:nvSpPr>
              <p:cNvPr id="1077" name="Noise cell"/>
              <p:cNvSpPr/>
              <p:nvPr/>
            </p:nvSpPr>
            <p:spPr>
              <a:xfrm>
                <a:off x="10709989" y="7479792"/>
                <a:ext cx="18770" cy="18928"/>
              </a:xfrm>
              <a:prstGeom prst="rect">
                <a:avLst/>
              </a:prstGeom>
              <a:solidFill>
                <a:srgbClr val="7B7B7B"/>
              </a:solidFill>
              <a:ln>
                <a:noFill/>
              </a:ln>
              <a:effectLst/>
            </p:spPr>
            <p:txBody>
              <a:bodyPr rtlCol="0" anchor="ctr"/>
              <a:lstStyle/>
              <a:p>
                <a:pPr algn="ctr"/>
              </a:p>
            </p:txBody>
          </p:sp>
          <p:sp>
            <p:nvSpPr>
              <p:cNvPr id="1078" name="Noise cell"/>
              <p:cNvSpPr/>
              <p:nvPr/>
            </p:nvSpPr>
            <p:spPr>
              <a:xfrm>
                <a:off x="10728119" y="7479792"/>
                <a:ext cx="18770" cy="18928"/>
              </a:xfrm>
              <a:prstGeom prst="rect">
                <a:avLst/>
              </a:prstGeom>
              <a:solidFill>
                <a:srgbClr val="858585"/>
              </a:solidFill>
              <a:ln>
                <a:noFill/>
              </a:ln>
              <a:effectLst/>
            </p:spPr>
            <p:txBody>
              <a:bodyPr rtlCol="0" anchor="ctr"/>
              <a:lstStyle/>
              <a:p>
                <a:pPr algn="ctr"/>
              </a:p>
            </p:txBody>
          </p:sp>
          <p:sp>
            <p:nvSpPr>
              <p:cNvPr id="1079" name="Noise cell"/>
              <p:cNvSpPr/>
              <p:nvPr/>
            </p:nvSpPr>
            <p:spPr>
              <a:xfrm>
                <a:off x="10746250" y="7479792"/>
                <a:ext cx="18770" cy="18928"/>
              </a:xfrm>
              <a:prstGeom prst="rect">
                <a:avLst/>
              </a:prstGeom>
              <a:solidFill>
                <a:srgbClr val="727272"/>
              </a:solidFill>
              <a:ln>
                <a:noFill/>
              </a:ln>
              <a:effectLst/>
            </p:spPr>
            <p:txBody>
              <a:bodyPr rtlCol="0" anchor="ctr"/>
              <a:lstStyle/>
              <a:p>
                <a:pPr algn="ctr"/>
              </a:p>
            </p:txBody>
          </p:sp>
          <p:sp>
            <p:nvSpPr>
              <p:cNvPr id="1080" name="Noise cell"/>
              <p:cNvSpPr/>
              <p:nvPr/>
            </p:nvSpPr>
            <p:spPr>
              <a:xfrm>
                <a:off x="10764380" y="7479792"/>
                <a:ext cx="18770" cy="18928"/>
              </a:xfrm>
              <a:prstGeom prst="rect">
                <a:avLst/>
              </a:prstGeom>
              <a:solidFill>
                <a:srgbClr val="888888"/>
              </a:solidFill>
              <a:ln>
                <a:noFill/>
              </a:ln>
              <a:effectLst/>
            </p:spPr>
            <p:txBody>
              <a:bodyPr rtlCol="0" anchor="ctr"/>
              <a:lstStyle/>
              <a:p>
                <a:pPr algn="ctr"/>
              </a:p>
            </p:txBody>
          </p:sp>
          <p:sp>
            <p:nvSpPr>
              <p:cNvPr id="1081" name="Noise cell"/>
              <p:cNvSpPr/>
              <p:nvPr/>
            </p:nvSpPr>
            <p:spPr>
              <a:xfrm>
                <a:off x="10782510" y="7479792"/>
                <a:ext cx="18770" cy="18928"/>
              </a:xfrm>
              <a:prstGeom prst="rect">
                <a:avLst/>
              </a:prstGeom>
              <a:solidFill>
                <a:srgbClr val="A1A1A1"/>
              </a:solidFill>
              <a:ln>
                <a:noFill/>
              </a:ln>
              <a:effectLst/>
            </p:spPr>
            <p:txBody>
              <a:bodyPr rtlCol="0" anchor="ctr"/>
              <a:lstStyle/>
              <a:p>
                <a:pPr algn="ctr"/>
              </a:p>
            </p:txBody>
          </p:sp>
          <p:sp>
            <p:nvSpPr>
              <p:cNvPr id="1082" name="Noise cell"/>
              <p:cNvSpPr/>
              <p:nvPr/>
            </p:nvSpPr>
            <p:spPr>
              <a:xfrm>
                <a:off x="10800641" y="7479792"/>
                <a:ext cx="18770" cy="18928"/>
              </a:xfrm>
              <a:prstGeom prst="rect">
                <a:avLst/>
              </a:prstGeom>
              <a:solidFill>
                <a:srgbClr val="8B8B8B"/>
              </a:solidFill>
              <a:ln>
                <a:noFill/>
              </a:ln>
              <a:effectLst/>
            </p:spPr>
            <p:txBody>
              <a:bodyPr rtlCol="0" anchor="ctr"/>
              <a:lstStyle/>
              <a:p>
                <a:pPr algn="ctr"/>
              </a:p>
            </p:txBody>
          </p:sp>
          <p:sp>
            <p:nvSpPr>
              <p:cNvPr id="1083" name="Noise cell"/>
              <p:cNvSpPr/>
              <p:nvPr/>
            </p:nvSpPr>
            <p:spPr>
              <a:xfrm>
                <a:off x="10818771" y="7479792"/>
                <a:ext cx="18770" cy="18928"/>
              </a:xfrm>
              <a:prstGeom prst="rect">
                <a:avLst/>
              </a:prstGeom>
              <a:solidFill>
                <a:srgbClr val="818181"/>
              </a:solidFill>
              <a:ln>
                <a:noFill/>
              </a:ln>
              <a:effectLst/>
            </p:spPr>
            <p:txBody>
              <a:bodyPr rtlCol="0" anchor="ctr"/>
              <a:lstStyle/>
              <a:p>
                <a:pPr algn="ctr"/>
              </a:p>
            </p:txBody>
          </p:sp>
          <p:sp>
            <p:nvSpPr>
              <p:cNvPr id="1084" name="Noise cell"/>
              <p:cNvSpPr/>
              <p:nvPr/>
            </p:nvSpPr>
            <p:spPr>
              <a:xfrm>
                <a:off x="10836901" y="7479792"/>
                <a:ext cx="18770" cy="18928"/>
              </a:xfrm>
              <a:prstGeom prst="rect">
                <a:avLst/>
              </a:prstGeom>
              <a:solidFill>
                <a:srgbClr val="747474"/>
              </a:solidFill>
              <a:ln>
                <a:noFill/>
              </a:ln>
              <a:effectLst/>
            </p:spPr>
            <p:txBody>
              <a:bodyPr rtlCol="0" anchor="ctr"/>
              <a:lstStyle/>
              <a:p>
                <a:pPr algn="ctr"/>
              </a:p>
            </p:txBody>
          </p:sp>
          <p:sp>
            <p:nvSpPr>
              <p:cNvPr id="1085" name="Noise cell"/>
              <p:cNvSpPr/>
              <p:nvPr/>
            </p:nvSpPr>
            <p:spPr>
              <a:xfrm>
                <a:off x="10855032" y="7479792"/>
                <a:ext cx="18770" cy="18928"/>
              </a:xfrm>
              <a:prstGeom prst="rect">
                <a:avLst/>
              </a:prstGeom>
              <a:solidFill>
                <a:srgbClr val="9D9D9D"/>
              </a:solidFill>
              <a:ln>
                <a:noFill/>
              </a:ln>
              <a:effectLst/>
            </p:spPr>
            <p:txBody>
              <a:bodyPr rtlCol="0" anchor="ctr"/>
              <a:lstStyle/>
              <a:p>
                <a:pPr algn="ctr"/>
              </a:p>
            </p:txBody>
          </p:sp>
          <p:sp>
            <p:nvSpPr>
              <p:cNvPr id="1086" name="Noise cell"/>
              <p:cNvSpPr/>
              <p:nvPr/>
            </p:nvSpPr>
            <p:spPr>
              <a:xfrm>
                <a:off x="10873162" y="7479792"/>
                <a:ext cx="18770" cy="18928"/>
              </a:xfrm>
              <a:prstGeom prst="rect">
                <a:avLst/>
              </a:prstGeom>
              <a:solidFill>
                <a:srgbClr val="939393"/>
              </a:solidFill>
              <a:ln>
                <a:noFill/>
              </a:ln>
              <a:effectLst/>
            </p:spPr>
            <p:txBody>
              <a:bodyPr rtlCol="0" anchor="ctr"/>
              <a:lstStyle/>
              <a:p>
                <a:pPr algn="ctr"/>
              </a:p>
            </p:txBody>
          </p:sp>
          <p:sp>
            <p:nvSpPr>
              <p:cNvPr id="1087" name="Noise cell"/>
              <p:cNvSpPr/>
              <p:nvPr/>
            </p:nvSpPr>
            <p:spPr>
              <a:xfrm>
                <a:off x="10891292" y="7479792"/>
                <a:ext cx="18770" cy="18928"/>
              </a:xfrm>
              <a:prstGeom prst="rect">
                <a:avLst/>
              </a:prstGeom>
              <a:solidFill>
                <a:srgbClr val="959595"/>
              </a:solidFill>
              <a:ln>
                <a:noFill/>
              </a:ln>
              <a:effectLst/>
            </p:spPr>
            <p:txBody>
              <a:bodyPr rtlCol="0" anchor="ctr"/>
              <a:lstStyle/>
              <a:p>
                <a:pPr algn="ctr"/>
              </a:p>
            </p:txBody>
          </p:sp>
          <p:sp>
            <p:nvSpPr>
              <p:cNvPr id="1088" name="Noise cell"/>
              <p:cNvSpPr/>
              <p:nvPr/>
            </p:nvSpPr>
            <p:spPr>
              <a:xfrm>
                <a:off x="10909423" y="7479792"/>
                <a:ext cx="18770" cy="18928"/>
              </a:xfrm>
              <a:prstGeom prst="rect">
                <a:avLst/>
              </a:prstGeom>
              <a:solidFill>
                <a:srgbClr val="7F7F7F"/>
              </a:solidFill>
              <a:ln>
                <a:noFill/>
              </a:ln>
              <a:effectLst/>
            </p:spPr>
            <p:txBody>
              <a:bodyPr rtlCol="0" anchor="ctr"/>
              <a:lstStyle/>
              <a:p>
                <a:pPr algn="ctr"/>
              </a:p>
            </p:txBody>
          </p:sp>
          <p:sp>
            <p:nvSpPr>
              <p:cNvPr id="1089" name="Noise cell"/>
              <p:cNvSpPr/>
              <p:nvPr/>
            </p:nvSpPr>
            <p:spPr>
              <a:xfrm>
                <a:off x="10927553" y="7479792"/>
                <a:ext cx="18770" cy="18928"/>
              </a:xfrm>
              <a:prstGeom prst="rect">
                <a:avLst/>
              </a:prstGeom>
              <a:solidFill>
                <a:srgbClr val="939393"/>
              </a:solidFill>
              <a:ln>
                <a:noFill/>
              </a:ln>
              <a:effectLst/>
            </p:spPr>
            <p:txBody>
              <a:bodyPr rtlCol="0" anchor="ctr"/>
              <a:lstStyle/>
              <a:p>
                <a:pPr algn="ctr"/>
              </a:p>
            </p:txBody>
          </p:sp>
          <p:sp>
            <p:nvSpPr>
              <p:cNvPr id="1090" name="Noise cell"/>
              <p:cNvSpPr/>
              <p:nvPr/>
            </p:nvSpPr>
            <p:spPr>
              <a:xfrm>
                <a:off x="10945683" y="7479792"/>
                <a:ext cx="18770" cy="18928"/>
              </a:xfrm>
              <a:prstGeom prst="rect">
                <a:avLst/>
              </a:prstGeom>
              <a:solidFill>
                <a:srgbClr val="828282"/>
              </a:solidFill>
              <a:ln>
                <a:noFill/>
              </a:ln>
              <a:effectLst/>
            </p:spPr>
            <p:txBody>
              <a:bodyPr rtlCol="0" anchor="ctr"/>
              <a:lstStyle/>
              <a:p>
                <a:pPr algn="ctr"/>
              </a:p>
            </p:txBody>
          </p:sp>
          <p:sp>
            <p:nvSpPr>
              <p:cNvPr id="1091" name="Noise cell"/>
              <p:cNvSpPr/>
              <p:nvPr/>
            </p:nvSpPr>
            <p:spPr>
              <a:xfrm>
                <a:off x="10963814" y="7479792"/>
                <a:ext cx="18770" cy="18928"/>
              </a:xfrm>
              <a:prstGeom prst="rect">
                <a:avLst/>
              </a:prstGeom>
              <a:solidFill>
                <a:srgbClr val="878787"/>
              </a:solidFill>
              <a:ln>
                <a:noFill/>
              </a:ln>
              <a:effectLst/>
            </p:spPr>
            <p:txBody>
              <a:bodyPr rtlCol="0" anchor="ctr"/>
              <a:lstStyle/>
              <a:p>
                <a:pPr algn="ctr"/>
              </a:p>
            </p:txBody>
          </p:sp>
          <p:sp>
            <p:nvSpPr>
              <p:cNvPr id="1092" name="Noise cell"/>
              <p:cNvSpPr/>
              <p:nvPr/>
            </p:nvSpPr>
            <p:spPr>
              <a:xfrm>
                <a:off x="9930384" y="7498080"/>
                <a:ext cx="18770" cy="18928"/>
              </a:xfrm>
              <a:prstGeom prst="rect">
                <a:avLst/>
              </a:prstGeom>
              <a:solidFill>
                <a:srgbClr val="646464"/>
              </a:solidFill>
              <a:ln>
                <a:noFill/>
              </a:ln>
              <a:effectLst/>
            </p:spPr>
            <p:txBody>
              <a:bodyPr rtlCol="0" anchor="ctr"/>
              <a:lstStyle/>
              <a:p>
                <a:pPr algn="ctr"/>
              </a:p>
            </p:txBody>
          </p:sp>
          <p:sp>
            <p:nvSpPr>
              <p:cNvPr id="1093" name="Noise cell"/>
              <p:cNvSpPr/>
              <p:nvPr/>
            </p:nvSpPr>
            <p:spPr>
              <a:xfrm>
                <a:off x="9948514" y="7498080"/>
                <a:ext cx="18770" cy="18928"/>
              </a:xfrm>
              <a:prstGeom prst="rect">
                <a:avLst/>
              </a:prstGeom>
              <a:solidFill>
                <a:srgbClr val="848484"/>
              </a:solidFill>
              <a:ln>
                <a:noFill/>
              </a:ln>
              <a:effectLst/>
            </p:spPr>
            <p:txBody>
              <a:bodyPr rtlCol="0" anchor="ctr"/>
              <a:lstStyle/>
              <a:p>
                <a:pPr algn="ctr"/>
              </a:p>
            </p:txBody>
          </p:sp>
          <p:sp>
            <p:nvSpPr>
              <p:cNvPr id="1094" name="Noise cell"/>
              <p:cNvSpPr/>
              <p:nvPr/>
            </p:nvSpPr>
            <p:spPr>
              <a:xfrm>
                <a:off x="9966645" y="7498080"/>
                <a:ext cx="18770" cy="18928"/>
              </a:xfrm>
              <a:prstGeom prst="rect">
                <a:avLst/>
              </a:prstGeom>
              <a:solidFill>
                <a:srgbClr val="898989"/>
              </a:solidFill>
              <a:ln>
                <a:noFill/>
              </a:ln>
              <a:effectLst/>
            </p:spPr>
            <p:txBody>
              <a:bodyPr rtlCol="0" anchor="ctr"/>
              <a:lstStyle/>
              <a:p>
                <a:pPr algn="ctr"/>
              </a:p>
            </p:txBody>
          </p:sp>
          <p:sp>
            <p:nvSpPr>
              <p:cNvPr id="1095" name="Noise cell"/>
              <p:cNvSpPr/>
              <p:nvPr/>
            </p:nvSpPr>
            <p:spPr>
              <a:xfrm>
                <a:off x="9984775" y="7498080"/>
                <a:ext cx="18770" cy="18928"/>
              </a:xfrm>
              <a:prstGeom prst="rect">
                <a:avLst/>
              </a:prstGeom>
              <a:solidFill>
                <a:srgbClr val="999999"/>
              </a:solidFill>
              <a:ln>
                <a:noFill/>
              </a:ln>
              <a:effectLst/>
            </p:spPr>
            <p:txBody>
              <a:bodyPr rtlCol="0" anchor="ctr"/>
              <a:lstStyle/>
              <a:p>
                <a:pPr algn="ctr"/>
              </a:p>
            </p:txBody>
          </p:sp>
          <p:sp>
            <p:nvSpPr>
              <p:cNvPr id="1096" name="Noise cell"/>
              <p:cNvSpPr/>
              <p:nvPr/>
            </p:nvSpPr>
            <p:spPr>
              <a:xfrm>
                <a:off x="10002905" y="7498080"/>
                <a:ext cx="18770" cy="18928"/>
              </a:xfrm>
              <a:prstGeom prst="rect">
                <a:avLst/>
              </a:prstGeom>
              <a:solidFill>
                <a:srgbClr val="9A9A9A"/>
              </a:solidFill>
              <a:ln>
                <a:noFill/>
              </a:ln>
              <a:effectLst/>
            </p:spPr>
            <p:txBody>
              <a:bodyPr rtlCol="0" anchor="ctr"/>
              <a:lstStyle/>
              <a:p>
                <a:pPr algn="ctr"/>
              </a:p>
            </p:txBody>
          </p:sp>
          <p:sp>
            <p:nvSpPr>
              <p:cNvPr id="1097" name="Noise cell"/>
              <p:cNvSpPr/>
              <p:nvPr/>
            </p:nvSpPr>
            <p:spPr>
              <a:xfrm>
                <a:off x="10021036" y="7498080"/>
                <a:ext cx="18770" cy="18928"/>
              </a:xfrm>
              <a:prstGeom prst="rect">
                <a:avLst/>
              </a:prstGeom>
              <a:solidFill>
                <a:srgbClr val="979797"/>
              </a:solidFill>
              <a:ln>
                <a:noFill/>
              </a:ln>
              <a:effectLst/>
            </p:spPr>
            <p:txBody>
              <a:bodyPr rtlCol="0" anchor="ctr"/>
              <a:lstStyle/>
              <a:p>
                <a:pPr algn="ctr"/>
              </a:p>
            </p:txBody>
          </p:sp>
          <p:sp>
            <p:nvSpPr>
              <p:cNvPr id="1098" name="Noise cell"/>
              <p:cNvSpPr/>
              <p:nvPr/>
            </p:nvSpPr>
            <p:spPr>
              <a:xfrm>
                <a:off x="10039166" y="7498080"/>
                <a:ext cx="18770" cy="18928"/>
              </a:xfrm>
              <a:prstGeom prst="rect">
                <a:avLst/>
              </a:prstGeom>
              <a:solidFill>
                <a:srgbClr val="8E8E8E"/>
              </a:solidFill>
              <a:ln>
                <a:noFill/>
              </a:ln>
              <a:effectLst/>
            </p:spPr>
            <p:txBody>
              <a:bodyPr rtlCol="0" anchor="ctr"/>
              <a:lstStyle/>
              <a:p>
                <a:pPr algn="ctr"/>
              </a:p>
            </p:txBody>
          </p:sp>
          <p:sp>
            <p:nvSpPr>
              <p:cNvPr id="1099" name="Noise cell"/>
              <p:cNvSpPr/>
              <p:nvPr/>
            </p:nvSpPr>
            <p:spPr>
              <a:xfrm>
                <a:off x="10057296" y="7498080"/>
                <a:ext cx="18770" cy="18928"/>
              </a:xfrm>
              <a:prstGeom prst="rect">
                <a:avLst/>
              </a:prstGeom>
              <a:solidFill>
                <a:srgbClr val="858585"/>
              </a:solidFill>
              <a:ln>
                <a:noFill/>
              </a:ln>
              <a:effectLst/>
            </p:spPr>
            <p:txBody>
              <a:bodyPr rtlCol="0" anchor="ctr"/>
              <a:lstStyle/>
              <a:p>
                <a:pPr algn="ctr"/>
              </a:p>
            </p:txBody>
          </p:sp>
          <p:sp>
            <p:nvSpPr>
              <p:cNvPr id="1100" name="Noise cell"/>
              <p:cNvSpPr/>
              <p:nvPr/>
            </p:nvSpPr>
            <p:spPr>
              <a:xfrm>
                <a:off x="10075427" y="7498080"/>
                <a:ext cx="18770" cy="18928"/>
              </a:xfrm>
              <a:prstGeom prst="rect">
                <a:avLst/>
              </a:prstGeom>
              <a:solidFill>
                <a:srgbClr val="848484"/>
              </a:solidFill>
              <a:ln>
                <a:noFill/>
              </a:ln>
              <a:effectLst/>
            </p:spPr>
            <p:txBody>
              <a:bodyPr rtlCol="0" anchor="ctr"/>
              <a:lstStyle/>
              <a:p>
                <a:pPr algn="ctr"/>
              </a:p>
            </p:txBody>
          </p:sp>
          <p:sp>
            <p:nvSpPr>
              <p:cNvPr id="1101" name="Noise cell"/>
              <p:cNvSpPr/>
              <p:nvPr/>
            </p:nvSpPr>
            <p:spPr>
              <a:xfrm>
                <a:off x="10093557" y="7498080"/>
                <a:ext cx="18770" cy="18928"/>
              </a:xfrm>
              <a:prstGeom prst="rect">
                <a:avLst/>
              </a:prstGeom>
              <a:solidFill>
                <a:srgbClr val="979797"/>
              </a:solidFill>
              <a:ln>
                <a:noFill/>
              </a:ln>
              <a:effectLst/>
            </p:spPr>
            <p:txBody>
              <a:bodyPr rtlCol="0" anchor="ctr"/>
              <a:lstStyle/>
              <a:p>
                <a:pPr algn="ctr"/>
              </a:p>
            </p:txBody>
          </p:sp>
          <p:sp>
            <p:nvSpPr>
              <p:cNvPr id="1102" name="Noise cell"/>
              <p:cNvSpPr/>
              <p:nvPr/>
            </p:nvSpPr>
            <p:spPr>
              <a:xfrm>
                <a:off x="10111687" y="7498080"/>
                <a:ext cx="18770" cy="18928"/>
              </a:xfrm>
              <a:prstGeom prst="rect">
                <a:avLst/>
              </a:prstGeom>
              <a:solidFill>
                <a:srgbClr val="6F6F6F"/>
              </a:solidFill>
              <a:ln>
                <a:noFill/>
              </a:ln>
              <a:effectLst/>
            </p:spPr>
            <p:txBody>
              <a:bodyPr rtlCol="0" anchor="ctr"/>
              <a:lstStyle/>
              <a:p>
                <a:pPr algn="ctr"/>
              </a:p>
            </p:txBody>
          </p:sp>
          <p:sp>
            <p:nvSpPr>
              <p:cNvPr id="1103" name="Noise cell"/>
              <p:cNvSpPr/>
              <p:nvPr/>
            </p:nvSpPr>
            <p:spPr>
              <a:xfrm>
                <a:off x="10129818" y="7498080"/>
                <a:ext cx="18770" cy="18928"/>
              </a:xfrm>
              <a:prstGeom prst="rect">
                <a:avLst/>
              </a:prstGeom>
              <a:solidFill>
                <a:srgbClr val="818181"/>
              </a:solidFill>
              <a:ln>
                <a:noFill/>
              </a:ln>
              <a:effectLst/>
            </p:spPr>
            <p:txBody>
              <a:bodyPr rtlCol="0" anchor="ctr"/>
              <a:lstStyle/>
              <a:p>
                <a:pPr algn="ctr"/>
              </a:p>
            </p:txBody>
          </p:sp>
          <p:sp>
            <p:nvSpPr>
              <p:cNvPr id="1104" name="Noise cell"/>
              <p:cNvSpPr/>
              <p:nvPr/>
            </p:nvSpPr>
            <p:spPr>
              <a:xfrm>
                <a:off x="10147948" y="7498080"/>
                <a:ext cx="18770" cy="18928"/>
              </a:xfrm>
              <a:prstGeom prst="rect">
                <a:avLst/>
              </a:prstGeom>
              <a:solidFill>
                <a:srgbClr val="6B6B6B"/>
              </a:solidFill>
              <a:ln>
                <a:noFill/>
              </a:ln>
              <a:effectLst/>
            </p:spPr>
            <p:txBody>
              <a:bodyPr rtlCol="0" anchor="ctr"/>
              <a:lstStyle/>
              <a:p>
                <a:pPr algn="ctr"/>
              </a:p>
            </p:txBody>
          </p:sp>
          <p:sp>
            <p:nvSpPr>
              <p:cNvPr id="1105" name="Noise cell"/>
              <p:cNvSpPr/>
              <p:nvPr/>
            </p:nvSpPr>
            <p:spPr>
              <a:xfrm>
                <a:off x="10166078" y="7498080"/>
                <a:ext cx="18770" cy="18928"/>
              </a:xfrm>
              <a:prstGeom prst="rect">
                <a:avLst/>
              </a:prstGeom>
              <a:solidFill>
                <a:srgbClr val="777777"/>
              </a:solidFill>
              <a:ln>
                <a:noFill/>
              </a:ln>
              <a:effectLst/>
            </p:spPr>
            <p:txBody>
              <a:bodyPr rtlCol="0" anchor="ctr"/>
              <a:lstStyle/>
              <a:p>
                <a:pPr algn="ctr"/>
              </a:p>
            </p:txBody>
          </p:sp>
          <p:sp>
            <p:nvSpPr>
              <p:cNvPr id="1106" name="Noise cell"/>
              <p:cNvSpPr/>
              <p:nvPr/>
            </p:nvSpPr>
            <p:spPr>
              <a:xfrm>
                <a:off x="10184209" y="7498080"/>
                <a:ext cx="18770" cy="18928"/>
              </a:xfrm>
              <a:prstGeom prst="rect">
                <a:avLst/>
              </a:prstGeom>
              <a:solidFill>
                <a:srgbClr val="878787"/>
              </a:solidFill>
              <a:ln>
                <a:noFill/>
              </a:ln>
              <a:effectLst/>
            </p:spPr>
            <p:txBody>
              <a:bodyPr rtlCol="0" anchor="ctr"/>
              <a:lstStyle/>
              <a:p>
                <a:pPr algn="ctr"/>
              </a:p>
            </p:txBody>
          </p:sp>
          <p:sp>
            <p:nvSpPr>
              <p:cNvPr id="1107" name="Noise cell"/>
              <p:cNvSpPr/>
              <p:nvPr/>
            </p:nvSpPr>
            <p:spPr>
              <a:xfrm>
                <a:off x="10202339" y="7498080"/>
                <a:ext cx="18770" cy="18928"/>
              </a:xfrm>
              <a:prstGeom prst="rect">
                <a:avLst/>
              </a:prstGeom>
              <a:solidFill>
                <a:srgbClr val="8D8D8D"/>
              </a:solidFill>
              <a:ln>
                <a:noFill/>
              </a:ln>
              <a:effectLst/>
            </p:spPr>
            <p:txBody>
              <a:bodyPr rtlCol="0" anchor="ctr"/>
              <a:lstStyle/>
              <a:p>
                <a:pPr algn="ctr"/>
              </a:p>
            </p:txBody>
          </p:sp>
          <p:sp>
            <p:nvSpPr>
              <p:cNvPr id="1108" name="Noise cell"/>
              <p:cNvSpPr/>
              <p:nvPr/>
            </p:nvSpPr>
            <p:spPr>
              <a:xfrm>
                <a:off x="10220470" y="7498080"/>
                <a:ext cx="18770" cy="18928"/>
              </a:xfrm>
              <a:prstGeom prst="rect">
                <a:avLst/>
              </a:prstGeom>
              <a:solidFill>
                <a:srgbClr val="6D6D6D"/>
              </a:solidFill>
              <a:ln>
                <a:noFill/>
              </a:ln>
              <a:effectLst/>
            </p:spPr>
            <p:txBody>
              <a:bodyPr rtlCol="0" anchor="ctr"/>
              <a:lstStyle/>
              <a:p>
                <a:pPr algn="ctr"/>
              </a:p>
            </p:txBody>
          </p:sp>
          <p:sp>
            <p:nvSpPr>
              <p:cNvPr id="1109" name="Noise cell"/>
              <p:cNvSpPr/>
              <p:nvPr/>
            </p:nvSpPr>
            <p:spPr>
              <a:xfrm>
                <a:off x="10238600" y="7498080"/>
                <a:ext cx="18770" cy="18928"/>
              </a:xfrm>
              <a:prstGeom prst="rect">
                <a:avLst/>
              </a:prstGeom>
              <a:solidFill>
                <a:srgbClr val="7A7A7A"/>
              </a:solidFill>
              <a:ln>
                <a:noFill/>
              </a:ln>
              <a:effectLst/>
            </p:spPr>
            <p:txBody>
              <a:bodyPr rtlCol="0" anchor="ctr"/>
              <a:lstStyle/>
              <a:p>
                <a:pPr algn="ctr"/>
              </a:p>
            </p:txBody>
          </p:sp>
          <p:sp>
            <p:nvSpPr>
              <p:cNvPr id="1110" name="Noise cell"/>
              <p:cNvSpPr/>
              <p:nvPr/>
            </p:nvSpPr>
            <p:spPr>
              <a:xfrm>
                <a:off x="10256730" y="7498080"/>
                <a:ext cx="18770" cy="18928"/>
              </a:xfrm>
              <a:prstGeom prst="rect">
                <a:avLst/>
              </a:prstGeom>
              <a:solidFill>
                <a:srgbClr val="676767"/>
              </a:solidFill>
              <a:ln>
                <a:noFill/>
              </a:ln>
              <a:effectLst/>
            </p:spPr>
            <p:txBody>
              <a:bodyPr rtlCol="0" anchor="ctr"/>
              <a:lstStyle/>
              <a:p>
                <a:pPr algn="ctr"/>
              </a:p>
            </p:txBody>
          </p:sp>
          <p:sp>
            <p:nvSpPr>
              <p:cNvPr id="1111" name="Noise cell"/>
              <p:cNvSpPr/>
              <p:nvPr/>
            </p:nvSpPr>
            <p:spPr>
              <a:xfrm>
                <a:off x="10274861" y="7498080"/>
                <a:ext cx="18770" cy="18928"/>
              </a:xfrm>
              <a:prstGeom prst="rect">
                <a:avLst/>
              </a:prstGeom>
              <a:solidFill>
                <a:srgbClr val="8F8F8F"/>
              </a:solidFill>
              <a:ln>
                <a:noFill/>
              </a:ln>
              <a:effectLst/>
            </p:spPr>
            <p:txBody>
              <a:bodyPr rtlCol="0" anchor="ctr"/>
              <a:lstStyle/>
              <a:p>
                <a:pPr algn="ctr"/>
              </a:p>
            </p:txBody>
          </p:sp>
          <p:sp>
            <p:nvSpPr>
              <p:cNvPr id="1112" name="Noise cell"/>
              <p:cNvSpPr/>
              <p:nvPr/>
            </p:nvSpPr>
            <p:spPr>
              <a:xfrm>
                <a:off x="10292991" y="7498080"/>
                <a:ext cx="18770" cy="18928"/>
              </a:xfrm>
              <a:prstGeom prst="rect">
                <a:avLst/>
              </a:prstGeom>
              <a:solidFill>
                <a:srgbClr val="848484"/>
              </a:solidFill>
              <a:ln>
                <a:noFill/>
              </a:ln>
              <a:effectLst/>
            </p:spPr>
            <p:txBody>
              <a:bodyPr rtlCol="0" anchor="ctr"/>
              <a:lstStyle/>
              <a:p>
                <a:pPr algn="ctr"/>
              </a:p>
            </p:txBody>
          </p:sp>
          <p:sp>
            <p:nvSpPr>
              <p:cNvPr id="1113" name="Noise cell"/>
              <p:cNvSpPr/>
              <p:nvPr/>
            </p:nvSpPr>
            <p:spPr>
              <a:xfrm>
                <a:off x="10311121" y="7498080"/>
                <a:ext cx="18770" cy="18928"/>
              </a:xfrm>
              <a:prstGeom prst="rect">
                <a:avLst/>
              </a:prstGeom>
              <a:solidFill>
                <a:srgbClr val="A0A0A0"/>
              </a:solidFill>
              <a:ln>
                <a:noFill/>
              </a:ln>
              <a:effectLst/>
            </p:spPr>
            <p:txBody>
              <a:bodyPr rtlCol="0" anchor="ctr"/>
              <a:lstStyle/>
              <a:p>
                <a:pPr algn="ctr"/>
              </a:p>
            </p:txBody>
          </p:sp>
          <p:sp>
            <p:nvSpPr>
              <p:cNvPr id="1114" name="Noise cell"/>
              <p:cNvSpPr/>
              <p:nvPr/>
            </p:nvSpPr>
            <p:spPr>
              <a:xfrm>
                <a:off x="10329252" y="7498080"/>
                <a:ext cx="18770" cy="18928"/>
              </a:xfrm>
              <a:prstGeom prst="rect">
                <a:avLst/>
              </a:prstGeom>
              <a:solidFill>
                <a:srgbClr val="6D6D6D"/>
              </a:solidFill>
              <a:ln>
                <a:noFill/>
              </a:ln>
              <a:effectLst/>
            </p:spPr>
            <p:txBody>
              <a:bodyPr rtlCol="0" anchor="ctr"/>
              <a:lstStyle/>
              <a:p>
                <a:pPr algn="ctr"/>
              </a:p>
            </p:txBody>
          </p:sp>
          <p:sp>
            <p:nvSpPr>
              <p:cNvPr id="1115" name="Noise cell"/>
              <p:cNvSpPr/>
              <p:nvPr/>
            </p:nvSpPr>
            <p:spPr>
              <a:xfrm>
                <a:off x="10347382" y="7498080"/>
                <a:ext cx="18770" cy="18928"/>
              </a:xfrm>
              <a:prstGeom prst="rect">
                <a:avLst/>
              </a:prstGeom>
              <a:solidFill>
                <a:srgbClr val="828282"/>
              </a:solidFill>
              <a:ln>
                <a:noFill/>
              </a:ln>
              <a:effectLst/>
            </p:spPr>
            <p:txBody>
              <a:bodyPr rtlCol="0" anchor="ctr"/>
              <a:lstStyle/>
              <a:p>
                <a:pPr algn="ctr"/>
              </a:p>
            </p:txBody>
          </p:sp>
          <p:sp>
            <p:nvSpPr>
              <p:cNvPr id="1116" name="Noise cell"/>
              <p:cNvSpPr/>
              <p:nvPr/>
            </p:nvSpPr>
            <p:spPr>
              <a:xfrm>
                <a:off x="10365512" y="7498080"/>
                <a:ext cx="18770" cy="18928"/>
              </a:xfrm>
              <a:prstGeom prst="rect">
                <a:avLst/>
              </a:prstGeom>
              <a:solidFill>
                <a:srgbClr val="A1A1A1"/>
              </a:solidFill>
              <a:ln>
                <a:noFill/>
              </a:ln>
              <a:effectLst/>
            </p:spPr>
            <p:txBody>
              <a:bodyPr rtlCol="0" anchor="ctr"/>
              <a:lstStyle/>
              <a:p>
                <a:pPr algn="ctr"/>
              </a:p>
            </p:txBody>
          </p:sp>
          <p:sp>
            <p:nvSpPr>
              <p:cNvPr id="1117" name="Noise cell"/>
              <p:cNvSpPr/>
              <p:nvPr/>
            </p:nvSpPr>
            <p:spPr>
              <a:xfrm>
                <a:off x="10383643" y="7498080"/>
                <a:ext cx="18770" cy="18928"/>
              </a:xfrm>
              <a:prstGeom prst="rect">
                <a:avLst/>
              </a:prstGeom>
              <a:solidFill>
                <a:srgbClr val="808080"/>
              </a:solidFill>
              <a:ln>
                <a:noFill/>
              </a:ln>
              <a:effectLst/>
            </p:spPr>
            <p:txBody>
              <a:bodyPr rtlCol="0" anchor="ctr"/>
              <a:lstStyle/>
              <a:p>
                <a:pPr algn="ctr"/>
              </a:p>
            </p:txBody>
          </p:sp>
          <p:sp>
            <p:nvSpPr>
              <p:cNvPr id="1118" name="Noise cell"/>
              <p:cNvSpPr/>
              <p:nvPr/>
            </p:nvSpPr>
            <p:spPr>
              <a:xfrm>
                <a:off x="10401773" y="7498080"/>
                <a:ext cx="18770" cy="18928"/>
              </a:xfrm>
              <a:prstGeom prst="rect">
                <a:avLst/>
              </a:prstGeom>
              <a:solidFill>
                <a:srgbClr val="8A8A8A"/>
              </a:solidFill>
              <a:ln>
                <a:noFill/>
              </a:ln>
              <a:effectLst/>
            </p:spPr>
            <p:txBody>
              <a:bodyPr rtlCol="0" anchor="ctr"/>
              <a:lstStyle/>
              <a:p>
                <a:pPr algn="ctr"/>
              </a:p>
            </p:txBody>
          </p:sp>
          <p:sp>
            <p:nvSpPr>
              <p:cNvPr id="1119" name="Noise cell"/>
              <p:cNvSpPr/>
              <p:nvPr/>
            </p:nvSpPr>
            <p:spPr>
              <a:xfrm>
                <a:off x="10419903" y="7498080"/>
                <a:ext cx="18770" cy="18928"/>
              </a:xfrm>
              <a:prstGeom prst="rect">
                <a:avLst/>
              </a:prstGeom>
              <a:solidFill>
                <a:srgbClr val="6F6F6F"/>
              </a:solidFill>
              <a:ln>
                <a:noFill/>
              </a:ln>
              <a:effectLst/>
            </p:spPr>
            <p:txBody>
              <a:bodyPr rtlCol="0" anchor="ctr"/>
              <a:lstStyle/>
              <a:p>
                <a:pPr algn="ctr"/>
              </a:p>
            </p:txBody>
          </p:sp>
          <p:sp>
            <p:nvSpPr>
              <p:cNvPr id="1120" name="Noise cell"/>
              <p:cNvSpPr/>
              <p:nvPr/>
            </p:nvSpPr>
            <p:spPr>
              <a:xfrm>
                <a:off x="10438034" y="7498080"/>
                <a:ext cx="18770" cy="18928"/>
              </a:xfrm>
              <a:prstGeom prst="rect">
                <a:avLst/>
              </a:prstGeom>
              <a:solidFill>
                <a:srgbClr val="767676"/>
              </a:solidFill>
              <a:ln>
                <a:noFill/>
              </a:ln>
              <a:effectLst/>
            </p:spPr>
            <p:txBody>
              <a:bodyPr rtlCol="0" anchor="ctr"/>
              <a:lstStyle/>
              <a:p>
                <a:pPr algn="ctr"/>
              </a:p>
            </p:txBody>
          </p:sp>
          <p:sp>
            <p:nvSpPr>
              <p:cNvPr id="1121" name="Noise cell"/>
              <p:cNvSpPr/>
              <p:nvPr/>
            </p:nvSpPr>
            <p:spPr>
              <a:xfrm>
                <a:off x="10456164" y="7498080"/>
                <a:ext cx="18770" cy="18928"/>
              </a:xfrm>
              <a:prstGeom prst="rect">
                <a:avLst/>
              </a:prstGeom>
              <a:solidFill>
                <a:srgbClr val="969696"/>
              </a:solidFill>
              <a:ln>
                <a:noFill/>
              </a:ln>
              <a:effectLst/>
            </p:spPr>
            <p:txBody>
              <a:bodyPr rtlCol="0" anchor="ctr"/>
              <a:lstStyle/>
              <a:p>
                <a:pPr algn="ctr"/>
              </a:p>
            </p:txBody>
          </p:sp>
          <p:sp>
            <p:nvSpPr>
              <p:cNvPr id="1122" name="Noise cell"/>
              <p:cNvSpPr/>
              <p:nvPr/>
            </p:nvSpPr>
            <p:spPr>
              <a:xfrm>
                <a:off x="10474294" y="7498080"/>
                <a:ext cx="18770" cy="18928"/>
              </a:xfrm>
              <a:prstGeom prst="rect">
                <a:avLst/>
              </a:prstGeom>
              <a:solidFill>
                <a:srgbClr val="757575"/>
              </a:solidFill>
              <a:ln>
                <a:noFill/>
              </a:ln>
              <a:effectLst/>
            </p:spPr>
            <p:txBody>
              <a:bodyPr rtlCol="0" anchor="ctr"/>
              <a:lstStyle/>
              <a:p>
                <a:pPr algn="ctr"/>
              </a:p>
            </p:txBody>
          </p:sp>
          <p:sp>
            <p:nvSpPr>
              <p:cNvPr id="1123" name="Noise cell"/>
              <p:cNvSpPr/>
              <p:nvPr/>
            </p:nvSpPr>
            <p:spPr>
              <a:xfrm>
                <a:off x="10492425" y="7498080"/>
                <a:ext cx="18770" cy="18928"/>
              </a:xfrm>
              <a:prstGeom prst="rect">
                <a:avLst/>
              </a:prstGeom>
              <a:solidFill>
                <a:srgbClr val="787878"/>
              </a:solidFill>
              <a:ln>
                <a:noFill/>
              </a:ln>
              <a:effectLst/>
            </p:spPr>
            <p:txBody>
              <a:bodyPr rtlCol="0" anchor="ctr"/>
              <a:lstStyle/>
              <a:p>
                <a:pPr algn="ctr"/>
              </a:p>
            </p:txBody>
          </p:sp>
          <p:sp>
            <p:nvSpPr>
              <p:cNvPr id="1124" name="Noise cell"/>
              <p:cNvSpPr/>
              <p:nvPr/>
            </p:nvSpPr>
            <p:spPr>
              <a:xfrm>
                <a:off x="10510555" y="7498080"/>
                <a:ext cx="18770" cy="18928"/>
              </a:xfrm>
              <a:prstGeom prst="rect">
                <a:avLst/>
              </a:prstGeom>
              <a:solidFill>
                <a:srgbClr val="989898"/>
              </a:solidFill>
              <a:ln>
                <a:noFill/>
              </a:ln>
              <a:effectLst/>
            </p:spPr>
            <p:txBody>
              <a:bodyPr rtlCol="0" anchor="ctr"/>
              <a:lstStyle/>
              <a:p>
                <a:pPr algn="ctr"/>
              </a:p>
            </p:txBody>
          </p:sp>
          <p:sp>
            <p:nvSpPr>
              <p:cNvPr id="1125" name="Noise cell"/>
              <p:cNvSpPr/>
              <p:nvPr/>
            </p:nvSpPr>
            <p:spPr>
              <a:xfrm>
                <a:off x="10528685" y="7498080"/>
                <a:ext cx="18770" cy="18928"/>
              </a:xfrm>
              <a:prstGeom prst="rect">
                <a:avLst/>
              </a:prstGeom>
              <a:solidFill>
                <a:srgbClr val="989898"/>
              </a:solidFill>
              <a:ln>
                <a:noFill/>
              </a:ln>
              <a:effectLst/>
            </p:spPr>
            <p:txBody>
              <a:bodyPr rtlCol="0" anchor="ctr"/>
              <a:lstStyle/>
              <a:p>
                <a:pPr algn="ctr"/>
              </a:p>
            </p:txBody>
          </p:sp>
          <p:sp>
            <p:nvSpPr>
              <p:cNvPr id="1126" name="Noise cell"/>
              <p:cNvSpPr/>
              <p:nvPr/>
            </p:nvSpPr>
            <p:spPr>
              <a:xfrm>
                <a:off x="10546816" y="7498080"/>
                <a:ext cx="18770" cy="18928"/>
              </a:xfrm>
              <a:prstGeom prst="rect">
                <a:avLst/>
              </a:prstGeom>
              <a:solidFill>
                <a:srgbClr val="909090"/>
              </a:solidFill>
              <a:ln>
                <a:noFill/>
              </a:ln>
              <a:effectLst/>
            </p:spPr>
            <p:txBody>
              <a:bodyPr rtlCol="0" anchor="ctr"/>
              <a:lstStyle/>
              <a:p>
                <a:pPr algn="ctr"/>
              </a:p>
            </p:txBody>
          </p:sp>
          <p:sp>
            <p:nvSpPr>
              <p:cNvPr id="1127" name="Noise cell"/>
              <p:cNvSpPr/>
              <p:nvPr/>
            </p:nvSpPr>
            <p:spPr>
              <a:xfrm>
                <a:off x="10564946" y="7498080"/>
                <a:ext cx="18770" cy="18928"/>
              </a:xfrm>
              <a:prstGeom prst="rect">
                <a:avLst/>
              </a:prstGeom>
              <a:solidFill>
                <a:srgbClr val="646464"/>
              </a:solidFill>
              <a:ln>
                <a:noFill/>
              </a:ln>
              <a:effectLst/>
            </p:spPr>
            <p:txBody>
              <a:bodyPr rtlCol="0" anchor="ctr"/>
              <a:lstStyle/>
              <a:p>
                <a:pPr algn="ctr"/>
              </a:p>
            </p:txBody>
          </p:sp>
          <p:sp>
            <p:nvSpPr>
              <p:cNvPr id="1128" name="Noise cell"/>
              <p:cNvSpPr/>
              <p:nvPr/>
            </p:nvSpPr>
            <p:spPr>
              <a:xfrm>
                <a:off x="10583076" y="7498080"/>
                <a:ext cx="18770" cy="18928"/>
              </a:xfrm>
              <a:prstGeom prst="rect">
                <a:avLst/>
              </a:prstGeom>
              <a:solidFill>
                <a:srgbClr val="777777"/>
              </a:solidFill>
              <a:ln>
                <a:noFill/>
              </a:ln>
              <a:effectLst/>
            </p:spPr>
            <p:txBody>
              <a:bodyPr rtlCol="0" anchor="ctr"/>
              <a:lstStyle/>
              <a:p>
                <a:pPr algn="ctr"/>
              </a:p>
            </p:txBody>
          </p:sp>
          <p:sp>
            <p:nvSpPr>
              <p:cNvPr id="1129" name="Noise cell"/>
              <p:cNvSpPr/>
              <p:nvPr/>
            </p:nvSpPr>
            <p:spPr>
              <a:xfrm>
                <a:off x="10601207" y="7498080"/>
                <a:ext cx="18770" cy="18928"/>
              </a:xfrm>
              <a:prstGeom prst="rect">
                <a:avLst/>
              </a:prstGeom>
              <a:solidFill>
                <a:srgbClr val="868686"/>
              </a:solidFill>
              <a:ln>
                <a:noFill/>
              </a:ln>
              <a:effectLst/>
            </p:spPr>
            <p:txBody>
              <a:bodyPr rtlCol="0" anchor="ctr"/>
              <a:lstStyle/>
              <a:p>
                <a:pPr algn="ctr"/>
              </a:p>
            </p:txBody>
          </p:sp>
          <p:sp>
            <p:nvSpPr>
              <p:cNvPr id="1130" name="Noise cell"/>
              <p:cNvSpPr/>
              <p:nvPr/>
            </p:nvSpPr>
            <p:spPr>
              <a:xfrm>
                <a:off x="10619337" y="7498080"/>
                <a:ext cx="18770" cy="18928"/>
              </a:xfrm>
              <a:prstGeom prst="rect">
                <a:avLst/>
              </a:prstGeom>
              <a:solidFill>
                <a:srgbClr val="6A6A6A"/>
              </a:solidFill>
              <a:ln>
                <a:noFill/>
              </a:ln>
              <a:effectLst/>
            </p:spPr>
            <p:txBody>
              <a:bodyPr rtlCol="0" anchor="ctr"/>
              <a:lstStyle/>
              <a:p>
                <a:pPr algn="ctr"/>
              </a:p>
            </p:txBody>
          </p:sp>
          <p:sp>
            <p:nvSpPr>
              <p:cNvPr id="1131" name="Noise cell"/>
              <p:cNvSpPr/>
              <p:nvPr/>
            </p:nvSpPr>
            <p:spPr>
              <a:xfrm>
                <a:off x="10637467" y="7498080"/>
                <a:ext cx="18770" cy="18928"/>
              </a:xfrm>
              <a:prstGeom prst="rect">
                <a:avLst/>
              </a:prstGeom>
              <a:solidFill>
                <a:srgbClr val="747474"/>
              </a:solidFill>
              <a:ln>
                <a:noFill/>
              </a:ln>
              <a:effectLst/>
            </p:spPr>
            <p:txBody>
              <a:bodyPr rtlCol="0" anchor="ctr"/>
              <a:lstStyle/>
              <a:p>
                <a:pPr algn="ctr"/>
              </a:p>
            </p:txBody>
          </p:sp>
          <p:sp>
            <p:nvSpPr>
              <p:cNvPr id="1132" name="Noise cell"/>
              <p:cNvSpPr/>
              <p:nvPr/>
            </p:nvSpPr>
            <p:spPr>
              <a:xfrm>
                <a:off x="10655598" y="7498080"/>
                <a:ext cx="18770" cy="18928"/>
              </a:xfrm>
              <a:prstGeom prst="rect">
                <a:avLst/>
              </a:prstGeom>
              <a:solidFill>
                <a:srgbClr val="7A7A7A"/>
              </a:solidFill>
              <a:ln>
                <a:noFill/>
              </a:ln>
              <a:effectLst/>
            </p:spPr>
            <p:txBody>
              <a:bodyPr rtlCol="0" anchor="ctr"/>
              <a:lstStyle/>
              <a:p>
                <a:pPr algn="ctr"/>
              </a:p>
            </p:txBody>
          </p:sp>
          <p:sp>
            <p:nvSpPr>
              <p:cNvPr id="1133" name="Noise cell"/>
              <p:cNvSpPr/>
              <p:nvPr/>
            </p:nvSpPr>
            <p:spPr>
              <a:xfrm>
                <a:off x="10673728" y="7498080"/>
                <a:ext cx="18770" cy="18928"/>
              </a:xfrm>
              <a:prstGeom prst="rect">
                <a:avLst/>
              </a:prstGeom>
              <a:solidFill>
                <a:srgbClr val="8D8D8D"/>
              </a:solidFill>
              <a:ln>
                <a:noFill/>
              </a:ln>
              <a:effectLst/>
            </p:spPr>
            <p:txBody>
              <a:bodyPr rtlCol="0" anchor="ctr"/>
              <a:lstStyle/>
              <a:p>
                <a:pPr algn="ctr"/>
              </a:p>
            </p:txBody>
          </p:sp>
          <p:sp>
            <p:nvSpPr>
              <p:cNvPr id="1134" name="Noise cell"/>
              <p:cNvSpPr/>
              <p:nvPr/>
            </p:nvSpPr>
            <p:spPr>
              <a:xfrm>
                <a:off x="10691858" y="7498080"/>
                <a:ext cx="18770" cy="18928"/>
              </a:xfrm>
              <a:prstGeom prst="rect">
                <a:avLst/>
              </a:prstGeom>
              <a:solidFill>
                <a:srgbClr val="686868"/>
              </a:solidFill>
              <a:ln>
                <a:noFill/>
              </a:ln>
              <a:effectLst/>
            </p:spPr>
            <p:txBody>
              <a:bodyPr rtlCol="0" anchor="ctr"/>
              <a:lstStyle/>
              <a:p>
                <a:pPr algn="ctr"/>
              </a:p>
            </p:txBody>
          </p:sp>
          <p:sp>
            <p:nvSpPr>
              <p:cNvPr id="1135" name="Noise cell"/>
              <p:cNvSpPr/>
              <p:nvPr/>
            </p:nvSpPr>
            <p:spPr>
              <a:xfrm>
                <a:off x="10709989" y="7498080"/>
                <a:ext cx="18770" cy="18928"/>
              </a:xfrm>
              <a:prstGeom prst="rect">
                <a:avLst/>
              </a:prstGeom>
              <a:solidFill>
                <a:srgbClr val="5C5C5C"/>
              </a:solidFill>
              <a:ln>
                <a:noFill/>
              </a:ln>
              <a:effectLst/>
            </p:spPr>
            <p:txBody>
              <a:bodyPr rtlCol="0" anchor="ctr"/>
              <a:lstStyle/>
              <a:p>
                <a:pPr algn="ctr"/>
              </a:p>
            </p:txBody>
          </p:sp>
          <p:sp>
            <p:nvSpPr>
              <p:cNvPr id="1136" name="Noise cell"/>
              <p:cNvSpPr/>
              <p:nvPr/>
            </p:nvSpPr>
            <p:spPr>
              <a:xfrm>
                <a:off x="10728119" y="7498080"/>
                <a:ext cx="18770" cy="18928"/>
              </a:xfrm>
              <a:prstGeom prst="rect">
                <a:avLst/>
              </a:prstGeom>
              <a:solidFill>
                <a:srgbClr val="717171"/>
              </a:solidFill>
              <a:ln>
                <a:noFill/>
              </a:ln>
              <a:effectLst/>
            </p:spPr>
            <p:txBody>
              <a:bodyPr rtlCol="0" anchor="ctr"/>
              <a:lstStyle/>
              <a:p>
                <a:pPr algn="ctr"/>
              </a:p>
            </p:txBody>
          </p:sp>
          <p:sp>
            <p:nvSpPr>
              <p:cNvPr id="1137" name="Noise cell"/>
              <p:cNvSpPr/>
              <p:nvPr/>
            </p:nvSpPr>
            <p:spPr>
              <a:xfrm>
                <a:off x="10746250" y="7498080"/>
                <a:ext cx="18770" cy="18928"/>
              </a:xfrm>
              <a:prstGeom prst="rect">
                <a:avLst/>
              </a:prstGeom>
              <a:solidFill>
                <a:srgbClr val="727272"/>
              </a:solidFill>
              <a:ln>
                <a:noFill/>
              </a:ln>
              <a:effectLst/>
            </p:spPr>
            <p:txBody>
              <a:bodyPr rtlCol="0" anchor="ctr"/>
              <a:lstStyle/>
              <a:p>
                <a:pPr algn="ctr"/>
              </a:p>
            </p:txBody>
          </p:sp>
          <p:sp>
            <p:nvSpPr>
              <p:cNvPr id="1138" name="Noise cell"/>
              <p:cNvSpPr/>
              <p:nvPr/>
            </p:nvSpPr>
            <p:spPr>
              <a:xfrm>
                <a:off x="10764380" y="7498080"/>
                <a:ext cx="18770" cy="18928"/>
              </a:xfrm>
              <a:prstGeom prst="rect">
                <a:avLst/>
              </a:prstGeom>
              <a:solidFill>
                <a:srgbClr val="7E7E7E"/>
              </a:solidFill>
              <a:ln>
                <a:noFill/>
              </a:ln>
              <a:effectLst/>
            </p:spPr>
            <p:txBody>
              <a:bodyPr rtlCol="0" anchor="ctr"/>
              <a:lstStyle/>
              <a:p>
                <a:pPr algn="ctr"/>
              </a:p>
            </p:txBody>
          </p:sp>
          <p:sp>
            <p:nvSpPr>
              <p:cNvPr id="1139" name="Noise cell"/>
              <p:cNvSpPr/>
              <p:nvPr/>
            </p:nvSpPr>
            <p:spPr>
              <a:xfrm>
                <a:off x="10782510" y="7498080"/>
                <a:ext cx="18770" cy="18928"/>
              </a:xfrm>
              <a:prstGeom prst="rect">
                <a:avLst/>
              </a:prstGeom>
              <a:solidFill>
                <a:srgbClr val="858585"/>
              </a:solidFill>
              <a:ln>
                <a:noFill/>
              </a:ln>
              <a:effectLst/>
            </p:spPr>
            <p:txBody>
              <a:bodyPr rtlCol="0" anchor="ctr"/>
              <a:lstStyle/>
              <a:p>
                <a:pPr algn="ctr"/>
              </a:p>
            </p:txBody>
          </p:sp>
          <p:sp>
            <p:nvSpPr>
              <p:cNvPr id="1140" name="Noise cell"/>
              <p:cNvSpPr/>
              <p:nvPr/>
            </p:nvSpPr>
            <p:spPr>
              <a:xfrm>
                <a:off x="10800641" y="7498080"/>
                <a:ext cx="18770" cy="18928"/>
              </a:xfrm>
              <a:prstGeom prst="rect">
                <a:avLst/>
              </a:prstGeom>
              <a:solidFill>
                <a:srgbClr val="909090"/>
              </a:solidFill>
              <a:ln>
                <a:noFill/>
              </a:ln>
              <a:effectLst/>
            </p:spPr>
            <p:txBody>
              <a:bodyPr rtlCol="0" anchor="ctr"/>
              <a:lstStyle/>
              <a:p>
                <a:pPr algn="ctr"/>
              </a:p>
            </p:txBody>
          </p:sp>
          <p:sp>
            <p:nvSpPr>
              <p:cNvPr id="1141" name="Noise cell"/>
              <p:cNvSpPr/>
              <p:nvPr/>
            </p:nvSpPr>
            <p:spPr>
              <a:xfrm>
                <a:off x="10818771" y="7498080"/>
                <a:ext cx="18770" cy="18928"/>
              </a:xfrm>
              <a:prstGeom prst="rect">
                <a:avLst/>
              </a:prstGeom>
              <a:solidFill>
                <a:srgbClr val="797979"/>
              </a:solidFill>
              <a:ln>
                <a:noFill/>
              </a:ln>
              <a:effectLst/>
            </p:spPr>
            <p:txBody>
              <a:bodyPr rtlCol="0" anchor="ctr"/>
              <a:lstStyle/>
              <a:p>
                <a:pPr algn="ctr"/>
              </a:p>
            </p:txBody>
          </p:sp>
          <p:sp>
            <p:nvSpPr>
              <p:cNvPr id="1142" name="Noise cell"/>
              <p:cNvSpPr/>
              <p:nvPr/>
            </p:nvSpPr>
            <p:spPr>
              <a:xfrm>
                <a:off x="10836901" y="7498080"/>
                <a:ext cx="18770" cy="18928"/>
              </a:xfrm>
              <a:prstGeom prst="rect">
                <a:avLst/>
              </a:prstGeom>
              <a:solidFill>
                <a:srgbClr val="7D7D7D"/>
              </a:solidFill>
              <a:ln>
                <a:noFill/>
              </a:ln>
              <a:effectLst/>
            </p:spPr>
            <p:txBody>
              <a:bodyPr rtlCol="0" anchor="ctr"/>
              <a:lstStyle/>
              <a:p>
                <a:pPr algn="ctr"/>
              </a:p>
            </p:txBody>
          </p:sp>
          <p:sp>
            <p:nvSpPr>
              <p:cNvPr id="1143" name="Noise cell"/>
              <p:cNvSpPr/>
              <p:nvPr/>
            </p:nvSpPr>
            <p:spPr>
              <a:xfrm>
                <a:off x="10855032" y="7498080"/>
                <a:ext cx="18770" cy="18928"/>
              </a:xfrm>
              <a:prstGeom prst="rect">
                <a:avLst/>
              </a:prstGeom>
              <a:solidFill>
                <a:srgbClr val="7A7A7A"/>
              </a:solidFill>
              <a:ln>
                <a:noFill/>
              </a:ln>
              <a:effectLst/>
            </p:spPr>
            <p:txBody>
              <a:bodyPr rtlCol="0" anchor="ctr"/>
              <a:lstStyle/>
              <a:p>
                <a:pPr algn="ctr"/>
              </a:p>
            </p:txBody>
          </p:sp>
          <p:sp>
            <p:nvSpPr>
              <p:cNvPr id="1144" name="Noise cell"/>
              <p:cNvSpPr/>
              <p:nvPr/>
            </p:nvSpPr>
            <p:spPr>
              <a:xfrm>
                <a:off x="10873162" y="7498080"/>
                <a:ext cx="18770" cy="18928"/>
              </a:xfrm>
              <a:prstGeom prst="rect">
                <a:avLst/>
              </a:prstGeom>
              <a:solidFill>
                <a:srgbClr val="878787"/>
              </a:solidFill>
              <a:ln>
                <a:noFill/>
              </a:ln>
              <a:effectLst/>
            </p:spPr>
            <p:txBody>
              <a:bodyPr rtlCol="0" anchor="ctr"/>
              <a:lstStyle/>
              <a:p>
                <a:pPr algn="ctr"/>
              </a:p>
            </p:txBody>
          </p:sp>
          <p:sp>
            <p:nvSpPr>
              <p:cNvPr id="1145" name="Noise cell"/>
              <p:cNvSpPr/>
              <p:nvPr/>
            </p:nvSpPr>
            <p:spPr>
              <a:xfrm>
                <a:off x="10891292" y="7498080"/>
                <a:ext cx="18770" cy="18928"/>
              </a:xfrm>
              <a:prstGeom prst="rect">
                <a:avLst/>
              </a:prstGeom>
              <a:solidFill>
                <a:srgbClr val="7C7C7C"/>
              </a:solidFill>
              <a:ln>
                <a:noFill/>
              </a:ln>
              <a:effectLst/>
            </p:spPr>
            <p:txBody>
              <a:bodyPr rtlCol="0" anchor="ctr"/>
              <a:lstStyle/>
              <a:p>
                <a:pPr algn="ctr"/>
              </a:p>
            </p:txBody>
          </p:sp>
          <p:sp>
            <p:nvSpPr>
              <p:cNvPr id="1146" name="Noise cell"/>
              <p:cNvSpPr/>
              <p:nvPr/>
            </p:nvSpPr>
            <p:spPr>
              <a:xfrm>
                <a:off x="10909423" y="7498080"/>
                <a:ext cx="18770" cy="18928"/>
              </a:xfrm>
              <a:prstGeom prst="rect">
                <a:avLst/>
              </a:prstGeom>
              <a:solidFill>
                <a:srgbClr val="666666"/>
              </a:solidFill>
              <a:ln>
                <a:noFill/>
              </a:ln>
              <a:effectLst/>
            </p:spPr>
            <p:txBody>
              <a:bodyPr rtlCol="0" anchor="ctr"/>
              <a:lstStyle/>
              <a:p>
                <a:pPr algn="ctr"/>
              </a:p>
            </p:txBody>
          </p:sp>
          <p:sp>
            <p:nvSpPr>
              <p:cNvPr id="1147" name="Noise cell"/>
              <p:cNvSpPr/>
              <p:nvPr/>
            </p:nvSpPr>
            <p:spPr>
              <a:xfrm>
                <a:off x="10927553" y="7498080"/>
                <a:ext cx="18770" cy="18928"/>
              </a:xfrm>
              <a:prstGeom prst="rect">
                <a:avLst/>
              </a:prstGeom>
              <a:solidFill>
                <a:srgbClr val="7B7B7B"/>
              </a:solidFill>
              <a:ln>
                <a:noFill/>
              </a:ln>
              <a:effectLst/>
            </p:spPr>
            <p:txBody>
              <a:bodyPr rtlCol="0" anchor="ctr"/>
              <a:lstStyle/>
              <a:p>
                <a:pPr algn="ctr"/>
              </a:p>
            </p:txBody>
          </p:sp>
          <p:sp>
            <p:nvSpPr>
              <p:cNvPr id="1148" name="Noise cell"/>
              <p:cNvSpPr/>
              <p:nvPr/>
            </p:nvSpPr>
            <p:spPr>
              <a:xfrm>
                <a:off x="10945683" y="7498080"/>
                <a:ext cx="18770" cy="18928"/>
              </a:xfrm>
              <a:prstGeom prst="rect">
                <a:avLst/>
              </a:prstGeom>
              <a:solidFill>
                <a:srgbClr val="838383"/>
              </a:solidFill>
              <a:ln>
                <a:noFill/>
              </a:ln>
              <a:effectLst/>
            </p:spPr>
            <p:txBody>
              <a:bodyPr rtlCol="0" anchor="ctr"/>
              <a:lstStyle/>
              <a:p>
                <a:pPr algn="ctr"/>
              </a:p>
            </p:txBody>
          </p:sp>
          <p:sp>
            <p:nvSpPr>
              <p:cNvPr id="1149" name="Noise cell"/>
              <p:cNvSpPr/>
              <p:nvPr/>
            </p:nvSpPr>
            <p:spPr>
              <a:xfrm>
                <a:off x="10963814" y="7498080"/>
                <a:ext cx="18770" cy="18928"/>
              </a:xfrm>
              <a:prstGeom prst="rect">
                <a:avLst/>
              </a:prstGeom>
              <a:solidFill>
                <a:srgbClr val="7E7E7E"/>
              </a:solidFill>
              <a:ln>
                <a:noFill/>
              </a:ln>
              <a:effectLst/>
            </p:spPr>
            <p:txBody>
              <a:bodyPr rtlCol="0" anchor="ctr"/>
              <a:lstStyle/>
              <a:p>
                <a:pPr algn="ctr"/>
              </a:p>
            </p:txBody>
          </p:sp>
          <p:sp>
            <p:nvSpPr>
              <p:cNvPr id="1150" name="Noise cell"/>
              <p:cNvSpPr/>
              <p:nvPr/>
            </p:nvSpPr>
            <p:spPr>
              <a:xfrm>
                <a:off x="9930384" y="7516368"/>
                <a:ext cx="18770" cy="18928"/>
              </a:xfrm>
              <a:prstGeom prst="rect">
                <a:avLst/>
              </a:prstGeom>
              <a:solidFill>
                <a:srgbClr val="9A9A9A"/>
              </a:solidFill>
              <a:ln>
                <a:noFill/>
              </a:ln>
              <a:effectLst/>
            </p:spPr>
            <p:txBody>
              <a:bodyPr rtlCol="0" anchor="ctr"/>
              <a:lstStyle/>
              <a:p>
                <a:pPr algn="ctr"/>
              </a:p>
            </p:txBody>
          </p:sp>
          <p:sp>
            <p:nvSpPr>
              <p:cNvPr id="1151" name="Noise cell"/>
              <p:cNvSpPr/>
              <p:nvPr/>
            </p:nvSpPr>
            <p:spPr>
              <a:xfrm>
                <a:off x="9948514" y="7516368"/>
                <a:ext cx="18770" cy="18928"/>
              </a:xfrm>
              <a:prstGeom prst="rect">
                <a:avLst/>
              </a:prstGeom>
              <a:solidFill>
                <a:srgbClr val="676767"/>
              </a:solidFill>
              <a:ln>
                <a:noFill/>
              </a:ln>
              <a:effectLst/>
            </p:spPr>
            <p:txBody>
              <a:bodyPr rtlCol="0" anchor="ctr"/>
              <a:lstStyle/>
              <a:p>
                <a:pPr algn="ctr"/>
              </a:p>
            </p:txBody>
          </p:sp>
          <p:sp>
            <p:nvSpPr>
              <p:cNvPr id="1152" name="Noise cell"/>
              <p:cNvSpPr/>
              <p:nvPr/>
            </p:nvSpPr>
            <p:spPr>
              <a:xfrm>
                <a:off x="9966645" y="7516368"/>
                <a:ext cx="18770" cy="18928"/>
              </a:xfrm>
              <a:prstGeom prst="rect">
                <a:avLst/>
              </a:prstGeom>
              <a:solidFill>
                <a:srgbClr val="8D8D8D"/>
              </a:solidFill>
              <a:ln>
                <a:noFill/>
              </a:ln>
              <a:effectLst/>
            </p:spPr>
            <p:txBody>
              <a:bodyPr rtlCol="0" anchor="ctr"/>
              <a:lstStyle/>
              <a:p>
                <a:pPr algn="ctr"/>
              </a:p>
            </p:txBody>
          </p:sp>
          <p:sp>
            <p:nvSpPr>
              <p:cNvPr id="1153" name="Noise cell"/>
              <p:cNvSpPr/>
              <p:nvPr/>
            </p:nvSpPr>
            <p:spPr>
              <a:xfrm>
                <a:off x="9984775" y="7516368"/>
                <a:ext cx="18770" cy="18928"/>
              </a:xfrm>
              <a:prstGeom prst="rect">
                <a:avLst/>
              </a:prstGeom>
              <a:solidFill>
                <a:srgbClr val="808080"/>
              </a:solidFill>
              <a:ln>
                <a:noFill/>
              </a:ln>
              <a:effectLst/>
            </p:spPr>
            <p:txBody>
              <a:bodyPr rtlCol="0" anchor="ctr"/>
              <a:lstStyle/>
              <a:p>
                <a:pPr algn="ctr"/>
              </a:p>
            </p:txBody>
          </p:sp>
          <p:sp>
            <p:nvSpPr>
              <p:cNvPr id="1154" name="Noise cell"/>
              <p:cNvSpPr/>
              <p:nvPr/>
            </p:nvSpPr>
            <p:spPr>
              <a:xfrm>
                <a:off x="10002905" y="7516368"/>
                <a:ext cx="18770" cy="18928"/>
              </a:xfrm>
              <a:prstGeom prst="rect">
                <a:avLst/>
              </a:prstGeom>
              <a:solidFill>
                <a:srgbClr val="959595"/>
              </a:solidFill>
              <a:ln>
                <a:noFill/>
              </a:ln>
              <a:effectLst/>
            </p:spPr>
            <p:txBody>
              <a:bodyPr rtlCol="0" anchor="ctr"/>
              <a:lstStyle/>
              <a:p>
                <a:pPr algn="ctr"/>
              </a:p>
            </p:txBody>
          </p:sp>
          <p:sp>
            <p:nvSpPr>
              <p:cNvPr id="1155" name="Noise cell"/>
              <p:cNvSpPr/>
              <p:nvPr/>
            </p:nvSpPr>
            <p:spPr>
              <a:xfrm>
                <a:off x="10021036" y="7516368"/>
                <a:ext cx="18770" cy="18928"/>
              </a:xfrm>
              <a:prstGeom prst="rect">
                <a:avLst/>
              </a:prstGeom>
              <a:solidFill>
                <a:srgbClr val="848484"/>
              </a:solidFill>
              <a:ln>
                <a:noFill/>
              </a:ln>
              <a:effectLst/>
            </p:spPr>
            <p:txBody>
              <a:bodyPr rtlCol="0" anchor="ctr"/>
              <a:lstStyle/>
              <a:p>
                <a:pPr algn="ctr"/>
              </a:p>
            </p:txBody>
          </p:sp>
          <p:sp>
            <p:nvSpPr>
              <p:cNvPr id="1156" name="Noise cell"/>
              <p:cNvSpPr/>
              <p:nvPr/>
            </p:nvSpPr>
            <p:spPr>
              <a:xfrm>
                <a:off x="10039166" y="7516368"/>
                <a:ext cx="18770" cy="18928"/>
              </a:xfrm>
              <a:prstGeom prst="rect">
                <a:avLst/>
              </a:prstGeom>
              <a:solidFill>
                <a:srgbClr val="7F7F7F"/>
              </a:solidFill>
              <a:ln>
                <a:noFill/>
              </a:ln>
              <a:effectLst/>
            </p:spPr>
            <p:txBody>
              <a:bodyPr rtlCol="0" anchor="ctr"/>
              <a:lstStyle/>
              <a:p>
                <a:pPr algn="ctr"/>
              </a:p>
            </p:txBody>
          </p:sp>
          <p:sp>
            <p:nvSpPr>
              <p:cNvPr id="1157" name="Noise cell"/>
              <p:cNvSpPr/>
              <p:nvPr/>
            </p:nvSpPr>
            <p:spPr>
              <a:xfrm>
                <a:off x="10057296" y="7516368"/>
                <a:ext cx="18770" cy="18928"/>
              </a:xfrm>
              <a:prstGeom prst="rect">
                <a:avLst/>
              </a:prstGeom>
              <a:solidFill>
                <a:srgbClr val="7D7D7D"/>
              </a:solidFill>
              <a:ln>
                <a:noFill/>
              </a:ln>
              <a:effectLst/>
            </p:spPr>
            <p:txBody>
              <a:bodyPr rtlCol="0" anchor="ctr"/>
              <a:lstStyle/>
              <a:p>
                <a:pPr algn="ctr"/>
              </a:p>
            </p:txBody>
          </p:sp>
          <p:sp>
            <p:nvSpPr>
              <p:cNvPr id="1158" name="Noise cell"/>
              <p:cNvSpPr/>
              <p:nvPr/>
            </p:nvSpPr>
            <p:spPr>
              <a:xfrm>
                <a:off x="10075427" y="7516368"/>
                <a:ext cx="18770" cy="18928"/>
              </a:xfrm>
              <a:prstGeom prst="rect">
                <a:avLst/>
              </a:prstGeom>
              <a:solidFill>
                <a:srgbClr val="7F7F7F"/>
              </a:solidFill>
              <a:ln>
                <a:noFill/>
              </a:ln>
              <a:effectLst/>
            </p:spPr>
            <p:txBody>
              <a:bodyPr rtlCol="0" anchor="ctr"/>
              <a:lstStyle/>
              <a:p>
                <a:pPr algn="ctr"/>
              </a:p>
            </p:txBody>
          </p:sp>
          <p:sp>
            <p:nvSpPr>
              <p:cNvPr id="1159" name="Noise cell"/>
              <p:cNvSpPr/>
              <p:nvPr/>
            </p:nvSpPr>
            <p:spPr>
              <a:xfrm>
                <a:off x="10093557" y="7516368"/>
                <a:ext cx="18770" cy="18928"/>
              </a:xfrm>
              <a:prstGeom prst="rect">
                <a:avLst/>
              </a:prstGeom>
              <a:solidFill>
                <a:srgbClr val="848484"/>
              </a:solidFill>
              <a:ln>
                <a:noFill/>
              </a:ln>
              <a:effectLst/>
            </p:spPr>
            <p:txBody>
              <a:bodyPr rtlCol="0" anchor="ctr"/>
              <a:lstStyle/>
              <a:p>
                <a:pPr algn="ctr"/>
              </a:p>
            </p:txBody>
          </p:sp>
          <p:sp>
            <p:nvSpPr>
              <p:cNvPr id="1160" name="Noise cell"/>
              <p:cNvSpPr/>
              <p:nvPr/>
            </p:nvSpPr>
            <p:spPr>
              <a:xfrm>
                <a:off x="10111687" y="7516368"/>
                <a:ext cx="18770" cy="18928"/>
              </a:xfrm>
              <a:prstGeom prst="rect">
                <a:avLst/>
              </a:prstGeom>
              <a:solidFill>
                <a:srgbClr val="9D9D9D"/>
              </a:solidFill>
              <a:ln>
                <a:noFill/>
              </a:ln>
              <a:effectLst/>
            </p:spPr>
            <p:txBody>
              <a:bodyPr rtlCol="0" anchor="ctr"/>
              <a:lstStyle/>
              <a:p>
                <a:pPr algn="ctr"/>
              </a:p>
            </p:txBody>
          </p:sp>
          <p:sp>
            <p:nvSpPr>
              <p:cNvPr id="1161" name="Noise cell"/>
              <p:cNvSpPr/>
              <p:nvPr/>
            </p:nvSpPr>
            <p:spPr>
              <a:xfrm>
                <a:off x="10129818" y="7516368"/>
                <a:ext cx="18770" cy="18928"/>
              </a:xfrm>
              <a:prstGeom prst="rect">
                <a:avLst/>
              </a:prstGeom>
              <a:solidFill>
                <a:srgbClr val="969696"/>
              </a:solidFill>
              <a:ln>
                <a:noFill/>
              </a:ln>
              <a:effectLst/>
            </p:spPr>
            <p:txBody>
              <a:bodyPr rtlCol="0" anchor="ctr"/>
              <a:lstStyle/>
              <a:p>
                <a:pPr algn="ctr"/>
              </a:p>
            </p:txBody>
          </p:sp>
          <p:sp>
            <p:nvSpPr>
              <p:cNvPr id="1162" name="Noise cell"/>
              <p:cNvSpPr/>
              <p:nvPr/>
            </p:nvSpPr>
            <p:spPr>
              <a:xfrm>
                <a:off x="10147948" y="7516368"/>
                <a:ext cx="18770" cy="18928"/>
              </a:xfrm>
              <a:prstGeom prst="rect">
                <a:avLst/>
              </a:prstGeom>
              <a:solidFill>
                <a:srgbClr val="7B7B7B"/>
              </a:solidFill>
              <a:ln>
                <a:noFill/>
              </a:ln>
              <a:effectLst/>
            </p:spPr>
            <p:txBody>
              <a:bodyPr rtlCol="0" anchor="ctr"/>
              <a:lstStyle/>
              <a:p>
                <a:pPr algn="ctr"/>
              </a:p>
            </p:txBody>
          </p:sp>
          <p:sp>
            <p:nvSpPr>
              <p:cNvPr id="1163" name="Noise cell"/>
              <p:cNvSpPr/>
              <p:nvPr/>
            </p:nvSpPr>
            <p:spPr>
              <a:xfrm>
                <a:off x="10166078" y="7516368"/>
                <a:ext cx="18770" cy="18928"/>
              </a:xfrm>
              <a:prstGeom prst="rect">
                <a:avLst/>
              </a:prstGeom>
              <a:solidFill>
                <a:srgbClr val="7C7C7C"/>
              </a:solidFill>
              <a:ln>
                <a:noFill/>
              </a:ln>
              <a:effectLst/>
            </p:spPr>
            <p:txBody>
              <a:bodyPr rtlCol="0" anchor="ctr"/>
              <a:lstStyle/>
              <a:p>
                <a:pPr algn="ctr"/>
              </a:p>
            </p:txBody>
          </p:sp>
          <p:sp>
            <p:nvSpPr>
              <p:cNvPr id="1164" name="Noise cell"/>
              <p:cNvSpPr/>
              <p:nvPr/>
            </p:nvSpPr>
            <p:spPr>
              <a:xfrm>
                <a:off x="10184209" y="7516368"/>
                <a:ext cx="18770" cy="18928"/>
              </a:xfrm>
              <a:prstGeom prst="rect">
                <a:avLst/>
              </a:prstGeom>
              <a:solidFill>
                <a:srgbClr val="7D7D7D"/>
              </a:solidFill>
              <a:ln>
                <a:noFill/>
              </a:ln>
              <a:effectLst/>
            </p:spPr>
            <p:txBody>
              <a:bodyPr rtlCol="0" anchor="ctr"/>
              <a:lstStyle/>
              <a:p>
                <a:pPr algn="ctr"/>
              </a:p>
            </p:txBody>
          </p:sp>
          <p:sp>
            <p:nvSpPr>
              <p:cNvPr id="1165" name="Noise cell"/>
              <p:cNvSpPr/>
              <p:nvPr/>
            </p:nvSpPr>
            <p:spPr>
              <a:xfrm>
                <a:off x="10202339" y="7516368"/>
                <a:ext cx="18770" cy="18928"/>
              </a:xfrm>
              <a:prstGeom prst="rect">
                <a:avLst/>
              </a:prstGeom>
              <a:solidFill>
                <a:srgbClr val="808080"/>
              </a:solidFill>
              <a:ln>
                <a:noFill/>
              </a:ln>
              <a:effectLst/>
            </p:spPr>
            <p:txBody>
              <a:bodyPr rtlCol="0" anchor="ctr"/>
              <a:lstStyle/>
              <a:p>
                <a:pPr algn="ctr"/>
              </a:p>
            </p:txBody>
          </p:sp>
          <p:sp>
            <p:nvSpPr>
              <p:cNvPr id="1166" name="Noise cell"/>
              <p:cNvSpPr/>
              <p:nvPr/>
            </p:nvSpPr>
            <p:spPr>
              <a:xfrm>
                <a:off x="10220470" y="7516368"/>
                <a:ext cx="18770" cy="18928"/>
              </a:xfrm>
              <a:prstGeom prst="rect">
                <a:avLst/>
              </a:prstGeom>
              <a:solidFill>
                <a:srgbClr val="767676"/>
              </a:solidFill>
              <a:ln>
                <a:noFill/>
              </a:ln>
              <a:effectLst/>
            </p:spPr>
            <p:txBody>
              <a:bodyPr rtlCol="0" anchor="ctr"/>
              <a:lstStyle/>
              <a:p>
                <a:pPr algn="ctr"/>
              </a:p>
            </p:txBody>
          </p:sp>
          <p:sp>
            <p:nvSpPr>
              <p:cNvPr id="1167" name="Noise cell"/>
              <p:cNvSpPr/>
              <p:nvPr/>
            </p:nvSpPr>
            <p:spPr>
              <a:xfrm>
                <a:off x="10238600" y="7516368"/>
                <a:ext cx="18770" cy="18928"/>
              </a:xfrm>
              <a:prstGeom prst="rect">
                <a:avLst/>
              </a:prstGeom>
              <a:solidFill>
                <a:srgbClr val="949494"/>
              </a:solidFill>
              <a:ln>
                <a:noFill/>
              </a:ln>
              <a:effectLst/>
            </p:spPr>
            <p:txBody>
              <a:bodyPr rtlCol="0" anchor="ctr"/>
              <a:lstStyle/>
              <a:p>
                <a:pPr algn="ctr"/>
              </a:p>
            </p:txBody>
          </p:sp>
          <p:sp>
            <p:nvSpPr>
              <p:cNvPr id="1168" name="Noise cell"/>
              <p:cNvSpPr/>
              <p:nvPr/>
            </p:nvSpPr>
            <p:spPr>
              <a:xfrm>
                <a:off x="10256730" y="7516368"/>
                <a:ext cx="18770" cy="18928"/>
              </a:xfrm>
              <a:prstGeom prst="rect">
                <a:avLst/>
              </a:prstGeom>
              <a:solidFill>
                <a:srgbClr val="818181"/>
              </a:solidFill>
              <a:ln>
                <a:noFill/>
              </a:ln>
              <a:effectLst/>
            </p:spPr>
            <p:txBody>
              <a:bodyPr rtlCol="0" anchor="ctr"/>
              <a:lstStyle/>
              <a:p>
                <a:pPr algn="ctr"/>
              </a:p>
            </p:txBody>
          </p:sp>
          <p:sp>
            <p:nvSpPr>
              <p:cNvPr id="1169" name="Noise cell"/>
              <p:cNvSpPr/>
              <p:nvPr/>
            </p:nvSpPr>
            <p:spPr>
              <a:xfrm>
                <a:off x="10274861" y="7516368"/>
                <a:ext cx="18770" cy="18928"/>
              </a:xfrm>
              <a:prstGeom prst="rect">
                <a:avLst/>
              </a:prstGeom>
              <a:solidFill>
                <a:srgbClr val="898989"/>
              </a:solidFill>
              <a:ln>
                <a:noFill/>
              </a:ln>
              <a:effectLst/>
            </p:spPr>
            <p:txBody>
              <a:bodyPr rtlCol="0" anchor="ctr"/>
              <a:lstStyle/>
              <a:p>
                <a:pPr algn="ctr"/>
              </a:p>
            </p:txBody>
          </p:sp>
          <p:sp>
            <p:nvSpPr>
              <p:cNvPr id="1170" name="Noise cell"/>
              <p:cNvSpPr/>
              <p:nvPr/>
            </p:nvSpPr>
            <p:spPr>
              <a:xfrm>
                <a:off x="10292991" y="7516368"/>
                <a:ext cx="18770" cy="18928"/>
              </a:xfrm>
              <a:prstGeom prst="rect">
                <a:avLst/>
              </a:prstGeom>
              <a:solidFill>
                <a:srgbClr val="8A8A8A"/>
              </a:solidFill>
              <a:ln>
                <a:noFill/>
              </a:ln>
              <a:effectLst/>
            </p:spPr>
            <p:txBody>
              <a:bodyPr rtlCol="0" anchor="ctr"/>
              <a:lstStyle/>
              <a:p>
                <a:pPr algn="ctr"/>
              </a:p>
            </p:txBody>
          </p:sp>
          <p:sp>
            <p:nvSpPr>
              <p:cNvPr id="1171" name="Noise cell"/>
              <p:cNvSpPr/>
              <p:nvPr/>
            </p:nvSpPr>
            <p:spPr>
              <a:xfrm>
                <a:off x="10311121" y="7516368"/>
                <a:ext cx="18770" cy="18928"/>
              </a:xfrm>
              <a:prstGeom prst="rect">
                <a:avLst/>
              </a:prstGeom>
              <a:solidFill>
                <a:srgbClr val="818181"/>
              </a:solidFill>
              <a:ln>
                <a:noFill/>
              </a:ln>
              <a:effectLst/>
            </p:spPr>
            <p:txBody>
              <a:bodyPr rtlCol="0" anchor="ctr"/>
              <a:lstStyle/>
              <a:p>
                <a:pPr algn="ctr"/>
              </a:p>
            </p:txBody>
          </p:sp>
          <p:sp>
            <p:nvSpPr>
              <p:cNvPr id="1172" name="Noise cell"/>
              <p:cNvSpPr/>
              <p:nvPr/>
            </p:nvSpPr>
            <p:spPr>
              <a:xfrm>
                <a:off x="10329252" y="7516368"/>
                <a:ext cx="18770" cy="18928"/>
              </a:xfrm>
              <a:prstGeom prst="rect">
                <a:avLst/>
              </a:prstGeom>
              <a:solidFill>
                <a:srgbClr val="787878"/>
              </a:solidFill>
              <a:ln>
                <a:noFill/>
              </a:ln>
              <a:effectLst/>
            </p:spPr>
            <p:txBody>
              <a:bodyPr rtlCol="0" anchor="ctr"/>
              <a:lstStyle/>
              <a:p>
                <a:pPr algn="ctr"/>
              </a:p>
            </p:txBody>
          </p:sp>
          <p:sp>
            <p:nvSpPr>
              <p:cNvPr id="1173" name="Noise cell"/>
              <p:cNvSpPr/>
              <p:nvPr/>
            </p:nvSpPr>
            <p:spPr>
              <a:xfrm>
                <a:off x="10347382" y="7516368"/>
                <a:ext cx="18770" cy="18928"/>
              </a:xfrm>
              <a:prstGeom prst="rect">
                <a:avLst/>
              </a:prstGeom>
              <a:solidFill>
                <a:srgbClr val="7A7A7A"/>
              </a:solidFill>
              <a:ln>
                <a:noFill/>
              </a:ln>
              <a:effectLst/>
            </p:spPr>
            <p:txBody>
              <a:bodyPr rtlCol="0" anchor="ctr"/>
              <a:lstStyle/>
              <a:p>
                <a:pPr algn="ctr"/>
              </a:p>
            </p:txBody>
          </p:sp>
          <p:sp>
            <p:nvSpPr>
              <p:cNvPr id="1174" name="Noise cell"/>
              <p:cNvSpPr/>
              <p:nvPr/>
            </p:nvSpPr>
            <p:spPr>
              <a:xfrm>
                <a:off x="10365512" y="7516368"/>
                <a:ext cx="18770" cy="18928"/>
              </a:xfrm>
              <a:prstGeom prst="rect">
                <a:avLst/>
              </a:prstGeom>
              <a:solidFill>
                <a:srgbClr val="6D6D6D"/>
              </a:solidFill>
              <a:ln>
                <a:noFill/>
              </a:ln>
              <a:effectLst/>
            </p:spPr>
            <p:txBody>
              <a:bodyPr rtlCol="0" anchor="ctr"/>
              <a:lstStyle/>
              <a:p>
                <a:pPr algn="ctr"/>
              </a:p>
            </p:txBody>
          </p:sp>
          <p:sp>
            <p:nvSpPr>
              <p:cNvPr id="1175" name="Noise cell"/>
              <p:cNvSpPr/>
              <p:nvPr/>
            </p:nvSpPr>
            <p:spPr>
              <a:xfrm>
                <a:off x="10383643" y="7516368"/>
                <a:ext cx="18770" cy="18928"/>
              </a:xfrm>
              <a:prstGeom prst="rect">
                <a:avLst/>
              </a:prstGeom>
              <a:solidFill>
                <a:srgbClr val="7E7E7E"/>
              </a:solidFill>
              <a:ln>
                <a:noFill/>
              </a:ln>
              <a:effectLst/>
            </p:spPr>
            <p:txBody>
              <a:bodyPr rtlCol="0" anchor="ctr"/>
              <a:lstStyle/>
              <a:p>
                <a:pPr algn="ctr"/>
              </a:p>
            </p:txBody>
          </p:sp>
          <p:sp>
            <p:nvSpPr>
              <p:cNvPr id="1176" name="Noise cell"/>
              <p:cNvSpPr/>
              <p:nvPr/>
            </p:nvSpPr>
            <p:spPr>
              <a:xfrm>
                <a:off x="10401773" y="7516368"/>
                <a:ext cx="18770" cy="18928"/>
              </a:xfrm>
              <a:prstGeom prst="rect">
                <a:avLst/>
              </a:prstGeom>
              <a:solidFill>
                <a:srgbClr val="828282"/>
              </a:solidFill>
              <a:ln>
                <a:noFill/>
              </a:ln>
              <a:effectLst/>
            </p:spPr>
            <p:txBody>
              <a:bodyPr rtlCol="0" anchor="ctr"/>
              <a:lstStyle/>
              <a:p>
                <a:pPr algn="ctr"/>
              </a:p>
            </p:txBody>
          </p:sp>
          <p:sp>
            <p:nvSpPr>
              <p:cNvPr id="1177" name="Noise cell"/>
              <p:cNvSpPr/>
              <p:nvPr/>
            </p:nvSpPr>
            <p:spPr>
              <a:xfrm>
                <a:off x="10419903" y="7516368"/>
                <a:ext cx="18770" cy="18928"/>
              </a:xfrm>
              <a:prstGeom prst="rect">
                <a:avLst/>
              </a:prstGeom>
              <a:solidFill>
                <a:srgbClr val="939393"/>
              </a:solidFill>
              <a:ln>
                <a:noFill/>
              </a:ln>
              <a:effectLst/>
            </p:spPr>
            <p:txBody>
              <a:bodyPr rtlCol="0" anchor="ctr"/>
              <a:lstStyle/>
              <a:p>
                <a:pPr algn="ctr"/>
              </a:p>
            </p:txBody>
          </p:sp>
          <p:sp>
            <p:nvSpPr>
              <p:cNvPr id="1178" name="Noise cell"/>
              <p:cNvSpPr/>
              <p:nvPr/>
            </p:nvSpPr>
            <p:spPr>
              <a:xfrm>
                <a:off x="10438034" y="7516368"/>
                <a:ext cx="18770" cy="18928"/>
              </a:xfrm>
              <a:prstGeom prst="rect">
                <a:avLst/>
              </a:prstGeom>
              <a:solidFill>
                <a:srgbClr val="7D7D7D"/>
              </a:solidFill>
              <a:ln>
                <a:noFill/>
              </a:ln>
              <a:effectLst/>
            </p:spPr>
            <p:txBody>
              <a:bodyPr rtlCol="0" anchor="ctr"/>
              <a:lstStyle/>
              <a:p>
                <a:pPr algn="ctr"/>
              </a:p>
            </p:txBody>
          </p:sp>
          <p:sp>
            <p:nvSpPr>
              <p:cNvPr id="1179" name="Noise cell"/>
              <p:cNvSpPr/>
              <p:nvPr/>
            </p:nvSpPr>
            <p:spPr>
              <a:xfrm>
                <a:off x="10456164" y="7516368"/>
                <a:ext cx="18770" cy="18928"/>
              </a:xfrm>
              <a:prstGeom prst="rect">
                <a:avLst/>
              </a:prstGeom>
              <a:solidFill>
                <a:srgbClr val="919191"/>
              </a:solidFill>
              <a:ln>
                <a:noFill/>
              </a:ln>
              <a:effectLst/>
            </p:spPr>
            <p:txBody>
              <a:bodyPr rtlCol="0" anchor="ctr"/>
              <a:lstStyle/>
              <a:p>
                <a:pPr algn="ctr"/>
              </a:p>
            </p:txBody>
          </p:sp>
          <p:sp>
            <p:nvSpPr>
              <p:cNvPr id="1180" name="Noise cell"/>
              <p:cNvSpPr/>
              <p:nvPr/>
            </p:nvSpPr>
            <p:spPr>
              <a:xfrm>
                <a:off x="10474294" y="7516368"/>
                <a:ext cx="18770" cy="18928"/>
              </a:xfrm>
              <a:prstGeom prst="rect">
                <a:avLst/>
              </a:prstGeom>
              <a:solidFill>
                <a:srgbClr val="797979"/>
              </a:solidFill>
              <a:ln>
                <a:noFill/>
              </a:ln>
              <a:effectLst/>
            </p:spPr>
            <p:txBody>
              <a:bodyPr rtlCol="0" anchor="ctr"/>
              <a:lstStyle/>
              <a:p>
                <a:pPr algn="ctr"/>
              </a:p>
            </p:txBody>
          </p:sp>
          <p:sp>
            <p:nvSpPr>
              <p:cNvPr id="1181" name="Noise cell"/>
              <p:cNvSpPr/>
              <p:nvPr/>
            </p:nvSpPr>
            <p:spPr>
              <a:xfrm>
                <a:off x="10492425" y="7516368"/>
                <a:ext cx="18770" cy="18928"/>
              </a:xfrm>
              <a:prstGeom prst="rect">
                <a:avLst/>
              </a:prstGeom>
              <a:solidFill>
                <a:srgbClr val="797979"/>
              </a:solidFill>
              <a:ln>
                <a:noFill/>
              </a:ln>
              <a:effectLst/>
            </p:spPr>
            <p:txBody>
              <a:bodyPr rtlCol="0" anchor="ctr"/>
              <a:lstStyle/>
              <a:p>
                <a:pPr algn="ctr"/>
              </a:p>
            </p:txBody>
          </p:sp>
          <p:sp>
            <p:nvSpPr>
              <p:cNvPr id="1182" name="Noise cell"/>
              <p:cNvSpPr/>
              <p:nvPr/>
            </p:nvSpPr>
            <p:spPr>
              <a:xfrm>
                <a:off x="10510555" y="7516368"/>
                <a:ext cx="18770" cy="18928"/>
              </a:xfrm>
              <a:prstGeom prst="rect">
                <a:avLst/>
              </a:prstGeom>
              <a:solidFill>
                <a:srgbClr val="888888"/>
              </a:solidFill>
              <a:ln>
                <a:noFill/>
              </a:ln>
              <a:effectLst/>
            </p:spPr>
            <p:txBody>
              <a:bodyPr rtlCol="0" anchor="ctr"/>
              <a:lstStyle/>
              <a:p>
                <a:pPr algn="ctr"/>
              </a:p>
            </p:txBody>
          </p:sp>
          <p:sp>
            <p:nvSpPr>
              <p:cNvPr id="1183" name="Noise cell"/>
              <p:cNvSpPr/>
              <p:nvPr/>
            </p:nvSpPr>
            <p:spPr>
              <a:xfrm>
                <a:off x="10528685" y="7516368"/>
                <a:ext cx="18770" cy="18928"/>
              </a:xfrm>
              <a:prstGeom prst="rect">
                <a:avLst/>
              </a:prstGeom>
              <a:solidFill>
                <a:srgbClr val="6F6F6F"/>
              </a:solidFill>
              <a:ln>
                <a:noFill/>
              </a:ln>
              <a:effectLst/>
            </p:spPr>
            <p:txBody>
              <a:bodyPr rtlCol="0" anchor="ctr"/>
              <a:lstStyle/>
              <a:p>
                <a:pPr algn="ctr"/>
              </a:p>
            </p:txBody>
          </p:sp>
          <p:sp>
            <p:nvSpPr>
              <p:cNvPr id="1184" name="Noise cell"/>
              <p:cNvSpPr/>
              <p:nvPr/>
            </p:nvSpPr>
            <p:spPr>
              <a:xfrm>
                <a:off x="10546816" y="7516368"/>
                <a:ext cx="18770" cy="18928"/>
              </a:xfrm>
              <a:prstGeom prst="rect">
                <a:avLst/>
              </a:prstGeom>
              <a:solidFill>
                <a:srgbClr val="7E7E7E"/>
              </a:solidFill>
              <a:ln>
                <a:noFill/>
              </a:ln>
              <a:effectLst/>
            </p:spPr>
            <p:txBody>
              <a:bodyPr rtlCol="0" anchor="ctr"/>
              <a:lstStyle/>
              <a:p>
                <a:pPr algn="ctr"/>
              </a:p>
            </p:txBody>
          </p:sp>
          <p:sp>
            <p:nvSpPr>
              <p:cNvPr id="1185" name="Noise cell"/>
              <p:cNvSpPr/>
              <p:nvPr/>
            </p:nvSpPr>
            <p:spPr>
              <a:xfrm>
                <a:off x="10564946" y="7516368"/>
                <a:ext cx="18770" cy="18928"/>
              </a:xfrm>
              <a:prstGeom prst="rect">
                <a:avLst/>
              </a:prstGeom>
              <a:solidFill>
                <a:srgbClr val="777777"/>
              </a:solidFill>
              <a:ln>
                <a:noFill/>
              </a:ln>
              <a:effectLst/>
            </p:spPr>
            <p:txBody>
              <a:bodyPr rtlCol="0" anchor="ctr"/>
              <a:lstStyle/>
              <a:p>
                <a:pPr algn="ctr"/>
              </a:p>
            </p:txBody>
          </p:sp>
          <p:sp>
            <p:nvSpPr>
              <p:cNvPr id="1186" name="Noise cell"/>
              <p:cNvSpPr/>
              <p:nvPr/>
            </p:nvSpPr>
            <p:spPr>
              <a:xfrm>
                <a:off x="10583076" y="7516368"/>
                <a:ext cx="18770" cy="18928"/>
              </a:xfrm>
              <a:prstGeom prst="rect">
                <a:avLst/>
              </a:prstGeom>
              <a:solidFill>
                <a:srgbClr val="7F7F7F"/>
              </a:solidFill>
              <a:ln>
                <a:noFill/>
              </a:ln>
              <a:effectLst/>
            </p:spPr>
            <p:txBody>
              <a:bodyPr rtlCol="0" anchor="ctr"/>
              <a:lstStyle/>
              <a:p>
                <a:pPr algn="ctr"/>
              </a:p>
            </p:txBody>
          </p:sp>
          <p:sp>
            <p:nvSpPr>
              <p:cNvPr id="1187" name="Noise cell"/>
              <p:cNvSpPr/>
              <p:nvPr/>
            </p:nvSpPr>
            <p:spPr>
              <a:xfrm>
                <a:off x="10601207" y="7516368"/>
                <a:ext cx="18770" cy="18928"/>
              </a:xfrm>
              <a:prstGeom prst="rect">
                <a:avLst/>
              </a:prstGeom>
              <a:solidFill>
                <a:srgbClr val="959595"/>
              </a:solidFill>
              <a:ln>
                <a:noFill/>
              </a:ln>
              <a:effectLst/>
            </p:spPr>
            <p:txBody>
              <a:bodyPr rtlCol="0" anchor="ctr"/>
              <a:lstStyle/>
              <a:p>
                <a:pPr algn="ctr"/>
              </a:p>
            </p:txBody>
          </p:sp>
          <p:sp>
            <p:nvSpPr>
              <p:cNvPr id="1188" name="Noise cell"/>
              <p:cNvSpPr/>
              <p:nvPr/>
            </p:nvSpPr>
            <p:spPr>
              <a:xfrm>
                <a:off x="10619337" y="7516368"/>
                <a:ext cx="18770" cy="18928"/>
              </a:xfrm>
              <a:prstGeom prst="rect">
                <a:avLst/>
              </a:prstGeom>
              <a:solidFill>
                <a:srgbClr val="797979"/>
              </a:solidFill>
              <a:ln>
                <a:noFill/>
              </a:ln>
              <a:effectLst/>
            </p:spPr>
            <p:txBody>
              <a:bodyPr rtlCol="0" anchor="ctr"/>
              <a:lstStyle/>
              <a:p>
                <a:pPr algn="ctr"/>
              </a:p>
            </p:txBody>
          </p:sp>
          <p:sp>
            <p:nvSpPr>
              <p:cNvPr id="1189" name="Noise cell"/>
              <p:cNvSpPr/>
              <p:nvPr/>
            </p:nvSpPr>
            <p:spPr>
              <a:xfrm>
                <a:off x="10637467" y="7516368"/>
                <a:ext cx="18770" cy="18928"/>
              </a:xfrm>
              <a:prstGeom prst="rect">
                <a:avLst/>
              </a:prstGeom>
              <a:solidFill>
                <a:srgbClr val="777777"/>
              </a:solidFill>
              <a:ln>
                <a:noFill/>
              </a:ln>
              <a:effectLst/>
            </p:spPr>
            <p:txBody>
              <a:bodyPr rtlCol="0" anchor="ctr"/>
              <a:lstStyle/>
              <a:p>
                <a:pPr algn="ctr"/>
              </a:p>
            </p:txBody>
          </p:sp>
          <p:sp>
            <p:nvSpPr>
              <p:cNvPr id="1190" name="Noise cell"/>
              <p:cNvSpPr/>
              <p:nvPr/>
            </p:nvSpPr>
            <p:spPr>
              <a:xfrm>
                <a:off x="10655598" y="7516368"/>
                <a:ext cx="18770" cy="18928"/>
              </a:xfrm>
              <a:prstGeom prst="rect">
                <a:avLst/>
              </a:prstGeom>
              <a:solidFill>
                <a:srgbClr val="8D8D8D"/>
              </a:solidFill>
              <a:ln>
                <a:noFill/>
              </a:ln>
              <a:effectLst/>
            </p:spPr>
            <p:txBody>
              <a:bodyPr rtlCol="0" anchor="ctr"/>
              <a:lstStyle/>
              <a:p>
                <a:pPr algn="ctr"/>
              </a:p>
            </p:txBody>
          </p:sp>
          <p:sp>
            <p:nvSpPr>
              <p:cNvPr id="1191" name="Noise cell"/>
              <p:cNvSpPr/>
              <p:nvPr/>
            </p:nvSpPr>
            <p:spPr>
              <a:xfrm>
                <a:off x="10673728" y="7516368"/>
                <a:ext cx="18770" cy="18928"/>
              </a:xfrm>
              <a:prstGeom prst="rect">
                <a:avLst/>
              </a:prstGeom>
              <a:solidFill>
                <a:srgbClr val="838383"/>
              </a:solidFill>
              <a:ln>
                <a:noFill/>
              </a:ln>
              <a:effectLst/>
            </p:spPr>
            <p:txBody>
              <a:bodyPr rtlCol="0" anchor="ctr"/>
              <a:lstStyle/>
              <a:p>
                <a:pPr algn="ctr"/>
              </a:p>
            </p:txBody>
          </p:sp>
          <p:sp>
            <p:nvSpPr>
              <p:cNvPr id="1192" name="Noise cell"/>
              <p:cNvSpPr/>
              <p:nvPr/>
            </p:nvSpPr>
            <p:spPr>
              <a:xfrm>
                <a:off x="10691858" y="7516368"/>
                <a:ext cx="18770" cy="18928"/>
              </a:xfrm>
              <a:prstGeom prst="rect">
                <a:avLst/>
              </a:prstGeom>
              <a:solidFill>
                <a:srgbClr val="5E5E5E"/>
              </a:solidFill>
              <a:ln>
                <a:noFill/>
              </a:ln>
              <a:effectLst/>
            </p:spPr>
            <p:txBody>
              <a:bodyPr rtlCol="0" anchor="ctr"/>
              <a:lstStyle/>
              <a:p>
                <a:pPr algn="ctr"/>
              </a:p>
            </p:txBody>
          </p:sp>
          <p:sp>
            <p:nvSpPr>
              <p:cNvPr id="1193" name="Noise cell"/>
              <p:cNvSpPr/>
              <p:nvPr/>
            </p:nvSpPr>
            <p:spPr>
              <a:xfrm>
                <a:off x="10709989" y="7516368"/>
                <a:ext cx="18770" cy="18928"/>
              </a:xfrm>
              <a:prstGeom prst="rect">
                <a:avLst/>
              </a:prstGeom>
              <a:solidFill>
                <a:srgbClr val="7C7C7C"/>
              </a:solidFill>
              <a:ln>
                <a:noFill/>
              </a:ln>
              <a:effectLst/>
            </p:spPr>
            <p:txBody>
              <a:bodyPr rtlCol="0" anchor="ctr"/>
              <a:lstStyle/>
              <a:p>
                <a:pPr algn="ctr"/>
              </a:p>
            </p:txBody>
          </p:sp>
          <p:sp>
            <p:nvSpPr>
              <p:cNvPr id="1194" name="Noise cell"/>
              <p:cNvSpPr/>
              <p:nvPr/>
            </p:nvSpPr>
            <p:spPr>
              <a:xfrm>
                <a:off x="10728119" y="7516368"/>
                <a:ext cx="18770" cy="18928"/>
              </a:xfrm>
              <a:prstGeom prst="rect">
                <a:avLst/>
              </a:prstGeom>
              <a:solidFill>
                <a:srgbClr val="808080"/>
              </a:solidFill>
              <a:ln>
                <a:noFill/>
              </a:ln>
              <a:effectLst/>
            </p:spPr>
            <p:txBody>
              <a:bodyPr rtlCol="0" anchor="ctr"/>
              <a:lstStyle/>
              <a:p>
                <a:pPr algn="ctr"/>
              </a:p>
            </p:txBody>
          </p:sp>
          <p:sp>
            <p:nvSpPr>
              <p:cNvPr id="1195" name="Noise cell"/>
              <p:cNvSpPr/>
              <p:nvPr/>
            </p:nvSpPr>
            <p:spPr>
              <a:xfrm>
                <a:off x="10746250" y="7516368"/>
                <a:ext cx="18770" cy="18928"/>
              </a:xfrm>
              <a:prstGeom prst="rect">
                <a:avLst/>
              </a:prstGeom>
              <a:solidFill>
                <a:srgbClr val="9A9A9A"/>
              </a:solidFill>
              <a:ln>
                <a:noFill/>
              </a:ln>
              <a:effectLst/>
            </p:spPr>
            <p:txBody>
              <a:bodyPr rtlCol="0" anchor="ctr"/>
              <a:lstStyle/>
              <a:p>
                <a:pPr algn="ctr"/>
              </a:p>
            </p:txBody>
          </p:sp>
          <p:sp>
            <p:nvSpPr>
              <p:cNvPr id="1196" name="Noise cell"/>
              <p:cNvSpPr/>
              <p:nvPr/>
            </p:nvSpPr>
            <p:spPr>
              <a:xfrm>
                <a:off x="10764380" y="7516368"/>
                <a:ext cx="18770" cy="18928"/>
              </a:xfrm>
              <a:prstGeom prst="rect">
                <a:avLst/>
              </a:prstGeom>
              <a:solidFill>
                <a:srgbClr val="7C7C7C"/>
              </a:solidFill>
              <a:ln>
                <a:noFill/>
              </a:ln>
              <a:effectLst/>
            </p:spPr>
            <p:txBody>
              <a:bodyPr rtlCol="0" anchor="ctr"/>
              <a:lstStyle/>
              <a:p>
                <a:pPr algn="ctr"/>
              </a:p>
            </p:txBody>
          </p:sp>
          <p:sp>
            <p:nvSpPr>
              <p:cNvPr id="1197" name="Noise cell"/>
              <p:cNvSpPr/>
              <p:nvPr/>
            </p:nvSpPr>
            <p:spPr>
              <a:xfrm>
                <a:off x="10782510" y="7516368"/>
                <a:ext cx="18770" cy="18928"/>
              </a:xfrm>
              <a:prstGeom prst="rect">
                <a:avLst/>
              </a:prstGeom>
              <a:solidFill>
                <a:srgbClr val="666666"/>
              </a:solidFill>
              <a:ln>
                <a:noFill/>
              </a:ln>
              <a:effectLst/>
            </p:spPr>
            <p:txBody>
              <a:bodyPr rtlCol="0" anchor="ctr"/>
              <a:lstStyle/>
              <a:p>
                <a:pPr algn="ctr"/>
              </a:p>
            </p:txBody>
          </p:sp>
          <p:sp>
            <p:nvSpPr>
              <p:cNvPr id="1198" name="Noise cell"/>
              <p:cNvSpPr/>
              <p:nvPr/>
            </p:nvSpPr>
            <p:spPr>
              <a:xfrm>
                <a:off x="10800641" y="7516368"/>
                <a:ext cx="18770" cy="18928"/>
              </a:xfrm>
              <a:prstGeom prst="rect">
                <a:avLst/>
              </a:prstGeom>
              <a:solidFill>
                <a:srgbClr val="7B7B7B"/>
              </a:solidFill>
              <a:ln>
                <a:noFill/>
              </a:ln>
              <a:effectLst/>
            </p:spPr>
            <p:txBody>
              <a:bodyPr rtlCol="0" anchor="ctr"/>
              <a:lstStyle/>
              <a:p>
                <a:pPr algn="ctr"/>
              </a:p>
            </p:txBody>
          </p:sp>
          <p:sp>
            <p:nvSpPr>
              <p:cNvPr id="1199" name="Noise cell"/>
              <p:cNvSpPr/>
              <p:nvPr/>
            </p:nvSpPr>
            <p:spPr>
              <a:xfrm>
                <a:off x="10818771" y="7516368"/>
                <a:ext cx="18770" cy="18928"/>
              </a:xfrm>
              <a:prstGeom prst="rect">
                <a:avLst/>
              </a:prstGeom>
              <a:solidFill>
                <a:srgbClr val="8B8B8B"/>
              </a:solidFill>
              <a:ln>
                <a:noFill/>
              </a:ln>
              <a:effectLst/>
            </p:spPr>
            <p:txBody>
              <a:bodyPr rtlCol="0" anchor="ctr"/>
              <a:lstStyle/>
              <a:p>
                <a:pPr algn="ctr"/>
              </a:p>
            </p:txBody>
          </p:sp>
          <p:sp>
            <p:nvSpPr>
              <p:cNvPr id="1200" name="Noise cell"/>
              <p:cNvSpPr/>
              <p:nvPr/>
            </p:nvSpPr>
            <p:spPr>
              <a:xfrm>
                <a:off x="10836901" y="7516368"/>
                <a:ext cx="18770" cy="18928"/>
              </a:xfrm>
              <a:prstGeom prst="rect">
                <a:avLst/>
              </a:prstGeom>
              <a:solidFill>
                <a:srgbClr val="828282"/>
              </a:solidFill>
              <a:ln>
                <a:noFill/>
              </a:ln>
              <a:effectLst/>
            </p:spPr>
            <p:txBody>
              <a:bodyPr rtlCol="0" anchor="ctr"/>
              <a:lstStyle/>
              <a:p>
                <a:pPr algn="ctr"/>
              </a:p>
            </p:txBody>
          </p:sp>
          <p:sp>
            <p:nvSpPr>
              <p:cNvPr id="1201" name="Noise cell"/>
              <p:cNvSpPr/>
              <p:nvPr/>
            </p:nvSpPr>
            <p:spPr>
              <a:xfrm>
                <a:off x="10855032" y="7516368"/>
                <a:ext cx="18770" cy="18928"/>
              </a:xfrm>
              <a:prstGeom prst="rect">
                <a:avLst/>
              </a:prstGeom>
              <a:solidFill>
                <a:srgbClr val="6C6C6C"/>
              </a:solidFill>
              <a:ln>
                <a:noFill/>
              </a:ln>
              <a:effectLst/>
            </p:spPr>
            <p:txBody>
              <a:bodyPr rtlCol="0" anchor="ctr"/>
              <a:lstStyle/>
              <a:p>
                <a:pPr algn="ctr"/>
              </a:p>
            </p:txBody>
          </p:sp>
          <p:sp>
            <p:nvSpPr>
              <p:cNvPr id="1202" name="Noise cell"/>
              <p:cNvSpPr/>
              <p:nvPr/>
            </p:nvSpPr>
            <p:spPr>
              <a:xfrm>
                <a:off x="10873162" y="7516368"/>
                <a:ext cx="18770" cy="18928"/>
              </a:xfrm>
              <a:prstGeom prst="rect">
                <a:avLst/>
              </a:prstGeom>
              <a:solidFill>
                <a:srgbClr val="777777"/>
              </a:solidFill>
              <a:ln>
                <a:noFill/>
              </a:ln>
              <a:effectLst/>
            </p:spPr>
            <p:txBody>
              <a:bodyPr rtlCol="0" anchor="ctr"/>
              <a:lstStyle/>
              <a:p>
                <a:pPr algn="ctr"/>
              </a:p>
            </p:txBody>
          </p:sp>
          <p:sp>
            <p:nvSpPr>
              <p:cNvPr id="1203" name="Noise cell"/>
              <p:cNvSpPr/>
              <p:nvPr/>
            </p:nvSpPr>
            <p:spPr>
              <a:xfrm>
                <a:off x="10891292" y="7516368"/>
                <a:ext cx="18770" cy="18928"/>
              </a:xfrm>
              <a:prstGeom prst="rect">
                <a:avLst/>
              </a:prstGeom>
              <a:solidFill>
                <a:srgbClr val="797979"/>
              </a:solidFill>
              <a:ln>
                <a:noFill/>
              </a:ln>
              <a:effectLst/>
            </p:spPr>
            <p:txBody>
              <a:bodyPr rtlCol="0" anchor="ctr"/>
              <a:lstStyle/>
              <a:p>
                <a:pPr algn="ctr"/>
              </a:p>
            </p:txBody>
          </p:sp>
          <p:sp>
            <p:nvSpPr>
              <p:cNvPr id="1204" name="Noise cell"/>
              <p:cNvSpPr/>
              <p:nvPr/>
            </p:nvSpPr>
            <p:spPr>
              <a:xfrm>
                <a:off x="10909423" y="7516368"/>
                <a:ext cx="18770" cy="18928"/>
              </a:xfrm>
              <a:prstGeom prst="rect">
                <a:avLst/>
              </a:prstGeom>
              <a:solidFill>
                <a:srgbClr val="919191"/>
              </a:solidFill>
              <a:ln>
                <a:noFill/>
              </a:ln>
              <a:effectLst/>
            </p:spPr>
            <p:txBody>
              <a:bodyPr rtlCol="0" anchor="ctr"/>
              <a:lstStyle/>
              <a:p>
                <a:pPr algn="ctr"/>
              </a:p>
            </p:txBody>
          </p:sp>
          <p:sp>
            <p:nvSpPr>
              <p:cNvPr id="1205" name="Noise cell"/>
              <p:cNvSpPr/>
              <p:nvPr/>
            </p:nvSpPr>
            <p:spPr>
              <a:xfrm>
                <a:off x="10927553" y="7516368"/>
                <a:ext cx="18770" cy="18928"/>
              </a:xfrm>
              <a:prstGeom prst="rect">
                <a:avLst/>
              </a:prstGeom>
              <a:solidFill>
                <a:srgbClr val="8C8C8C"/>
              </a:solidFill>
              <a:ln>
                <a:noFill/>
              </a:ln>
              <a:effectLst/>
            </p:spPr>
            <p:txBody>
              <a:bodyPr rtlCol="0" anchor="ctr"/>
              <a:lstStyle/>
              <a:p>
                <a:pPr algn="ctr"/>
              </a:p>
            </p:txBody>
          </p:sp>
          <p:sp>
            <p:nvSpPr>
              <p:cNvPr id="1206" name="Noise cell"/>
              <p:cNvSpPr/>
              <p:nvPr/>
            </p:nvSpPr>
            <p:spPr>
              <a:xfrm>
                <a:off x="10945683" y="7516368"/>
                <a:ext cx="18770" cy="18928"/>
              </a:xfrm>
              <a:prstGeom prst="rect">
                <a:avLst/>
              </a:prstGeom>
              <a:solidFill>
                <a:srgbClr val="767676"/>
              </a:solidFill>
              <a:ln>
                <a:noFill/>
              </a:ln>
              <a:effectLst/>
            </p:spPr>
            <p:txBody>
              <a:bodyPr rtlCol="0" anchor="ctr"/>
              <a:lstStyle/>
              <a:p>
                <a:pPr algn="ctr"/>
              </a:p>
            </p:txBody>
          </p:sp>
          <p:sp>
            <p:nvSpPr>
              <p:cNvPr id="1207" name="Noise cell"/>
              <p:cNvSpPr/>
              <p:nvPr/>
            </p:nvSpPr>
            <p:spPr>
              <a:xfrm>
                <a:off x="10963814" y="7516368"/>
                <a:ext cx="18770" cy="18928"/>
              </a:xfrm>
              <a:prstGeom prst="rect">
                <a:avLst/>
              </a:prstGeom>
              <a:solidFill>
                <a:srgbClr val="979797"/>
              </a:solidFill>
              <a:ln>
                <a:noFill/>
              </a:ln>
              <a:effectLst/>
            </p:spPr>
            <p:txBody>
              <a:bodyPr rtlCol="0" anchor="ctr"/>
              <a:lstStyle/>
              <a:p>
                <a:pPr algn="ctr"/>
              </a:p>
            </p:txBody>
          </p:sp>
          <p:sp>
            <p:nvSpPr>
              <p:cNvPr id="1208" name="Noise cell"/>
              <p:cNvSpPr/>
              <p:nvPr/>
            </p:nvSpPr>
            <p:spPr>
              <a:xfrm>
                <a:off x="9930384" y="7534656"/>
                <a:ext cx="18770" cy="18928"/>
              </a:xfrm>
              <a:prstGeom prst="rect">
                <a:avLst/>
              </a:prstGeom>
              <a:solidFill>
                <a:srgbClr val="949494"/>
              </a:solidFill>
              <a:ln>
                <a:noFill/>
              </a:ln>
              <a:effectLst/>
            </p:spPr>
            <p:txBody>
              <a:bodyPr rtlCol="0" anchor="ctr"/>
              <a:lstStyle/>
              <a:p>
                <a:pPr algn="ctr"/>
              </a:p>
            </p:txBody>
          </p:sp>
          <p:sp>
            <p:nvSpPr>
              <p:cNvPr id="1209" name="Noise cell"/>
              <p:cNvSpPr/>
              <p:nvPr/>
            </p:nvSpPr>
            <p:spPr>
              <a:xfrm>
                <a:off x="9948514" y="7534656"/>
                <a:ext cx="18770" cy="18928"/>
              </a:xfrm>
              <a:prstGeom prst="rect">
                <a:avLst/>
              </a:prstGeom>
              <a:solidFill>
                <a:srgbClr val="828282"/>
              </a:solidFill>
              <a:ln>
                <a:noFill/>
              </a:ln>
              <a:effectLst/>
            </p:spPr>
            <p:txBody>
              <a:bodyPr rtlCol="0" anchor="ctr"/>
              <a:lstStyle/>
              <a:p>
                <a:pPr algn="ctr"/>
              </a:p>
            </p:txBody>
          </p:sp>
          <p:sp>
            <p:nvSpPr>
              <p:cNvPr id="1210" name="Noise cell"/>
              <p:cNvSpPr/>
              <p:nvPr/>
            </p:nvSpPr>
            <p:spPr>
              <a:xfrm>
                <a:off x="9966645" y="7534656"/>
                <a:ext cx="18770" cy="18928"/>
              </a:xfrm>
              <a:prstGeom prst="rect">
                <a:avLst/>
              </a:prstGeom>
              <a:solidFill>
                <a:srgbClr val="8A8A8A"/>
              </a:solidFill>
              <a:ln>
                <a:noFill/>
              </a:ln>
              <a:effectLst/>
            </p:spPr>
            <p:txBody>
              <a:bodyPr rtlCol="0" anchor="ctr"/>
              <a:lstStyle/>
              <a:p>
                <a:pPr algn="ctr"/>
              </a:p>
            </p:txBody>
          </p:sp>
          <p:sp>
            <p:nvSpPr>
              <p:cNvPr id="1211" name="Noise cell"/>
              <p:cNvSpPr/>
              <p:nvPr/>
            </p:nvSpPr>
            <p:spPr>
              <a:xfrm>
                <a:off x="9984775" y="7534656"/>
                <a:ext cx="18770" cy="18928"/>
              </a:xfrm>
              <a:prstGeom prst="rect">
                <a:avLst/>
              </a:prstGeom>
              <a:solidFill>
                <a:srgbClr val="777777"/>
              </a:solidFill>
              <a:ln>
                <a:noFill/>
              </a:ln>
              <a:effectLst/>
            </p:spPr>
            <p:txBody>
              <a:bodyPr rtlCol="0" anchor="ctr"/>
              <a:lstStyle/>
              <a:p>
                <a:pPr algn="ctr"/>
              </a:p>
            </p:txBody>
          </p:sp>
          <p:sp>
            <p:nvSpPr>
              <p:cNvPr id="1212" name="Noise cell"/>
              <p:cNvSpPr/>
              <p:nvPr/>
            </p:nvSpPr>
            <p:spPr>
              <a:xfrm>
                <a:off x="10002905" y="7534656"/>
                <a:ext cx="18770" cy="18928"/>
              </a:xfrm>
              <a:prstGeom prst="rect">
                <a:avLst/>
              </a:prstGeom>
              <a:solidFill>
                <a:srgbClr val="727272"/>
              </a:solidFill>
              <a:ln>
                <a:noFill/>
              </a:ln>
              <a:effectLst/>
            </p:spPr>
            <p:txBody>
              <a:bodyPr rtlCol="0" anchor="ctr"/>
              <a:lstStyle/>
              <a:p>
                <a:pPr algn="ctr"/>
              </a:p>
            </p:txBody>
          </p:sp>
          <p:sp>
            <p:nvSpPr>
              <p:cNvPr id="1213" name="Noise cell"/>
              <p:cNvSpPr/>
              <p:nvPr/>
            </p:nvSpPr>
            <p:spPr>
              <a:xfrm>
                <a:off x="10021036" y="7534656"/>
                <a:ext cx="18770" cy="18928"/>
              </a:xfrm>
              <a:prstGeom prst="rect">
                <a:avLst/>
              </a:prstGeom>
              <a:solidFill>
                <a:srgbClr val="8D8D8D"/>
              </a:solidFill>
              <a:ln>
                <a:noFill/>
              </a:ln>
              <a:effectLst/>
            </p:spPr>
            <p:txBody>
              <a:bodyPr rtlCol="0" anchor="ctr"/>
              <a:lstStyle/>
              <a:p>
                <a:pPr algn="ctr"/>
              </a:p>
            </p:txBody>
          </p:sp>
          <p:sp>
            <p:nvSpPr>
              <p:cNvPr id="1214" name="Noise cell"/>
              <p:cNvSpPr/>
              <p:nvPr/>
            </p:nvSpPr>
            <p:spPr>
              <a:xfrm>
                <a:off x="10039166" y="7534656"/>
                <a:ext cx="18770" cy="18928"/>
              </a:xfrm>
              <a:prstGeom prst="rect">
                <a:avLst/>
              </a:prstGeom>
              <a:solidFill>
                <a:srgbClr val="8A8A8A"/>
              </a:solidFill>
              <a:ln>
                <a:noFill/>
              </a:ln>
              <a:effectLst/>
            </p:spPr>
            <p:txBody>
              <a:bodyPr rtlCol="0" anchor="ctr"/>
              <a:lstStyle/>
              <a:p>
                <a:pPr algn="ctr"/>
              </a:p>
            </p:txBody>
          </p:sp>
          <p:sp>
            <p:nvSpPr>
              <p:cNvPr id="1215" name="Noise cell"/>
              <p:cNvSpPr/>
              <p:nvPr/>
            </p:nvSpPr>
            <p:spPr>
              <a:xfrm>
                <a:off x="10057296" y="7534656"/>
                <a:ext cx="18770" cy="18928"/>
              </a:xfrm>
              <a:prstGeom prst="rect">
                <a:avLst/>
              </a:prstGeom>
              <a:solidFill>
                <a:srgbClr val="929292"/>
              </a:solidFill>
              <a:ln>
                <a:noFill/>
              </a:ln>
              <a:effectLst/>
            </p:spPr>
            <p:txBody>
              <a:bodyPr rtlCol="0" anchor="ctr"/>
              <a:lstStyle/>
              <a:p>
                <a:pPr algn="ctr"/>
              </a:p>
            </p:txBody>
          </p:sp>
          <p:sp>
            <p:nvSpPr>
              <p:cNvPr id="1216" name="Noise cell"/>
              <p:cNvSpPr/>
              <p:nvPr/>
            </p:nvSpPr>
            <p:spPr>
              <a:xfrm>
                <a:off x="10075427" y="7534656"/>
                <a:ext cx="18770" cy="18928"/>
              </a:xfrm>
              <a:prstGeom prst="rect">
                <a:avLst/>
              </a:prstGeom>
              <a:solidFill>
                <a:srgbClr val="909090"/>
              </a:solidFill>
              <a:ln>
                <a:noFill/>
              </a:ln>
              <a:effectLst/>
            </p:spPr>
            <p:txBody>
              <a:bodyPr rtlCol="0" anchor="ctr"/>
              <a:lstStyle/>
              <a:p>
                <a:pPr algn="ctr"/>
              </a:p>
            </p:txBody>
          </p:sp>
          <p:sp>
            <p:nvSpPr>
              <p:cNvPr id="1217" name="Noise cell"/>
              <p:cNvSpPr/>
              <p:nvPr/>
            </p:nvSpPr>
            <p:spPr>
              <a:xfrm>
                <a:off x="10093557" y="7534656"/>
                <a:ext cx="18770" cy="18928"/>
              </a:xfrm>
              <a:prstGeom prst="rect">
                <a:avLst/>
              </a:prstGeom>
              <a:solidFill>
                <a:srgbClr val="888888"/>
              </a:solidFill>
              <a:ln>
                <a:noFill/>
              </a:ln>
              <a:effectLst/>
            </p:spPr>
            <p:txBody>
              <a:bodyPr rtlCol="0" anchor="ctr"/>
              <a:lstStyle/>
              <a:p>
                <a:pPr algn="ctr"/>
              </a:p>
            </p:txBody>
          </p:sp>
          <p:sp>
            <p:nvSpPr>
              <p:cNvPr id="1218" name="Noise cell"/>
              <p:cNvSpPr/>
              <p:nvPr/>
            </p:nvSpPr>
            <p:spPr>
              <a:xfrm>
                <a:off x="10111687" y="7534656"/>
                <a:ext cx="18770" cy="18928"/>
              </a:xfrm>
              <a:prstGeom prst="rect">
                <a:avLst/>
              </a:prstGeom>
              <a:solidFill>
                <a:srgbClr val="A1A1A1"/>
              </a:solidFill>
              <a:ln>
                <a:noFill/>
              </a:ln>
              <a:effectLst/>
            </p:spPr>
            <p:txBody>
              <a:bodyPr rtlCol="0" anchor="ctr"/>
              <a:lstStyle/>
              <a:p>
                <a:pPr algn="ctr"/>
              </a:p>
            </p:txBody>
          </p:sp>
          <p:sp>
            <p:nvSpPr>
              <p:cNvPr id="1219" name="Noise cell"/>
              <p:cNvSpPr/>
              <p:nvPr/>
            </p:nvSpPr>
            <p:spPr>
              <a:xfrm>
                <a:off x="10129818" y="7534656"/>
                <a:ext cx="18770" cy="18928"/>
              </a:xfrm>
              <a:prstGeom prst="rect">
                <a:avLst/>
              </a:prstGeom>
              <a:solidFill>
                <a:srgbClr val="676767"/>
              </a:solidFill>
              <a:ln>
                <a:noFill/>
              </a:ln>
              <a:effectLst/>
            </p:spPr>
            <p:txBody>
              <a:bodyPr rtlCol="0" anchor="ctr"/>
              <a:lstStyle/>
              <a:p>
                <a:pPr algn="ctr"/>
              </a:p>
            </p:txBody>
          </p:sp>
          <p:sp>
            <p:nvSpPr>
              <p:cNvPr id="1220" name="Noise cell"/>
              <p:cNvSpPr/>
              <p:nvPr/>
            </p:nvSpPr>
            <p:spPr>
              <a:xfrm>
                <a:off x="10147948" y="7534656"/>
                <a:ext cx="18770" cy="18928"/>
              </a:xfrm>
              <a:prstGeom prst="rect">
                <a:avLst/>
              </a:prstGeom>
              <a:solidFill>
                <a:srgbClr val="848484"/>
              </a:solidFill>
              <a:ln>
                <a:noFill/>
              </a:ln>
              <a:effectLst/>
            </p:spPr>
            <p:txBody>
              <a:bodyPr rtlCol="0" anchor="ctr"/>
              <a:lstStyle/>
              <a:p>
                <a:pPr algn="ctr"/>
              </a:p>
            </p:txBody>
          </p:sp>
          <p:sp>
            <p:nvSpPr>
              <p:cNvPr id="1221" name="Noise cell"/>
              <p:cNvSpPr/>
              <p:nvPr/>
            </p:nvSpPr>
            <p:spPr>
              <a:xfrm>
                <a:off x="10166078" y="7534656"/>
                <a:ext cx="18770" cy="18928"/>
              </a:xfrm>
              <a:prstGeom prst="rect">
                <a:avLst/>
              </a:prstGeom>
              <a:solidFill>
                <a:srgbClr val="969696"/>
              </a:solidFill>
              <a:ln>
                <a:noFill/>
              </a:ln>
              <a:effectLst/>
            </p:spPr>
            <p:txBody>
              <a:bodyPr rtlCol="0" anchor="ctr"/>
              <a:lstStyle/>
              <a:p>
                <a:pPr algn="ctr"/>
              </a:p>
            </p:txBody>
          </p:sp>
          <p:sp>
            <p:nvSpPr>
              <p:cNvPr id="1222" name="Noise cell"/>
              <p:cNvSpPr/>
              <p:nvPr/>
            </p:nvSpPr>
            <p:spPr>
              <a:xfrm>
                <a:off x="10184209" y="7534656"/>
                <a:ext cx="18770" cy="18928"/>
              </a:xfrm>
              <a:prstGeom prst="rect">
                <a:avLst/>
              </a:prstGeom>
              <a:solidFill>
                <a:srgbClr val="808080"/>
              </a:solidFill>
              <a:ln>
                <a:noFill/>
              </a:ln>
              <a:effectLst/>
            </p:spPr>
            <p:txBody>
              <a:bodyPr rtlCol="0" anchor="ctr"/>
              <a:lstStyle/>
              <a:p>
                <a:pPr algn="ctr"/>
              </a:p>
            </p:txBody>
          </p:sp>
          <p:sp>
            <p:nvSpPr>
              <p:cNvPr id="1223" name="Noise cell"/>
              <p:cNvSpPr/>
              <p:nvPr/>
            </p:nvSpPr>
            <p:spPr>
              <a:xfrm>
                <a:off x="10202339" y="7534656"/>
                <a:ext cx="18770" cy="18928"/>
              </a:xfrm>
              <a:prstGeom prst="rect">
                <a:avLst/>
              </a:prstGeom>
              <a:solidFill>
                <a:srgbClr val="838383"/>
              </a:solidFill>
              <a:ln>
                <a:noFill/>
              </a:ln>
              <a:effectLst/>
            </p:spPr>
            <p:txBody>
              <a:bodyPr rtlCol="0" anchor="ctr"/>
              <a:lstStyle/>
              <a:p>
                <a:pPr algn="ctr"/>
              </a:p>
            </p:txBody>
          </p:sp>
          <p:sp>
            <p:nvSpPr>
              <p:cNvPr id="1224" name="Noise cell"/>
              <p:cNvSpPr/>
              <p:nvPr/>
            </p:nvSpPr>
            <p:spPr>
              <a:xfrm>
                <a:off x="10220470" y="7534656"/>
                <a:ext cx="18770" cy="18928"/>
              </a:xfrm>
              <a:prstGeom prst="rect">
                <a:avLst/>
              </a:prstGeom>
              <a:solidFill>
                <a:srgbClr val="8F8F8F"/>
              </a:solidFill>
              <a:ln>
                <a:noFill/>
              </a:ln>
              <a:effectLst/>
            </p:spPr>
            <p:txBody>
              <a:bodyPr rtlCol="0" anchor="ctr"/>
              <a:lstStyle/>
              <a:p>
                <a:pPr algn="ctr"/>
              </a:p>
            </p:txBody>
          </p:sp>
          <p:sp>
            <p:nvSpPr>
              <p:cNvPr id="1225" name="Noise cell"/>
              <p:cNvSpPr/>
              <p:nvPr/>
            </p:nvSpPr>
            <p:spPr>
              <a:xfrm>
                <a:off x="10238600" y="7534656"/>
                <a:ext cx="18770" cy="18928"/>
              </a:xfrm>
              <a:prstGeom prst="rect">
                <a:avLst/>
              </a:prstGeom>
              <a:solidFill>
                <a:srgbClr val="959595"/>
              </a:solidFill>
              <a:ln>
                <a:noFill/>
              </a:ln>
              <a:effectLst/>
            </p:spPr>
            <p:txBody>
              <a:bodyPr rtlCol="0" anchor="ctr"/>
              <a:lstStyle/>
              <a:p>
                <a:pPr algn="ctr"/>
              </a:p>
            </p:txBody>
          </p:sp>
          <p:sp>
            <p:nvSpPr>
              <p:cNvPr id="1226" name="Noise cell"/>
              <p:cNvSpPr/>
              <p:nvPr/>
            </p:nvSpPr>
            <p:spPr>
              <a:xfrm>
                <a:off x="10256730" y="7534656"/>
                <a:ext cx="18770" cy="18928"/>
              </a:xfrm>
              <a:prstGeom prst="rect">
                <a:avLst/>
              </a:prstGeom>
              <a:solidFill>
                <a:srgbClr val="989898"/>
              </a:solidFill>
              <a:ln>
                <a:noFill/>
              </a:ln>
              <a:effectLst/>
            </p:spPr>
            <p:txBody>
              <a:bodyPr rtlCol="0" anchor="ctr"/>
              <a:lstStyle/>
              <a:p>
                <a:pPr algn="ctr"/>
              </a:p>
            </p:txBody>
          </p:sp>
          <p:sp>
            <p:nvSpPr>
              <p:cNvPr id="1227" name="Noise cell"/>
              <p:cNvSpPr/>
              <p:nvPr/>
            </p:nvSpPr>
            <p:spPr>
              <a:xfrm>
                <a:off x="10274861" y="7534656"/>
                <a:ext cx="18770" cy="18928"/>
              </a:xfrm>
              <a:prstGeom prst="rect">
                <a:avLst/>
              </a:prstGeom>
              <a:solidFill>
                <a:srgbClr val="989898"/>
              </a:solidFill>
              <a:ln>
                <a:noFill/>
              </a:ln>
              <a:effectLst/>
            </p:spPr>
            <p:txBody>
              <a:bodyPr rtlCol="0" anchor="ctr"/>
              <a:lstStyle/>
              <a:p>
                <a:pPr algn="ctr"/>
              </a:p>
            </p:txBody>
          </p:sp>
          <p:sp>
            <p:nvSpPr>
              <p:cNvPr id="1228" name="Noise cell"/>
              <p:cNvSpPr/>
              <p:nvPr/>
            </p:nvSpPr>
            <p:spPr>
              <a:xfrm>
                <a:off x="10292991" y="7534656"/>
                <a:ext cx="18770" cy="18928"/>
              </a:xfrm>
              <a:prstGeom prst="rect">
                <a:avLst/>
              </a:prstGeom>
              <a:solidFill>
                <a:srgbClr val="8D8D8D"/>
              </a:solidFill>
              <a:ln>
                <a:noFill/>
              </a:ln>
              <a:effectLst/>
            </p:spPr>
            <p:txBody>
              <a:bodyPr rtlCol="0" anchor="ctr"/>
              <a:lstStyle/>
              <a:p>
                <a:pPr algn="ctr"/>
              </a:p>
            </p:txBody>
          </p:sp>
          <p:sp>
            <p:nvSpPr>
              <p:cNvPr id="1229" name="Noise cell"/>
              <p:cNvSpPr/>
              <p:nvPr/>
            </p:nvSpPr>
            <p:spPr>
              <a:xfrm>
                <a:off x="10311121" y="7534656"/>
                <a:ext cx="18770" cy="18928"/>
              </a:xfrm>
              <a:prstGeom prst="rect">
                <a:avLst/>
              </a:prstGeom>
              <a:solidFill>
                <a:srgbClr val="7E7E7E"/>
              </a:solidFill>
              <a:ln>
                <a:noFill/>
              </a:ln>
              <a:effectLst/>
            </p:spPr>
            <p:txBody>
              <a:bodyPr rtlCol="0" anchor="ctr"/>
              <a:lstStyle/>
              <a:p>
                <a:pPr algn="ctr"/>
              </a:p>
            </p:txBody>
          </p:sp>
          <p:sp>
            <p:nvSpPr>
              <p:cNvPr id="1230" name="Noise cell"/>
              <p:cNvSpPr/>
              <p:nvPr/>
            </p:nvSpPr>
            <p:spPr>
              <a:xfrm>
                <a:off x="10329252" y="7534656"/>
                <a:ext cx="18770" cy="18928"/>
              </a:xfrm>
              <a:prstGeom prst="rect">
                <a:avLst/>
              </a:prstGeom>
              <a:solidFill>
                <a:srgbClr val="898989"/>
              </a:solidFill>
              <a:ln>
                <a:noFill/>
              </a:ln>
              <a:effectLst/>
            </p:spPr>
            <p:txBody>
              <a:bodyPr rtlCol="0" anchor="ctr"/>
              <a:lstStyle/>
              <a:p>
                <a:pPr algn="ctr"/>
              </a:p>
            </p:txBody>
          </p:sp>
          <p:sp>
            <p:nvSpPr>
              <p:cNvPr id="1231" name="Noise cell"/>
              <p:cNvSpPr/>
              <p:nvPr/>
            </p:nvSpPr>
            <p:spPr>
              <a:xfrm>
                <a:off x="10347382" y="7534656"/>
                <a:ext cx="18770" cy="18928"/>
              </a:xfrm>
              <a:prstGeom prst="rect">
                <a:avLst/>
              </a:prstGeom>
              <a:solidFill>
                <a:srgbClr val="848484"/>
              </a:solidFill>
              <a:ln>
                <a:noFill/>
              </a:ln>
              <a:effectLst/>
            </p:spPr>
            <p:txBody>
              <a:bodyPr rtlCol="0" anchor="ctr"/>
              <a:lstStyle/>
              <a:p>
                <a:pPr algn="ctr"/>
              </a:p>
            </p:txBody>
          </p:sp>
          <p:sp>
            <p:nvSpPr>
              <p:cNvPr id="1232" name="Noise cell"/>
              <p:cNvSpPr/>
              <p:nvPr/>
            </p:nvSpPr>
            <p:spPr>
              <a:xfrm>
                <a:off x="10365512" y="7534656"/>
                <a:ext cx="18770" cy="18928"/>
              </a:xfrm>
              <a:prstGeom prst="rect">
                <a:avLst/>
              </a:prstGeom>
              <a:solidFill>
                <a:srgbClr val="9D9D9D"/>
              </a:solidFill>
              <a:ln>
                <a:noFill/>
              </a:ln>
              <a:effectLst/>
            </p:spPr>
            <p:txBody>
              <a:bodyPr rtlCol="0" anchor="ctr"/>
              <a:lstStyle/>
              <a:p>
                <a:pPr algn="ctr"/>
              </a:p>
            </p:txBody>
          </p:sp>
          <p:sp>
            <p:nvSpPr>
              <p:cNvPr id="1233" name="Noise cell"/>
              <p:cNvSpPr/>
              <p:nvPr/>
            </p:nvSpPr>
            <p:spPr>
              <a:xfrm>
                <a:off x="10383643" y="7534656"/>
                <a:ext cx="18770" cy="18928"/>
              </a:xfrm>
              <a:prstGeom prst="rect">
                <a:avLst/>
              </a:prstGeom>
              <a:solidFill>
                <a:srgbClr val="929292"/>
              </a:solidFill>
              <a:ln>
                <a:noFill/>
              </a:ln>
              <a:effectLst/>
            </p:spPr>
            <p:txBody>
              <a:bodyPr rtlCol="0" anchor="ctr"/>
              <a:lstStyle/>
              <a:p>
                <a:pPr algn="ctr"/>
              </a:p>
            </p:txBody>
          </p:sp>
          <p:sp>
            <p:nvSpPr>
              <p:cNvPr id="1234" name="Noise cell"/>
              <p:cNvSpPr/>
              <p:nvPr/>
            </p:nvSpPr>
            <p:spPr>
              <a:xfrm>
                <a:off x="10401773" y="7534656"/>
                <a:ext cx="18770" cy="18928"/>
              </a:xfrm>
              <a:prstGeom prst="rect">
                <a:avLst/>
              </a:prstGeom>
              <a:solidFill>
                <a:srgbClr val="696969"/>
              </a:solidFill>
              <a:ln>
                <a:noFill/>
              </a:ln>
              <a:effectLst/>
            </p:spPr>
            <p:txBody>
              <a:bodyPr rtlCol="0" anchor="ctr"/>
              <a:lstStyle/>
              <a:p>
                <a:pPr algn="ctr"/>
              </a:p>
            </p:txBody>
          </p:sp>
          <p:sp>
            <p:nvSpPr>
              <p:cNvPr id="1235" name="Noise cell"/>
              <p:cNvSpPr/>
              <p:nvPr/>
            </p:nvSpPr>
            <p:spPr>
              <a:xfrm>
                <a:off x="10419903" y="7534656"/>
                <a:ext cx="18770" cy="18928"/>
              </a:xfrm>
              <a:prstGeom prst="rect">
                <a:avLst/>
              </a:prstGeom>
              <a:solidFill>
                <a:srgbClr val="666666"/>
              </a:solidFill>
              <a:ln>
                <a:noFill/>
              </a:ln>
              <a:effectLst/>
            </p:spPr>
            <p:txBody>
              <a:bodyPr rtlCol="0" anchor="ctr"/>
              <a:lstStyle/>
              <a:p>
                <a:pPr algn="ctr"/>
              </a:p>
            </p:txBody>
          </p:sp>
          <p:sp>
            <p:nvSpPr>
              <p:cNvPr id="1236" name="Noise cell"/>
              <p:cNvSpPr/>
              <p:nvPr/>
            </p:nvSpPr>
            <p:spPr>
              <a:xfrm>
                <a:off x="10438034" y="7534656"/>
                <a:ext cx="18770" cy="18928"/>
              </a:xfrm>
              <a:prstGeom prst="rect">
                <a:avLst/>
              </a:prstGeom>
              <a:solidFill>
                <a:srgbClr val="757575"/>
              </a:solidFill>
              <a:ln>
                <a:noFill/>
              </a:ln>
              <a:effectLst/>
            </p:spPr>
            <p:txBody>
              <a:bodyPr rtlCol="0" anchor="ctr"/>
              <a:lstStyle/>
              <a:p>
                <a:pPr algn="ctr"/>
              </a:p>
            </p:txBody>
          </p:sp>
          <p:sp>
            <p:nvSpPr>
              <p:cNvPr id="1237" name="Noise cell"/>
              <p:cNvSpPr/>
              <p:nvPr/>
            </p:nvSpPr>
            <p:spPr>
              <a:xfrm>
                <a:off x="10456164" y="7534656"/>
                <a:ext cx="18770" cy="18928"/>
              </a:xfrm>
              <a:prstGeom prst="rect">
                <a:avLst/>
              </a:prstGeom>
              <a:solidFill>
                <a:srgbClr val="707070"/>
              </a:solidFill>
              <a:ln>
                <a:noFill/>
              </a:ln>
              <a:effectLst/>
            </p:spPr>
            <p:txBody>
              <a:bodyPr rtlCol="0" anchor="ctr"/>
              <a:lstStyle/>
              <a:p>
                <a:pPr algn="ctr"/>
              </a:p>
            </p:txBody>
          </p:sp>
          <p:sp>
            <p:nvSpPr>
              <p:cNvPr id="1238" name="Noise cell"/>
              <p:cNvSpPr/>
              <p:nvPr/>
            </p:nvSpPr>
            <p:spPr>
              <a:xfrm>
                <a:off x="10474294" y="7534656"/>
                <a:ext cx="18770" cy="18928"/>
              </a:xfrm>
              <a:prstGeom prst="rect">
                <a:avLst/>
              </a:prstGeom>
              <a:solidFill>
                <a:srgbClr val="717171"/>
              </a:solidFill>
              <a:ln>
                <a:noFill/>
              </a:ln>
              <a:effectLst/>
            </p:spPr>
            <p:txBody>
              <a:bodyPr rtlCol="0" anchor="ctr"/>
              <a:lstStyle/>
              <a:p>
                <a:pPr algn="ctr"/>
              </a:p>
            </p:txBody>
          </p:sp>
          <p:sp>
            <p:nvSpPr>
              <p:cNvPr id="1239" name="Noise cell"/>
              <p:cNvSpPr/>
              <p:nvPr/>
            </p:nvSpPr>
            <p:spPr>
              <a:xfrm>
                <a:off x="10492425" y="7534656"/>
                <a:ext cx="18770" cy="18928"/>
              </a:xfrm>
              <a:prstGeom prst="rect">
                <a:avLst/>
              </a:prstGeom>
              <a:solidFill>
                <a:srgbClr val="8B8B8B"/>
              </a:solidFill>
              <a:ln>
                <a:noFill/>
              </a:ln>
              <a:effectLst/>
            </p:spPr>
            <p:txBody>
              <a:bodyPr rtlCol="0" anchor="ctr"/>
              <a:lstStyle/>
              <a:p>
                <a:pPr algn="ctr"/>
              </a:p>
            </p:txBody>
          </p:sp>
          <p:sp>
            <p:nvSpPr>
              <p:cNvPr id="1240" name="Noise cell"/>
              <p:cNvSpPr/>
              <p:nvPr/>
            </p:nvSpPr>
            <p:spPr>
              <a:xfrm>
                <a:off x="10510555" y="7534656"/>
                <a:ext cx="18770" cy="18928"/>
              </a:xfrm>
              <a:prstGeom prst="rect">
                <a:avLst/>
              </a:prstGeom>
              <a:solidFill>
                <a:srgbClr val="8B8B8B"/>
              </a:solidFill>
              <a:ln>
                <a:noFill/>
              </a:ln>
              <a:effectLst/>
            </p:spPr>
            <p:txBody>
              <a:bodyPr rtlCol="0" anchor="ctr"/>
              <a:lstStyle/>
              <a:p>
                <a:pPr algn="ctr"/>
              </a:p>
            </p:txBody>
          </p:sp>
          <p:sp>
            <p:nvSpPr>
              <p:cNvPr id="1241" name="Noise cell"/>
              <p:cNvSpPr/>
              <p:nvPr/>
            </p:nvSpPr>
            <p:spPr>
              <a:xfrm>
                <a:off x="10528685" y="7534656"/>
                <a:ext cx="18770" cy="18928"/>
              </a:xfrm>
              <a:prstGeom prst="rect">
                <a:avLst/>
              </a:prstGeom>
              <a:solidFill>
                <a:srgbClr val="818181"/>
              </a:solidFill>
              <a:ln>
                <a:noFill/>
              </a:ln>
              <a:effectLst/>
            </p:spPr>
            <p:txBody>
              <a:bodyPr rtlCol="0" anchor="ctr"/>
              <a:lstStyle/>
              <a:p>
                <a:pPr algn="ctr"/>
              </a:p>
            </p:txBody>
          </p:sp>
          <p:sp>
            <p:nvSpPr>
              <p:cNvPr id="1242" name="Noise cell"/>
              <p:cNvSpPr/>
              <p:nvPr/>
            </p:nvSpPr>
            <p:spPr>
              <a:xfrm>
                <a:off x="10546816" y="7534656"/>
                <a:ext cx="18770" cy="18928"/>
              </a:xfrm>
              <a:prstGeom prst="rect">
                <a:avLst/>
              </a:prstGeom>
              <a:solidFill>
                <a:srgbClr val="878787"/>
              </a:solidFill>
              <a:ln>
                <a:noFill/>
              </a:ln>
              <a:effectLst/>
            </p:spPr>
            <p:txBody>
              <a:bodyPr rtlCol="0" anchor="ctr"/>
              <a:lstStyle/>
              <a:p>
                <a:pPr algn="ctr"/>
              </a:p>
            </p:txBody>
          </p:sp>
          <p:sp>
            <p:nvSpPr>
              <p:cNvPr id="1243" name="Noise cell"/>
              <p:cNvSpPr/>
              <p:nvPr/>
            </p:nvSpPr>
            <p:spPr>
              <a:xfrm>
                <a:off x="10564946" y="7534656"/>
                <a:ext cx="18770" cy="18928"/>
              </a:xfrm>
              <a:prstGeom prst="rect">
                <a:avLst/>
              </a:prstGeom>
              <a:solidFill>
                <a:srgbClr val="858585"/>
              </a:solidFill>
              <a:ln>
                <a:noFill/>
              </a:ln>
              <a:effectLst/>
            </p:spPr>
            <p:txBody>
              <a:bodyPr rtlCol="0" anchor="ctr"/>
              <a:lstStyle/>
              <a:p>
                <a:pPr algn="ctr"/>
              </a:p>
            </p:txBody>
          </p:sp>
          <p:sp>
            <p:nvSpPr>
              <p:cNvPr id="1244" name="Noise cell"/>
              <p:cNvSpPr/>
              <p:nvPr/>
            </p:nvSpPr>
            <p:spPr>
              <a:xfrm>
                <a:off x="10583076" y="7534656"/>
                <a:ext cx="18770" cy="18928"/>
              </a:xfrm>
              <a:prstGeom prst="rect">
                <a:avLst/>
              </a:prstGeom>
              <a:solidFill>
                <a:srgbClr val="7B7B7B"/>
              </a:solidFill>
              <a:ln>
                <a:noFill/>
              </a:ln>
              <a:effectLst/>
            </p:spPr>
            <p:txBody>
              <a:bodyPr rtlCol="0" anchor="ctr"/>
              <a:lstStyle/>
              <a:p>
                <a:pPr algn="ctr"/>
              </a:p>
            </p:txBody>
          </p:sp>
          <p:sp>
            <p:nvSpPr>
              <p:cNvPr id="1245" name="Noise cell"/>
              <p:cNvSpPr/>
              <p:nvPr/>
            </p:nvSpPr>
            <p:spPr>
              <a:xfrm>
                <a:off x="10601207" y="7534656"/>
                <a:ext cx="18770" cy="18928"/>
              </a:xfrm>
              <a:prstGeom prst="rect">
                <a:avLst/>
              </a:prstGeom>
              <a:solidFill>
                <a:srgbClr val="8C8C8C"/>
              </a:solidFill>
              <a:ln>
                <a:noFill/>
              </a:ln>
              <a:effectLst/>
            </p:spPr>
            <p:txBody>
              <a:bodyPr rtlCol="0" anchor="ctr"/>
              <a:lstStyle/>
              <a:p>
                <a:pPr algn="ctr"/>
              </a:p>
            </p:txBody>
          </p:sp>
          <p:sp>
            <p:nvSpPr>
              <p:cNvPr id="1246" name="Noise cell"/>
              <p:cNvSpPr/>
              <p:nvPr/>
            </p:nvSpPr>
            <p:spPr>
              <a:xfrm>
                <a:off x="10619337" y="7534656"/>
                <a:ext cx="18770" cy="18928"/>
              </a:xfrm>
              <a:prstGeom prst="rect">
                <a:avLst/>
              </a:prstGeom>
              <a:solidFill>
                <a:srgbClr val="7F7F7F"/>
              </a:solidFill>
              <a:ln>
                <a:noFill/>
              </a:ln>
              <a:effectLst/>
            </p:spPr>
            <p:txBody>
              <a:bodyPr rtlCol="0" anchor="ctr"/>
              <a:lstStyle/>
              <a:p>
                <a:pPr algn="ctr"/>
              </a:p>
            </p:txBody>
          </p:sp>
          <p:sp>
            <p:nvSpPr>
              <p:cNvPr id="1247" name="Noise cell"/>
              <p:cNvSpPr/>
              <p:nvPr/>
            </p:nvSpPr>
            <p:spPr>
              <a:xfrm>
                <a:off x="10637467" y="7534656"/>
                <a:ext cx="18770" cy="18928"/>
              </a:xfrm>
              <a:prstGeom prst="rect">
                <a:avLst/>
              </a:prstGeom>
              <a:solidFill>
                <a:srgbClr val="919191"/>
              </a:solidFill>
              <a:ln>
                <a:noFill/>
              </a:ln>
              <a:effectLst/>
            </p:spPr>
            <p:txBody>
              <a:bodyPr rtlCol="0" anchor="ctr"/>
              <a:lstStyle/>
              <a:p>
                <a:pPr algn="ctr"/>
              </a:p>
            </p:txBody>
          </p:sp>
          <p:sp>
            <p:nvSpPr>
              <p:cNvPr id="1248" name="Noise cell"/>
              <p:cNvSpPr/>
              <p:nvPr/>
            </p:nvSpPr>
            <p:spPr>
              <a:xfrm>
                <a:off x="10655598" y="7534656"/>
                <a:ext cx="18770" cy="18928"/>
              </a:xfrm>
              <a:prstGeom prst="rect">
                <a:avLst/>
              </a:prstGeom>
              <a:solidFill>
                <a:srgbClr val="747474"/>
              </a:solidFill>
              <a:ln>
                <a:noFill/>
              </a:ln>
              <a:effectLst/>
            </p:spPr>
            <p:txBody>
              <a:bodyPr rtlCol="0" anchor="ctr"/>
              <a:lstStyle/>
              <a:p>
                <a:pPr algn="ctr"/>
              </a:p>
            </p:txBody>
          </p:sp>
          <p:sp>
            <p:nvSpPr>
              <p:cNvPr id="1249" name="Noise cell"/>
              <p:cNvSpPr/>
              <p:nvPr/>
            </p:nvSpPr>
            <p:spPr>
              <a:xfrm>
                <a:off x="10673728" y="7534656"/>
                <a:ext cx="18770" cy="18928"/>
              </a:xfrm>
              <a:prstGeom prst="rect">
                <a:avLst/>
              </a:prstGeom>
              <a:solidFill>
                <a:srgbClr val="818181"/>
              </a:solidFill>
              <a:ln>
                <a:noFill/>
              </a:ln>
              <a:effectLst/>
            </p:spPr>
            <p:txBody>
              <a:bodyPr rtlCol="0" anchor="ctr"/>
              <a:lstStyle/>
              <a:p>
                <a:pPr algn="ctr"/>
              </a:p>
            </p:txBody>
          </p:sp>
          <p:sp>
            <p:nvSpPr>
              <p:cNvPr id="1250" name="Noise cell"/>
              <p:cNvSpPr/>
              <p:nvPr/>
            </p:nvSpPr>
            <p:spPr>
              <a:xfrm>
                <a:off x="10691858" y="7534656"/>
                <a:ext cx="18770" cy="18928"/>
              </a:xfrm>
              <a:prstGeom prst="rect">
                <a:avLst/>
              </a:prstGeom>
              <a:solidFill>
                <a:srgbClr val="7A7A7A"/>
              </a:solidFill>
              <a:ln>
                <a:noFill/>
              </a:ln>
              <a:effectLst/>
            </p:spPr>
            <p:txBody>
              <a:bodyPr rtlCol="0" anchor="ctr"/>
              <a:lstStyle/>
              <a:p>
                <a:pPr algn="ctr"/>
              </a:p>
            </p:txBody>
          </p:sp>
          <p:sp>
            <p:nvSpPr>
              <p:cNvPr id="1251" name="Noise cell"/>
              <p:cNvSpPr/>
              <p:nvPr/>
            </p:nvSpPr>
            <p:spPr>
              <a:xfrm>
                <a:off x="10709989" y="7534656"/>
                <a:ext cx="18770" cy="18928"/>
              </a:xfrm>
              <a:prstGeom prst="rect">
                <a:avLst/>
              </a:prstGeom>
              <a:solidFill>
                <a:srgbClr val="9E9E9E"/>
              </a:solidFill>
              <a:ln>
                <a:noFill/>
              </a:ln>
              <a:effectLst/>
            </p:spPr>
            <p:txBody>
              <a:bodyPr rtlCol="0" anchor="ctr"/>
              <a:lstStyle/>
              <a:p>
                <a:pPr algn="ctr"/>
              </a:p>
            </p:txBody>
          </p:sp>
          <p:sp>
            <p:nvSpPr>
              <p:cNvPr id="1252" name="Noise cell"/>
              <p:cNvSpPr/>
              <p:nvPr/>
            </p:nvSpPr>
            <p:spPr>
              <a:xfrm>
                <a:off x="10728119" y="7534656"/>
                <a:ext cx="18770" cy="18928"/>
              </a:xfrm>
              <a:prstGeom prst="rect">
                <a:avLst/>
              </a:prstGeom>
              <a:solidFill>
                <a:srgbClr val="8E8E8E"/>
              </a:solidFill>
              <a:ln>
                <a:noFill/>
              </a:ln>
              <a:effectLst/>
            </p:spPr>
            <p:txBody>
              <a:bodyPr rtlCol="0" anchor="ctr"/>
              <a:lstStyle/>
              <a:p>
                <a:pPr algn="ctr"/>
              </a:p>
            </p:txBody>
          </p:sp>
          <p:sp>
            <p:nvSpPr>
              <p:cNvPr id="1253" name="Noise cell"/>
              <p:cNvSpPr/>
              <p:nvPr/>
            </p:nvSpPr>
            <p:spPr>
              <a:xfrm>
                <a:off x="10746250" y="7534656"/>
                <a:ext cx="18770" cy="18928"/>
              </a:xfrm>
              <a:prstGeom prst="rect">
                <a:avLst/>
              </a:prstGeom>
              <a:solidFill>
                <a:srgbClr val="9A9A9A"/>
              </a:solidFill>
              <a:ln>
                <a:noFill/>
              </a:ln>
              <a:effectLst/>
            </p:spPr>
            <p:txBody>
              <a:bodyPr rtlCol="0" anchor="ctr"/>
              <a:lstStyle/>
              <a:p>
                <a:pPr algn="ctr"/>
              </a:p>
            </p:txBody>
          </p:sp>
          <p:sp>
            <p:nvSpPr>
              <p:cNvPr id="1254" name="Noise cell"/>
              <p:cNvSpPr/>
              <p:nvPr/>
            </p:nvSpPr>
            <p:spPr>
              <a:xfrm>
                <a:off x="10764380" y="7534656"/>
                <a:ext cx="18770" cy="18928"/>
              </a:xfrm>
              <a:prstGeom prst="rect">
                <a:avLst/>
              </a:prstGeom>
              <a:solidFill>
                <a:srgbClr val="828282"/>
              </a:solidFill>
              <a:ln>
                <a:noFill/>
              </a:ln>
              <a:effectLst/>
            </p:spPr>
            <p:txBody>
              <a:bodyPr rtlCol="0" anchor="ctr"/>
              <a:lstStyle/>
              <a:p>
                <a:pPr algn="ctr"/>
              </a:p>
            </p:txBody>
          </p:sp>
          <p:sp>
            <p:nvSpPr>
              <p:cNvPr id="1255" name="Noise cell"/>
              <p:cNvSpPr/>
              <p:nvPr/>
            </p:nvSpPr>
            <p:spPr>
              <a:xfrm>
                <a:off x="10782510" y="7534656"/>
                <a:ext cx="18770" cy="18928"/>
              </a:xfrm>
              <a:prstGeom prst="rect">
                <a:avLst/>
              </a:prstGeom>
              <a:solidFill>
                <a:srgbClr val="808080"/>
              </a:solidFill>
              <a:ln>
                <a:noFill/>
              </a:ln>
              <a:effectLst/>
            </p:spPr>
            <p:txBody>
              <a:bodyPr rtlCol="0" anchor="ctr"/>
              <a:lstStyle/>
              <a:p>
                <a:pPr algn="ctr"/>
              </a:p>
            </p:txBody>
          </p:sp>
          <p:sp>
            <p:nvSpPr>
              <p:cNvPr id="1256" name="Noise cell"/>
              <p:cNvSpPr/>
              <p:nvPr/>
            </p:nvSpPr>
            <p:spPr>
              <a:xfrm>
                <a:off x="10800641" y="7534656"/>
                <a:ext cx="18770" cy="18928"/>
              </a:xfrm>
              <a:prstGeom prst="rect">
                <a:avLst/>
              </a:prstGeom>
              <a:solidFill>
                <a:srgbClr val="6B6B6B"/>
              </a:solidFill>
              <a:ln>
                <a:noFill/>
              </a:ln>
              <a:effectLst/>
            </p:spPr>
            <p:txBody>
              <a:bodyPr rtlCol="0" anchor="ctr"/>
              <a:lstStyle/>
              <a:p>
                <a:pPr algn="ctr"/>
              </a:p>
            </p:txBody>
          </p:sp>
          <p:sp>
            <p:nvSpPr>
              <p:cNvPr id="1257" name="Noise cell"/>
              <p:cNvSpPr/>
              <p:nvPr/>
            </p:nvSpPr>
            <p:spPr>
              <a:xfrm>
                <a:off x="10818771" y="7534656"/>
                <a:ext cx="18770" cy="18928"/>
              </a:xfrm>
              <a:prstGeom prst="rect">
                <a:avLst/>
              </a:prstGeom>
              <a:solidFill>
                <a:srgbClr val="979797"/>
              </a:solidFill>
              <a:ln>
                <a:noFill/>
              </a:ln>
              <a:effectLst/>
            </p:spPr>
            <p:txBody>
              <a:bodyPr rtlCol="0" anchor="ctr"/>
              <a:lstStyle/>
              <a:p>
                <a:pPr algn="ctr"/>
              </a:p>
            </p:txBody>
          </p:sp>
          <p:sp>
            <p:nvSpPr>
              <p:cNvPr id="1258" name="Noise cell"/>
              <p:cNvSpPr/>
              <p:nvPr/>
            </p:nvSpPr>
            <p:spPr>
              <a:xfrm>
                <a:off x="10836901" y="7534656"/>
                <a:ext cx="18770" cy="18928"/>
              </a:xfrm>
              <a:prstGeom prst="rect">
                <a:avLst/>
              </a:prstGeom>
              <a:solidFill>
                <a:srgbClr val="7E7E7E"/>
              </a:solidFill>
              <a:ln>
                <a:noFill/>
              </a:ln>
              <a:effectLst/>
            </p:spPr>
            <p:txBody>
              <a:bodyPr rtlCol="0" anchor="ctr"/>
              <a:lstStyle/>
              <a:p>
                <a:pPr algn="ctr"/>
              </a:p>
            </p:txBody>
          </p:sp>
          <p:sp>
            <p:nvSpPr>
              <p:cNvPr id="1259" name="Noise cell"/>
              <p:cNvSpPr/>
              <p:nvPr/>
            </p:nvSpPr>
            <p:spPr>
              <a:xfrm>
                <a:off x="10855032" y="7534656"/>
                <a:ext cx="18770" cy="18928"/>
              </a:xfrm>
              <a:prstGeom prst="rect">
                <a:avLst/>
              </a:prstGeom>
              <a:solidFill>
                <a:srgbClr val="838383"/>
              </a:solidFill>
              <a:ln>
                <a:noFill/>
              </a:ln>
              <a:effectLst/>
            </p:spPr>
            <p:txBody>
              <a:bodyPr rtlCol="0" anchor="ctr"/>
              <a:lstStyle/>
              <a:p>
                <a:pPr algn="ctr"/>
              </a:p>
            </p:txBody>
          </p:sp>
          <p:sp>
            <p:nvSpPr>
              <p:cNvPr id="1260" name="Noise cell"/>
              <p:cNvSpPr/>
              <p:nvPr/>
            </p:nvSpPr>
            <p:spPr>
              <a:xfrm>
                <a:off x="10873162" y="7534656"/>
                <a:ext cx="18770" cy="18928"/>
              </a:xfrm>
              <a:prstGeom prst="rect">
                <a:avLst/>
              </a:prstGeom>
              <a:solidFill>
                <a:srgbClr val="858585"/>
              </a:solidFill>
              <a:ln>
                <a:noFill/>
              </a:ln>
              <a:effectLst/>
            </p:spPr>
            <p:txBody>
              <a:bodyPr rtlCol="0" anchor="ctr"/>
              <a:lstStyle/>
              <a:p>
                <a:pPr algn="ctr"/>
              </a:p>
            </p:txBody>
          </p:sp>
          <p:sp>
            <p:nvSpPr>
              <p:cNvPr id="1261" name="Noise cell"/>
              <p:cNvSpPr/>
              <p:nvPr/>
            </p:nvSpPr>
            <p:spPr>
              <a:xfrm>
                <a:off x="10891292" y="7534656"/>
                <a:ext cx="18770" cy="18928"/>
              </a:xfrm>
              <a:prstGeom prst="rect">
                <a:avLst/>
              </a:prstGeom>
              <a:solidFill>
                <a:srgbClr val="7B7B7B"/>
              </a:solidFill>
              <a:ln>
                <a:noFill/>
              </a:ln>
              <a:effectLst/>
            </p:spPr>
            <p:txBody>
              <a:bodyPr rtlCol="0" anchor="ctr"/>
              <a:lstStyle/>
              <a:p>
                <a:pPr algn="ctr"/>
              </a:p>
            </p:txBody>
          </p:sp>
          <p:sp>
            <p:nvSpPr>
              <p:cNvPr id="1262" name="Noise cell"/>
              <p:cNvSpPr/>
              <p:nvPr/>
            </p:nvSpPr>
            <p:spPr>
              <a:xfrm>
                <a:off x="10909423" y="7534656"/>
                <a:ext cx="18770" cy="18928"/>
              </a:xfrm>
              <a:prstGeom prst="rect">
                <a:avLst/>
              </a:prstGeom>
              <a:solidFill>
                <a:srgbClr val="6D6D6D"/>
              </a:solidFill>
              <a:ln>
                <a:noFill/>
              </a:ln>
              <a:effectLst/>
            </p:spPr>
            <p:txBody>
              <a:bodyPr rtlCol="0" anchor="ctr"/>
              <a:lstStyle/>
              <a:p>
                <a:pPr algn="ctr"/>
              </a:p>
            </p:txBody>
          </p:sp>
          <p:sp>
            <p:nvSpPr>
              <p:cNvPr id="1263" name="Noise cell"/>
              <p:cNvSpPr/>
              <p:nvPr/>
            </p:nvSpPr>
            <p:spPr>
              <a:xfrm>
                <a:off x="10927553" y="7534656"/>
                <a:ext cx="18770" cy="18928"/>
              </a:xfrm>
              <a:prstGeom prst="rect">
                <a:avLst/>
              </a:prstGeom>
              <a:solidFill>
                <a:srgbClr val="7F7F7F"/>
              </a:solidFill>
              <a:ln>
                <a:noFill/>
              </a:ln>
              <a:effectLst/>
            </p:spPr>
            <p:txBody>
              <a:bodyPr rtlCol="0" anchor="ctr"/>
              <a:lstStyle/>
              <a:p>
                <a:pPr algn="ctr"/>
              </a:p>
            </p:txBody>
          </p:sp>
          <p:sp>
            <p:nvSpPr>
              <p:cNvPr id="1264" name="Noise cell"/>
              <p:cNvSpPr/>
              <p:nvPr/>
            </p:nvSpPr>
            <p:spPr>
              <a:xfrm>
                <a:off x="10945683" y="7534656"/>
                <a:ext cx="18770" cy="18928"/>
              </a:xfrm>
              <a:prstGeom prst="rect">
                <a:avLst/>
              </a:prstGeom>
              <a:solidFill>
                <a:srgbClr val="A8A8A8"/>
              </a:solidFill>
              <a:ln>
                <a:noFill/>
              </a:ln>
              <a:effectLst/>
            </p:spPr>
            <p:txBody>
              <a:bodyPr rtlCol="0" anchor="ctr"/>
              <a:lstStyle/>
              <a:p>
                <a:pPr algn="ctr"/>
              </a:p>
            </p:txBody>
          </p:sp>
          <p:sp>
            <p:nvSpPr>
              <p:cNvPr id="1265" name="Noise cell"/>
              <p:cNvSpPr/>
              <p:nvPr/>
            </p:nvSpPr>
            <p:spPr>
              <a:xfrm>
                <a:off x="10963814" y="7534656"/>
                <a:ext cx="18770" cy="18928"/>
              </a:xfrm>
              <a:prstGeom prst="rect">
                <a:avLst/>
              </a:prstGeom>
              <a:solidFill>
                <a:srgbClr val="848484"/>
              </a:solidFill>
              <a:ln>
                <a:noFill/>
              </a:ln>
              <a:effectLst/>
            </p:spPr>
            <p:txBody>
              <a:bodyPr rtlCol="0" anchor="ctr"/>
              <a:lstStyle/>
              <a:p>
                <a:pPr algn="ctr"/>
              </a:p>
            </p:txBody>
          </p:sp>
          <p:sp>
            <p:nvSpPr>
              <p:cNvPr id="1266" name="Noise cell"/>
              <p:cNvSpPr/>
              <p:nvPr/>
            </p:nvSpPr>
            <p:spPr>
              <a:xfrm>
                <a:off x="9930384" y="7552944"/>
                <a:ext cx="18770" cy="18928"/>
              </a:xfrm>
              <a:prstGeom prst="rect">
                <a:avLst/>
              </a:prstGeom>
              <a:solidFill>
                <a:srgbClr val="868686"/>
              </a:solidFill>
              <a:ln>
                <a:noFill/>
              </a:ln>
              <a:effectLst/>
            </p:spPr>
            <p:txBody>
              <a:bodyPr rtlCol="0" anchor="ctr"/>
              <a:lstStyle/>
              <a:p>
                <a:pPr algn="ctr"/>
              </a:p>
            </p:txBody>
          </p:sp>
          <p:sp>
            <p:nvSpPr>
              <p:cNvPr id="1267" name="Noise cell"/>
              <p:cNvSpPr/>
              <p:nvPr/>
            </p:nvSpPr>
            <p:spPr>
              <a:xfrm>
                <a:off x="9948514" y="7552944"/>
                <a:ext cx="18770" cy="18928"/>
              </a:xfrm>
              <a:prstGeom prst="rect">
                <a:avLst/>
              </a:prstGeom>
              <a:solidFill>
                <a:srgbClr val="858585"/>
              </a:solidFill>
              <a:ln>
                <a:noFill/>
              </a:ln>
              <a:effectLst/>
            </p:spPr>
            <p:txBody>
              <a:bodyPr rtlCol="0" anchor="ctr"/>
              <a:lstStyle/>
              <a:p>
                <a:pPr algn="ctr"/>
              </a:p>
            </p:txBody>
          </p:sp>
          <p:sp>
            <p:nvSpPr>
              <p:cNvPr id="1268" name="Noise cell"/>
              <p:cNvSpPr/>
              <p:nvPr/>
            </p:nvSpPr>
            <p:spPr>
              <a:xfrm>
                <a:off x="9966645" y="7552944"/>
                <a:ext cx="18770" cy="18928"/>
              </a:xfrm>
              <a:prstGeom prst="rect">
                <a:avLst/>
              </a:prstGeom>
              <a:solidFill>
                <a:srgbClr val="838383"/>
              </a:solidFill>
              <a:ln>
                <a:noFill/>
              </a:ln>
              <a:effectLst/>
            </p:spPr>
            <p:txBody>
              <a:bodyPr rtlCol="0" anchor="ctr"/>
              <a:lstStyle/>
              <a:p>
                <a:pPr algn="ctr"/>
              </a:p>
            </p:txBody>
          </p:sp>
          <p:sp>
            <p:nvSpPr>
              <p:cNvPr id="1269" name="Noise cell"/>
              <p:cNvSpPr/>
              <p:nvPr/>
            </p:nvSpPr>
            <p:spPr>
              <a:xfrm>
                <a:off x="9984775" y="7552944"/>
                <a:ext cx="18770" cy="18928"/>
              </a:xfrm>
              <a:prstGeom prst="rect">
                <a:avLst/>
              </a:prstGeom>
              <a:solidFill>
                <a:srgbClr val="878787"/>
              </a:solidFill>
              <a:ln>
                <a:noFill/>
              </a:ln>
              <a:effectLst/>
            </p:spPr>
            <p:txBody>
              <a:bodyPr rtlCol="0" anchor="ctr"/>
              <a:lstStyle/>
              <a:p>
                <a:pPr algn="ctr"/>
              </a:p>
            </p:txBody>
          </p:sp>
          <p:sp>
            <p:nvSpPr>
              <p:cNvPr id="1270" name="Noise cell"/>
              <p:cNvSpPr/>
              <p:nvPr/>
            </p:nvSpPr>
            <p:spPr>
              <a:xfrm>
                <a:off x="10002905" y="7552944"/>
                <a:ext cx="18770" cy="18928"/>
              </a:xfrm>
              <a:prstGeom prst="rect">
                <a:avLst/>
              </a:prstGeom>
              <a:solidFill>
                <a:srgbClr val="7B7B7B"/>
              </a:solidFill>
              <a:ln>
                <a:noFill/>
              </a:ln>
              <a:effectLst/>
            </p:spPr>
            <p:txBody>
              <a:bodyPr rtlCol="0" anchor="ctr"/>
              <a:lstStyle/>
              <a:p>
                <a:pPr algn="ctr"/>
              </a:p>
            </p:txBody>
          </p:sp>
          <p:sp>
            <p:nvSpPr>
              <p:cNvPr id="1271" name="Noise cell"/>
              <p:cNvSpPr/>
              <p:nvPr/>
            </p:nvSpPr>
            <p:spPr>
              <a:xfrm>
                <a:off x="10021036" y="7552944"/>
                <a:ext cx="18770" cy="18928"/>
              </a:xfrm>
              <a:prstGeom prst="rect">
                <a:avLst/>
              </a:prstGeom>
              <a:solidFill>
                <a:srgbClr val="777777"/>
              </a:solidFill>
              <a:ln>
                <a:noFill/>
              </a:ln>
              <a:effectLst/>
            </p:spPr>
            <p:txBody>
              <a:bodyPr rtlCol="0" anchor="ctr"/>
              <a:lstStyle/>
              <a:p>
                <a:pPr algn="ctr"/>
              </a:p>
            </p:txBody>
          </p:sp>
          <p:sp>
            <p:nvSpPr>
              <p:cNvPr id="1272" name="Noise cell"/>
              <p:cNvSpPr/>
              <p:nvPr/>
            </p:nvSpPr>
            <p:spPr>
              <a:xfrm>
                <a:off x="10039166" y="7552944"/>
                <a:ext cx="18770" cy="18928"/>
              </a:xfrm>
              <a:prstGeom prst="rect">
                <a:avLst/>
              </a:prstGeom>
              <a:solidFill>
                <a:srgbClr val="717171"/>
              </a:solidFill>
              <a:ln>
                <a:noFill/>
              </a:ln>
              <a:effectLst/>
            </p:spPr>
            <p:txBody>
              <a:bodyPr rtlCol="0" anchor="ctr"/>
              <a:lstStyle/>
              <a:p>
                <a:pPr algn="ctr"/>
              </a:p>
            </p:txBody>
          </p:sp>
          <p:sp>
            <p:nvSpPr>
              <p:cNvPr id="1273" name="Noise cell"/>
              <p:cNvSpPr/>
              <p:nvPr/>
            </p:nvSpPr>
            <p:spPr>
              <a:xfrm>
                <a:off x="10057296" y="7552944"/>
                <a:ext cx="18770" cy="18928"/>
              </a:xfrm>
              <a:prstGeom prst="rect">
                <a:avLst/>
              </a:prstGeom>
              <a:solidFill>
                <a:srgbClr val="828282"/>
              </a:solidFill>
              <a:ln>
                <a:noFill/>
              </a:ln>
              <a:effectLst/>
            </p:spPr>
            <p:txBody>
              <a:bodyPr rtlCol="0" anchor="ctr"/>
              <a:lstStyle/>
              <a:p>
                <a:pPr algn="ctr"/>
              </a:p>
            </p:txBody>
          </p:sp>
          <p:sp>
            <p:nvSpPr>
              <p:cNvPr id="1274" name="Noise cell"/>
              <p:cNvSpPr/>
              <p:nvPr/>
            </p:nvSpPr>
            <p:spPr>
              <a:xfrm>
                <a:off x="10075427" y="7552944"/>
                <a:ext cx="18770" cy="18928"/>
              </a:xfrm>
              <a:prstGeom prst="rect">
                <a:avLst/>
              </a:prstGeom>
              <a:solidFill>
                <a:srgbClr val="8F8F8F"/>
              </a:solidFill>
              <a:ln>
                <a:noFill/>
              </a:ln>
              <a:effectLst/>
            </p:spPr>
            <p:txBody>
              <a:bodyPr rtlCol="0" anchor="ctr"/>
              <a:lstStyle/>
              <a:p>
                <a:pPr algn="ctr"/>
              </a:p>
            </p:txBody>
          </p:sp>
          <p:sp>
            <p:nvSpPr>
              <p:cNvPr id="1275" name="Noise cell"/>
              <p:cNvSpPr/>
              <p:nvPr/>
            </p:nvSpPr>
            <p:spPr>
              <a:xfrm>
                <a:off x="10093557" y="7552944"/>
                <a:ext cx="18770" cy="18928"/>
              </a:xfrm>
              <a:prstGeom prst="rect">
                <a:avLst/>
              </a:prstGeom>
              <a:solidFill>
                <a:srgbClr val="8B8B8B"/>
              </a:solidFill>
              <a:ln>
                <a:noFill/>
              </a:ln>
              <a:effectLst/>
            </p:spPr>
            <p:txBody>
              <a:bodyPr rtlCol="0" anchor="ctr"/>
              <a:lstStyle/>
              <a:p>
                <a:pPr algn="ctr"/>
              </a:p>
            </p:txBody>
          </p:sp>
          <p:sp>
            <p:nvSpPr>
              <p:cNvPr id="1276" name="Noise cell"/>
              <p:cNvSpPr/>
              <p:nvPr/>
            </p:nvSpPr>
            <p:spPr>
              <a:xfrm>
                <a:off x="10111687" y="7552944"/>
                <a:ext cx="18770" cy="18928"/>
              </a:xfrm>
              <a:prstGeom prst="rect">
                <a:avLst/>
              </a:prstGeom>
              <a:solidFill>
                <a:srgbClr val="9F9F9F"/>
              </a:solidFill>
              <a:ln>
                <a:noFill/>
              </a:ln>
              <a:effectLst/>
            </p:spPr>
            <p:txBody>
              <a:bodyPr rtlCol="0" anchor="ctr"/>
              <a:lstStyle/>
              <a:p>
                <a:pPr algn="ctr"/>
              </a:p>
            </p:txBody>
          </p:sp>
          <p:sp>
            <p:nvSpPr>
              <p:cNvPr id="1277" name="Noise cell"/>
              <p:cNvSpPr/>
              <p:nvPr/>
            </p:nvSpPr>
            <p:spPr>
              <a:xfrm>
                <a:off x="10129818" y="7552944"/>
                <a:ext cx="18770" cy="18928"/>
              </a:xfrm>
              <a:prstGeom prst="rect">
                <a:avLst/>
              </a:prstGeom>
              <a:solidFill>
                <a:srgbClr val="7A7A7A"/>
              </a:solidFill>
              <a:ln>
                <a:noFill/>
              </a:ln>
              <a:effectLst/>
            </p:spPr>
            <p:txBody>
              <a:bodyPr rtlCol="0" anchor="ctr"/>
              <a:lstStyle/>
              <a:p>
                <a:pPr algn="ctr"/>
              </a:p>
            </p:txBody>
          </p:sp>
          <p:sp>
            <p:nvSpPr>
              <p:cNvPr id="1278" name="Noise cell"/>
              <p:cNvSpPr/>
              <p:nvPr/>
            </p:nvSpPr>
            <p:spPr>
              <a:xfrm>
                <a:off x="10147948" y="7552944"/>
                <a:ext cx="18770" cy="18928"/>
              </a:xfrm>
              <a:prstGeom prst="rect">
                <a:avLst/>
              </a:prstGeom>
              <a:solidFill>
                <a:srgbClr val="747474"/>
              </a:solidFill>
              <a:ln>
                <a:noFill/>
              </a:ln>
              <a:effectLst/>
            </p:spPr>
            <p:txBody>
              <a:bodyPr rtlCol="0" anchor="ctr"/>
              <a:lstStyle/>
              <a:p>
                <a:pPr algn="ctr"/>
              </a:p>
            </p:txBody>
          </p:sp>
          <p:sp>
            <p:nvSpPr>
              <p:cNvPr id="1279" name="Noise cell"/>
              <p:cNvSpPr/>
              <p:nvPr/>
            </p:nvSpPr>
            <p:spPr>
              <a:xfrm>
                <a:off x="10166078" y="7552944"/>
                <a:ext cx="18770" cy="18928"/>
              </a:xfrm>
              <a:prstGeom prst="rect">
                <a:avLst/>
              </a:prstGeom>
              <a:solidFill>
                <a:srgbClr val="7E7E7E"/>
              </a:solidFill>
              <a:ln>
                <a:noFill/>
              </a:ln>
              <a:effectLst/>
            </p:spPr>
            <p:txBody>
              <a:bodyPr rtlCol="0" anchor="ctr"/>
              <a:lstStyle/>
              <a:p>
                <a:pPr algn="ctr"/>
              </a:p>
            </p:txBody>
          </p:sp>
          <p:sp>
            <p:nvSpPr>
              <p:cNvPr id="1280" name="Noise cell"/>
              <p:cNvSpPr/>
              <p:nvPr/>
            </p:nvSpPr>
            <p:spPr>
              <a:xfrm>
                <a:off x="10184209" y="7552944"/>
                <a:ext cx="18770" cy="18928"/>
              </a:xfrm>
              <a:prstGeom prst="rect">
                <a:avLst/>
              </a:prstGeom>
              <a:solidFill>
                <a:srgbClr val="919191"/>
              </a:solidFill>
              <a:ln>
                <a:noFill/>
              </a:ln>
              <a:effectLst/>
            </p:spPr>
            <p:txBody>
              <a:bodyPr rtlCol="0" anchor="ctr"/>
              <a:lstStyle/>
              <a:p>
                <a:pPr algn="ctr"/>
              </a:p>
            </p:txBody>
          </p:sp>
          <p:sp>
            <p:nvSpPr>
              <p:cNvPr id="1281" name="Noise cell"/>
              <p:cNvSpPr/>
              <p:nvPr/>
            </p:nvSpPr>
            <p:spPr>
              <a:xfrm>
                <a:off x="10202339" y="7552944"/>
                <a:ext cx="18770" cy="18928"/>
              </a:xfrm>
              <a:prstGeom prst="rect">
                <a:avLst/>
              </a:prstGeom>
              <a:solidFill>
                <a:srgbClr val="676767"/>
              </a:solidFill>
              <a:ln>
                <a:noFill/>
              </a:ln>
              <a:effectLst/>
            </p:spPr>
            <p:txBody>
              <a:bodyPr rtlCol="0" anchor="ctr"/>
              <a:lstStyle/>
              <a:p>
                <a:pPr algn="ctr"/>
              </a:p>
            </p:txBody>
          </p:sp>
          <p:sp>
            <p:nvSpPr>
              <p:cNvPr id="1282" name="Noise cell"/>
              <p:cNvSpPr/>
              <p:nvPr/>
            </p:nvSpPr>
            <p:spPr>
              <a:xfrm>
                <a:off x="10220470" y="7552944"/>
                <a:ext cx="18770" cy="18928"/>
              </a:xfrm>
              <a:prstGeom prst="rect">
                <a:avLst/>
              </a:prstGeom>
              <a:solidFill>
                <a:srgbClr val="929292"/>
              </a:solidFill>
              <a:ln>
                <a:noFill/>
              </a:ln>
              <a:effectLst/>
            </p:spPr>
            <p:txBody>
              <a:bodyPr rtlCol="0" anchor="ctr"/>
              <a:lstStyle/>
              <a:p>
                <a:pPr algn="ctr"/>
              </a:p>
            </p:txBody>
          </p:sp>
          <p:sp>
            <p:nvSpPr>
              <p:cNvPr id="1283" name="Noise cell"/>
              <p:cNvSpPr/>
              <p:nvPr/>
            </p:nvSpPr>
            <p:spPr>
              <a:xfrm>
                <a:off x="10238600" y="7552944"/>
                <a:ext cx="18770" cy="18928"/>
              </a:xfrm>
              <a:prstGeom prst="rect">
                <a:avLst/>
              </a:prstGeom>
              <a:solidFill>
                <a:srgbClr val="868686"/>
              </a:solidFill>
              <a:ln>
                <a:noFill/>
              </a:ln>
              <a:effectLst/>
            </p:spPr>
            <p:txBody>
              <a:bodyPr rtlCol="0" anchor="ctr"/>
              <a:lstStyle/>
              <a:p>
                <a:pPr algn="ctr"/>
              </a:p>
            </p:txBody>
          </p:sp>
          <p:sp>
            <p:nvSpPr>
              <p:cNvPr id="1284" name="Noise cell"/>
              <p:cNvSpPr/>
              <p:nvPr/>
            </p:nvSpPr>
            <p:spPr>
              <a:xfrm>
                <a:off x="10256730" y="7552944"/>
                <a:ext cx="18770" cy="18928"/>
              </a:xfrm>
              <a:prstGeom prst="rect">
                <a:avLst/>
              </a:prstGeom>
              <a:solidFill>
                <a:srgbClr val="9B9B9B"/>
              </a:solidFill>
              <a:ln>
                <a:noFill/>
              </a:ln>
              <a:effectLst/>
            </p:spPr>
            <p:txBody>
              <a:bodyPr rtlCol="0" anchor="ctr"/>
              <a:lstStyle/>
              <a:p>
                <a:pPr algn="ctr"/>
              </a:p>
            </p:txBody>
          </p:sp>
          <p:sp>
            <p:nvSpPr>
              <p:cNvPr id="1285" name="Noise cell"/>
              <p:cNvSpPr/>
              <p:nvPr/>
            </p:nvSpPr>
            <p:spPr>
              <a:xfrm>
                <a:off x="10274861" y="7552944"/>
                <a:ext cx="18770" cy="18928"/>
              </a:xfrm>
              <a:prstGeom prst="rect">
                <a:avLst/>
              </a:prstGeom>
              <a:solidFill>
                <a:srgbClr val="838383"/>
              </a:solidFill>
              <a:ln>
                <a:noFill/>
              </a:ln>
              <a:effectLst/>
            </p:spPr>
            <p:txBody>
              <a:bodyPr rtlCol="0" anchor="ctr"/>
              <a:lstStyle/>
              <a:p>
                <a:pPr algn="ctr"/>
              </a:p>
            </p:txBody>
          </p:sp>
          <p:sp>
            <p:nvSpPr>
              <p:cNvPr id="1286" name="Noise cell"/>
              <p:cNvSpPr/>
              <p:nvPr/>
            </p:nvSpPr>
            <p:spPr>
              <a:xfrm>
                <a:off x="10292991" y="7552944"/>
                <a:ext cx="18770" cy="18928"/>
              </a:xfrm>
              <a:prstGeom prst="rect">
                <a:avLst/>
              </a:prstGeom>
              <a:solidFill>
                <a:srgbClr val="777777"/>
              </a:solidFill>
              <a:ln>
                <a:noFill/>
              </a:ln>
              <a:effectLst/>
            </p:spPr>
            <p:txBody>
              <a:bodyPr rtlCol="0" anchor="ctr"/>
              <a:lstStyle/>
              <a:p>
                <a:pPr algn="ctr"/>
              </a:p>
            </p:txBody>
          </p:sp>
          <p:sp>
            <p:nvSpPr>
              <p:cNvPr id="1287" name="Noise cell"/>
              <p:cNvSpPr/>
              <p:nvPr/>
            </p:nvSpPr>
            <p:spPr>
              <a:xfrm>
                <a:off x="10311121" y="7552944"/>
                <a:ext cx="18770" cy="18928"/>
              </a:xfrm>
              <a:prstGeom prst="rect">
                <a:avLst/>
              </a:prstGeom>
              <a:solidFill>
                <a:srgbClr val="727272"/>
              </a:solidFill>
              <a:ln>
                <a:noFill/>
              </a:ln>
              <a:effectLst/>
            </p:spPr>
            <p:txBody>
              <a:bodyPr rtlCol="0" anchor="ctr"/>
              <a:lstStyle/>
              <a:p>
                <a:pPr algn="ctr"/>
              </a:p>
            </p:txBody>
          </p:sp>
          <p:sp>
            <p:nvSpPr>
              <p:cNvPr id="1288" name="Noise cell"/>
              <p:cNvSpPr/>
              <p:nvPr/>
            </p:nvSpPr>
            <p:spPr>
              <a:xfrm>
                <a:off x="10329252" y="7552944"/>
                <a:ext cx="18770" cy="18928"/>
              </a:xfrm>
              <a:prstGeom prst="rect">
                <a:avLst/>
              </a:prstGeom>
              <a:solidFill>
                <a:srgbClr val="989898"/>
              </a:solidFill>
              <a:ln>
                <a:noFill/>
              </a:ln>
              <a:effectLst/>
            </p:spPr>
            <p:txBody>
              <a:bodyPr rtlCol="0" anchor="ctr"/>
              <a:lstStyle/>
              <a:p>
                <a:pPr algn="ctr"/>
              </a:p>
            </p:txBody>
          </p:sp>
          <p:sp>
            <p:nvSpPr>
              <p:cNvPr id="1289" name="Noise cell"/>
              <p:cNvSpPr/>
              <p:nvPr/>
            </p:nvSpPr>
            <p:spPr>
              <a:xfrm>
                <a:off x="10347382" y="7552944"/>
                <a:ext cx="18770" cy="18928"/>
              </a:xfrm>
              <a:prstGeom prst="rect">
                <a:avLst/>
              </a:prstGeom>
              <a:solidFill>
                <a:srgbClr val="8B8B8B"/>
              </a:solidFill>
              <a:ln>
                <a:noFill/>
              </a:ln>
              <a:effectLst/>
            </p:spPr>
            <p:txBody>
              <a:bodyPr rtlCol="0" anchor="ctr"/>
              <a:lstStyle/>
              <a:p>
                <a:pPr algn="ctr"/>
              </a:p>
            </p:txBody>
          </p:sp>
          <p:sp>
            <p:nvSpPr>
              <p:cNvPr id="1290" name="Noise cell"/>
              <p:cNvSpPr/>
              <p:nvPr/>
            </p:nvSpPr>
            <p:spPr>
              <a:xfrm>
                <a:off x="10365512" y="7552944"/>
                <a:ext cx="18770" cy="18928"/>
              </a:xfrm>
              <a:prstGeom prst="rect">
                <a:avLst/>
              </a:prstGeom>
              <a:solidFill>
                <a:srgbClr val="7E7E7E"/>
              </a:solidFill>
              <a:ln>
                <a:noFill/>
              </a:ln>
              <a:effectLst/>
            </p:spPr>
            <p:txBody>
              <a:bodyPr rtlCol="0" anchor="ctr"/>
              <a:lstStyle/>
              <a:p>
                <a:pPr algn="ctr"/>
              </a:p>
            </p:txBody>
          </p:sp>
          <p:sp>
            <p:nvSpPr>
              <p:cNvPr id="1291" name="Noise cell"/>
              <p:cNvSpPr/>
              <p:nvPr/>
            </p:nvSpPr>
            <p:spPr>
              <a:xfrm>
                <a:off x="10383643" y="7552944"/>
                <a:ext cx="18770" cy="18928"/>
              </a:xfrm>
              <a:prstGeom prst="rect">
                <a:avLst/>
              </a:prstGeom>
              <a:solidFill>
                <a:srgbClr val="838383"/>
              </a:solidFill>
              <a:ln>
                <a:noFill/>
              </a:ln>
              <a:effectLst/>
            </p:spPr>
            <p:txBody>
              <a:bodyPr rtlCol="0" anchor="ctr"/>
              <a:lstStyle/>
              <a:p>
                <a:pPr algn="ctr"/>
              </a:p>
            </p:txBody>
          </p:sp>
          <p:sp>
            <p:nvSpPr>
              <p:cNvPr id="1292" name="Noise cell"/>
              <p:cNvSpPr/>
              <p:nvPr/>
            </p:nvSpPr>
            <p:spPr>
              <a:xfrm>
                <a:off x="10401773" y="7552944"/>
                <a:ext cx="18770" cy="18928"/>
              </a:xfrm>
              <a:prstGeom prst="rect">
                <a:avLst/>
              </a:prstGeom>
              <a:solidFill>
                <a:srgbClr val="8A8A8A"/>
              </a:solidFill>
              <a:ln>
                <a:noFill/>
              </a:ln>
              <a:effectLst/>
            </p:spPr>
            <p:txBody>
              <a:bodyPr rtlCol="0" anchor="ctr"/>
              <a:lstStyle/>
              <a:p>
                <a:pPr algn="ctr"/>
              </a:p>
            </p:txBody>
          </p:sp>
          <p:sp>
            <p:nvSpPr>
              <p:cNvPr id="1293" name="Noise cell"/>
              <p:cNvSpPr/>
              <p:nvPr/>
            </p:nvSpPr>
            <p:spPr>
              <a:xfrm>
                <a:off x="10419903" y="7552944"/>
                <a:ext cx="18770" cy="18928"/>
              </a:xfrm>
              <a:prstGeom prst="rect">
                <a:avLst/>
              </a:prstGeom>
              <a:solidFill>
                <a:srgbClr val="8B8B8B"/>
              </a:solidFill>
              <a:ln>
                <a:noFill/>
              </a:ln>
              <a:effectLst/>
            </p:spPr>
            <p:txBody>
              <a:bodyPr rtlCol="0" anchor="ctr"/>
              <a:lstStyle/>
              <a:p>
                <a:pPr algn="ctr"/>
              </a:p>
            </p:txBody>
          </p:sp>
          <p:sp>
            <p:nvSpPr>
              <p:cNvPr id="1294" name="Noise cell"/>
              <p:cNvSpPr/>
              <p:nvPr/>
            </p:nvSpPr>
            <p:spPr>
              <a:xfrm>
                <a:off x="10438034" y="7552944"/>
                <a:ext cx="18770" cy="18928"/>
              </a:xfrm>
              <a:prstGeom prst="rect">
                <a:avLst/>
              </a:prstGeom>
              <a:solidFill>
                <a:srgbClr val="7D7D7D"/>
              </a:solidFill>
              <a:ln>
                <a:noFill/>
              </a:ln>
              <a:effectLst/>
            </p:spPr>
            <p:txBody>
              <a:bodyPr rtlCol="0" anchor="ctr"/>
              <a:lstStyle/>
              <a:p>
                <a:pPr algn="ctr"/>
              </a:p>
            </p:txBody>
          </p:sp>
          <p:sp>
            <p:nvSpPr>
              <p:cNvPr id="1295" name="Noise cell"/>
              <p:cNvSpPr/>
              <p:nvPr/>
            </p:nvSpPr>
            <p:spPr>
              <a:xfrm>
                <a:off x="10456164" y="7552944"/>
                <a:ext cx="18770" cy="18928"/>
              </a:xfrm>
              <a:prstGeom prst="rect">
                <a:avLst/>
              </a:prstGeom>
              <a:solidFill>
                <a:srgbClr val="8B8B8B"/>
              </a:solidFill>
              <a:ln>
                <a:noFill/>
              </a:ln>
              <a:effectLst/>
            </p:spPr>
            <p:txBody>
              <a:bodyPr rtlCol="0" anchor="ctr"/>
              <a:lstStyle/>
              <a:p>
                <a:pPr algn="ctr"/>
              </a:p>
            </p:txBody>
          </p:sp>
          <p:sp>
            <p:nvSpPr>
              <p:cNvPr id="1296" name="Noise cell"/>
              <p:cNvSpPr/>
              <p:nvPr/>
            </p:nvSpPr>
            <p:spPr>
              <a:xfrm>
                <a:off x="10474294" y="7552944"/>
                <a:ext cx="18770" cy="18928"/>
              </a:xfrm>
              <a:prstGeom prst="rect">
                <a:avLst/>
              </a:prstGeom>
              <a:solidFill>
                <a:srgbClr val="767676"/>
              </a:solidFill>
              <a:ln>
                <a:noFill/>
              </a:ln>
              <a:effectLst/>
            </p:spPr>
            <p:txBody>
              <a:bodyPr rtlCol="0" anchor="ctr"/>
              <a:lstStyle/>
              <a:p>
                <a:pPr algn="ctr"/>
              </a:p>
            </p:txBody>
          </p:sp>
          <p:sp>
            <p:nvSpPr>
              <p:cNvPr id="1297" name="Noise cell"/>
              <p:cNvSpPr/>
              <p:nvPr/>
            </p:nvSpPr>
            <p:spPr>
              <a:xfrm>
                <a:off x="10492425" y="7552944"/>
                <a:ext cx="18770" cy="18928"/>
              </a:xfrm>
              <a:prstGeom prst="rect">
                <a:avLst/>
              </a:prstGeom>
              <a:solidFill>
                <a:srgbClr val="727272"/>
              </a:solidFill>
              <a:ln>
                <a:noFill/>
              </a:ln>
              <a:effectLst/>
            </p:spPr>
            <p:txBody>
              <a:bodyPr rtlCol="0" anchor="ctr"/>
              <a:lstStyle/>
              <a:p>
                <a:pPr algn="ctr"/>
              </a:p>
            </p:txBody>
          </p:sp>
          <p:sp>
            <p:nvSpPr>
              <p:cNvPr id="1298" name="Noise cell"/>
              <p:cNvSpPr/>
              <p:nvPr/>
            </p:nvSpPr>
            <p:spPr>
              <a:xfrm>
                <a:off x="10510555" y="7552944"/>
                <a:ext cx="18770" cy="18928"/>
              </a:xfrm>
              <a:prstGeom prst="rect">
                <a:avLst/>
              </a:prstGeom>
              <a:solidFill>
                <a:srgbClr val="8B8B8B"/>
              </a:solidFill>
              <a:ln>
                <a:noFill/>
              </a:ln>
              <a:effectLst/>
            </p:spPr>
            <p:txBody>
              <a:bodyPr rtlCol="0" anchor="ctr"/>
              <a:lstStyle/>
              <a:p>
                <a:pPr algn="ctr"/>
              </a:p>
            </p:txBody>
          </p:sp>
          <p:sp>
            <p:nvSpPr>
              <p:cNvPr id="1299" name="Noise cell"/>
              <p:cNvSpPr/>
              <p:nvPr/>
            </p:nvSpPr>
            <p:spPr>
              <a:xfrm>
                <a:off x="10528685" y="7552944"/>
                <a:ext cx="18770" cy="18928"/>
              </a:xfrm>
              <a:prstGeom prst="rect">
                <a:avLst/>
              </a:prstGeom>
              <a:solidFill>
                <a:srgbClr val="727272"/>
              </a:solidFill>
              <a:ln>
                <a:noFill/>
              </a:ln>
              <a:effectLst/>
            </p:spPr>
            <p:txBody>
              <a:bodyPr rtlCol="0" anchor="ctr"/>
              <a:lstStyle/>
              <a:p>
                <a:pPr algn="ctr"/>
              </a:p>
            </p:txBody>
          </p:sp>
          <p:sp>
            <p:nvSpPr>
              <p:cNvPr id="1300" name="Noise cell"/>
              <p:cNvSpPr/>
              <p:nvPr/>
            </p:nvSpPr>
            <p:spPr>
              <a:xfrm>
                <a:off x="10546816" y="7552944"/>
                <a:ext cx="18770" cy="18928"/>
              </a:xfrm>
              <a:prstGeom prst="rect">
                <a:avLst/>
              </a:prstGeom>
              <a:solidFill>
                <a:srgbClr val="767676"/>
              </a:solidFill>
              <a:ln>
                <a:noFill/>
              </a:ln>
              <a:effectLst/>
            </p:spPr>
            <p:txBody>
              <a:bodyPr rtlCol="0" anchor="ctr"/>
              <a:lstStyle/>
              <a:p>
                <a:pPr algn="ctr"/>
              </a:p>
            </p:txBody>
          </p:sp>
          <p:sp>
            <p:nvSpPr>
              <p:cNvPr id="1301" name="Noise cell"/>
              <p:cNvSpPr/>
              <p:nvPr/>
            </p:nvSpPr>
            <p:spPr>
              <a:xfrm>
                <a:off x="10564946" y="7552944"/>
                <a:ext cx="18770" cy="18928"/>
              </a:xfrm>
              <a:prstGeom prst="rect">
                <a:avLst/>
              </a:prstGeom>
              <a:solidFill>
                <a:srgbClr val="7A7A7A"/>
              </a:solidFill>
              <a:ln>
                <a:noFill/>
              </a:ln>
              <a:effectLst/>
            </p:spPr>
            <p:txBody>
              <a:bodyPr rtlCol="0" anchor="ctr"/>
              <a:lstStyle/>
              <a:p>
                <a:pPr algn="ctr"/>
              </a:p>
            </p:txBody>
          </p:sp>
          <p:sp>
            <p:nvSpPr>
              <p:cNvPr id="1302" name="Noise cell"/>
              <p:cNvSpPr/>
              <p:nvPr/>
            </p:nvSpPr>
            <p:spPr>
              <a:xfrm>
                <a:off x="10583076" y="7552944"/>
                <a:ext cx="18770" cy="18928"/>
              </a:xfrm>
              <a:prstGeom prst="rect">
                <a:avLst/>
              </a:prstGeom>
              <a:solidFill>
                <a:srgbClr val="7C7C7C"/>
              </a:solidFill>
              <a:ln>
                <a:noFill/>
              </a:ln>
              <a:effectLst/>
            </p:spPr>
            <p:txBody>
              <a:bodyPr rtlCol="0" anchor="ctr"/>
              <a:lstStyle/>
              <a:p>
                <a:pPr algn="ctr"/>
              </a:p>
            </p:txBody>
          </p:sp>
          <p:sp>
            <p:nvSpPr>
              <p:cNvPr id="1303" name="Noise cell"/>
              <p:cNvSpPr/>
              <p:nvPr/>
            </p:nvSpPr>
            <p:spPr>
              <a:xfrm>
                <a:off x="10601207" y="7552944"/>
                <a:ext cx="18770" cy="18928"/>
              </a:xfrm>
              <a:prstGeom prst="rect">
                <a:avLst/>
              </a:prstGeom>
              <a:solidFill>
                <a:srgbClr val="6E6E6E"/>
              </a:solidFill>
              <a:ln>
                <a:noFill/>
              </a:ln>
              <a:effectLst/>
            </p:spPr>
            <p:txBody>
              <a:bodyPr rtlCol="0" anchor="ctr"/>
              <a:lstStyle/>
              <a:p>
                <a:pPr algn="ctr"/>
              </a:p>
            </p:txBody>
          </p:sp>
          <p:sp>
            <p:nvSpPr>
              <p:cNvPr id="1304" name="Noise cell"/>
              <p:cNvSpPr/>
              <p:nvPr/>
            </p:nvSpPr>
            <p:spPr>
              <a:xfrm>
                <a:off x="10619337" y="7552944"/>
                <a:ext cx="18770" cy="18928"/>
              </a:xfrm>
              <a:prstGeom prst="rect">
                <a:avLst/>
              </a:prstGeom>
              <a:solidFill>
                <a:srgbClr val="9A9A9A"/>
              </a:solidFill>
              <a:ln>
                <a:noFill/>
              </a:ln>
              <a:effectLst/>
            </p:spPr>
            <p:txBody>
              <a:bodyPr rtlCol="0" anchor="ctr"/>
              <a:lstStyle/>
              <a:p>
                <a:pPr algn="ctr"/>
              </a:p>
            </p:txBody>
          </p:sp>
          <p:sp>
            <p:nvSpPr>
              <p:cNvPr id="1305" name="Noise cell"/>
              <p:cNvSpPr/>
              <p:nvPr/>
            </p:nvSpPr>
            <p:spPr>
              <a:xfrm>
                <a:off x="10637467" y="7552944"/>
                <a:ext cx="18770" cy="18928"/>
              </a:xfrm>
              <a:prstGeom prst="rect">
                <a:avLst/>
              </a:prstGeom>
              <a:solidFill>
                <a:srgbClr val="8F8F8F"/>
              </a:solidFill>
              <a:ln>
                <a:noFill/>
              </a:ln>
              <a:effectLst/>
            </p:spPr>
            <p:txBody>
              <a:bodyPr rtlCol="0" anchor="ctr"/>
              <a:lstStyle/>
              <a:p>
                <a:pPr algn="ctr"/>
              </a:p>
            </p:txBody>
          </p:sp>
          <p:sp>
            <p:nvSpPr>
              <p:cNvPr id="1306" name="Noise cell"/>
              <p:cNvSpPr/>
              <p:nvPr/>
            </p:nvSpPr>
            <p:spPr>
              <a:xfrm>
                <a:off x="10655598" y="7552944"/>
                <a:ext cx="18770" cy="18928"/>
              </a:xfrm>
              <a:prstGeom prst="rect">
                <a:avLst/>
              </a:prstGeom>
              <a:solidFill>
                <a:srgbClr val="A8A8A8"/>
              </a:solidFill>
              <a:ln>
                <a:noFill/>
              </a:ln>
              <a:effectLst/>
            </p:spPr>
            <p:txBody>
              <a:bodyPr rtlCol="0" anchor="ctr"/>
              <a:lstStyle/>
              <a:p>
                <a:pPr algn="ctr"/>
              </a:p>
            </p:txBody>
          </p:sp>
          <p:sp>
            <p:nvSpPr>
              <p:cNvPr id="1307" name="Noise cell"/>
              <p:cNvSpPr/>
              <p:nvPr/>
            </p:nvSpPr>
            <p:spPr>
              <a:xfrm>
                <a:off x="10673728" y="7552944"/>
                <a:ext cx="18770" cy="18928"/>
              </a:xfrm>
              <a:prstGeom prst="rect">
                <a:avLst/>
              </a:prstGeom>
              <a:solidFill>
                <a:srgbClr val="828282"/>
              </a:solidFill>
              <a:ln>
                <a:noFill/>
              </a:ln>
              <a:effectLst/>
            </p:spPr>
            <p:txBody>
              <a:bodyPr rtlCol="0" anchor="ctr"/>
              <a:lstStyle/>
              <a:p>
                <a:pPr algn="ctr"/>
              </a:p>
            </p:txBody>
          </p:sp>
          <p:sp>
            <p:nvSpPr>
              <p:cNvPr id="1308" name="Noise cell"/>
              <p:cNvSpPr/>
              <p:nvPr/>
            </p:nvSpPr>
            <p:spPr>
              <a:xfrm>
                <a:off x="10691858" y="7552944"/>
                <a:ext cx="18770" cy="18928"/>
              </a:xfrm>
              <a:prstGeom prst="rect">
                <a:avLst/>
              </a:prstGeom>
              <a:solidFill>
                <a:srgbClr val="818181"/>
              </a:solidFill>
              <a:ln>
                <a:noFill/>
              </a:ln>
              <a:effectLst/>
            </p:spPr>
            <p:txBody>
              <a:bodyPr rtlCol="0" anchor="ctr"/>
              <a:lstStyle/>
              <a:p>
                <a:pPr algn="ctr"/>
              </a:p>
            </p:txBody>
          </p:sp>
          <p:sp>
            <p:nvSpPr>
              <p:cNvPr id="1309" name="Noise cell"/>
              <p:cNvSpPr/>
              <p:nvPr/>
            </p:nvSpPr>
            <p:spPr>
              <a:xfrm>
                <a:off x="10709989" y="7552944"/>
                <a:ext cx="18770" cy="18928"/>
              </a:xfrm>
              <a:prstGeom prst="rect">
                <a:avLst/>
              </a:prstGeom>
              <a:solidFill>
                <a:srgbClr val="8D8D8D"/>
              </a:solidFill>
              <a:ln>
                <a:noFill/>
              </a:ln>
              <a:effectLst/>
            </p:spPr>
            <p:txBody>
              <a:bodyPr rtlCol="0" anchor="ctr"/>
              <a:lstStyle/>
              <a:p>
                <a:pPr algn="ctr"/>
              </a:p>
            </p:txBody>
          </p:sp>
          <p:sp>
            <p:nvSpPr>
              <p:cNvPr id="1310" name="Noise cell"/>
              <p:cNvSpPr/>
              <p:nvPr/>
            </p:nvSpPr>
            <p:spPr>
              <a:xfrm>
                <a:off x="10728119" y="7552944"/>
                <a:ext cx="18770" cy="18928"/>
              </a:xfrm>
              <a:prstGeom prst="rect">
                <a:avLst/>
              </a:prstGeom>
              <a:solidFill>
                <a:srgbClr val="9C9C9C"/>
              </a:solidFill>
              <a:ln>
                <a:noFill/>
              </a:ln>
              <a:effectLst/>
            </p:spPr>
            <p:txBody>
              <a:bodyPr rtlCol="0" anchor="ctr"/>
              <a:lstStyle/>
              <a:p>
                <a:pPr algn="ctr"/>
              </a:p>
            </p:txBody>
          </p:sp>
          <p:sp>
            <p:nvSpPr>
              <p:cNvPr id="1311" name="Noise cell"/>
              <p:cNvSpPr/>
              <p:nvPr/>
            </p:nvSpPr>
            <p:spPr>
              <a:xfrm>
                <a:off x="10746250" y="7552944"/>
                <a:ext cx="18770" cy="18928"/>
              </a:xfrm>
              <a:prstGeom prst="rect">
                <a:avLst/>
              </a:prstGeom>
              <a:solidFill>
                <a:srgbClr val="7A7A7A"/>
              </a:solidFill>
              <a:ln>
                <a:noFill/>
              </a:ln>
              <a:effectLst/>
            </p:spPr>
            <p:txBody>
              <a:bodyPr rtlCol="0" anchor="ctr"/>
              <a:lstStyle/>
              <a:p>
                <a:pPr algn="ctr"/>
              </a:p>
            </p:txBody>
          </p:sp>
          <p:sp>
            <p:nvSpPr>
              <p:cNvPr id="1312" name="Noise cell"/>
              <p:cNvSpPr/>
              <p:nvPr/>
            </p:nvSpPr>
            <p:spPr>
              <a:xfrm>
                <a:off x="10764380" y="7552944"/>
                <a:ext cx="18770" cy="18928"/>
              </a:xfrm>
              <a:prstGeom prst="rect">
                <a:avLst/>
              </a:prstGeom>
              <a:solidFill>
                <a:srgbClr val="929292"/>
              </a:solidFill>
              <a:ln>
                <a:noFill/>
              </a:ln>
              <a:effectLst/>
            </p:spPr>
            <p:txBody>
              <a:bodyPr rtlCol="0" anchor="ctr"/>
              <a:lstStyle/>
              <a:p>
                <a:pPr algn="ctr"/>
              </a:p>
            </p:txBody>
          </p:sp>
          <p:sp>
            <p:nvSpPr>
              <p:cNvPr id="1313" name="Noise cell"/>
              <p:cNvSpPr/>
              <p:nvPr/>
            </p:nvSpPr>
            <p:spPr>
              <a:xfrm>
                <a:off x="10782510" y="7552944"/>
                <a:ext cx="18770" cy="18928"/>
              </a:xfrm>
              <a:prstGeom prst="rect">
                <a:avLst/>
              </a:prstGeom>
              <a:solidFill>
                <a:srgbClr val="8C8C8C"/>
              </a:solidFill>
              <a:ln>
                <a:noFill/>
              </a:ln>
              <a:effectLst/>
            </p:spPr>
            <p:txBody>
              <a:bodyPr rtlCol="0" anchor="ctr"/>
              <a:lstStyle/>
              <a:p>
                <a:pPr algn="ctr"/>
              </a:p>
            </p:txBody>
          </p:sp>
          <p:sp>
            <p:nvSpPr>
              <p:cNvPr id="1314" name="Noise cell"/>
              <p:cNvSpPr/>
              <p:nvPr/>
            </p:nvSpPr>
            <p:spPr>
              <a:xfrm>
                <a:off x="10800641" y="7552944"/>
                <a:ext cx="18770" cy="18928"/>
              </a:xfrm>
              <a:prstGeom prst="rect">
                <a:avLst/>
              </a:prstGeom>
              <a:solidFill>
                <a:srgbClr val="7F7F7F"/>
              </a:solidFill>
              <a:ln>
                <a:noFill/>
              </a:ln>
              <a:effectLst/>
            </p:spPr>
            <p:txBody>
              <a:bodyPr rtlCol="0" anchor="ctr"/>
              <a:lstStyle/>
              <a:p>
                <a:pPr algn="ctr"/>
              </a:p>
            </p:txBody>
          </p:sp>
          <p:sp>
            <p:nvSpPr>
              <p:cNvPr id="1315" name="Noise cell"/>
              <p:cNvSpPr/>
              <p:nvPr/>
            </p:nvSpPr>
            <p:spPr>
              <a:xfrm>
                <a:off x="10818771" y="7552944"/>
                <a:ext cx="18770" cy="18928"/>
              </a:xfrm>
              <a:prstGeom prst="rect">
                <a:avLst/>
              </a:prstGeom>
              <a:solidFill>
                <a:srgbClr val="808080"/>
              </a:solidFill>
              <a:ln>
                <a:noFill/>
              </a:ln>
              <a:effectLst/>
            </p:spPr>
            <p:txBody>
              <a:bodyPr rtlCol="0" anchor="ctr"/>
              <a:lstStyle/>
              <a:p>
                <a:pPr algn="ctr"/>
              </a:p>
            </p:txBody>
          </p:sp>
          <p:sp>
            <p:nvSpPr>
              <p:cNvPr id="1316" name="Noise cell"/>
              <p:cNvSpPr/>
              <p:nvPr/>
            </p:nvSpPr>
            <p:spPr>
              <a:xfrm>
                <a:off x="10836901" y="7552944"/>
                <a:ext cx="18770" cy="18928"/>
              </a:xfrm>
              <a:prstGeom prst="rect">
                <a:avLst/>
              </a:prstGeom>
              <a:solidFill>
                <a:srgbClr val="8D8D8D"/>
              </a:solidFill>
              <a:ln>
                <a:noFill/>
              </a:ln>
              <a:effectLst/>
            </p:spPr>
            <p:txBody>
              <a:bodyPr rtlCol="0" anchor="ctr"/>
              <a:lstStyle/>
              <a:p>
                <a:pPr algn="ctr"/>
              </a:p>
            </p:txBody>
          </p:sp>
          <p:sp>
            <p:nvSpPr>
              <p:cNvPr id="1317" name="Noise cell"/>
              <p:cNvSpPr/>
              <p:nvPr/>
            </p:nvSpPr>
            <p:spPr>
              <a:xfrm>
                <a:off x="10855032" y="7552944"/>
                <a:ext cx="18770" cy="18928"/>
              </a:xfrm>
              <a:prstGeom prst="rect">
                <a:avLst/>
              </a:prstGeom>
              <a:solidFill>
                <a:srgbClr val="818181"/>
              </a:solidFill>
              <a:ln>
                <a:noFill/>
              </a:ln>
              <a:effectLst/>
            </p:spPr>
            <p:txBody>
              <a:bodyPr rtlCol="0" anchor="ctr"/>
              <a:lstStyle/>
              <a:p>
                <a:pPr algn="ctr"/>
              </a:p>
            </p:txBody>
          </p:sp>
          <p:sp>
            <p:nvSpPr>
              <p:cNvPr id="1318" name="Noise cell"/>
              <p:cNvSpPr/>
              <p:nvPr/>
            </p:nvSpPr>
            <p:spPr>
              <a:xfrm>
                <a:off x="10873162" y="7552944"/>
                <a:ext cx="18770" cy="18928"/>
              </a:xfrm>
              <a:prstGeom prst="rect">
                <a:avLst/>
              </a:prstGeom>
              <a:solidFill>
                <a:srgbClr val="8A8A8A"/>
              </a:solidFill>
              <a:ln>
                <a:noFill/>
              </a:ln>
              <a:effectLst/>
            </p:spPr>
            <p:txBody>
              <a:bodyPr rtlCol="0" anchor="ctr"/>
              <a:lstStyle/>
              <a:p>
                <a:pPr algn="ctr"/>
              </a:p>
            </p:txBody>
          </p:sp>
          <p:sp>
            <p:nvSpPr>
              <p:cNvPr id="1319" name="Noise cell"/>
              <p:cNvSpPr/>
              <p:nvPr/>
            </p:nvSpPr>
            <p:spPr>
              <a:xfrm>
                <a:off x="10891292" y="7552944"/>
                <a:ext cx="18770" cy="18928"/>
              </a:xfrm>
              <a:prstGeom prst="rect">
                <a:avLst/>
              </a:prstGeom>
              <a:solidFill>
                <a:srgbClr val="7D7D7D"/>
              </a:solidFill>
              <a:ln>
                <a:noFill/>
              </a:ln>
              <a:effectLst/>
            </p:spPr>
            <p:txBody>
              <a:bodyPr rtlCol="0" anchor="ctr"/>
              <a:lstStyle/>
              <a:p>
                <a:pPr algn="ctr"/>
              </a:p>
            </p:txBody>
          </p:sp>
          <p:sp>
            <p:nvSpPr>
              <p:cNvPr id="1320" name="Noise cell"/>
              <p:cNvSpPr/>
              <p:nvPr/>
            </p:nvSpPr>
            <p:spPr>
              <a:xfrm>
                <a:off x="10909423" y="7552944"/>
                <a:ext cx="18770" cy="18928"/>
              </a:xfrm>
              <a:prstGeom prst="rect">
                <a:avLst/>
              </a:prstGeom>
              <a:solidFill>
                <a:srgbClr val="8D8D8D"/>
              </a:solidFill>
              <a:ln>
                <a:noFill/>
              </a:ln>
              <a:effectLst/>
            </p:spPr>
            <p:txBody>
              <a:bodyPr rtlCol="0" anchor="ctr"/>
              <a:lstStyle/>
              <a:p>
                <a:pPr algn="ctr"/>
              </a:p>
            </p:txBody>
          </p:sp>
          <p:sp>
            <p:nvSpPr>
              <p:cNvPr id="1321" name="Noise cell"/>
              <p:cNvSpPr/>
              <p:nvPr/>
            </p:nvSpPr>
            <p:spPr>
              <a:xfrm>
                <a:off x="10927553" y="7552944"/>
                <a:ext cx="18770" cy="18928"/>
              </a:xfrm>
              <a:prstGeom prst="rect">
                <a:avLst/>
              </a:prstGeom>
              <a:solidFill>
                <a:srgbClr val="858585"/>
              </a:solidFill>
              <a:ln>
                <a:noFill/>
              </a:ln>
              <a:effectLst/>
            </p:spPr>
            <p:txBody>
              <a:bodyPr rtlCol="0" anchor="ctr"/>
              <a:lstStyle/>
              <a:p>
                <a:pPr algn="ctr"/>
              </a:p>
            </p:txBody>
          </p:sp>
          <p:sp>
            <p:nvSpPr>
              <p:cNvPr id="1322" name="Noise cell"/>
              <p:cNvSpPr/>
              <p:nvPr/>
            </p:nvSpPr>
            <p:spPr>
              <a:xfrm>
                <a:off x="10945683" y="7552944"/>
                <a:ext cx="18770" cy="18928"/>
              </a:xfrm>
              <a:prstGeom prst="rect">
                <a:avLst/>
              </a:prstGeom>
              <a:solidFill>
                <a:srgbClr val="989898"/>
              </a:solidFill>
              <a:ln>
                <a:noFill/>
              </a:ln>
              <a:effectLst/>
            </p:spPr>
            <p:txBody>
              <a:bodyPr rtlCol="0" anchor="ctr"/>
              <a:lstStyle/>
              <a:p>
                <a:pPr algn="ctr"/>
              </a:p>
            </p:txBody>
          </p:sp>
          <p:sp>
            <p:nvSpPr>
              <p:cNvPr id="1323" name="Noise cell"/>
              <p:cNvSpPr/>
              <p:nvPr/>
            </p:nvSpPr>
            <p:spPr>
              <a:xfrm>
                <a:off x="10963814" y="7552944"/>
                <a:ext cx="18770" cy="18928"/>
              </a:xfrm>
              <a:prstGeom prst="rect">
                <a:avLst/>
              </a:prstGeom>
              <a:solidFill>
                <a:srgbClr val="8B8B8B"/>
              </a:solidFill>
              <a:ln>
                <a:noFill/>
              </a:ln>
              <a:effectLst/>
            </p:spPr>
            <p:txBody>
              <a:bodyPr rtlCol="0" anchor="ctr"/>
              <a:lstStyle/>
              <a:p>
                <a:pPr algn="ctr"/>
              </a:p>
            </p:txBody>
          </p:sp>
          <p:sp>
            <p:nvSpPr>
              <p:cNvPr id="1324" name="Noise cell"/>
              <p:cNvSpPr/>
              <p:nvPr/>
            </p:nvSpPr>
            <p:spPr>
              <a:xfrm>
                <a:off x="9930384" y="7571232"/>
                <a:ext cx="18770" cy="18928"/>
              </a:xfrm>
              <a:prstGeom prst="rect">
                <a:avLst/>
              </a:prstGeom>
              <a:solidFill>
                <a:srgbClr val="7A7A7A"/>
              </a:solidFill>
              <a:ln>
                <a:noFill/>
              </a:ln>
              <a:effectLst/>
            </p:spPr>
            <p:txBody>
              <a:bodyPr rtlCol="0" anchor="ctr"/>
              <a:lstStyle/>
              <a:p>
                <a:pPr algn="ctr"/>
              </a:p>
            </p:txBody>
          </p:sp>
          <p:sp>
            <p:nvSpPr>
              <p:cNvPr id="1325" name="Noise cell"/>
              <p:cNvSpPr/>
              <p:nvPr/>
            </p:nvSpPr>
            <p:spPr>
              <a:xfrm>
                <a:off x="9948514" y="7571232"/>
                <a:ext cx="18770" cy="18928"/>
              </a:xfrm>
              <a:prstGeom prst="rect">
                <a:avLst/>
              </a:prstGeom>
              <a:solidFill>
                <a:srgbClr val="7E7E7E"/>
              </a:solidFill>
              <a:ln>
                <a:noFill/>
              </a:ln>
              <a:effectLst/>
            </p:spPr>
            <p:txBody>
              <a:bodyPr rtlCol="0" anchor="ctr"/>
              <a:lstStyle/>
              <a:p>
                <a:pPr algn="ctr"/>
              </a:p>
            </p:txBody>
          </p:sp>
          <p:sp>
            <p:nvSpPr>
              <p:cNvPr id="1326" name="Noise cell"/>
              <p:cNvSpPr/>
              <p:nvPr/>
            </p:nvSpPr>
            <p:spPr>
              <a:xfrm>
                <a:off x="9966645" y="7571232"/>
                <a:ext cx="18770" cy="18928"/>
              </a:xfrm>
              <a:prstGeom prst="rect">
                <a:avLst/>
              </a:prstGeom>
              <a:solidFill>
                <a:srgbClr val="878787"/>
              </a:solidFill>
              <a:ln>
                <a:noFill/>
              </a:ln>
              <a:effectLst/>
            </p:spPr>
            <p:txBody>
              <a:bodyPr rtlCol="0" anchor="ctr"/>
              <a:lstStyle/>
              <a:p>
                <a:pPr algn="ctr"/>
              </a:p>
            </p:txBody>
          </p:sp>
          <p:sp>
            <p:nvSpPr>
              <p:cNvPr id="1327" name="Noise cell"/>
              <p:cNvSpPr/>
              <p:nvPr/>
            </p:nvSpPr>
            <p:spPr>
              <a:xfrm>
                <a:off x="9984775" y="7571232"/>
                <a:ext cx="18770" cy="18928"/>
              </a:xfrm>
              <a:prstGeom prst="rect">
                <a:avLst/>
              </a:prstGeom>
              <a:solidFill>
                <a:srgbClr val="797979"/>
              </a:solidFill>
              <a:ln>
                <a:noFill/>
              </a:ln>
              <a:effectLst/>
            </p:spPr>
            <p:txBody>
              <a:bodyPr rtlCol="0" anchor="ctr"/>
              <a:lstStyle/>
              <a:p>
                <a:pPr algn="ctr"/>
              </a:p>
            </p:txBody>
          </p:sp>
          <p:sp>
            <p:nvSpPr>
              <p:cNvPr id="1328" name="Noise cell"/>
              <p:cNvSpPr/>
              <p:nvPr/>
            </p:nvSpPr>
            <p:spPr>
              <a:xfrm>
                <a:off x="10002905" y="7571232"/>
                <a:ext cx="18770" cy="18928"/>
              </a:xfrm>
              <a:prstGeom prst="rect">
                <a:avLst/>
              </a:prstGeom>
              <a:solidFill>
                <a:srgbClr val="7C7C7C"/>
              </a:solidFill>
              <a:ln>
                <a:noFill/>
              </a:ln>
              <a:effectLst/>
            </p:spPr>
            <p:txBody>
              <a:bodyPr rtlCol="0" anchor="ctr"/>
              <a:lstStyle/>
              <a:p>
                <a:pPr algn="ctr"/>
              </a:p>
            </p:txBody>
          </p:sp>
          <p:sp>
            <p:nvSpPr>
              <p:cNvPr id="1329" name="Noise cell"/>
              <p:cNvSpPr/>
              <p:nvPr/>
            </p:nvSpPr>
            <p:spPr>
              <a:xfrm>
                <a:off x="10021036" y="7571232"/>
                <a:ext cx="18770" cy="18928"/>
              </a:xfrm>
              <a:prstGeom prst="rect">
                <a:avLst/>
              </a:prstGeom>
              <a:solidFill>
                <a:srgbClr val="8B8B8B"/>
              </a:solidFill>
              <a:ln>
                <a:noFill/>
              </a:ln>
              <a:effectLst/>
            </p:spPr>
            <p:txBody>
              <a:bodyPr rtlCol="0" anchor="ctr"/>
              <a:lstStyle/>
              <a:p>
                <a:pPr algn="ctr"/>
              </a:p>
            </p:txBody>
          </p:sp>
          <p:sp>
            <p:nvSpPr>
              <p:cNvPr id="1330" name="Noise cell"/>
              <p:cNvSpPr/>
              <p:nvPr/>
            </p:nvSpPr>
            <p:spPr>
              <a:xfrm>
                <a:off x="10039166" y="7571232"/>
                <a:ext cx="18770" cy="18928"/>
              </a:xfrm>
              <a:prstGeom prst="rect">
                <a:avLst/>
              </a:prstGeom>
              <a:solidFill>
                <a:srgbClr val="646464"/>
              </a:solidFill>
              <a:ln>
                <a:noFill/>
              </a:ln>
              <a:effectLst/>
            </p:spPr>
            <p:txBody>
              <a:bodyPr rtlCol="0" anchor="ctr"/>
              <a:lstStyle/>
              <a:p>
                <a:pPr algn="ctr"/>
              </a:p>
            </p:txBody>
          </p:sp>
          <p:sp>
            <p:nvSpPr>
              <p:cNvPr id="1331" name="Noise cell"/>
              <p:cNvSpPr/>
              <p:nvPr/>
            </p:nvSpPr>
            <p:spPr>
              <a:xfrm>
                <a:off x="10057296" y="7571232"/>
                <a:ext cx="18770" cy="18928"/>
              </a:xfrm>
              <a:prstGeom prst="rect">
                <a:avLst/>
              </a:prstGeom>
              <a:solidFill>
                <a:srgbClr val="7A7A7A"/>
              </a:solidFill>
              <a:ln>
                <a:noFill/>
              </a:ln>
              <a:effectLst/>
            </p:spPr>
            <p:txBody>
              <a:bodyPr rtlCol="0" anchor="ctr"/>
              <a:lstStyle/>
              <a:p>
                <a:pPr algn="ctr"/>
              </a:p>
            </p:txBody>
          </p:sp>
          <p:sp>
            <p:nvSpPr>
              <p:cNvPr id="1332" name="Noise cell"/>
              <p:cNvSpPr/>
              <p:nvPr/>
            </p:nvSpPr>
            <p:spPr>
              <a:xfrm>
                <a:off x="10075427" y="7571232"/>
                <a:ext cx="18770" cy="18928"/>
              </a:xfrm>
              <a:prstGeom prst="rect">
                <a:avLst/>
              </a:prstGeom>
              <a:solidFill>
                <a:srgbClr val="8B8B8B"/>
              </a:solidFill>
              <a:ln>
                <a:noFill/>
              </a:ln>
              <a:effectLst/>
            </p:spPr>
            <p:txBody>
              <a:bodyPr rtlCol="0" anchor="ctr"/>
              <a:lstStyle/>
              <a:p>
                <a:pPr algn="ctr"/>
              </a:p>
            </p:txBody>
          </p:sp>
          <p:sp>
            <p:nvSpPr>
              <p:cNvPr id="1333" name="Noise cell"/>
              <p:cNvSpPr/>
              <p:nvPr/>
            </p:nvSpPr>
            <p:spPr>
              <a:xfrm>
                <a:off x="10093557" y="7571232"/>
                <a:ext cx="18770" cy="18928"/>
              </a:xfrm>
              <a:prstGeom prst="rect">
                <a:avLst/>
              </a:prstGeom>
              <a:solidFill>
                <a:srgbClr val="6A6A6A"/>
              </a:solidFill>
              <a:ln>
                <a:noFill/>
              </a:ln>
              <a:effectLst/>
            </p:spPr>
            <p:txBody>
              <a:bodyPr rtlCol="0" anchor="ctr"/>
              <a:lstStyle/>
              <a:p>
                <a:pPr algn="ctr"/>
              </a:p>
            </p:txBody>
          </p:sp>
          <p:sp>
            <p:nvSpPr>
              <p:cNvPr id="1334" name="Noise cell"/>
              <p:cNvSpPr/>
              <p:nvPr/>
            </p:nvSpPr>
            <p:spPr>
              <a:xfrm>
                <a:off x="10111687" y="7571232"/>
                <a:ext cx="18770" cy="18928"/>
              </a:xfrm>
              <a:prstGeom prst="rect">
                <a:avLst/>
              </a:prstGeom>
              <a:solidFill>
                <a:srgbClr val="919191"/>
              </a:solidFill>
              <a:ln>
                <a:noFill/>
              </a:ln>
              <a:effectLst/>
            </p:spPr>
            <p:txBody>
              <a:bodyPr rtlCol="0" anchor="ctr"/>
              <a:lstStyle/>
              <a:p>
                <a:pPr algn="ctr"/>
              </a:p>
            </p:txBody>
          </p:sp>
          <p:sp>
            <p:nvSpPr>
              <p:cNvPr id="1335" name="Noise cell"/>
              <p:cNvSpPr/>
              <p:nvPr/>
            </p:nvSpPr>
            <p:spPr>
              <a:xfrm>
                <a:off x="10129818" y="7571232"/>
                <a:ext cx="18770" cy="18928"/>
              </a:xfrm>
              <a:prstGeom prst="rect">
                <a:avLst/>
              </a:prstGeom>
              <a:solidFill>
                <a:srgbClr val="737373"/>
              </a:solidFill>
              <a:ln>
                <a:noFill/>
              </a:ln>
              <a:effectLst/>
            </p:spPr>
            <p:txBody>
              <a:bodyPr rtlCol="0" anchor="ctr"/>
              <a:lstStyle/>
              <a:p>
                <a:pPr algn="ctr"/>
              </a:p>
            </p:txBody>
          </p:sp>
          <p:sp>
            <p:nvSpPr>
              <p:cNvPr id="1336" name="Noise cell"/>
              <p:cNvSpPr/>
              <p:nvPr/>
            </p:nvSpPr>
            <p:spPr>
              <a:xfrm>
                <a:off x="10147948" y="7571232"/>
                <a:ext cx="18770" cy="18928"/>
              </a:xfrm>
              <a:prstGeom prst="rect">
                <a:avLst/>
              </a:prstGeom>
              <a:solidFill>
                <a:srgbClr val="838383"/>
              </a:solidFill>
              <a:ln>
                <a:noFill/>
              </a:ln>
              <a:effectLst/>
            </p:spPr>
            <p:txBody>
              <a:bodyPr rtlCol="0" anchor="ctr"/>
              <a:lstStyle/>
              <a:p>
                <a:pPr algn="ctr"/>
              </a:p>
            </p:txBody>
          </p:sp>
          <p:sp>
            <p:nvSpPr>
              <p:cNvPr id="1337" name="Noise cell"/>
              <p:cNvSpPr/>
              <p:nvPr/>
            </p:nvSpPr>
            <p:spPr>
              <a:xfrm>
                <a:off x="10166078" y="7571232"/>
                <a:ext cx="18770" cy="18928"/>
              </a:xfrm>
              <a:prstGeom prst="rect">
                <a:avLst/>
              </a:prstGeom>
              <a:solidFill>
                <a:srgbClr val="959595"/>
              </a:solidFill>
              <a:ln>
                <a:noFill/>
              </a:ln>
              <a:effectLst/>
            </p:spPr>
            <p:txBody>
              <a:bodyPr rtlCol="0" anchor="ctr"/>
              <a:lstStyle/>
              <a:p>
                <a:pPr algn="ctr"/>
              </a:p>
            </p:txBody>
          </p:sp>
          <p:sp>
            <p:nvSpPr>
              <p:cNvPr id="1338" name="Noise cell"/>
              <p:cNvSpPr/>
              <p:nvPr/>
            </p:nvSpPr>
            <p:spPr>
              <a:xfrm>
                <a:off x="10184209" y="7571232"/>
                <a:ext cx="18770" cy="18928"/>
              </a:xfrm>
              <a:prstGeom prst="rect">
                <a:avLst/>
              </a:prstGeom>
              <a:solidFill>
                <a:srgbClr val="747474"/>
              </a:solidFill>
              <a:ln>
                <a:noFill/>
              </a:ln>
              <a:effectLst/>
            </p:spPr>
            <p:txBody>
              <a:bodyPr rtlCol="0" anchor="ctr"/>
              <a:lstStyle/>
              <a:p>
                <a:pPr algn="ctr"/>
              </a:p>
            </p:txBody>
          </p:sp>
          <p:sp>
            <p:nvSpPr>
              <p:cNvPr id="1339" name="Noise cell"/>
              <p:cNvSpPr/>
              <p:nvPr/>
            </p:nvSpPr>
            <p:spPr>
              <a:xfrm>
                <a:off x="10202339" y="7571232"/>
                <a:ext cx="18770" cy="18928"/>
              </a:xfrm>
              <a:prstGeom prst="rect">
                <a:avLst/>
              </a:prstGeom>
              <a:solidFill>
                <a:srgbClr val="8B8B8B"/>
              </a:solidFill>
              <a:ln>
                <a:noFill/>
              </a:ln>
              <a:effectLst/>
            </p:spPr>
            <p:txBody>
              <a:bodyPr rtlCol="0" anchor="ctr"/>
              <a:lstStyle/>
              <a:p>
                <a:pPr algn="ctr"/>
              </a:p>
            </p:txBody>
          </p:sp>
          <p:sp>
            <p:nvSpPr>
              <p:cNvPr id="1340" name="Noise cell"/>
              <p:cNvSpPr/>
              <p:nvPr/>
            </p:nvSpPr>
            <p:spPr>
              <a:xfrm>
                <a:off x="10220470" y="7571232"/>
                <a:ext cx="18770" cy="18928"/>
              </a:xfrm>
              <a:prstGeom prst="rect">
                <a:avLst/>
              </a:prstGeom>
              <a:solidFill>
                <a:srgbClr val="7E7E7E"/>
              </a:solidFill>
              <a:ln>
                <a:noFill/>
              </a:ln>
              <a:effectLst/>
            </p:spPr>
            <p:txBody>
              <a:bodyPr rtlCol="0" anchor="ctr"/>
              <a:lstStyle/>
              <a:p>
                <a:pPr algn="ctr"/>
              </a:p>
            </p:txBody>
          </p:sp>
          <p:sp>
            <p:nvSpPr>
              <p:cNvPr id="1341" name="Noise cell"/>
              <p:cNvSpPr/>
              <p:nvPr/>
            </p:nvSpPr>
            <p:spPr>
              <a:xfrm>
                <a:off x="10238600" y="7571232"/>
                <a:ext cx="18770" cy="18928"/>
              </a:xfrm>
              <a:prstGeom prst="rect">
                <a:avLst/>
              </a:prstGeom>
              <a:solidFill>
                <a:srgbClr val="8A8A8A"/>
              </a:solidFill>
              <a:ln>
                <a:noFill/>
              </a:ln>
              <a:effectLst/>
            </p:spPr>
            <p:txBody>
              <a:bodyPr rtlCol="0" anchor="ctr"/>
              <a:lstStyle/>
              <a:p>
                <a:pPr algn="ctr"/>
              </a:p>
            </p:txBody>
          </p:sp>
          <p:sp>
            <p:nvSpPr>
              <p:cNvPr id="1342" name="Noise cell"/>
              <p:cNvSpPr/>
              <p:nvPr/>
            </p:nvSpPr>
            <p:spPr>
              <a:xfrm>
                <a:off x="10256730" y="7571232"/>
                <a:ext cx="18770" cy="18928"/>
              </a:xfrm>
              <a:prstGeom prst="rect">
                <a:avLst/>
              </a:prstGeom>
              <a:solidFill>
                <a:srgbClr val="919191"/>
              </a:solidFill>
              <a:ln>
                <a:noFill/>
              </a:ln>
              <a:effectLst/>
            </p:spPr>
            <p:txBody>
              <a:bodyPr rtlCol="0" anchor="ctr"/>
              <a:lstStyle/>
              <a:p>
                <a:pPr algn="ctr"/>
              </a:p>
            </p:txBody>
          </p:sp>
          <p:sp>
            <p:nvSpPr>
              <p:cNvPr id="1343" name="Noise cell"/>
              <p:cNvSpPr/>
              <p:nvPr/>
            </p:nvSpPr>
            <p:spPr>
              <a:xfrm>
                <a:off x="10274861" y="7571232"/>
                <a:ext cx="18770" cy="18928"/>
              </a:xfrm>
              <a:prstGeom prst="rect">
                <a:avLst/>
              </a:prstGeom>
              <a:solidFill>
                <a:srgbClr val="747474"/>
              </a:solidFill>
              <a:ln>
                <a:noFill/>
              </a:ln>
              <a:effectLst/>
            </p:spPr>
            <p:txBody>
              <a:bodyPr rtlCol="0" anchor="ctr"/>
              <a:lstStyle/>
              <a:p>
                <a:pPr algn="ctr"/>
              </a:p>
            </p:txBody>
          </p:sp>
          <p:sp>
            <p:nvSpPr>
              <p:cNvPr id="1344" name="Noise cell"/>
              <p:cNvSpPr/>
              <p:nvPr/>
            </p:nvSpPr>
            <p:spPr>
              <a:xfrm>
                <a:off x="10292991" y="7571232"/>
                <a:ext cx="18770" cy="18928"/>
              </a:xfrm>
              <a:prstGeom prst="rect">
                <a:avLst/>
              </a:prstGeom>
              <a:solidFill>
                <a:srgbClr val="757575"/>
              </a:solidFill>
              <a:ln>
                <a:noFill/>
              </a:ln>
              <a:effectLst/>
            </p:spPr>
            <p:txBody>
              <a:bodyPr rtlCol="0" anchor="ctr"/>
              <a:lstStyle/>
              <a:p>
                <a:pPr algn="ctr"/>
              </a:p>
            </p:txBody>
          </p:sp>
          <p:sp>
            <p:nvSpPr>
              <p:cNvPr id="1345" name="Noise cell"/>
              <p:cNvSpPr/>
              <p:nvPr/>
            </p:nvSpPr>
            <p:spPr>
              <a:xfrm>
                <a:off x="10311121" y="7571232"/>
                <a:ext cx="18770" cy="18928"/>
              </a:xfrm>
              <a:prstGeom prst="rect">
                <a:avLst/>
              </a:prstGeom>
              <a:solidFill>
                <a:srgbClr val="7C7C7C"/>
              </a:solidFill>
              <a:ln>
                <a:noFill/>
              </a:ln>
              <a:effectLst/>
            </p:spPr>
            <p:txBody>
              <a:bodyPr rtlCol="0" anchor="ctr"/>
              <a:lstStyle/>
              <a:p>
                <a:pPr algn="ctr"/>
              </a:p>
            </p:txBody>
          </p:sp>
          <p:sp>
            <p:nvSpPr>
              <p:cNvPr id="1346" name="Noise cell"/>
              <p:cNvSpPr/>
              <p:nvPr/>
            </p:nvSpPr>
            <p:spPr>
              <a:xfrm>
                <a:off x="10329252" y="7571232"/>
                <a:ext cx="18770" cy="18928"/>
              </a:xfrm>
              <a:prstGeom prst="rect">
                <a:avLst/>
              </a:prstGeom>
              <a:solidFill>
                <a:srgbClr val="8F8F8F"/>
              </a:solidFill>
              <a:ln>
                <a:noFill/>
              </a:ln>
              <a:effectLst/>
            </p:spPr>
            <p:txBody>
              <a:bodyPr rtlCol="0" anchor="ctr"/>
              <a:lstStyle/>
              <a:p>
                <a:pPr algn="ctr"/>
              </a:p>
            </p:txBody>
          </p:sp>
          <p:sp>
            <p:nvSpPr>
              <p:cNvPr id="1347" name="Noise cell"/>
              <p:cNvSpPr/>
              <p:nvPr/>
            </p:nvSpPr>
            <p:spPr>
              <a:xfrm>
                <a:off x="10347382" y="7571232"/>
                <a:ext cx="18770" cy="18928"/>
              </a:xfrm>
              <a:prstGeom prst="rect">
                <a:avLst/>
              </a:prstGeom>
              <a:solidFill>
                <a:srgbClr val="8F8F8F"/>
              </a:solidFill>
              <a:ln>
                <a:noFill/>
              </a:ln>
              <a:effectLst/>
            </p:spPr>
            <p:txBody>
              <a:bodyPr rtlCol="0" anchor="ctr"/>
              <a:lstStyle/>
              <a:p>
                <a:pPr algn="ctr"/>
              </a:p>
            </p:txBody>
          </p:sp>
          <p:sp>
            <p:nvSpPr>
              <p:cNvPr id="1348" name="Noise cell"/>
              <p:cNvSpPr/>
              <p:nvPr/>
            </p:nvSpPr>
            <p:spPr>
              <a:xfrm>
                <a:off x="10365512" y="7571232"/>
                <a:ext cx="18770" cy="18928"/>
              </a:xfrm>
              <a:prstGeom prst="rect">
                <a:avLst/>
              </a:prstGeom>
              <a:solidFill>
                <a:srgbClr val="929292"/>
              </a:solidFill>
              <a:ln>
                <a:noFill/>
              </a:ln>
              <a:effectLst/>
            </p:spPr>
            <p:txBody>
              <a:bodyPr rtlCol="0" anchor="ctr"/>
              <a:lstStyle/>
              <a:p>
                <a:pPr algn="ctr"/>
              </a:p>
            </p:txBody>
          </p:sp>
          <p:sp>
            <p:nvSpPr>
              <p:cNvPr id="1349" name="Noise cell"/>
              <p:cNvSpPr/>
              <p:nvPr/>
            </p:nvSpPr>
            <p:spPr>
              <a:xfrm>
                <a:off x="10383643" y="7571232"/>
                <a:ext cx="18770" cy="18928"/>
              </a:xfrm>
              <a:prstGeom prst="rect">
                <a:avLst/>
              </a:prstGeom>
              <a:solidFill>
                <a:srgbClr val="878787"/>
              </a:solidFill>
              <a:ln>
                <a:noFill/>
              </a:ln>
              <a:effectLst/>
            </p:spPr>
            <p:txBody>
              <a:bodyPr rtlCol="0" anchor="ctr"/>
              <a:lstStyle/>
              <a:p>
                <a:pPr algn="ctr"/>
              </a:p>
            </p:txBody>
          </p:sp>
          <p:sp>
            <p:nvSpPr>
              <p:cNvPr id="1350" name="Noise cell"/>
              <p:cNvSpPr/>
              <p:nvPr/>
            </p:nvSpPr>
            <p:spPr>
              <a:xfrm>
                <a:off x="10401773" y="7571232"/>
                <a:ext cx="18770" cy="18928"/>
              </a:xfrm>
              <a:prstGeom prst="rect">
                <a:avLst/>
              </a:prstGeom>
              <a:solidFill>
                <a:srgbClr val="797979"/>
              </a:solidFill>
              <a:ln>
                <a:noFill/>
              </a:ln>
              <a:effectLst/>
            </p:spPr>
            <p:txBody>
              <a:bodyPr rtlCol="0" anchor="ctr"/>
              <a:lstStyle/>
              <a:p>
                <a:pPr algn="ctr"/>
              </a:p>
            </p:txBody>
          </p:sp>
          <p:sp>
            <p:nvSpPr>
              <p:cNvPr id="1351" name="Noise cell"/>
              <p:cNvSpPr/>
              <p:nvPr/>
            </p:nvSpPr>
            <p:spPr>
              <a:xfrm>
                <a:off x="10419903" y="7571232"/>
                <a:ext cx="18770" cy="18928"/>
              </a:xfrm>
              <a:prstGeom prst="rect">
                <a:avLst/>
              </a:prstGeom>
              <a:solidFill>
                <a:srgbClr val="909090"/>
              </a:solidFill>
              <a:ln>
                <a:noFill/>
              </a:ln>
              <a:effectLst/>
            </p:spPr>
            <p:txBody>
              <a:bodyPr rtlCol="0" anchor="ctr"/>
              <a:lstStyle/>
              <a:p>
                <a:pPr algn="ctr"/>
              </a:p>
            </p:txBody>
          </p:sp>
          <p:sp>
            <p:nvSpPr>
              <p:cNvPr id="1352" name="Noise cell"/>
              <p:cNvSpPr/>
              <p:nvPr/>
            </p:nvSpPr>
            <p:spPr>
              <a:xfrm>
                <a:off x="10438034" y="7571232"/>
                <a:ext cx="18770" cy="18928"/>
              </a:xfrm>
              <a:prstGeom prst="rect">
                <a:avLst/>
              </a:prstGeom>
              <a:solidFill>
                <a:srgbClr val="7E7E7E"/>
              </a:solidFill>
              <a:ln>
                <a:noFill/>
              </a:ln>
              <a:effectLst/>
            </p:spPr>
            <p:txBody>
              <a:bodyPr rtlCol="0" anchor="ctr"/>
              <a:lstStyle/>
              <a:p>
                <a:pPr algn="ctr"/>
              </a:p>
            </p:txBody>
          </p:sp>
          <p:sp>
            <p:nvSpPr>
              <p:cNvPr id="1353" name="Noise cell"/>
              <p:cNvSpPr/>
              <p:nvPr/>
            </p:nvSpPr>
            <p:spPr>
              <a:xfrm>
                <a:off x="10456164" y="7571232"/>
                <a:ext cx="18770" cy="18928"/>
              </a:xfrm>
              <a:prstGeom prst="rect">
                <a:avLst/>
              </a:prstGeom>
              <a:solidFill>
                <a:srgbClr val="7D7D7D"/>
              </a:solidFill>
              <a:ln>
                <a:noFill/>
              </a:ln>
              <a:effectLst/>
            </p:spPr>
            <p:txBody>
              <a:bodyPr rtlCol="0" anchor="ctr"/>
              <a:lstStyle/>
              <a:p>
                <a:pPr algn="ctr"/>
              </a:p>
            </p:txBody>
          </p:sp>
          <p:sp>
            <p:nvSpPr>
              <p:cNvPr id="1354" name="Noise cell"/>
              <p:cNvSpPr/>
              <p:nvPr/>
            </p:nvSpPr>
            <p:spPr>
              <a:xfrm>
                <a:off x="10474294" y="7571232"/>
                <a:ext cx="18770" cy="18928"/>
              </a:xfrm>
              <a:prstGeom prst="rect">
                <a:avLst/>
              </a:prstGeom>
              <a:solidFill>
                <a:srgbClr val="898989"/>
              </a:solidFill>
              <a:ln>
                <a:noFill/>
              </a:ln>
              <a:effectLst/>
            </p:spPr>
            <p:txBody>
              <a:bodyPr rtlCol="0" anchor="ctr"/>
              <a:lstStyle/>
              <a:p>
                <a:pPr algn="ctr"/>
              </a:p>
            </p:txBody>
          </p:sp>
          <p:sp>
            <p:nvSpPr>
              <p:cNvPr id="1355" name="Noise cell"/>
              <p:cNvSpPr/>
              <p:nvPr/>
            </p:nvSpPr>
            <p:spPr>
              <a:xfrm>
                <a:off x="10492425" y="7571232"/>
                <a:ext cx="18770" cy="18928"/>
              </a:xfrm>
              <a:prstGeom prst="rect">
                <a:avLst/>
              </a:prstGeom>
              <a:solidFill>
                <a:srgbClr val="888888"/>
              </a:solidFill>
              <a:ln>
                <a:noFill/>
              </a:ln>
              <a:effectLst/>
            </p:spPr>
            <p:txBody>
              <a:bodyPr rtlCol="0" anchor="ctr"/>
              <a:lstStyle/>
              <a:p>
                <a:pPr algn="ctr"/>
              </a:p>
            </p:txBody>
          </p:sp>
          <p:sp>
            <p:nvSpPr>
              <p:cNvPr id="1356" name="Noise cell"/>
              <p:cNvSpPr/>
              <p:nvPr/>
            </p:nvSpPr>
            <p:spPr>
              <a:xfrm>
                <a:off x="10510555" y="7571232"/>
                <a:ext cx="18770" cy="18928"/>
              </a:xfrm>
              <a:prstGeom prst="rect">
                <a:avLst/>
              </a:prstGeom>
              <a:solidFill>
                <a:srgbClr val="808080"/>
              </a:solidFill>
              <a:ln>
                <a:noFill/>
              </a:ln>
              <a:effectLst/>
            </p:spPr>
            <p:txBody>
              <a:bodyPr rtlCol="0" anchor="ctr"/>
              <a:lstStyle/>
              <a:p>
                <a:pPr algn="ctr"/>
              </a:p>
            </p:txBody>
          </p:sp>
          <p:sp>
            <p:nvSpPr>
              <p:cNvPr id="1357" name="Noise cell"/>
              <p:cNvSpPr/>
              <p:nvPr/>
            </p:nvSpPr>
            <p:spPr>
              <a:xfrm>
                <a:off x="10528685" y="7571232"/>
                <a:ext cx="18770" cy="18928"/>
              </a:xfrm>
              <a:prstGeom prst="rect">
                <a:avLst/>
              </a:prstGeom>
              <a:solidFill>
                <a:srgbClr val="989898"/>
              </a:solidFill>
              <a:ln>
                <a:noFill/>
              </a:ln>
              <a:effectLst/>
            </p:spPr>
            <p:txBody>
              <a:bodyPr rtlCol="0" anchor="ctr"/>
              <a:lstStyle/>
              <a:p>
                <a:pPr algn="ctr"/>
              </a:p>
            </p:txBody>
          </p:sp>
          <p:sp>
            <p:nvSpPr>
              <p:cNvPr id="1358" name="Noise cell"/>
              <p:cNvSpPr/>
              <p:nvPr/>
            </p:nvSpPr>
            <p:spPr>
              <a:xfrm>
                <a:off x="10546816" y="7571232"/>
                <a:ext cx="18770" cy="18928"/>
              </a:xfrm>
              <a:prstGeom prst="rect">
                <a:avLst/>
              </a:prstGeom>
              <a:solidFill>
                <a:srgbClr val="8C8C8C"/>
              </a:solidFill>
              <a:ln>
                <a:noFill/>
              </a:ln>
              <a:effectLst/>
            </p:spPr>
            <p:txBody>
              <a:bodyPr rtlCol="0" anchor="ctr"/>
              <a:lstStyle/>
              <a:p>
                <a:pPr algn="ctr"/>
              </a:p>
            </p:txBody>
          </p:sp>
          <p:sp>
            <p:nvSpPr>
              <p:cNvPr id="1359" name="Noise cell"/>
              <p:cNvSpPr/>
              <p:nvPr/>
            </p:nvSpPr>
            <p:spPr>
              <a:xfrm>
                <a:off x="10564946" y="7571232"/>
                <a:ext cx="18770" cy="18928"/>
              </a:xfrm>
              <a:prstGeom prst="rect">
                <a:avLst/>
              </a:prstGeom>
              <a:solidFill>
                <a:srgbClr val="909090"/>
              </a:solidFill>
              <a:ln>
                <a:noFill/>
              </a:ln>
              <a:effectLst/>
            </p:spPr>
            <p:txBody>
              <a:bodyPr rtlCol="0" anchor="ctr"/>
              <a:lstStyle/>
              <a:p>
                <a:pPr algn="ctr"/>
              </a:p>
            </p:txBody>
          </p:sp>
          <p:sp>
            <p:nvSpPr>
              <p:cNvPr id="1360" name="Noise cell"/>
              <p:cNvSpPr/>
              <p:nvPr/>
            </p:nvSpPr>
            <p:spPr>
              <a:xfrm>
                <a:off x="10583076" y="7571232"/>
                <a:ext cx="18770" cy="18928"/>
              </a:xfrm>
              <a:prstGeom prst="rect">
                <a:avLst/>
              </a:prstGeom>
              <a:solidFill>
                <a:srgbClr val="9E9E9E"/>
              </a:solidFill>
              <a:ln>
                <a:noFill/>
              </a:ln>
              <a:effectLst/>
            </p:spPr>
            <p:txBody>
              <a:bodyPr rtlCol="0" anchor="ctr"/>
              <a:lstStyle/>
              <a:p>
                <a:pPr algn="ctr"/>
              </a:p>
            </p:txBody>
          </p:sp>
          <p:sp>
            <p:nvSpPr>
              <p:cNvPr id="1361" name="Noise cell"/>
              <p:cNvSpPr/>
              <p:nvPr/>
            </p:nvSpPr>
            <p:spPr>
              <a:xfrm>
                <a:off x="10601207" y="7571232"/>
                <a:ext cx="18770" cy="18928"/>
              </a:xfrm>
              <a:prstGeom prst="rect">
                <a:avLst/>
              </a:prstGeom>
              <a:solidFill>
                <a:srgbClr val="8A8A8A"/>
              </a:solidFill>
              <a:ln>
                <a:noFill/>
              </a:ln>
              <a:effectLst/>
            </p:spPr>
            <p:txBody>
              <a:bodyPr rtlCol="0" anchor="ctr"/>
              <a:lstStyle/>
              <a:p>
                <a:pPr algn="ctr"/>
              </a:p>
            </p:txBody>
          </p:sp>
          <p:sp>
            <p:nvSpPr>
              <p:cNvPr id="1362" name="Noise cell"/>
              <p:cNvSpPr/>
              <p:nvPr/>
            </p:nvSpPr>
            <p:spPr>
              <a:xfrm>
                <a:off x="10619337" y="7571232"/>
                <a:ext cx="18770" cy="18928"/>
              </a:xfrm>
              <a:prstGeom prst="rect">
                <a:avLst/>
              </a:prstGeom>
              <a:solidFill>
                <a:srgbClr val="9A9A9A"/>
              </a:solidFill>
              <a:ln>
                <a:noFill/>
              </a:ln>
              <a:effectLst/>
            </p:spPr>
            <p:txBody>
              <a:bodyPr rtlCol="0" anchor="ctr"/>
              <a:lstStyle/>
              <a:p>
                <a:pPr algn="ctr"/>
              </a:p>
            </p:txBody>
          </p:sp>
          <p:sp>
            <p:nvSpPr>
              <p:cNvPr id="1363" name="Noise cell"/>
              <p:cNvSpPr/>
              <p:nvPr/>
            </p:nvSpPr>
            <p:spPr>
              <a:xfrm>
                <a:off x="10637467" y="7571232"/>
                <a:ext cx="18770" cy="18928"/>
              </a:xfrm>
              <a:prstGeom prst="rect">
                <a:avLst/>
              </a:prstGeom>
              <a:solidFill>
                <a:srgbClr val="707070"/>
              </a:solidFill>
              <a:ln>
                <a:noFill/>
              </a:ln>
              <a:effectLst/>
            </p:spPr>
            <p:txBody>
              <a:bodyPr rtlCol="0" anchor="ctr"/>
              <a:lstStyle/>
              <a:p>
                <a:pPr algn="ctr"/>
              </a:p>
            </p:txBody>
          </p:sp>
          <p:sp>
            <p:nvSpPr>
              <p:cNvPr id="1364" name="Noise cell"/>
              <p:cNvSpPr/>
              <p:nvPr/>
            </p:nvSpPr>
            <p:spPr>
              <a:xfrm>
                <a:off x="10655598" y="7571232"/>
                <a:ext cx="18770" cy="18928"/>
              </a:xfrm>
              <a:prstGeom prst="rect">
                <a:avLst/>
              </a:prstGeom>
              <a:solidFill>
                <a:srgbClr val="878787"/>
              </a:solidFill>
              <a:ln>
                <a:noFill/>
              </a:ln>
              <a:effectLst/>
            </p:spPr>
            <p:txBody>
              <a:bodyPr rtlCol="0" anchor="ctr"/>
              <a:lstStyle/>
              <a:p>
                <a:pPr algn="ctr"/>
              </a:p>
            </p:txBody>
          </p:sp>
          <p:sp>
            <p:nvSpPr>
              <p:cNvPr id="1365" name="Noise cell"/>
              <p:cNvSpPr/>
              <p:nvPr/>
            </p:nvSpPr>
            <p:spPr>
              <a:xfrm>
                <a:off x="10673728" y="7571232"/>
                <a:ext cx="18770" cy="18928"/>
              </a:xfrm>
              <a:prstGeom prst="rect">
                <a:avLst/>
              </a:prstGeom>
              <a:solidFill>
                <a:srgbClr val="7E7E7E"/>
              </a:solidFill>
              <a:ln>
                <a:noFill/>
              </a:ln>
              <a:effectLst/>
            </p:spPr>
            <p:txBody>
              <a:bodyPr rtlCol="0" anchor="ctr"/>
              <a:lstStyle/>
              <a:p>
                <a:pPr algn="ctr"/>
              </a:p>
            </p:txBody>
          </p:sp>
          <p:sp>
            <p:nvSpPr>
              <p:cNvPr id="1366" name="Noise cell"/>
              <p:cNvSpPr/>
              <p:nvPr/>
            </p:nvSpPr>
            <p:spPr>
              <a:xfrm>
                <a:off x="10691858" y="7571232"/>
                <a:ext cx="18770" cy="18928"/>
              </a:xfrm>
              <a:prstGeom prst="rect">
                <a:avLst/>
              </a:prstGeom>
              <a:solidFill>
                <a:srgbClr val="797979"/>
              </a:solidFill>
              <a:ln>
                <a:noFill/>
              </a:ln>
              <a:effectLst/>
            </p:spPr>
            <p:txBody>
              <a:bodyPr rtlCol="0" anchor="ctr"/>
              <a:lstStyle/>
              <a:p>
                <a:pPr algn="ctr"/>
              </a:p>
            </p:txBody>
          </p:sp>
          <p:sp>
            <p:nvSpPr>
              <p:cNvPr id="1367" name="Noise cell"/>
              <p:cNvSpPr/>
              <p:nvPr/>
            </p:nvSpPr>
            <p:spPr>
              <a:xfrm>
                <a:off x="10709989" y="7571232"/>
                <a:ext cx="18770" cy="18928"/>
              </a:xfrm>
              <a:prstGeom prst="rect">
                <a:avLst/>
              </a:prstGeom>
              <a:solidFill>
                <a:srgbClr val="878787"/>
              </a:solidFill>
              <a:ln>
                <a:noFill/>
              </a:ln>
              <a:effectLst/>
            </p:spPr>
            <p:txBody>
              <a:bodyPr rtlCol="0" anchor="ctr"/>
              <a:lstStyle/>
              <a:p>
                <a:pPr algn="ctr"/>
              </a:p>
            </p:txBody>
          </p:sp>
          <p:sp>
            <p:nvSpPr>
              <p:cNvPr id="1368" name="Noise cell"/>
              <p:cNvSpPr/>
              <p:nvPr/>
            </p:nvSpPr>
            <p:spPr>
              <a:xfrm>
                <a:off x="10728119" y="7571232"/>
                <a:ext cx="18770" cy="18928"/>
              </a:xfrm>
              <a:prstGeom prst="rect">
                <a:avLst/>
              </a:prstGeom>
              <a:solidFill>
                <a:srgbClr val="777777"/>
              </a:solidFill>
              <a:ln>
                <a:noFill/>
              </a:ln>
              <a:effectLst/>
            </p:spPr>
            <p:txBody>
              <a:bodyPr rtlCol="0" anchor="ctr"/>
              <a:lstStyle/>
              <a:p>
                <a:pPr algn="ctr"/>
              </a:p>
            </p:txBody>
          </p:sp>
          <p:sp>
            <p:nvSpPr>
              <p:cNvPr id="1369" name="Noise cell"/>
              <p:cNvSpPr/>
              <p:nvPr/>
            </p:nvSpPr>
            <p:spPr>
              <a:xfrm>
                <a:off x="10746250" y="7571232"/>
                <a:ext cx="18770" cy="18928"/>
              </a:xfrm>
              <a:prstGeom prst="rect">
                <a:avLst/>
              </a:prstGeom>
              <a:solidFill>
                <a:srgbClr val="919191"/>
              </a:solidFill>
              <a:ln>
                <a:noFill/>
              </a:ln>
              <a:effectLst/>
            </p:spPr>
            <p:txBody>
              <a:bodyPr rtlCol="0" anchor="ctr"/>
              <a:lstStyle/>
              <a:p>
                <a:pPr algn="ctr"/>
              </a:p>
            </p:txBody>
          </p:sp>
          <p:sp>
            <p:nvSpPr>
              <p:cNvPr id="1370" name="Noise cell"/>
              <p:cNvSpPr/>
              <p:nvPr/>
            </p:nvSpPr>
            <p:spPr>
              <a:xfrm>
                <a:off x="10764380" y="7571232"/>
                <a:ext cx="18770" cy="18928"/>
              </a:xfrm>
              <a:prstGeom prst="rect">
                <a:avLst/>
              </a:prstGeom>
              <a:solidFill>
                <a:srgbClr val="979797"/>
              </a:solidFill>
              <a:ln>
                <a:noFill/>
              </a:ln>
              <a:effectLst/>
            </p:spPr>
            <p:txBody>
              <a:bodyPr rtlCol="0" anchor="ctr"/>
              <a:lstStyle/>
              <a:p>
                <a:pPr algn="ctr"/>
              </a:p>
            </p:txBody>
          </p:sp>
          <p:sp>
            <p:nvSpPr>
              <p:cNvPr id="1371" name="Noise cell"/>
              <p:cNvSpPr/>
              <p:nvPr/>
            </p:nvSpPr>
            <p:spPr>
              <a:xfrm>
                <a:off x="10782510" y="7571232"/>
                <a:ext cx="18770" cy="18928"/>
              </a:xfrm>
              <a:prstGeom prst="rect">
                <a:avLst/>
              </a:prstGeom>
              <a:solidFill>
                <a:srgbClr val="727272"/>
              </a:solidFill>
              <a:ln>
                <a:noFill/>
              </a:ln>
              <a:effectLst/>
            </p:spPr>
            <p:txBody>
              <a:bodyPr rtlCol="0" anchor="ctr"/>
              <a:lstStyle/>
              <a:p>
                <a:pPr algn="ctr"/>
              </a:p>
            </p:txBody>
          </p:sp>
          <p:sp>
            <p:nvSpPr>
              <p:cNvPr id="1372" name="Noise cell"/>
              <p:cNvSpPr/>
              <p:nvPr/>
            </p:nvSpPr>
            <p:spPr>
              <a:xfrm>
                <a:off x="10800641" y="7571232"/>
                <a:ext cx="18770" cy="18928"/>
              </a:xfrm>
              <a:prstGeom prst="rect">
                <a:avLst/>
              </a:prstGeom>
              <a:solidFill>
                <a:srgbClr val="919191"/>
              </a:solidFill>
              <a:ln>
                <a:noFill/>
              </a:ln>
              <a:effectLst/>
            </p:spPr>
            <p:txBody>
              <a:bodyPr rtlCol="0" anchor="ctr"/>
              <a:lstStyle/>
              <a:p>
                <a:pPr algn="ctr"/>
              </a:p>
            </p:txBody>
          </p:sp>
          <p:sp>
            <p:nvSpPr>
              <p:cNvPr id="1373" name="Noise cell"/>
              <p:cNvSpPr/>
              <p:nvPr/>
            </p:nvSpPr>
            <p:spPr>
              <a:xfrm>
                <a:off x="10818771" y="7571232"/>
                <a:ext cx="18770" cy="18928"/>
              </a:xfrm>
              <a:prstGeom prst="rect">
                <a:avLst/>
              </a:prstGeom>
              <a:solidFill>
                <a:srgbClr val="939393"/>
              </a:solidFill>
              <a:ln>
                <a:noFill/>
              </a:ln>
              <a:effectLst/>
            </p:spPr>
            <p:txBody>
              <a:bodyPr rtlCol="0" anchor="ctr"/>
              <a:lstStyle/>
              <a:p>
                <a:pPr algn="ctr"/>
              </a:p>
            </p:txBody>
          </p:sp>
          <p:sp>
            <p:nvSpPr>
              <p:cNvPr id="1374" name="Noise cell"/>
              <p:cNvSpPr/>
              <p:nvPr/>
            </p:nvSpPr>
            <p:spPr>
              <a:xfrm>
                <a:off x="10836901" y="7571232"/>
                <a:ext cx="18770" cy="18928"/>
              </a:xfrm>
              <a:prstGeom prst="rect">
                <a:avLst/>
              </a:prstGeom>
              <a:solidFill>
                <a:srgbClr val="949494"/>
              </a:solidFill>
              <a:ln>
                <a:noFill/>
              </a:ln>
              <a:effectLst/>
            </p:spPr>
            <p:txBody>
              <a:bodyPr rtlCol="0" anchor="ctr"/>
              <a:lstStyle/>
              <a:p>
                <a:pPr algn="ctr"/>
              </a:p>
            </p:txBody>
          </p:sp>
          <p:sp>
            <p:nvSpPr>
              <p:cNvPr id="1375" name="Noise cell"/>
              <p:cNvSpPr/>
              <p:nvPr/>
            </p:nvSpPr>
            <p:spPr>
              <a:xfrm>
                <a:off x="10855032" y="7571232"/>
                <a:ext cx="18770" cy="18928"/>
              </a:xfrm>
              <a:prstGeom prst="rect">
                <a:avLst/>
              </a:prstGeom>
              <a:solidFill>
                <a:srgbClr val="7B7B7B"/>
              </a:solidFill>
              <a:ln>
                <a:noFill/>
              </a:ln>
              <a:effectLst/>
            </p:spPr>
            <p:txBody>
              <a:bodyPr rtlCol="0" anchor="ctr"/>
              <a:lstStyle/>
              <a:p>
                <a:pPr algn="ctr"/>
              </a:p>
            </p:txBody>
          </p:sp>
          <p:sp>
            <p:nvSpPr>
              <p:cNvPr id="1376" name="Noise cell"/>
              <p:cNvSpPr/>
              <p:nvPr/>
            </p:nvSpPr>
            <p:spPr>
              <a:xfrm>
                <a:off x="10873162" y="7571232"/>
                <a:ext cx="18770" cy="18928"/>
              </a:xfrm>
              <a:prstGeom prst="rect">
                <a:avLst/>
              </a:prstGeom>
              <a:solidFill>
                <a:srgbClr val="858585"/>
              </a:solidFill>
              <a:ln>
                <a:noFill/>
              </a:ln>
              <a:effectLst/>
            </p:spPr>
            <p:txBody>
              <a:bodyPr rtlCol="0" anchor="ctr"/>
              <a:lstStyle/>
              <a:p>
                <a:pPr algn="ctr"/>
              </a:p>
            </p:txBody>
          </p:sp>
          <p:sp>
            <p:nvSpPr>
              <p:cNvPr id="1377" name="Noise cell"/>
              <p:cNvSpPr/>
              <p:nvPr/>
            </p:nvSpPr>
            <p:spPr>
              <a:xfrm>
                <a:off x="10891292" y="7571232"/>
                <a:ext cx="18770" cy="18928"/>
              </a:xfrm>
              <a:prstGeom prst="rect">
                <a:avLst/>
              </a:prstGeom>
              <a:solidFill>
                <a:srgbClr val="9A9A9A"/>
              </a:solidFill>
              <a:ln>
                <a:noFill/>
              </a:ln>
              <a:effectLst/>
            </p:spPr>
            <p:txBody>
              <a:bodyPr rtlCol="0" anchor="ctr"/>
              <a:lstStyle/>
              <a:p>
                <a:pPr algn="ctr"/>
              </a:p>
            </p:txBody>
          </p:sp>
          <p:sp>
            <p:nvSpPr>
              <p:cNvPr id="1378" name="Noise cell"/>
              <p:cNvSpPr/>
              <p:nvPr/>
            </p:nvSpPr>
            <p:spPr>
              <a:xfrm>
                <a:off x="10909423" y="7571232"/>
                <a:ext cx="18770" cy="18928"/>
              </a:xfrm>
              <a:prstGeom prst="rect">
                <a:avLst/>
              </a:prstGeom>
              <a:solidFill>
                <a:srgbClr val="8C8C8C"/>
              </a:solidFill>
              <a:ln>
                <a:noFill/>
              </a:ln>
              <a:effectLst/>
            </p:spPr>
            <p:txBody>
              <a:bodyPr rtlCol="0" anchor="ctr"/>
              <a:lstStyle/>
              <a:p>
                <a:pPr algn="ctr"/>
              </a:p>
            </p:txBody>
          </p:sp>
          <p:sp>
            <p:nvSpPr>
              <p:cNvPr id="1379" name="Noise cell"/>
              <p:cNvSpPr/>
              <p:nvPr/>
            </p:nvSpPr>
            <p:spPr>
              <a:xfrm>
                <a:off x="10927553" y="7571232"/>
                <a:ext cx="18770" cy="18928"/>
              </a:xfrm>
              <a:prstGeom prst="rect">
                <a:avLst/>
              </a:prstGeom>
              <a:solidFill>
                <a:srgbClr val="878787"/>
              </a:solidFill>
              <a:ln>
                <a:noFill/>
              </a:ln>
              <a:effectLst/>
            </p:spPr>
            <p:txBody>
              <a:bodyPr rtlCol="0" anchor="ctr"/>
              <a:lstStyle/>
              <a:p>
                <a:pPr algn="ctr"/>
              </a:p>
            </p:txBody>
          </p:sp>
          <p:sp>
            <p:nvSpPr>
              <p:cNvPr id="1380" name="Noise cell"/>
              <p:cNvSpPr/>
              <p:nvPr/>
            </p:nvSpPr>
            <p:spPr>
              <a:xfrm>
                <a:off x="10945683" y="7571232"/>
                <a:ext cx="18770" cy="18928"/>
              </a:xfrm>
              <a:prstGeom prst="rect">
                <a:avLst/>
              </a:prstGeom>
              <a:solidFill>
                <a:srgbClr val="909090"/>
              </a:solidFill>
              <a:ln>
                <a:noFill/>
              </a:ln>
              <a:effectLst/>
            </p:spPr>
            <p:txBody>
              <a:bodyPr rtlCol="0" anchor="ctr"/>
              <a:lstStyle/>
              <a:p>
                <a:pPr algn="ctr"/>
              </a:p>
            </p:txBody>
          </p:sp>
          <p:sp>
            <p:nvSpPr>
              <p:cNvPr id="1381" name="Noise cell"/>
              <p:cNvSpPr/>
              <p:nvPr/>
            </p:nvSpPr>
            <p:spPr>
              <a:xfrm>
                <a:off x="10963814" y="7571232"/>
                <a:ext cx="18770" cy="18928"/>
              </a:xfrm>
              <a:prstGeom prst="rect">
                <a:avLst/>
              </a:prstGeom>
              <a:solidFill>
                <a:srgbClr val="858585"/>
              </a:solidFill>
              <a:ln>
                <a:noFill/>
              </a:ln>
              <a:effectLst/>
            </p:spPr>
            <p:txBody>
              <a:bodyPr rtlCol="0" anchor="ctr"/>
              <a:lstStyle/>
              <a:p>
                <a:pPr algn="ctr"/>
              </a:p>
            </p:txBody>
          </p:sp>
          <p:sp>
            <p:nvSpPr>
              <p:cNvPr id="1382" name="Noise cell"/>
              <p:cNvSpPr/>
              <p:nvPr/>
            </p:nvSpPr>
            <p:spPr>
              <a:xfrm>
                <a:off x="9930384" y="7589520"/>
                <a:ext cx="18770" cy="18928"/>
              </a:xfrm>
              <a:prstGeom prst="rect">
                <a:avLst/>
              </a:prstGeom>
              <a:solidFill>
                <a:srgbClr val="6F6F6F"/>
              </a:solidFill>
              <a:ln>
                <a:noFill/>
              </a:ln>
              <a:effectLst/>
            </p:spPr>
            <p:txBody>
              <a:bodyPr rtlCol="0" anchor="ctr"/>
              <a:lstStyle/>
              <a:p>
                <a:pPr algn="ctr"/>
              </a:p>
            </p:txBody>
          </p:sp>
          <p:sp>
            <p:nvSpPr>
              <p:cNvPr id="1383" name="Noise cell"/>
              <p:cNvSpPr/>
              <p:nvPr/>
            </p:nvSpPr>
            <p:spPr>
              <a:xfrm>
                <a:off x="9948514" y="7589520"/>
                <a:ext cx="18770" cy="18928"/>
              </a:xfrm>
              <a:prstGeom prst="rect">
                <a:avLst/>
              </a:prstGeom>
              <a:solidFill>
                <a:srgbClr val="8B8B8B"/>
              </a:solidFill>
              <a:ln>
                <a:noFill/>
              </a:ln>
              <a:effectLst/>
            </p:spPr>
            <p:txBody>
              <a:bodyPr rtlCol="0" anchor="ctr"/>
              <a:lstStyle/>
              <a:p>
                <a:pPr algn="ctr"/>
              </a:p>
            </p:txBody>
          </p:sp>
          <p:sp>
            <p:nvSpPr>
              <p:cNvPr id="1384" name="Noise cell"/>
              <p:cNvSpPr/>
              <p:nvPr/>
            </p:nvSpPr>
            <p:spPr>
              <a:xfrm>
                <a:off x="9966645" y="7589520"/>
                <a:ext cx="18770" cy="18928"/>
              </a:xfrm>
              <a:prstGeom prst="rect">
                <a:avLst/>
              </a:prstGeom>
              <a:solidFill>
                <a:srgbClr val="848484"/>
              </a:solidFill>
              <a:ln>
                <a:noFill/>
              </a:ln>
              <a:effectLst/>
            </p:spPr>
            <p:txBody>
              <a:bodyPr rtlCol="0" anchor="ctr"/>
              <a:lstStyle/>
              <a:p>
                <a:pPr algn="ctr"/>
              </a:p>
            </p:txBody>
          </p:sp>
          <p:sp>
            <p:nvSpPr>
              <p:cNvPr id="1385" name="Noise cell"/>
              <p:cNvSpPr/>
              <p:nvPr/>
            </p:nvSpPr>
            <p:spPr>
              <a:xfrm>
                <a:off x="9984775" y="7589520"/>
                <a:ext cx="18770" cy="18928"/>
              </a:xfrm>
              <a:prstGeom prst="rect">
                <a:avLst/>
              </a:prstGeom>
              <a:solidFill>
                <a:srgbClr val="898989"/>
              </a:solidFill>
              <a:ln>
                <a:noFill/>
              </a:ln>
              <a:effectLst/>
            </p:spPr>
            <p:txBody>
              <a:bodyPr rtlCol="0" anchor="ctr"/>
              <a:lstStyle/>
              <a:p>
                <a:pPr algn="ctr"/>
              </a:p>
            </p:txBody>
          </p:sp>
          <p:sp>
            <p:nvSpPr>
              <p:cNvPr id="1386" name="Noise cell"/>
              <p:cNvSpPr/>
              <p:nvPr/>
            </p:nvSpPr>
            <p:spPr>
              <a:xfrm>
                <a:off x="10002905" y="7589520"/>
                <a:ext cx="18770" cy="18928"/>
              </a:xfrm>
              <a:prstGeom prst="rect">
                <a:avLst/>
              </a:prstGeom>
              <a:solidFill>
                <a:srgbClr val="7E7E7E"/>
              </a:solidFill>
              <a:ln>
                <a:noFill/>
              </a:ln>
              <a:effectLst/>
            </p:spPr>
            <p:txBody>
              <a:bodyPr rtlCol="0" anchor="ctr"/>
              <a:lstStyle/>
              <a:p>
                <a:pPr algn="ctr"/>
              </a:p>
            </p:txBody>
          </p:sp>
          <p:sp>
            <p:nvSpPr>
              <p:cNvPr id="1387" name="Noise cell"/>
              <p:cNvSpPr/>
              <p:nvPr/>
            </p:nvSpPr>
            <p:spPr>
              <a:xfrm>
                <a:off x="10021036" y="7589520"/>
                <a:ext cx="18770" cy="18928"/>
              </a:xfrm>
              <a:prstGeom prst="rect">
                <a:avLst/>
              </a:prstGeom>
              <a:solidFill>
                <a:srgbClr val="828282"/>
              </a:solidFill>
              <a:ln>
                <a:noFill/>
              </a:ln>
              <a:effectLst/>
            </p:spPr>
            <p:txBody>
              <a:bodyPr rtlCol="0" anchor="ctr"/>
              <a:lstStyle/>
              <a:p>
                <a:pPr algn="ctr"/>
              </a:p>
            </p:txBody>
          </p:sp>
          <p:sp>
            <p:nvSpPr>
              <p:cNvPr id="1388" name="Noise cell"/>
              <p:cNvSpPr/>
              <p:nvPr/>
            </p:nvSpPr>
            <p:spPr>
              <a:xfrm>
                <a:off x="10039166" y="7589520"/>
                <a:ext cx="18770" cy="18928"/>
              </a:xfrm>
              <a:prstGeom prst="rect">
                <a:avLst/>
              </a:prstGeom>
              <a:solidFill>
                <a:srgbClr val="838383"/>
              </a:solidFill>
              <a:ln>
                <a:noFill/>
              </a:ln>
              <a:effectLst/>
            </p:spPr>
            <p:txBody>
              <a:bodyPr rtlCol="0" anchor="ctr"/>
              <a:lstStyle/>
              <a:p>
                <a:pPr algn="ctr"/>
              </a:p>
            </p:txBody>
          </p:sp>
          <p:sp>
            <p:nvSpPr>
              <p:cNvPr id="1389" name="Noise cell"/>
              <p:cNvSpPr/>
              <p:nvPr/>
            </p:nvSpPr>
            <p:spPr>
              <a:xfrm>
                <a:off x="10057296" y="7589520"/>
                <a:ext cx="18770" cy="18928"/>
              </a:xfrm>
              <a:prstGeom prst="rect">
                <a:avLst/>
              </a:prstGeom>
              <a:solidFill>
                <a:srgbClr val="717171"/>
              </a:solidFill>
              <a:ln>
                <a:noFill/>
              </a:ln>
              <a:effectLst/>
            </p:spPr>
            <p:txBody>
              <a:bodyPr rtlCol="0" anchor="ctr"/>
              <a:lstStyle/>
              <a:p>
                <a:pPr algn="ctr"/>
              </a:p>
            </p:txBody>
          </p:sp>
          <p:sp>
            <p:nvSpPr>
              <p:cNvPr id="1390" name="Noise cell"/>
              <p:cNvSpPr/>
              <p:nvPr/>
            </p:nvSpPr>
            <p:spPr>
              <a:xfrm>
                <a:off x="10075427" y="7589520"/>
                <a:ext cx="18770" cy="18928"/>
              </a:xfrm>
              <a:prstGeom prst="rect">
                <a:avLst/>
              </a:prstGeom>
              <a:solidFill>
                <a:srgbClr val="767676"/>
              </a:solidFill>
              <a:ln>
                <a:noFill/>
              </a:ln>
              <a:effectLst/>
            </p:spPr>
            <p:txBody>
              <a:bodyPr rtlCol="0" anchor="ctr"/>
              <a:lstStyle/>
              <a:p>
                <a:pPr algn="ctr"/>
              </a:p>
            </p:txBody>
          </p:sp>
          <p:sp>
            <p:nvSpPr>
              <p:cNvPr id="1391" name="Noise cell"/>
              <p:cNvSpPr/>
              <p:nvPr/>
            </p:nvSpPr>
            <p:spPr>
              <a:xfrm>
                <a:off x="10093557" y="7589520"/>
                <a:ext cx="18770" cy="18928"/>
              </a:xfrm>
              <a:prstGeom prst="rect">
                <a:avLst/>
              </a:prstGeom>
              <a:solidFill>
                <a:srgbClr val="8E8E8E"/>
              </a:solidFill>
              <a:ln>
                <a:noFill/>
              </a:ln>
              <a:effectLst/>
            </p:spPr>
            <p:txBody>
              <a:bodyPr rtlCol="0" anchor="ctr"/>
              <a:lstStyle/>
              <a:p>
                <a:pPr algn="ctr"/>
              </a:p>
            </p:txBody>
          </p:sp>
          <p:sp>
            <p:nvSpPr>
              <p:cNvPr id="1392" name="Noise cell"/>
              <p:cNvSpPr/>
              <p:nvPr/>
            </p:nvSpPr>
            <p:spPr>
              <a:xfrm>
                <a:off x="10111687" y="7589520"/>
                <a:ext cx="18770" cy="18928"/>
              </a:xfrm>
              <a:prstGeom prst="rect">
                <a:avLst/>
              </a:prstGeom>
              <a:solidFill>
                <a:srgbClr val="959595"/>
              </a:solidFill>
              <a:ln>
                <a:noFill/>
              </a:ln>
              <a:effectLst/>
            </p:spPr>
            <p:txBody>
              <a:bodyPr rtlCol="0" anchor="ctr"/>
              <a:lstStyle/>
              <a:p>
                <a:pPr algn="ctr"/>
              </a:p>
            </p:txBody>
          </p:sp>
          <p:sp>
            <p:nvSpPr>
              <p:cNvPr id="1393" name="Noise cell"/>
              <p:cNvSpPr/>
              <p:nvPr/>
            </p:nvSpPr>
            <p:spPr>
              <a:xfrm>
                <a:off x="10129818" y="7589520"/>
                <a:ext cx="18770" cy="18928"/>
              </a:xfrm>
              <a:prstGeom prst="rect">
                <a:avLst/>
              </a:prstGeom>
              <a:solidFill>
                <a:srgbClr val="8B8B8B"/>
              </a:solidFill>
              <a:ln>
                <a:noFill/>
              </a:ln>
              <a:effectLst/>
            </p:spPr>
            <p:txBody>
              <a:bodyPr rtlCol="0" anchor="ctr"/>
              <a:lstStyle/>
              <a:p>
                <a:pPr algn="ctr"/>
              </a:p>
            </p:txBody>
          </p:sp>
          <p:sp>
            <p:nvSpPr>
              <p:cNvPr id="1394" name="Noise cell"/>
              <p:cNvSpPr/>
              <p:nvPr/>
            </p:nvSpPr>
            <p:spPr>
              <a:xfrm>
                <a:off x="10147948" y="7589520"/>
                <a:ext cx="18770" cy="18928"/>
              </a:xfrm>
              <a:prstGeom prst="rect">
                <a:avLst/>
              </a:prstGeom>
              <a:solidFill>
                <a:srgbClr val="5F5F5F"/>
              </a:solidFill>
              <a:ln>
                <a:noFill/>
              </a:ln>
              <a:effectLst/>
            </p:spPr>
            <p:txBody>
              <a:bodyPr rtlCol="0" anchor="ctr"/>
              <a:lstStyle/>
              <a:p>
                <a:pPr algn="ctr"/>
              </a:p>
            </p:txBody>
          </p:sp>
          <p:sp>
            <p:nvSpPr>
              <p:cNvPr id="1395" name="Noise cell"/>
              <p:cNvSpPr/>
              <p:nvPr/>
            </p:nvSpPr>
            <p:spPr>
              <a:xfrm>
                <a:off x="10166078" y="7589520"/>
                <a:ext cx="18770" cy="18928"/>
              </a:xfrm>
              <a:prstGeom prst="rect">
                <a:avLst/>
              </a:prstGeom>
              <a:solidFill>
                <a:srgbClr val="7F7F7F"/>
              </a:solidFill>
              <a:ln>
                <a:noFill/>
              </a:ln>
              <a:effectLst/>
            </p:spPr>
            <p:txBody>
              <a:bodyPr rtlCol="0" anchor="ctr"/>
              <a:lstStyle/>
              <a:p>
                <a:pPr algn="ctr"/>
              </a:p>
            </p:txBody>
          </p:sp>
          <p:sp>
            <p:nvSpPr>
              <p:cNvPr id="1396" name="Noise cell"/>
              <p:cNvSpPr/>
              <p:nvPr/>
            </p:nvSpPr>
            <p:spPr>
              <a:xfrm>
                <a:off x="10184209" y="7589520"/>
                <a:ext cx="18770" cy="18928"/>
              </a:xfrm>
              <a:prstGeom prst="rect">
                <a:avLst/>
              </a:prstGeom>
              <a:solidFill>
                <a:srgbClr val="A1A1A1"/>
              </a:solidFill>
              <a:ln>
                <a:noFill/>
              </a:ln>
              <a:effectLst/>
            </p:spPr>
            <p:txBody>
              <a:bodyPr rtlCol="0" anchor="ctr"/>
              <a:lstStyle/>
              <a:p>
                <a:pPr algn="ctr"/>
              </a:p>
            </p:txBody>
          </p:sp>
          <p:sp>
            <p:nvSpPr>
              <p:cNvPr id="1397" name="Noise cell"/>
              <p:cNvSpPr/>
              <p:nvPr/>
            </p:nvSpPr>
            <p:spPr>
              <a:xfrm>
                <a:off x="10202339" y="7589520"/>
                <a:ext cx="18770" cy="18928"/>
              </a:xfrm>
              <a:prstGeom prst="rect">
                <a:avLst/>
              </a:prstGeom>
              <a:solidFill>
                <a:srgbClr val="7D7D7D"/>
              </a:solidFill>
              <a:ln>
                <a:noFill/>
              </a:ln>
              <a:effectLst/>
            </p:spPr>
            <p:txBody>
              <a:bodyPr rtlCol="0" anchor="ctr"/>
              <a:lstStyle/>
              <a:p>
                <a:pPr algn="ctr"/>
              </a:p>
            </p:txBody>
          </p:sp>
          <p:sp>
            <p:nvSpPr>
              <p:cNvPr id="1398" name="Noise cell"/>
              <p:cNvSpPr/>
              <p:nvPr/>
            </p:nvSpPr>
            <p:spPr>
              <a:xfrm>
                <a:off x="10220470" y="7589520"/>
                <a:ext cx="18770" cy="18928"/>
              </a:xfrm>
              <a:prstGeom prst="rect">
                <a:avLst/>
              </a:prstGeom>
              <a:solidFill>
                <a:srgbClr val="8D8D8D"/>
              </a:solidFill>
              <a:ln>
                <a:noFill/>
              </a:ln>
              <a:effectLst/>
            </p:spPr>
            <p:txBody>
              <a:bodyPr rtlCol="0" anchor="ctr"/>
              <a:lstStyle/>
              <a:p>
                <a:pPr algn="ctr"/>
              </a:p>
            </p:txBody>
          </p:sp>
          <p:sp>
            <p:nvSpPr>
              <p:cNvPr id="1399" name="Noise cell"/>
              <p:cNvSpPr/>
              <p:nvPr/>
            </p:nvSpPr>
            <p:spPr>
              <a:xfrm>
                <a:off x="10238600" y="7589520"/>
                <a:ext cx="18770" cy="18928"/>
              </a:xfrm>
              <a:prstGeom prst="rect">
                <a:avLst/>
              </a:prstGeom>
              <a:solidFill>
                <a:srgbClr val="868686"/>
              </a:solidFill>
              <a:ln>
                <a:noFill/>
              </a:ln>
              <a:effectLst/>
            </p:spPr>
            <p:txBody>
              <a:bodyPr rtlCol="0" anchor="ctr"/>
              <a:lstStyle/>
              <a:p>
                <a:pPr algn="ctr"/>
              </a:p>
            </p:txBody>
          </p:sp>
          <p:sp>
            <p:nvSpPr>
              <p:cNvPr id="1400" name="Noise cell"/>
              <p:cNvSpPr/>
              <p:nvPr/>
            </p:nvSpPr>
            <p:spPr>
              <a:xfrm>
                <a:off x="10256730" y="7589520"/>
                <a:ext cx="18770" cy="18928"/>
              </a:xfrm>
              <a:prstGeom prst="rect">
                <a:avLst/>
              </a:prstGeom>
              <a:solidFill>
                <a:srgbClr val="A2A2A2"/>
              </a:solidFill>
              <a:ln>
                <a:noFill/>
              </a:ln>
              <a:effectLst/>
            </p:spPr>
            <p:txBody>
              <a:bodyPr rtlCol="0" anchor="ctr"/>
              <a:lstStyle/>
              <a:p>
                <a:pPr algn="ctr"/>
              </a:p>
            </p:txBody>
          </p:sp>
          <p:sp>
            <p:nvSpPr>
              <p:cNvPr id="1401" name="Noise cell"/>
              <p:cNvSpPr/>
              <p:nvPr/>
            </p:nvSpPr>
            <p:spPr>
              <a:xfrm>
                <a:off x="10274861" y="7589520"/>
                <a:ext cx="18770" cy="18928"/>
              </a:xfrm>
              <a:prstGeom prst="rect">
                <a:avLst/>
              </a:prstGeom>
              <a:solidFill>
                <a:srgbClr val="818181"/>
              </a:solidFill>
              <a:ln>
                <a:noFill/>
              </a:ln>
              <a:effectLst/>
            </p:spPr>
            <p:txBody>
              <a:bodyPr rtlCol="0" anchor="ctr"/>
              <a:lstStyle/>
              <a:p>
                <a:pPr algn="ctr"/>
              </a:p>
            </p:txBody>
          </p:sp>
          <p:sp>
            <p:nvSpPr>
              <p:cNvPr id="1402" name="Noise cell"/>
              <p:cNvSpPr/>
              <p:nvPr/>
            </p:nvSpPr>
            <p:spPr>
              <a:xfrm>
                <a:off x="10292991" y="7589520"/>
                <a:ext cx="18770" cy="18928"/>
              </a:xfrm>
              <a:prstGeom prst="rect">
                <a:avLst/>
              </a:prstGeom>
              <a:solidFill>
                <a:srgbClr val="989898"/>
              </a:solidFill>
              <a:ln>
                <a:noFill/>
              </a:ln>
              <a:effectLst/>
            </p:spPr>
            <p:txBody>
              <a:bodyPr rtlCol="0" anchor="ctr"/>
              <a:lstStyle/>
              <a:p>
                <a:pPr algn="ctr"/>
              </a:p>
            </p:txBody>
          </p:sp>
          <p:sp>
            <p:nvSpPr>
              <p:cNvPr id="1403" name="Noise cell"/>
              <p:cNvSpPr/>
              <p:nvPr/>
            </p:nvSpPr>
            <p:spPr>
              <a:xfrm>
                <a:off x="10311121" y="7589520"/>
                <a:ext cx="18770" cy="18928"/>
              </a:xfrm>
              <a:prstGeom prst="rect">
                <a:avLst/>
              </a:prstGeom>
              <a:solidFill>
                <a:srgbClr val="7F7F7F"/>
              </a:solidFill>
              <a:ln>
                <a:noFill/>
              </a:ln>
              <a:effectLst/>
            </p:spPr>
            <p:txBody>
              <a:bodyPr rtlCol="0" anchor="ctr"/>
              <a:lstStyle/>
              <a:p>
                <a:pPr algn="ctr"/>
              </a:p>
            </p:txBody>
          </p:sp>
          <p:sp>
            <p:nvSpPr>
              <p:cNvPr id="1404" name="Noise cell"/>
              <p:cNvSpPr/>
              <p:nvPr/>
            </p:nvSpPr>
            <p:spPr>
              <a:xfrm>
                <a:off x="10329252" y="7589520"/>
                <a:ext cx="18770" cy="18928"/>
              </a:xfrm>
              <a:prstGeom prst="rect">
                <a:avLst/>
              </a:prstGeom>
              <a:solidFill>
                <a:srgbClr val="8A8A8A"/>
              </a:solidFill>
              <a:ln>
                <a:noFill/>
              </a:ln>
              <a:effectLst/>
            </p:spPr>
            <p:txBody>
              <a:bodyPr rtlCol="0" anchor="ctr"/>
              <a:lstStyle/>
              <a:p>
                <a:pPr algn="ctr"/>
              </a:p>
            </p:txBody>
          </p:sp>
          <p:sp>
            <p:nvSpPr>
              <p:cNvPr id="1405" name="Noise cell"/>
              <p:cNvSpPr/>
              <p:nvPr/>
            </p:nvSpPr>
            <p:spPr>
              <a:xfrm>
                <a:off x="10347382" y="7589520"/>
                <a:ext cx="18770" cy="18928"/>
              </a:xfrm>
              <a:prstGeom prst="rect">
                <a:avLst/>
              </a:prstGeom>
              <a:solidFill>
                <a:srgbClr val="8F8F8F"/>
              </a:solidFill>
              <a:ln>
                <a:noFill/>
              </a:ln>
              <a:effectLst/>
            </p:spPr>
            <p:txBody>
              <a:bodyPr rtlCol="0" anchor="ctr"/>
              <a:lstStyle/>
              <a:p>
                <a:pPr algn="ctr"/>
              </a:p>
            </p:txBody>
          </p:sp>
          <p:sp>
            <p:nvSpPr>
              <p:cNvPr id="1406" name="Noise cell"/>
              <p:cNvSpPr/>
              <p:nvPr/>
            </p:nvSpPr>
            <p:spPr>
              <a:xfrm>
                <a:off x="10365512" y="7589520"/>
                <a:ext cx="18770" cy="18928"/>
              </a:xfrm>
              <a:prstGeom prst="rect">
                <a:avLst/>
              </a:prstGeom>
              <a:solidFill>
                <a:srgbClr val="717171"/>
              </a:solidFill>
              <a:ln>
                <a:noFill/>
              </a:ln>
              <a:effectLst/>
            </p:spPr>
            <p:txBody>
              <a:bodyPr rtlCol="0" anchor="ctr"/>
              <a:lstStyle/>
              <a:p>
                <a:pPr algn="ctr"/>
              </a:p>
            </p:txBody>
          </p:sp>
          <p:sp>
            <p:nvSpPr>
              <p:cNvPr id="1407" name="Noise cell"/>
              <p:cNvSpPr/>
              <p:nvPr/>
            </p:nvSpPr>
            <p:spPr>
              <a:xfrm>
                <a:off x="10383643" y="7589520"/>
                <a:ext cx="18770" cy="18928"/>
              </a:xfrm>
              <a:prstGeom prst="rect">
                <a:avLst/>
              </a:prstGeom>
              <a:solidFill>
                <a:srgbClr val="959595"/>
              </a:solidFill>
              <a:ln>
                <a:noFill/>
              </a:ln>
              <a:effectLst/>
            </p:spPr>
            <p:txBody>
              <a:bodyPr rtlCol="0" anchor="ctr"/>
              <a:lstStyle/>
              <a:p>
                <a:pPr algn="ctr"/>
              </a:p>
            </p:txBody>
          </p:sp>
          <p:sp>
            <p:nvSpPr>
              <p:cNvPr id="1408" name="Noise cell"/>
              <p:cNvSpPr/>
              <p:nvPr/>
            </p:nvSpPr>
            <p:spPr>
              <a:xfrm>
                <a:off x="10401773" y="7589520"/>
                <a:ext cx="18770" cy="18928"/>
              </a:xfrm>
              <a:prstGeom prst="rect">
                <a:avLst/>
              </a:prstGeom>
              <a:solidFill>
                <a:srgbClr val="8B8B8B"/>
              </a:solidFill>
              <a:ln>
                <a:noFill/>
              </a:ln>
              <a:effectLst/>
            </p:spPr>
            <p:txBody>
              <a:bodyPr rtlCol="0" anchor="ctr"/>
              <a:lstStyle/>
              <a:p>
                <a:pPr algn="ctr"/>
              </a:p>
            </p:txBody>
          </p:sp>
          <p:sp>
            <p:nvSpPr>
              <p:cNvPr id="1409" name="Noise cell"/>
              <p:cNvSpPr/>
              <p:nvPr/>
            </p:nvSpPr>
            <p:spPr>
              <a:xfrm>
                <a:off x="10419903" y="7589520"/>
                <a:ext cx="18770" cy="18928"/>
              </a:xfrm>
              <a:prstGeom prst="rect">
                <a:avLst/>
              </a:prstGeom>
              <a:solidFill>
                <a:srgbClr val="959595"/>
              </a:solidFill>
              <a:ln>
                <a:noFill/>
              </a:ln>
              <a:effectLst/>
            </p:spPr>
            <p:txBody>
              <a:bodyPr rtlCol="0" anchor="ctr"/>
              <a:lstStyle/>
              <a:p>
                <a:pPr algn="ctr"/>
              </a:p>
            </p:txBody>
          </p:sp>
          <p:sp>
            <p:nvSpPr>
              <p:cNvPr id="1410" name="Noise cell"/>
              <p:cNvSpPr/>
              <p:nvPr/>
            </p:nvSpPr>
            <p:spPr>
              <a:xfrm>
                <a:off x="10438034" y="7589520"/>
                <a:ext cx="18770" cy="18928"/>
              </a:xfrm>
              <a:prstGeom prst="rect">
                <a:avLst/>
              </a:prstGeom>
              <a:solidFill>
                <a:srgbClr val="656565"/>
              </a:solidFill>
              <a:ln>
                <a:noFill/>
              </a:ln>
              <a:effectLst/>
            </p:spPr>
            <p:txBody>
              <a:bodyPr rtlCol="0" anchor="ctr"/>
              <a:lstStyle/>
              <a:p>
                <a:pPr algn="ctr"/>
              </a:p>
            </p:txBody>
          </p:sp>
          <p:sp>
            <p:nvSpPr>
              <p:cNvPr id="1411" name="Noise cell"/>
              <p:cNvSpPr/>
              <p:nvPr/>
            </p:nvSpPr>
            <p:spPr>
              <a:xfrm>
                <a:off x="10456164" y="7589520"/>
                <a:ext cx="18770" cy="18928"/>
              </a:xfrm>
              <a:prstGeom prst="rect">
                <a:avLst/>
              </a:prstGeom>
              <a:solidFill>
                <a:srgbClr val="757575"/>
              </a:solidFill>
              <a:ln>
                <a:noFill/>
              </a:ln>
              <a:effectLst/>
            </p:spPr>
            <p:txBody>
              <a:bodyPr rtlCol="0" anchor="ctr"/>
              <a:lstStyle/>
              <a:p>
                <a:pPr algn="ctr"/>
              </a:p>
            </p:txBody>
          </p:sp>
          <p:sp>
            <p:nvSpPr>
              <p:cNvPr id="1412" name="Noise cell"/>
              <p:cNvSpPr/>
              <p:nvPr/>
            </p:nvSpPr>
            <p:spPr>
              <a:xfrm>
                <a:off x="10474294" y="7589520"/>
                <a:ext cx="18770" cy="18928"/>
              </a:xfrm>
              <a:prstGeom prst="rect">
                <a:avLst/>
              </a:prstGeom>
              <a:solidFill>
                <a:srgbClr val="898989"/>
              </a:solidFill>
              <a:ln>
                <a:noFill/>
              </a:ln>
              <a:effectLst/>
            </p:spPr>
            <p:txBody>
              <a:bodyPr rtlCol="0" anchor="ctr"/>
              <a:lstStyle/>
              <a:p>
                <a:pPr algn="ctr"/>
              </a:p>
            </p:txBody>
          </p:sp>
          <p:sp>
            <p:nvSpPr>
              <p:cNvPr id="1413" name="Noise cell"/>
              <p:cNvSpPr/>
              <p:nvPr/>
            </p:nvSpPr>
            <p:spPr>
              <a:xfrm>
                <a:off x="10492425" y="7589520"/>
                <a:ext cx="18770" cy="18928"/>
              </a:xfrm>
              <a:prstGeom prst="rect">
                <a:avLst/>
              </a:prstGeom>
              <a:solidFill>
                <a:srgbClr val="6C6C6C"/>
              </a:solidFill>
              <a:ln>
                <a:noFill/>
              </a:ln>
              <a:effectLst/>
            </p:spPr>
            <p:txBody>
              <a:bodyPr rtlCol="0" anchor="ctr"/>
              <a:lstStyle/>
              <a:p>
                <a:pPr algn="ctr"/>
              </a:p>
            </p:txBody>
          </p:sp>
          <p:sp>
            <p:nvSpPr>
              <p:cNvPr id="1414" name="Noise cell"/>
              <p:cNvSpPr/>
              <p:nvPr/>
            </p:nvSpPr>
            <p:spPr>
              <a:xfrm>
                <a:off x="10510555" y="7589520"/>
                <a:ext cx="18770" cy="18928"/>
              </a:xfrm>
              <a:prstGeom prst="rect">
                <a:avLst/>
              </a:prstGeom>
              <a:solidFill>
                <a:srgbClr val="848484"/>
              </a:solidFill>
              <a:ln>
                <a:noFill/>
              </a:ln>
              <a:effectLst/>
            </p:spPr>
            <p:txBody>
              <a:bodyPr rtlCol="0" anchor="ctr"/>
              <a:lstStyle/>
              <a:p>
                <a:pPr algn="ctr"/>
              </a:p>
            </p:txBody>
          </p:sp>
          <p:sp>
            <p:nvSpPr>
              <p:cNvPr id="1415" name="Noise cell"/>
              <p:cNvSpPr/>
              <p:nvPr/>
            </p:nvSpPr>
            <p:spPr>
              <a:xfrm>
                <a:off x="10528685" y="7589520"/>
                <a:ext cx="18770" cy="18928"/>
              </a:xfrm>
              <a:prstGeom prst="rect">
                <a:avLst/>
              </a:prstGeom>
              <a:solidFill>
                <a:srgbClr val="747474"/>
              </a:solidFill>
              <a:ln>
                <a:noFill/>
              </a:ln>
              <a:effectLst/>
            </p:spPr>
            <p:txBody>
              <a:bodyPr rtlCol="0" anchor="ctr"/>
              <a:lstStyle/>
              <a:p>
                <a:pPr algn="ctr"/>
              </a:p>
            </p:txBody>
          </p:sp>
          <p:sp>
            <p:nvSpPr>
              <p:cNvPr id="1416" name="Noise cell"/>
              <p:cNvSpPr/>
              <p:nvPr/>
            </p:nvSpPr>
            <p:spPr>
              <a:xfrm>
                <a:off x="10546816" y="7589520"/>
                <a:ext cx="18770" cy="18928"/>
              </a:xfrm>
              <a:prstGeom prst="rect">
                <a:avLst/>
              </a:prstGeom>
              <a:solidFill>
                <a:srgbClr val="777777"/>
              </a:solidFill>
              <a:ln>
                <a:noFill/>
              </a:ln>
              <a:effectLst/>
            </p:spPr>
            <p:txBody>
              <a:bodyPr rtlCol="0" anchor="ctr"/>
              <a:lstStyle/>
              <a:p>
                <a:pPr algn="ctr"/>
              </a:p>
            </p:txBody>
          </p:sp>
          <p:sp>
            <p:nvSpPr>
              <p:cNvPr id="1417" name="Noise cell"/>
              <p:cNvSpPr/>
              <p:nvPr/>
            </p:nvSpPr>
            <p:spPr>
              <a:xfrm>
                <a:off x="10564946" y="7589520"/>
                <a:ext cx="18770" cy="18928"/>
              </a:xfrm>
              <a:prstGeom prst="rect">
                <a:avLst/>
              </a:prstGeom>
              <a:solidFill>
                <a:srgbClr val="8F8F8F"/>
              </a:solidFill>
              <a:ln>
                <a:noFill/>
              </a:ln>
              <a:effectLst/>
            </p:spPr>
            <p:txBody>
              <a:bodyPr rtlCol="0" anchor="ctr"/>
              <a:lstStyle/>
              <a:p>
                <a:pPr algn="ctr"/>
              </a:p>
            </p:txBody>
          </p:sp>
          <p:sp>
            <p:nvSpPr>
              <p:cNvPr id="1418" name="Noise cell"/>
              <p:cNvSpPr/>
              <p:nvPr/>
            </p:nvSpPr>
            <p:spPr>
              <a:xfrm>
                <a:off x="10583076" y="7589520"/>
                <a:ext cx="18770" cy="18928"/>
              </a:xfrm>
              <a:prstGeom prst="rect">
                <a:avLst/>
              </a:prstGeom>
              <a:solidFill>
                <a:srgbClr val="8C8C8C"/>
              </a:solidFill>
              <a:ln>
                <a:noFill/>
              </a:ln>
              <a:effectLst/>
            </p:spPr>
            <p:txBody>
              <a:bodyPr rtlCol="0" anchor="ctr"/>
              <a:lstStyle/>
              <a:p>
                <a:pPr algn="ctr"/>
              </a:p>
            </p:txBody>
          </p:sp>
          <p:sp>
            <p:nvSpPr>
              <p:cNvPr id="1419" name="Noise cell"/>
              <p:cNvSpPr/>
              <p:nvPr/>
            </p:nvSpPr>
            <p:spPr>
              <a:xfrm>
                <a:off x="10601207" y="7589520"/>
                <a:ext cx="18770" cy="18928"/>
              </a:xfrm>
              <a:prstGeom prst="rect">
                <a:avLst/>
              </a:prstGeom>
              <a:solidFill>
                <a:srgbClr val="A3A3A3"/>
              </a:solidFill>
              <a:ln>
                <a:noFill/>
              </a:ln>
              <a:effectLst/>
            </p:spPr>
            <p:txBody>
              <a:bodyPr rtlCol="0" anchor="ctr"/>
              <a:lstStyle/>
              <a:p>
                <a:pPr algn="ctr"/>
              </a:p>
            </p:txBody>
          </p:sp>
          <p:sp>
            <p:nvSpPr>
              <p:cNvPr id="1420" name="Noise cell"/>
              <p:cNvSpPr/>
              <p:nvPr/>
            </p:nvSpPr>
            <p:spPr>
              <a:xfrm>
                <a:off x="10619337" y="7589520"/>
                <a:ext cx="18770" cy="18928"/>
              </a:xfrm>
              <a:prstGeom prst="rect">
                <a:avLst/>
              </a:prstGeom>
              <a:solidFill>
                <a:srgbClr val="959595"/>
              </a:solidFill>
              <a:ln>
                <a:noFill/>
              </a:ln>
              <a:effectLst/>
            </p:spPr>
            <p:txBody>
              <a:bodyPr rtlCol="0" anchor="ctr"/>
              <a:lstStyle/>
              <a:p>
                <a:pPr algn="ctr"/>
              </a:p>
            </p:txBody>
          </p:sp>
          <p:sp>
            <p:nvSpPr>
              <p:cNvPr id="1421" name="Noise cell"/>
              <p:cNvSpPr/>
              <p:nvPr/>
            </p:nvSpPr>
            <p:spPr>
              <a:xfrm>
                <a:off x="10637467" y="7589520"/>
                <a:ext cx="18770" cy="18928"/>
              </a:xfrm>
              <a:prstGeom prst="rect">
                <a:avLst/>
              </a:prstGeom>
              <a:solidFill>
                <a:srgbClr val="878787"/>
              </a:solidFill>
              <a:ln>
                <a:noFill/>
              </a:ln>
              <a:effectLst/>
            </p:spPr>
            <p:txBody>
              <a:bodyPr rtlCol="0" anchor="ctr"/>
              <a:lstStyle/>
              <a:p>
                <a:pPr algn="ctr"/>
              </a:p>
            </p:txBody>
          </p:sp>
          <p:sp>
            <p:nvSpPr>
              <p:cNvPr id="1422" name="Noise cell"/>
              <p:cNvSpPr/>
              <p:nvPr/>
            </p:nvSpPr>
            <p:spPr>
              <a:xfrm>
                <a:off x="10655598" y="7589520"/>
                <a:ext cx="18770" cy="18928"/>
              </a:xfrm>
              <a:prstGeom prst="rect">
                <a:avLst/>
              </a:prstGeom>
              <a:solidFill>
                <a:srgbClr val="A3A3A3"/>
              </a:solidFill>
              <a:ln>
                <a:noFill/>
              </a:ln>
              <a:effectLst/>
            </p:spPr>
            <p:txBody>
              <a:bodyPr rtlCol="0" anchor="ctr"/>
              <a:lstStyle/>
              <a:p>
                <a:pPr algn="ctr"/>
              </a:p>
            </p:txBody>
          </p:sp>
          <p:sp>
            <p:nvSpPr>
              <p:cNvPr id="1423" name="Noise cell"/>
              <p:cNvSpPr/>
              <p:nvPr/>
            </p:nvSpPr>
            <p:spPr>
              <a:xfrm>
                <a:off x="10673728" y="7589520"/>
                <a:ext cx="18770" cy="18928"/>
              </a:xfrm>
              <a:prstGeom prst="rect">
                <a:avLst/>
              </a:prstGeom>
              <a:solidFill>
                <a:srgbClr val="757575"/>
              </a:solidFill>
              <a:ln>
                <a:noFill/>
              </a:ln>
              <a:effectLst/>
            </p:spPr>
            <p:txBody>
              <a:bodyPr rtlCol="0" anchor="ctr"/>
              <a:lstStyle/>
              <a:p>
                <a:pPr algn="ctr"/>
              </a:p>
            </p:txBody>
          </p:sp>
          <p:sp>
            <p:nvSpPr>
              <p:cNvPr id="1424" name="Noise cell"/>
              <p:cNvSpPr/>
              <p:nvPr/>
            </p:nvSpPr>
            <p:spPr>
              <a:xfrm>
                <a:off x="10691858" y="7589520"/>
                <a:ext cx="18770" cy="18928"/>
              </a:xfrm>
              <a:prstGeom prst="rect">
                <a:avLst/>
              </a:prstGeom>
              <a:solidFill>
                <a:srgbClr val="848484"/>
              </a:solidFill>
              <a:ln>
                <a:noFill/>
              </a:ln>
              <a:effectLst/>
            </p:spPr>
            <p:txBody>
              <a:bodyPr rtlCol="0" anchor="ctr"/>
              <a:lstStyle/>
              <a:p>
                <a:pPr algn="ctr"/>
              </a:p>
            </p:txBody>
          </p:sp>
          <p:sp>
            <p:nvSpPr>
              <p:cNvPr id="1425" name="Noise cell"/>
              <p:cNvSpPr/>
              <p:nvPr/>
            </p:nvSpPr>
            <p:spPr>
              <a:xfrm>
                <a:off x="10709989" y="7589520"/>
                <a:ext cx="18770" cy="18928"/>
              </a:xfrm>
              <a:prstGeom prst="rect">
                <a:avLst/>
              </a:prstGeom>
              <a:solidFill>
                <a:srgbClr val="8F8F8F"/>
              </a:solidFill>
              <a:ln>
                <a:noFill/>
              </a:ln>
              <a:effectLst/>
            </p:spPr>
            <p:txBody>
              <a:bodyPr rtlCol="0" anchor="ctr"/>
              <a:lstStyle/>
              <a:p>
                <a:pPr algn="ctr"/>
              </a:p>
            </p:txBody>
          </p:sp>
          <p:sp>
            <p:nvSpPr>
              <p:cNvPr id="1426" name="Noise cell"/>
              <p:cNvSpPr/>
              <p:nvPr/>
            </p:nvSpPr>
            <p:spPr>
              <a:xfrm>
                <a:off x="10728119" y="7589520"/>
                <a:ext cx="18770" cy="18928"/>
              </a:xfrm>
              <a:prstGeom prst="rect">
                <a:avLst/>
              </a:prstGeom>
              <a:solidFill>
                <a:srgbClr val="898989"/>
              </a:solidFill>
              <a:ln>
                <a:noFill/>
              </a:ln>
              <a:effectLst/>
            </p:spPr>
            <p:txBody>
              <a:bodyPr rtlCol="0" anchor="ctr"/>
              <a:lstStyle/>
              <a:p>
                <a:pPr algn="ctr"/>
              </a:p>
            </p:txBody>
          </p:sp>
          <p:sp>
            <p:nvSpPr>
              <p:cNvPr id="1427" name="Noise cell"/>
              <p:cNvSpPr/>
              <p:nvPr/>
            </p:nvSpPr>
            <p:spPr>
              <a:xfrm>
                <a:off x="10746250" y="7589520"/>
                <a:ext cx="18770" cy="18928"/>
              </a:xfrm>
              <a:prstGeom prst="rect">
                <a:avLst/>
              </a:prstGeom>
              <a:solidFill>
                <a:srgbClr val="A8A8A8"/>
              </a:solidFill>
              <a:ln>
                <a:noFill/>
              </a:ln>
              <a:effectLst/>
            </p:spPr>
            <p:txBody>
              <a:bodyPr rtlCol="0" anchor="ctr"/>
              <a:lstStyle/>
              <a:p>
                <a:pPr algn="ctr"/>
              </a:p>
            </p:txBody>
          </p:sp>
          <p:sp>
            <p:nvSpPr>
              <p:cNvPr id="1428" name="Noise cell"/>
              <p:cNvSpPr/>
              <p:nvPr/>
            </p:nvSpPr>
            <p:spPr>
              <a:xfrm>
                <a:off x="10764380" y="7589520"/>
                <a:ext cx="18770" cy="18928"/>
              </a:xfrm>
              <a:prstGeom prst="rect">
                <a:avLst/>
              </a:prstGeom>
              <a:solidFill>
                <a:srgbClr val="888888"/>
              </a:solidFill>
              <a:ln>
                <a:noFill/>
              </a:ln>
              <a:effectLst/>
            </p:spPr>
            <p:txBody>
              <a:bodyPr rtlCol="0" anchor="ctr"/>
              <a:lstStyle/>
              <a:p>
                <a:pPr algn="ctr"/>
              </a:p>
            </p:txBody>
          </p:sp>
          <p:sp>
            <p:nvSpPr>
              <p:cNvPr id="1429" name="Noise cell"/>
              <p:cNvSpPr/>
              <p:nvPr/>
            </p:nvSpPr>
            <p:spPr>
              <a:xfrm>
                <a:off x="10782510" y="7589520"/>
                <a:ext cx="18770" cy="18928"/>
              </a:xfrm>
              <a:prstGeom prst="rect">
                <a:avLst/>
              </a:prstGeom>
              <a:solidFill>
                <a:srgbClr val="767676"/>
              </a:solidFill>
              <a:ln>
                <a:noFill/>
              </a:ln>
              <a:effectLst/>
            </p:spPr>
            <p:txBody>
              <a:bodyPr rtlCol="0" anchor="ctr"/>
              <a:lstStyle/>
              <a:p>
                <a:pPr algn="ctr"/>
              </a:p>
            </p:txBody>
          </p:sp>
          <p:sp>
            <p:nvSpPr>
              <p:cNvPr id="1430" name="Noise cell"/>
              <p:cNvSpPr/>
              <p:nvPr/>
            </p:nvSpPr>
            <p:spPr>
              <a:xfrm>
                <a:off x="10800641" y="7589520"/>
                <a:ext cx="18770" cy="18928"/>
              </a:xfrm>
              <a:prstGeom prst="rect">
                <a:avLst/>
              </a:prstGeom>
              <a:solidFill>
                <a:srgbClr val="959595"/>
              </a:solidFill>
              <a:ln>
                <a:noFill/>
              </a:ln>
              <a:effectLst/>
            </p:spPr>
            <p:txBody>
              <a:bodyPr rtlCol="0" anchor="ctr"/>
              <a:lstStyle/>
              <a:p>
                <a:pPr algn="ctr"/>
              </a:p>
            </p:txBody>
          </p:sp>
          <p:sp>
            <p:nvSpPr>
              <p:cNvPr id="1431" name="Noise cell"/>
              <p:cNvSpPr/>
              <p:nvPr/>
            </p:nvSpPr>
            <p:spPr>
              <a:xfrm>
                <a:off x="10818771" y="7589520"/>
                <a:ext cx="18770" cy="18928"/>
              </a:xfrm>
              <a:prstGeom prst="rect">
                <a:avLst/>
              </a:prstGeom>
              <a:solidFill>
                <a:srgbClr val="818181"/>
              </a:solidFill>
              <a:ln>
                <a:noFill/>
              </a:ln>
              <a:effectLst/>
            </p:spPr>
            <p:txBody>
              <a:bodyPr rtlCol="0" anchor="ctr"/>
              <a:lstStyle/>
              <a:p>
                <a:pPr algn="ctr"/>
              </a:p>
            </p:txBody>
          </p:sp>
          <p:sp>
            <p:nvSpPr>
              <p:cNvPr id="1432" name="Noise cell"/>
              <p:cNvSpPr/>
              <p:nvPr/>
            </p:nvSpPr>
            <p:spPr>
              <a:xfrm>
                <a:off x="10836901" y="7589520"/>
                <a:ext cx="18770" cy="18928"/>
              </a:xfrm>
              <a:prstGeom prst="rect">
                <a:avLst/>
              </a:prstGeom>
              <a:solidFill>
                <a:srgbClr val="7E7E7E"/>
              </a:solidFill>
              <a:ln>
                <a:noFill/>
              </a:ln>
              <a:effectLst/>
            </p:spPr>
            <p:txBody>
              <a:bodyPr rtlCol="0" anchor="ctr"/>
              <a:lstStyle/>
              <a:p>
                <a:pPr algn="ctr"/>
              </a:p>
            </p:txBody>
          </p:sp>
          <p:sp>
            <p:nvSpPr>
              <p:cNvPr id="1433" name="Noise cell"/>
              <p:cNvSpPr/>
              <p:nvPr/>
            </p:nvSpPr>
            <p:spPr>
              <a:xfrm>
                <a:off x="10855032" y="7589520"/>
                <a:ext cx="18770" cy="18928"/>
              </a:xfrm>
              <a:prstGeom prst="rect">
                <a:avLst/>
              </a:prstGeom>
              <a:solidFill>
                <a:srgbClr val="979797"/>
              </a:solidFill>
              <a:ln>
                <a:noFill/>
              </a:ln>
              <a:effectLst/>
            </p:spPr>
            <p:txBody>
              <a:bodyPr rtlCol="0" anchor="ctr"/>
              <a:lstStyle/>
              <a:p>
                <a:pPr algn="ctr"/>
              </a:p>
            </p:txBody>
          </p:sp>
          <p:sp>
            <p:nvSpPr>
              <p:cNvPr id="1434" name="Noise cell"/>
              <p:cNvSpPr/>
              <p:nvPr/>
            </p:nvSpPr>
            <p:spPr>
              <a:xfrm>
                <a:off x="10873162" y="7589520"/>
                <a:ext cx="18770" cy="18928"/>
              </a:xfrm>
              <a:prstGeom prst="rect">
                <a:avLst/>
              </a:prstGeom>
              <a:solidFill>
                <a:srgbClr val="6C6C6C"/>
              </a:solidFill>
              <a:ln>
                <a:noFill/>
              </a:ln>
              <a:effectLst/>
            </p:spPr>
            <p:txBody>
              <a:bodyPr rtlCol="0" anchor="ctr"/>
              <a:lstStyle/>
              <a:p>
                <a:pPr algn="ctr"/>
              </a:p>
            </p:txBody>
          </p:sp>
          <p:sp>
            <p:nvSpPr>
              <p:cNvPr id="1435" name="Noise cell"/>
              <p:cNvSpPr/>
              <p:nvPr/>
            </p:nvSpPr>
            <p:spPr>
              <a:xfrm>
                <a:off x="10891292" y="7589520"/>
                <a:ext cx="18770" cy="18928"/>
              </a:xfrm>
              <a:prstGeom prst="rect">
                <a:avLst/>
              </a:prstGeom>
              <a:solidFill>
                <a:srgbClr val="737373"/>
              </a:solidFill>
              <a:ln>
                <a:noFill/>
              </a:ln>
              <a:effectLst/>
            </p:spPr>
            <p:txBody>
              <a:bodyPr rtlCol="0" anchor="ctr"/>
              <a:lstStyle/>
              <a:p>
                <a:pPr algn="ctr"/>
              </a:p>
            </p:txBody>
          </p:sp>
          <p:sp>
            <p:nvSpPr>
              <p:cNvPr id="1436" name="Noise cell"/>
              <p:cNvSpPr/>
              <p:nvPr/>
            </p:nvSpPr>
            <p:spPr>
              <a:xfrm>
                <a:off x="10909423" y="7589520"/>
                <a:ext cx="18770" cy="18928"/>
              </a:xfrm>
              <a:prstGeom prst="rect">
                <a:avLst/>
              </a:prstGeom>
              <a:solidFill>
                <a:srgbClr val="7B7B7B"/>
              </a:solidFill>
              <a:ln>
                <a:noFill/>
              </a:ln>
              <a:effectLst/>
            </p:spPr>
            <p:txBody>
              <a:bodyPr rtlCol="0" anchor="ctr"/>
              <a:lstStyle/>
              <a:p>
                <a:pPr algn="ctr"/>
              </a:p>
            </p:txBody>
          </p:sp>
          <p:sp>
            <p:nvSpPr>
              <p:cNvPr id="1437" name="Noise cell"/>
              <p:cNvSpPr/>
              <p:nvPr/>
            </p:nvSpPr>
            <p:spPr>
              <a:xfrm>
                <a:off x="10927553" y="7589520"/>
                <a:ext cx="18770" cy="18928"/>
              </a:xfrm>
              <a:prstGeom prst="rect">
                <a:avLst/>
              </a:prstGeom>
              <a:solidFill>
                <a:srgbClr val="A8A8A8"/>
              </a:solidFill>
              <a:ln>
                <a:noFill/>
              </a:ln>
              <a:effectLst/>
            </p:spPr>
            <p:txBody>
              <a:bodyPr rtlCol="0" anchor="ctr"/>
              <a:lstStyle/>
              <a:p>
                <a:pPr algn="ctr"/>
              </a:p>
            </p:txBody>
          </p:sp>
          <p:sp>
            <p:nvSpPr>
              <p:cNvPr id="1438" name="Noise cell"/>
              <p:cNvSpPr/>
              <p:nvPr/>
            </p:nvSpPr>
            <p:spPr>
              <a:xfrm>
                <a:off x="10945683" y="7589520"/>
                <a:ext cx="18770" cy="18928"/>
              </a:xfrm>
              <a:prstGeom prst="rect">
                <a:avLst/>
              </a:prstGeom>
              <a:solidFill>
                <a:srgbClr val="858585"/>
              </a:solidFill>
              <a:ln>
                <a:noFill/>
              </a:ln>
              <a:effectLst/>
            </p:spPr>
            <p:txBody>
              <a:bodyPr rtlCol="0" anchor="ctr"/>
              <a:lstStyle/>
              <a:p>
                <a:pPr algn="ctr"/>
              </a:p>
            </p:txBody>
          </p:sp>
          <p:sp>
            <p:nvSpPr>
              <p:cNvPr id="1439" name="Noise cell"/>
              <p:cNvSpPr/>
              <p:nvPr/>
            </p:nvSpPr>
            <p:spPr>
              <a:xfrm>
                <a:off x="10963814" y="7589520"/>
                <a:ext cx="18770" cy="18928"/>
              </a:xfrm>
              <a:prstGeom prst="rect">
                <a:avLst/>
              </a:prstGeom>
              <a:solidFill>
                <a:srgbClr val="797979"/>
              </a:solidFill>
              <a:ln>
                <a:noFill/>
              </a:ln>
              <a:effectLst/>
            </p:spPr>
            <p:txBody>
              <a:bodyPr rtlCol="0" anchor="ctr"/>
              <a:lstStyle/>
              <a:p>
                <a:pPr algn="ctr"/>
              </a:p>
            </p:txBody>
          </p:sp>
          <p:sp>
            <p:nvSpPr>
              <p:cNvPr id="1440" name="Noise cell"/>
              <p:cNvSpPr/>
              <p:nvPr/>
            </p:nvSpPr>
            <p:spPr>
              <a:xfrm>
                <a:off x="9930384" y="7607808"/>
                <a:ext cx="18770" cy="18928"/>
              </a:xfrm>
              <a:prstGeom prst="rect">
                <a:avLst/>
              </a:prstGeom>
              <a:solidFill>
                <a:srgbClr val="838383"/>
              </a:solidFill>
              <a:ln>
                <a:noFill/>
              </a:ln>
              <a:effectLst/>
            </p:spPr>
            <p:txBody>
              <a:bodyPr rtlCol="0" anchor="ctr"/>
              <a:lstStyle/>
              <a:p>
                <a:pPr algn="ctr"/>
              </a:p>
            </p:txBody>
          </p:sp>
          <p:sp>
            <p:nvSpPr>
              <p:cNvPr id="1441" name="Noise cell"/>
              <p:cNvSpPr/>
              <p:nvPr/>
            </p:nvSpPr>
            <p:spPr>
              <a:xfrm>
                <a:off x="9948514" y="7607808"/>
                <a:ext cx="18770" cy="18928"/>
              </a:xfrm>
              <a:prstGeom prst="rect">
                <a:avLst/>
              </a:prstGeom>
              <a:solidFill>
                <a:srgbClr val="8A8A8A"/>
              </a:solidFill>
              <a:ln>
                <a:noFill/>
              </a:ln>
              <a:effectLst/>
            </p:spPr>
            <p:txBody>
              <a:bodyPr rtlCol="0" anchor="ctr"/>
              <a:lstStyle/>
              <a:p>
                <a:pPr algn="ctr"/>
              </a:p>
            </p:txBody>
          </p:sp>
          <p:sp>
            <p:nvSpPr>
              <p:cNvPr id="1442" name="Noise cell"/>
              <p:cNvSpPr/>
              <p:nvPr/>
            </p:nvSpPr>
            <p:spPr>
              <a:xfrm>
                <a:off x="9966645" y="7607808"/>
                <a:ext cx="18770" cy="18928"/>
              </a:xfrm>
              <a:prstGeom prst="rect">
                <a:avLst/>
              </a:prstGeom>
              <a:solidFill>
                <a:srgbClr val="8E8E8E"/>
              </a:solidFill>
              <a:ln>
                <a:noFill/>
              </a:ln>
              <a:effectLst/>
            </p:spPr>
            <p:txBody>
              <a:bodyPr rtlCol="0" anchor="ctr"/>
              <a:lstStyle/>
              <a:p>
                <a:pPr algn="ctr"/>
              </a:p>
            </p:txBody>
          </p:sp>
          <p:sp>
            <p:nvSpPr>
              <p:cNvPr id="1443" name="Noise cell"/>
              <p:cNvSpPr/>
              <p:nvPr/>
            </p:nvSpPr>
            <p:spPr>
              <a:xfrm>
                <a:off x="9984775" y="7607808"/>
                <a:ext cx="18770" cy="18928"/>
              </a:xfrm>
              <a:prstGeom prst="rect">
                <a:avLst/>
              </a:prstGeom>
              <a:solidFill>
                <a:srgbClr val="7A7A7A"/>
              </a:solidFill>
              <a:ln>
                <a:noFill/>
              </a:ln>
              <a:effectLst/>
            </p:spPr>
            <p:txBody>
              <a:bodyPr rtlCol="0" anchor="ctr"/>
              <a:lstStyle/>
              <a:p>
                <a:pPr algn="ctr"/>
              </a:p>
            </p:txBody>
          </p:sp>
          <p:sp>
            <p:nvSpPr>
              <p:cNvPr id="1444" name="Noise cell"/>
              <p:cNvSpPr/>
              <p:nvPr/>
            </p:nvSpPr>
            <p:spPr>
              <a:xfrm>
                <a:off x="10002905" y="7607808"/>
                <a:ext cx="18770" cy="18928"/>
              </a:xfrm>
              <a:prstGeom prst="rect">
                <a:avLst/>
              </a:prstGeom>
              <a:solidFill>
                <a:srgbClr val="919191"/>
              </a:solidFill>
              <a:ln>
                <a:noFill/>
              </a:ln>
              <a:effectLst/>
            </p:spPr>
            <p:txBody>
              <a:bodyPr rtlCol="0" anchor="ctr"/>
              <a:lstStyle/>
              <a:p>
                <a:pPr algn="ctr"/>
              </a:p>
            </p:txBody>
          </p:sp>
          <p:sp>
            <p:nvSpPr>
              <p:cNvPr id="1445" name="Noise cell"/>
              <p:cNvSpPr/>
              <p:nvPr/>
            </p:nvSpPr>
            <p:spPr>
              <a:xfrm>
                <a:off x="10021036" y="7607808"/>
                <a:ext cx="18770" cy="18928"/>
              </a:xfrm>
              <a:prstGeom prst="rect">
                <a:avLst/>
              </a:prstGeom>
              <a:solidFill>
                <a:srgbClr val="757575"/>
              </a:solidFill>
              <a:ln>
                <a:noFill/>
              </a:ln>
              <a:effectLst/>
            </p:spPr>
            <p:txBody>
              <a:bodyPr rtlCol="0" anchor="ctr"/>
              <a:lstStyle/>
              <a:p>
                <a:pPr algn="ctr"/>
              </a:p>
            </p:txBody>
          </p:sp>
          <p:sp>
            <p:nvSpPr>
              <p:cNvPr id="1446" name="Noise cell"/>
              <p:cNvSpPr/>
              <p:nvPr/>
            </p:nvSpPr>
            <p:spPr>
              <a:xfrm>
                <a:off x="10039166" y="7607808"/>
                <a:ext cx="18770" cy="18928"/>
              </a:xfrm>
              <a:prstGeom prst="rect">
                <a:avLst/>
              </a:prstGeom>
              <a:solidFill>
                <a:srgbClr val="8B8B8B"/>
              </a:solidFill>
              <a:ln>
                <a:noFill/>
              </a:ln>
              <a:effectLst/>
            </p:spPr>
            <p:txBody>
              <a:bodyPr rtlCol="0" anchor="ctr"/>
              <a:lstStyle/>
              <a:p>
                <a:pPr algn="ctr"/>
              </a:p>
            </p:txBody>
          </p:sp>
          <p:sp>
            <p:nvSpPr>
              <p:cNvPr id="1447" name="Noise cell"/>
              <p:cNvSpPr/>
              <p:nvPr/>
            </p:nvSpPr>
            <p:spPr>
              <a:xfrm>
                <a:off x="10057296" y="7607808"/>
                <a:ext cx="18770" cy="18928"/>
              </a:xfrm>
              <a:prstGeom prst="rect">
                <a:avLst/>
              </a:prstGeom>
              <a:solidFill>
                <a:srgbClr val="858585"/>
              </a:solidFill>
              <a:ln>
                <a:noFill/>
              </a:ln>
              <a:effectLst/>
            </p:spPr>
            <p:txBody>
              <a:bodyPr rtlCol="0" anchor="ctr"/>
              <a:lstStyle/>
              <a:p>
                <a:pPr algn="ctr"/>
              </a:p>
            </p:txBody>
          </p:sp>
          <p:sp>
            <p:nvSpPr>
              <p:cNvPr id="1448" name="Noise cell"/>
              <p:cNvSpPr/>
              <p:nvPr/>
            </p:nvSpPr>
            <p:spPr>
              <a:xfrm>
                <a:off x="10075427" y="7607808"/>
                <a:ext cx="18770" cy="18928"/>
              </a:xfrm>
              <a:prstGeom prst="rect">
                <a:avLst/>
              </a:prstGeom>
              <a:solidFill>
                <a:srgbClr val="808080"/>
              </a:solidFill>
              <a:ln>
                <a:noFill/>
              </a:ln>
              <a:effectLst/>
            </p:spPr>
            <p:txBody>
              <a:bodyPr rtlCol="0" anchor="ctr"/>
              <a:lstStyle/>
              <a:p>
                <a:pPr algn="ctr"/>
              </a:p>
            </p:txBody>
          </p:sp>
          <p:sp>
            <p:nvSpPr>
              <p:cNvPr id="1449" name="Noise cell"/>
              <p:cNvSpPr/>
              <p:nvPr/>
            </p:nvSpPr>
            <p:spPr>
              <a:xfrm>
                <a:off x="10093557" y="7607808"/>
                <a:ext cx="18770" cy="18928"/>
              </a:xfrm>
              <a:prstGeom prst="rect">
                <a:avLst/>
              </a:prstGeom>
              <a:solidFill>
                <a:srgbClr val="7C7C7C"/>
              </a:solidFill>
              <a:ln>
                <a:noFill/>
              </a:ln>
              <a:effectLst/>
            </p:spPr>
            <p:txBody>
              <a:bodyPr rtlCol="0" anchor="ctr"/>
              <a:lstStyle/>
              <a:p>
                <a:pPr algn="ctr"/>
              </a:p>
            </p:txBody>
          </p:sp>
          <p:sp>
            <p:nvSpPr>
              <p:cNvPr id="1450" name="Noise cell"/>
              <p:cNvSpPr/>
              <p:nvPr/>
            </p:nvSpPr>
            <p:spPr>
              <a:xfrm>
                <a:off x="10111687" y="7607808"/>
                <a:ext cx="18770" cy="18928"/>
              </a:xfrm>
              <a:prstGeom prst="rect">
                <a:avLst/>
              </a:prstGeom>
              <a:solidFill>
                <a:srgbClr val="989898"/>
              </a:solidFill>
              <a:ln>
                <a:noFill/>
              </a:ln>
              <a:effectLst/>
            </p:spPr>
            <p:txBody>
              <a:bodyPr rtlCol="0" anchor="ctr"/>
              <a:lstStyle/>
              <a:p>
                <a:pPr algn="ctr"/>
              </a:p>
            </p:txBody>
          </p:sp>
          <p:sp>
            <p:nvSpPr>
              <p:cNvPr id="1451" name="Noise cell"/>
              <p:cNvSpPr/>
              <p:nvPr/>
            </p:nvSpPr>
            <p:spPr>
              <a:xfrm>
                <a:off x="10129818" y="7607808"/>
                <a:ext cx="18770" cy="18928"/>
              </a:xfrm>
              <a:prstGeom prst="rect">
                <a:avLst/>
              </a:prstGeom>
              <a:solidFill>
                <a:srgbClr val="909090"/>
              </a:solidFill>
              <a:ln>
                <a:noFill/>
              </a:ln>
              <a:effectLst/>
            </p:spPr>
            <p:txBody>
              <a:bodyPr rtlCol="0" anchor="ctr"/>
              <a:lstStyle/>
              <a:p>
                <a:pPr algn="ctr"/>
              </a:p>
            </p:txBody>
          </p:sp>
          <p:sp>
            <p:nvSpPr>
              <p:cNvPr id="1452" name="Noise cell"/>
              <p:cNvSpPr/>
              <p:nvPr/>
            </p:nvSpPr>
            <p:spPr>
              <a:xfrm>
                <a:off x="10147948" y="7607808"/>
                <a:ext cx="18770" cy="18928"/>
              </a:xfrm>
              <a:prstGeom prst="rect">
                <a:avLst/>
              </a:prstGeom>
              <a:solidFill>
                <a:srgbClr val="929292"/>
              </a:solidFill>
              <a:ln>
                <a:noFill/>
              </a:ln>
              <a:effectLst/>
            </p:spPr>
            <p:txBody>
              <a:bodyPr rtlCol="0" anchor="ctr"/>
              <a:lstStyle/>
              <a:p>
                <a:pPr algn="ctr"/>
              </a:p>
            </p:txBody>
          </p:sp>
          <p:sp>
            <p:nvSpPr>
              <p:cNvPr id="1453" name="Noise cell"/>
              <p:cNvSpPr/>
              <p:nvPr/>
            </p:nvSpPr>
            <p:spPr>
              <a:xfrm>
                <a:off x="10166078" y="7607808"/>
                <a:ext cx="18770" cy="18928"/>
              </a:xfrm>
              <a:prstGeom prst="rect">
                <a:avLst/>
              </a:prstGeom>
              <a:solidFill>
                <a:srgbClr val="838383"/>
              </a:solidFill>
              <a:ln>
                <a:noFill/>
              </a:ln>
              <a:effectLst/>
            </p:spPr>
            <p:txBody>
              <a:bodyPr rtlCol="0" anchor="ctr"/>
              <a:lstStyle/>
              <a:p>
                <a:pPr algn="ctr"/>
              </a:p>
            </p:txBody>
          </p:sp>
          <p:sp>
            <p:nvSpPr>
              <p:cNvPr id="1454" name="Noise cell"/>
              <p:cNvSpPr/>
              <p:nvPr/>
            </p:nvSpPr>
            <p:spPr>
              <a:xfrm>
                <a:off x="10184209" y="7607808"/>
                <a:ext cx="18770" cy="18928"/>
              </a:xfrm>
              <a:prstGeom prst="rect">
                <a:avLst/>
              </a:prstGeom>
              <a:solidFill>
                <a:srgbClr val="A8A8A8"/>
              </a:solidFill>
              <a:ln>
                <a:noFill/>
              </a:ln>
              <a:effectLst/>
            </p:spPr>
            <p:txBody>
              <a:bodyPr rtlCol="0" anchor="ctr"/>
              <a:lstStyle/>
              <a:p>
                <a:pPr algn="ctr"/>
              </a:p>
            </p:txBody>
          </p:sp>
          <p:sp>
            <p:nvSpPr>
              <p:cNvPr id="1455" name="Noise cell"/>
              <p:cNvSpPr/>
              <p:nvPr/>
            </p:nvSpPr>
            <p:spPr>
              <a:xfrm>
                <a:off x="10202339" y="7607808"/>
                <a:ext cx="18770" cy="18928"/>
              </a:xfrm>
              <a:prstGeom prst="rect">
                <a:avLst/>
              </a:prstGeom>
              <a:solidFill>
                <a:srgbClr val="818181"/>
              </a:solidFill>
              <a:ln>
                <a:noFill/>
              </a:ln>
              <a:effectLst/>
            </p:spPr>
            <p:txBody>
              <a:bodyPr rtlCol="0" anchor="ctr"/>
              <a:lstStyle/>
              <a:p>
                <a:pPr algn="ctr"/>
              </a:p>
            </p:txBody>
          </p:sp>
          <p:sp>
            <p:nvSpPr>
              <p:cNvPr id="1456" name="Noise cell"/>
              <p:cNvSpPr/>
              <p:nvPr/>
            </p:nvSpPr>
            <p:spPr>
              <a:xfrm>
                <a:off x="10220470" y="7607808"/>
                <a:ext cx="18770" cy="18928"/>
              </a:xfrm>
              <a:prstGeom prst="rect">
                <a:avLst/>
              </a:prstGeom>
              <a:solidFill>
                <a:srgbClr val="727272"/>
              </a:solidFill>
              <a:ln>
                <a:noFill/>
              </a:ln>
              <a:effectLst/>
            </p:spPr>
            <p:txBody>
              <a:bodyPr rtlCol="0" anchor="ctr"/>
              <a:lstStyle/>
              <a:p>
                <a:pPr algn="ctr"/>
              </a:p>
            </p:txBody>
          </p:sp>
          <p:sp>
            <p:nvSpPr>
              <p:cNvPr id="1457" name="Noise cell"/>
              <p:cNvSpPr/>
              <p:nvPr/>
            </p:nvSpPr>
            <p:spPr>
              <a:xfrm>
                <a:off x="10238600" y="7607808"/>
                <a:ext cx="18770" cy="18928"/>
              </a:xfrm>
              <a:prstGeom prst="rect">
                <a:avLst/>
              </a:prstGeom>
              <a:solidFill>
                <a:srgbClr val="838383"/>
              </a:solidFill>
              <a:ln>
                <a:noFill/>
              </a:ln>
              <a:effectLst/>
            </p:spPr>
            <p:txBody>
              <a:bodyPr rtlCol="0" anchor="ctr"/>
              <a:lstStyle/>
              <a:p>
                <a:pPr algn="ctr"/>
              </a:p>
            </p:txBody>
          </p:sp>
          <p:sp>
            <p:nvSpPr>
              <p:cNvPr id="1458" name="Noise cell"/>
              <p:cNvSpPr/>
              <p:nvPr/>
            </p:nvSpPr>
            <p:spPr>
              <a:xfrm>
                <a:off x="10256730" y="7607808"/>
                <a:ext cx="18770" cy="18928"/>
              </a:xfrm>
              <a:prstGeom prst="rect">
                <a:avLst/>
              </a:prstGeom>
              <a:solidFill>
                <a:srgbClr val="818181"/>
              </a:solidFill>
              <a:ln>
                <a:noFill/>
              </a:ln>
              <a:effectLst/>
            </p:spPr>
            <p:txBody>
              <a:bodyPr rtlCol="0" anchor="ctr"/>
              <a:lstStyle/>
              <a:p>
                <a:pPr algn="ctr"/>
              </a:p>
            </p:txBody>
          </p:sp>
          <p:sp>
            <p:nvSpPr>
              <p:cNvPr id="1459" name="Noise cell"/>
              <p:cNvSpPr/>
              <p:nvPr/>
            </p:nvSpPr>
            <p:spPr>
              <a:xfrm>
                <a:off x="10274861" y="7607808"/>
                <a:ext cx="18770" cy="18928"/>
              </a:xfrm>
              <a:prstGeom prst="rect">
                <a:avLst/>
              </a:prstGeom>
              <a:solidFill>
                <a:srgbClr val="A7A7A7"/>
              </a:solidFill>
              <a:ln>
                <a:noFill/>
              </a:ln>
              <a:effectLst/>
            </p:spPr>
            <p:txBody>
              <a:bodyPr rtlCol="0" anchor="ctr"/>
              <a:lstStyle/>
              <a:p>
                <a:pPr algn="ctr"/>
              </a:p>
            </p:txBody>
          </p:sp>
          <p:sp>
            <p:nvSpPr>
              <p:cNvPr id="1460" name="Noise cell"/>
              <p:cNvSpPr/>
              <p:nvPr/>
            </p:nvSpPr>
            <p:spPr>
              <a:xfrm>
                <a:off x="10292991" y="7607808"/>
                <a:ext cx="18770" cy="18928"/>
              </a:xfrm>
              <a:prstGeom prst="rect">
                <a:avLst/>
              </a:prstGeom>
              <a:solidFill>
                <a:srgbClr val="989898"/>
              </a:solidFill>
              <a:ln>
                <a:noFill/>
              </a:ln>
              <a:effectLst/>
            </p:spPr>
            <p:txBody>
              <a:bodyPr rtlCol="0" anchor="ctr"/>
              <a:lstStyle/>
              <a:p>
                <a:pPr algn="ctr"/>
              </a:p>
            </p:txBody>
          </p:sp>
          <p:sp>
            <p:nvSpPr>
              <p:cNvPr id="1461" name="Noise cell"/>
              <p:cNvSpPr/>
              <p:nvPr/>
            </p:nvSpPr>
            <p:spPr>
              <a:xfrm>
                <a:off x="10311121" y="7607808"/>
                <a:ext cx="18770" cy="18928"/>
              </a:xfrm>
              <a:prstGeom prst="rect">
                <a:avLst/>
              </a:prstGeom>
              <a:solidFill>
                <a:srgbClr val="797979"/>
              </a:solidFill>
              <a:ln>
                <a:noFill/>
              </a:ln>
              <a:effectLst/>
            </p:spPr>
            <p:txBody>
              <a:bodyPr rtlCol="0" anchor="ctr"/>
              <a:lstStyle/>
              <a:p>
                <a:pPr algn="ctr"/>
              </a:p>
            </p:txBody>
          </p:sp>
          <p:sp>
            <p:nvSpPr>
              <p:cNvPr id="1462" name="Noise cell"/>
              <p:cNvSpPr/>
              <p:nvPr/>
            </p:nvSpPr>
            <p:spPr>
              <a:xfrm>
                <a:off x="10329252" y="7607808"/>
                <a:ext cx="18770" cy="18928"/>
              </a:xfrm>
              <a:prstGeom prst="rect">
                <a:avLst/>
              </a:prstGeom>
              <a:solidFill>
                <a:srgbClr val="7C7C7C"/>
              </a:solidFill>
              <a:ln>
                <a:noFill/>
              </a:ln>
              <a:effectLst/>
            </p:spPr>
            <p:txBody>
              <a:bodyPr rtlCol="0" anchor="ctr"/>
              <a:lstStyle/>
              <a:p>
                <a:pPr algn="ctr"/>
              </a:p>
            </p:txBody>
          </p:sp>
          <p:sp>
            <p:nvSpPr>
              <p:cNvPr id="1463" name="Noise cell"/>
              <p:cNvSpPr/>
              <p:nvPr/>
            </p:nvSpPr>
            <p:spPr>
              <a:xfrm>
                <a:off x="10347382" y="7607808"/>
                <a:ext cx="18770" cy="18928"/>
              </a:xfrm>
              <a:prstGeom prst="rect">
                <a:avLst/>
              </a:prstGeom>
              <a:solidFill>
                <a:srgbClr val="8D8D8D"/>
              </a:solidFill>
              <a:ln>
                <a:noFill/>
              </a:ln>
              <a:effectLst/>
            </p:spPr>
            <p:txBody>
              <a:bodyPr rtlCol="0" anchor="ctr"/>
              <a:lstStyle/>
              <a:p>
                <a:pPr algn="ctr"/>
              </a:p>
            </p:txBody>
          </p:sp>
          <p:sp>
            <p:nvSpPr>
              <p:cNvPr id="1464" name="Noise cell"/>
              <p:cNvSpPr/>
              <p:nvPr/>
            </p:nvSpPr>
            <p:spPr>
              <a:xfrm>
                <a:off x="10365512" y="7607808"/>
                <a:ext cx="18770" cy="18928"/>
              </a:xfrm>
              <a:prstGeom prst="rect">
                <a:avLst/>
              </a:prstGeom>
              <a:solidFill>
                <a:srgbClr val="A4A4A4"/>
              </a:solidFill>
              <a:ln>
                <a:noFill/>
              </a:ln>
              <a:effectLst/>
            </p:spPr>
            <p:txBody>
              <a:bodyPr rtlCol="0" anchor="ctr"/>
              <a:lstStyle/>
              <a:p>
                <a:pPr algn="ctr"/>
              </a:p>
            </p:txBody>
          </p:sp>
          <p:sp>
            <p:nvSpPr>
              <p:cNvPr id="1465" name="Noise cell"/>
              <p:cNvSpPr/>
              <p:nvPr/>
            </p:nvSpPr>
            <p:spPr>
              <a:xfrm>
                <a:off x="10383643" y="7607808"/>
                <a:ext cx="18770" cy="18928"/>
              </a:xfrm>
              <a:prstGeom prst="rect">
                <a:avLst/>
              </a:prstGeom>
              <a:solidFill>
                <a:srgbClr val="878787"/>
              </a:solidFill>
              <a:ln>
                <a:noFill/>
              </a:ln>
              <a:effectLst/>
            </p:spPr>
            <p:txBody>
              <a:bodyPr rtlCol="0" anchor="ctr"/>
              <a:lstStyle/>
              <a:p>
                <a:pPr algn="ctr"/>
              </a:p>
            </p:txBody>
          </p:sp>
          <p:sp>
            <p:nvSpPr>
              <p:cNvPr id="1466" name="Noise cell"/>
              <p:cNvSpPr/>
              <p:nvPr/>
            </p:nvSpPr>
            <p:spPr>
              <a:xfrm>
                <a:off x="10401773" y="7607808"/>
                <a:ext cx="18770" cy="18928"/>
              </a:xfrm>
              <a:prstGeom prst="rect">
                <a:avLst/>
              </a:prstGeom>
              <a:solidFill>
                <a:srgbClr val="797979"/>
              </a:solidFill>
              <a:ln>
                <a:noFill/>
              </a:ln>
              <a:effectLst/>
            </p:spPr>
            <p:txBody>
              <a:bodyPr rtlCol="0" anchor="ctr"/>
              <a:lstStyle/>
              <a:p>
                <a:pPr algn="ctr"/>
              </a:p>
            </p:txBody>
          </p:sp>
          <p:sp>
            <p:nvSpPr>
              <p:cNvPr id="1467" name="Noise cell"/>
              <p:cNvSpPr/>
              <p:nvPr/>
            </p:nvSpPr>
            <p:spPr>
              <a:xfrm>
                <a:off x="10419903" y="7607808"/>
                <a:ext cx="18770" cy="18928"/>
              </a:xfrm>
              <a:prstGeom prst="rect">
                <a:avLst/>
              </a:prstGeom>
              <a:solidFill>
                <a:srgbClr val="7C7C7C"/>
              </a:solidFill>
              <a:ln>
                <a:noFill/>
              </a:ln>
              <a:effectLst/>
            </p:spPr>
            <p:txBody>
              <a:bodyPr rtlCol="0" anchor="ctr"/>
              <a:lstStyle/>
              <a:p>
                <a:pPr algn="ctr"/>
              </a:p>
            </p:txBody>
          </p:sp>
          <p:sp>
            <p:nvSpPr>
              <p:cNvPr id="1468" name="Noise cell"/>
              <p:cNvSpPr/>
              <p:nvPr/>
            </p:nvSpPr>
            <p:spPr>
              <a:xfrm>
                <a:off x="10438034" y="7607808"/>
                <a:ext cx="18770" cy="18928"/>
              </a:xfrm>
              <a:prstGeom prst="rect">
                <a:avLst/>
              </a:prstGeom>
              <a:solidFill>
                <a:srgbClr val="959595"/>
              </a:solidFill>
              <a:ln>
                <a:noFill/>
              </a:ln>
              <a:effectLst/>
            </p:spPr>
            <p:txBody>
              <a:bodyPr rtlCol="0" anchor="ctr"/>
              <a:lstStyle/>
              <a:p>
                <a:pPr algn="ctr"/>
              </a:p>
            </p:txBody>
          </p:sp>
          <p:sp>
            <p:nvSpPr>
              <p:cNvPr id="1469" name="Noise cell"/>
              <p:cNvSpPr/>
              <p:nvPr/>
            </p:nvSpPr>
            <p:spPr>
              <a:xfrm>
                <a:off x="10456164" y="7607808"/>
                <a:ext cx="18770" cy="18928"/>
              </a:xfrm>
              <a:prstGeom prst="rect">
                <a:avLst/>
              </a:prstGeom>
              <a:solidFill>
                <a:srgbClr val="8D8D8D"/>
              </a:solidFill>
              <a:ln>
                <a:noFill/>
              </a:ln>
              <a:effectLst/>
            </p:spPr>
            <p:txBody>
              <a:bodyPr rtlCol="0" anchor="ctr"/>
              <a:lstStyle/>
              <a:p>
                <a:pPr algn="ctr"/>
              </a:p>
            </p:txBody>
          </p:sp>
          <p:sp>
            <p:nvSpPr>
              <p:cNvPr id="1470" name="Noise cell"/>
              <p:cNvSpPr/>
              <p:nvPr/>
            </p:nvSpPr>
            <p:spPr>
              <a:xfrm>
                <a:off x="10474294" y="7607808"/>
                <a:ext cx="18770" cy="18928"/>
              </a:xfrm>
              <a:prstGeom prst="rect">
                <a:avLst/>
              </a:prstGeom>
              <a:solidFill>
                <a:srgbClr val="9D9D9D"/>
              </a:solidFill>
              <a:ln>
                <a:noFill/>
              </a:ln>
              <a:effectLst/>
            </p:spPr>
            <p:txBody>
              <a:bodyPr rtlCol="0" anchor="ctr"/>
              <a:lstStyle/>
              <a:p>
                <a:pPr algn="ctr"/>
              </a:p>
            </p:txBody>
          </p:sp>
          <p:sp>
            <p:nvSpPr>
              <p:cNvPr id="1471" name="Noise cell"/>
              <p:cNvSpPr/>
              <p:nvPr/>
            </p:nvSpPr>
            <p:spPr>
              <a:xfrm>
                <a:off x="10492425" y="7607808"/>
                <a:ext cx="18770" cy="18928"/>
              </a:xfrm>
              <a:prstGeom prst="rect">
                <a:avLst/>
              </a:prstGeom>
              <a:solidFill>
                <a:srgbClr val="818181"/>
              </a:solidFill>
              <a:ln>
                <a:noFill/>
              </a:ln>
              <a:effectLst/>
            </p:spPr>
            <p:txBody>
              <a:bodyPr rtlCol="0" anchor="ctr"/>
              <a:lstStyle/>
              <a:p>
                <a:pPr algn="ctr"/>
              </a:p>
            </p:txBody>
          </p:sp>
          <p:sp>
            <p:nvSpPr>
              <p:cNvPr id="1472" name="Noise cell"/>
              <p:cNvSpPr/>
              <p:nvPr/>
            </p:nvSpPr>
            <p:spPr>
              <a:xfrm>
                <a:off x="10510555" y="7607808"/>
                <a:ext cx="18770" cy="18928"/>
              </a:xfrm>
              <a:prstGeom prst="rect">
                <a:avLst/>
              </a:prstGeom>
              <a:solidFill>
                <a:srgbClr val="939393"/>
              </a:solidFill>
              <a:ln>
                <a:noFill/>
              </a:ln>
              <a:effectLst/>
            </p:spPr>
            <p:txBody>
              <a:bodyPr rtlCol="0" anchor="ctr"/>
              <a:lstStyle/>
              <a:p>
                <a:pPr algn="ctr"/>
              </a:p>
            </p:txBody>
          </p:sp>
          <p:sp>
            <p:nvSpPr>
              <p:cNvPr id="1473" name="Noise cell"/>
              <p:cNvSpPr/>
              <p:nvPr/>
            </p:nvSpPr>
            <p:spPr>
              <a:xfrm>
                <a:off x="10528685" y="7607808"/>
                <a:ext cx="18770" cy="18928"/>
              </a:xfrm>
              <a:prstGeom prst="rect">
                <a:avLst/>
              </a:prstGeom>
              <a:solidFill>
                <a:srgbClr val="929292"/>
              </a:solidFill>
              <a:ln>
                <a:noFill/>
              </a:ln>
              <a:effectLst/>
            </p:spPr>
            <p:txBody>
              <a:bodyPr rtlCol="0" anchor="ctr"/>
              <a:lstStyle/>
              <a:p>
                <a:pPr algn="ctr"/>
              </a:p>
            </p:txBody>
          </p:sp>
          <p:sp>
            <p:nvSpPr>
              <p:cNvPr id="1474" name="Noise cell"/>
              <p:cNvSpPr/>
              <p:nvPr/>
            </p:nvSpPr>
            <p:spPr>
              <a:xfrm>
                <a:off x="10546816" y="7607808"/>
                <a:ext cx="18770" cy="18928"/>
              </a:xfrm>
              <a:prstGeom prst="rect">
                <a:avLst/>
              </a:prstGeom>
              <a:solidFill>
                <a:srgbClr val="A8A8A8"/>
              </a:solidFill>
              <a:ln>
                <a:noFill/>
              </a:ln>
              <a:effectLst/>
            </p:spPr>
            <p:txBody>
              <a:bodyPr rtlCol="0" anchor="ctr"/>
              <a:lstStyle/>
              <a:p>
                <a:pPr algn="ctr"/>
              </a:p>
            </p:txBody>
          </p:sp>
          <p:sp>
            <p:nvSpPr>
              <p:cNvPr id="1475" name="Noise cell"/>
              <p:cNvSpPr/>
              <p:nvPr/>
            </p:nvSpPr>
            <p:spPr>
              <a:xfrm>
                <a:off x="10564946" y="7607808"/>
                <a:ext cx="18770" cy="18928"/>
              </a:xfrm>
              <a:prstGeom prst="rect">
                <a:avLst/>
              </a:prstGeom>
              <a:solidFill>
                <a:srgbClr val="898989"/>
              </a:solidFill>
              <a:ln>
                <a:noFill/>
              </a:ln>
              <a:effectLst/>
            </p:spPr>
            <p:txBody>
              <a:bodyPr rtlCol="0" anchor="ctr"/>
              <a:lstStyle/>
              <a:p>
                <a:pPr algn="ctr"/>
              </a:p>
            </p:txBody>
          </p:sp>
          <p:sp>
            <p:nvSpPr>
              <p:cNvPr id="1476" name="Noise cell"/>
              <p:cNvSpPr/>
              <p:nvPr/>
            </p:nvSpPr>
            <p:spPr>
              <a:xfrm>
                <a:off x="10583076" y="7607808"/>
                <a:ext cx="18770" cy="18928"/>
              </a:xfrm>
              <a:prstGeom prst="rect">
                <a:avLst/>
              </a:prstGeom>
              <a:solidFill>
                <a:srgbClr val="828282"/>
              </a:solidFill>
              <a:ln>
                <a:noFill/>
              </a:ln>
              <a:effectLst/>
            </p:spPr>
            <p:txBody>
              <a:bodyPr rtlCol="0" anchor="ctr"/>
              <a:lstStyle/>
              <a:p>
                <a:pPr algn="ctr"/>
              </a:p>
            </p:txBody>
          </p:sp>
          <p:sp>
            <p:nvSpPr>
              <p:cNvPr id="1477" name="Noise cell"/>
              <p:cNvSpPr/>
              <p:nvPr/>
            </p:nvSpPr>
            <p:spPr>
              <a:xfrm>
                <a:off x="10601207" y="7607808"/>
                <a:ext cx="18770" cy="18928"/>
              </a:xfrm>
              <a:prstGeom prst="rect">
                <a:avLst/>
              </a:prstGeom>
              <a:solidFill>
                <a:srgbClr val="757575"/>
              </a:solidFill>
              <a:ln>
                <a:noFill/>
              </a:ln>
              <a:effectLst/>
            </p:spPr>
            <p:txBody>
              <a:bodyPr rtlCol="0" anchor="ctr"/>
              <a:lstStyle/>
              <a:p>
                <a:pPr algn="ctr"/>
              </a:p>
            </p:txBody>
          </p:sp>
          <p:sp>
            <p:nvSpPr>
              <p:cNvPr id="1478" name="Noise cell"/>
              <p:cNvSpPr/>
              <p:nvPr/>
            </p:nvSpPr>
            <p:spPr>
              <a:xfrm>
                <a:off x="10619337" y="7607808"/>
                <a:ext cx="18770" cy="18928"/>
              </a:xfrm>
              <a:prstGeom prst="rect">
                <a:avLst/>
              </a:prstGeom>
              <a:solidFill>
                <a:srgbClr val="777777"/>
              </a:solidFill>
              <a:ln>
                <a:noFill/>
              </a:ln>
              <a:effectLst/>
            </p:spPr>
            <p:txBody>
              <a:bodyPr rtlCol="0" anchor="ctr"/>
              <a:lstStyle/>
              <a:p>
                <a:pPr algn="ctr"/>
              </a:p>
            </p:txBody>
          </p:sp>
          <p:sp>
            <p:nvSpPr>
              <p:cNvPr id="1479" name="Noise cell"/>
              <p:cNvSpPr/>
              <p:nvPr/>
            </p:nvSpPr>
            <p:spPr>
              <a:xfrm>
                <a:off x="10637467" y="7607808"/>
                <a:ext cx="18770" cy="18928"/>
              </a:xfrm>
              <a:prstGeom prst="rect">
                <a:avLst/>
              </a:prstGeom>
              <a:solidFill>
                <a:srgbClr val="797979"/>
              </a:solidFill>
              <a:ln>
                <a:noFill/>
              </a:ln>
              <a:effectLst/>
            </p:spPr>
            <p:txBody>
              <a:bodyPr rtlCol="0" anchor="ctr"/>
              <a:lstStyle/>
              <a:p>
                <a:pPr algn="ctr"/>
              </a:p>
            </p:txBody>
          </p:sp>
          <p:sp>
            <p:nvSpPr>
              <p:cNvPr id="1480" name="Noise cell"/>
              <p:cNvSpPr/>
              <p:nvPr/>
            </p:nvSpPr>
            <p:spPr>
              <a:xfrm>
                <a:off x="10655598" y="7607808"/>
                <a:ext cx="18770" cy="18928"/>
              </a:xfrm>
              <a:prstGeom prst="rect">
                <a:avLst/>
              </a:prstGeom>
              <a:solidFill>
                <a:srgbClr val="717171"/>
              </a:solidFill>
              <a:ln>
                <a:noFill/>
              </a:ln>
              <a:effectLst/>
            </p:spPr>
            <p:txBody>
              <a:bodyPr rtlCol="0" anchor="ctr"/>
              <a:lstStyle/>
              <a:p>
                <a:pPr algn="ctr"/>
              </a:p>
            </p:txBody>
          </p:sp>
          <p:sp>
            <p:nvSpPr>
              <p:cNvPr id="1481" name="Noise cell"/>
              <p:cNvSpPr/>
              <p:nvPr/>
            </p:nvSpPr>
            <p:spPr>
              <a:xfrm>
                <a:off x="10673728" y="7607808"/>
                <a:ext cx="18770" cy="18928"/>
              </a:xfrm>
              <a:prstGeom prst="rect">
                <a:avLst/>
              </a:prstGeom>
              <a:solidFill>
                <a:srgbClr val="828282"/>
              </a:solidFill>
              <a:ln>
                <a:noFill/>
              </a:ln>
              <a:effectLst/>
            </p:spPr>
            <p:txBody>
              <a:bodyPr rtlCol="0" anchor="ctr"/>
              <a:lstStyle/>
              <a:p>
                <a:pPr algn="ctr"/>
              </a:p>
            </p:txBody>
          </p:sp>
          <p:sp>
            <p:nvSpPr>
              <p:cNvPr id="1482" name="Noise cell"/>
              <p:cNvSpPr/>
              <p:nvPr/>
            </p:nvSpPr>
            <p:spPr>
              <a:xfrm>
                <a:off x="10691858" y="7607808"/>
                <a:ext cx="18770" cy="18928"/>
              </a:xfrm>
              <a:prstGeom prst="rect">
                <a:avLst/>
              </a:prstGeom>
              <a:solidFill>
                <a:srgbClr val="949494"/>
              </a:solidFill>
              <a:ln>
                <a:noFill/>
              </a:ln>
              <a:effectLst/>
            </p:spPr>
            <p:txBody>
              <a:bodyPr rtlCol="0" anchor="ctr"/>
              <a:lstStyle/>
              <a:p>
                <a:pPr algn="ctr"/>
              </a:p>
            </p:txBody>
          </p:sp>
          <p:sp>
            <p:nvSpPr>
              <p:cNvPr id="1483" name="Noise cell"/>
              <p:cNvSpPr/>
              <p:nvPr/>
            </p:nvSpPr>
            <p:spPr>
              <a:xfrm>
                <a:off x="10709989" y="7607808"/>
                <a:ext cx="18770" cy="18928"/>
              </a:xfrm>
              <a:prstGeom prst="rect">
                <a:avLst/>
              </a:prstGeom>
              <a:solidFill>
                <a:srgbClr val="777777"/>
              </a:solidFill>
              <a:ln>
                <a:noFill/>
              </a:ln>
              <a:effectLst/>
            </p:spPr>
            <p:txBody>
              <a:bodyPr rtlCol="0" anchor="ctr"/>
              <a:lstStyle/>
              <a:p>
                <a:pPr algn="ctr"/>
              </a:p>
            </p:txBody>
          </p:sp>
          <p:sp>
            <p:nvSpPr>
              <p:cNvPr id="1484" name="Noise cell"/>
              <p:cNvSpPr/>
              <p:nvPr/>
            </p:nvSpPr>
            <p:spPr>
              <a:xfrm>
                <a:off x="10728119" y="7607808"/>
                <a:ext cx="18770" cy="18928"/>
              </a:xfrm>
              <a:prstGeom prst="rect">
                <a:avLst/>
              </a:prstGeom>
              <a:solidFill>
                <a:srgbClr val="949494"/>
              </a:solidFill>
              <a:ln>
                <a:noFill/>
              </a:ln>
              <a:effectLst/>
            </p:spPr>
            <p:txBody>
              <a:bodyPr rtlCol="0" anchor="ctr"/>
              <a:lstStyle/>
              <a:p>
                <a:pPr algn="ctr"/>
              </a:p>
            </p:txBody>
          </p:sp>
          <p:sp>
            <p:nvSpPr>
              <p:cNvPr id="1485" name="Noise cell"/>
              <p:cNvSpPr/>
              <p:nvPr/>
            </p:nvSpPr>
            <p:spPr>
              <a:xfrm>
                <a:off x="10746250" y="7607808"/>
                <a:ext cx="18770" cy="18928"/>
              </a:xfrm>
              <a:prstGeom prst="rect">
                <a:avLst/>
              </a:prstGeom>
              <a:solidFill>
                <a:srgbClr val="818181"/>
              </a:solidFill>
              <a:ln>
                <a:noFill/>
              </a:ln>
              <a:effectLst/>
            </p:spPr>
            <p:txBody>
              <a:bodyPr rtlCol="0" anchor="ctr"/>
              <a:lstStyle/>
              <a:p>
                <a:pPr algn="ctr"/>
              </a:p>
            </p:txBody>
          </p:sp>
          <p:sp>
            <p:nvSpPr>
              <p:cNvPr id="1486" name="Noise cell"/>
              <p:cNvSpPr/>
              <p:nvPr/>
            </p:nvSpPr>
            <p:spPr>
              <a:xfrm>
                <a:off x="10764380" y="7607808"/>
                <a:ext cx="18770" cy="18928"/>
              </a:xfrm>
              <a:prstGeom prst="rect">
                <a:avLst/>
              </a:prstGeom>
              <a:solidFill>
                <a:srgbClr val="8C8C8C"/>
              </a:solidFill>
              <a:ln>
                <a:noFill/>
              </a:ln>
              <a:effectLst/>
            </p:spPr>
            <p:txBody>
              <a:bodyPr rtlCol="0" anchor="ctr"/>
              <a:lstStyle/>
              <a:p>
                <a:pPr algn="ctr"/>
              </a:p>
            </p:txBody>
          </p:sp>
          <p:sp>
            <p:nvSpPr>
              <p:cNvPr id="1487" name="Noise cell"/>
              <p:cNvSpPr/>
              <p:nvPr/>
            </p:nvSpPr>
            <p:spPr>
              <a:xfrm>
                <a:off x="10782510" y="7607808"/>
                <a:ext cx="18770" cy="18928"/>
              </a:xfrm>
              <a:prstGeom prst="rect">
                <a:avLst/>
              </a:prstGeom>
              <a:solidFill>
                <a:srgbClr val="717171"/>
              </a:solidFill>
              <a:ln>
                <a:noFill/>
              </a:ln>
              <a:effectLst/>
            </p:spPr>
            <p:txBody>
              <a:bodyPr rtlCol="0" anchor="ctr"/>
              <a:lstStyle/>
              <a:p>
                <a:pPr algn="ctr"/>
              </a:p>
            </p:txBody>
          </p:sp>
          <p:sp>
            <p:nvSpPr>
              <p:cNvPr id="1488" name="Noise cell"/>
              <p:cNvSpPr/>
              <p:nvPr/>
            </p:nvSpPr>
            <p:spPr>
              <a:xfrm>
                <a:off x="10800641" y="7607808"/>
                <a:ext cx="18770" cy="18928"/>
              </a:xfrm>
              <a:prstGeom prst="rect">
                <a:avLst/>
              </a:prstGeom>
              <a:solidFill>
                <a:srgbClr val="838383"/>
              </a:solidFill>
              <a:ln>
                <a:noFill/>
              </a:ln>
              <a:effectLst/>
            </p:spPr>
            <p:txBody>
              <a:bodyPr rtlCol="0" anchor="ctr"/>
              <a:lstStyle/>
              <a:p>
                <a:pPr algn="ctr"/>
              </a:p>
            </p:txBody>
          </p:sp>
          <p:sp>
            <p:nvSpPr>
              <p:cNvPr id="1489" name="Noise cell"/>
              <p:cNvSpPr/>
              <p:nvPr/>
            </p:nvSpPr>
            <p:spPr>
              <a:xfrm>
                <a:off x="10818771" y="7607808"/>
                <a:ext cx="18770" cy="18928"/>
              </a:xfrm>
              <a:prstGeom prst="rect">
                <a:avLst/>
              </a:prstGeom>
              <a:solidFill>
                <a:srgbClr val="6B6B6B"/>
              </a:solidFill>
              <a:ln>
                <a:noFill/>
              </a:ln>
              <a:effectLst/>
            </p:spPr>
            <p:txBody>
              <a:bodyPr rtlCol="0" anchor="ctr"/>
              <a:lstStyle/>
              <a:p>
                <a:pPr algn="ctr"/>
              </a:p>
            </p:txBody>
          </p:sp>
          <p:sp>
            <p:nvSpPr>
              <p:cNvPr id="1490" name="Noise cell"/>
              <p:cNvSpPr/>
              <p:nvPr/>
            </p:nvSpPr>
            <p:spPr>
              <a:xfrm>
                <a:off x="10836901" y="7607808"/>
                <a:ext cx="18770" cy="18928"/>
              </a:xfrm>
              <a:prstGeom prst="rect">
                <a:avLst/>
              </a:prstGeom>
              <a:solidFill>
                <a:srgbClr val="686868"/>
              </a:solidFill>
              <a:ln>
                <a:noFill/>
              </a:ln>
              <a:effectLst/>
            </p:spPr>
            <p:txBody>
              <a:bodyPr rtlCol="0" anchor="ctr"/>
              <a:lstStyle/>
              <a:p>
                <a:pPr algn="ctr"/>
              </a:p>
            </p:txBody>
          </p:sp>
          <p:sp>
            <p:nvSpPr>
              <p:cNvPr id="1491" name="Noise cell"/>
              <p:cNvSpPr/>
              <p:nvPr/>
            </p:nvSpPr>
            <p:spPr>
              <a:xfrm>
                <a:off x="10855032" y="7607808"/>
                <a:ext cx="18770" cy="18928"/>
              </a:xfrm>
              <a:prstGeom prst="rect">
                <a:avLst/>
              </a:prstGeom>
              <a:solidFill>
                <a:srgbClr val="8A8A8A"/>
              </a:solidFill>
              <a:ln>
                <a:noFill/>
              </a:ln>
              <a:effectLst/>
            </p:spPr>
            <p:txBody>
              <a:bodyPr rtlCol="0" anchor="ctr"/>
              <a:lstStyle/>
              <a:p>
                <a:pPr algn="ctr"/>
              </a:p>
            </p:txBody>
          </p:sp>
          <p:sp>
            <p:nvSpPr>
              <p:cNvPr id="1492" name="Noise cell"/>
              <p:cNvSpPr/>
              <p:nvPr/>
            </p:nvSpPr>
            <p:spPr>
              <a:xfrm>
                <a:off x="10873162" y="7607808"/>
                <a:ext cx="18770" cy="18928"/>
              </a:xfrm>
              <a:prstGeom prst="rect">
                <a:avLst/>
              </a:prstGeom>
              <a:solidFill>
                <a:srgbClr val="818181"/>
              </a:solidFill>
              <a:ln>
                <a:noFill/>
              </a:ln>
              <a:effectLst/>
            </p:spPr>
            <p:txBody>
              <a:bodyPr rtlCol="0" anchor="ctr"/>
              <a:lstStyle/>
              <a:p>
                <a:pPr algn="ctr"/>
              </a:p>
            </p:txBody>
          </p:sp>
          <p:sp>
            <p:nvSpPr>
              <p:cNvPr id="1493" name="Noise cell"/>
              <p:cNvSpPr/>
              <p:nvPr/>
            </p:nvSpPr>
            <p:spPr>
              <a:xfrm>
                <a:off x="10891292" y="7607808"/>
                <a:ext cx="18770" cy="18928"/>
              </a:xfrm>
              <a:prstGeom prst="rect">
                <a:avLst/>
              </a:prstGeom>
              <a:solidFill>
                <a:srgbClr val="878787"/>
              </a:solidFill>
              <a:ln>
                <a:noFill/>
              </a:ln>
              <a:effectLst/>
            </p:spPr>
            <p:txBody>
              <a:bodyPr rtlCol="0" anchor="ctr"/>
              <a:lstStyle/>
              <a:p>
                <a:pPr algn="ctr"/>
              </a:p>
            </p:txBody>
          </p:sp>
          <p:sp>
            <p:nvSpPr>
              <p:cNvPr id="1494" name="Noise cell"/>
              <p:cNvSpPr/>
              <p:nvPr/>
            </p:nvSpPr>
            <p:spPr>
              <a:xfrm>
                <a:off x="10909423" y="7607808"/>
                <a:ext cx="18770" cy="18928"/>
              </a:xfrm>
              <a:prstGeom prst="rect">
                <a:avLst/>
              </a:prstGeom>
              <a:solidFill>
                <a:srgbClr val="A7A7A7"/>
              </a:solidFill>
              <a:ln>
                <a:noFill/>
              </a:ln>
              <a:effectLst/>
            </p:spPr>
            <p:txBody>
              <a:bodyPr rtlCol="0" anchor="ctr"/>
              <a:lstStyle/>
              <a:p>
                <a:pPr algn="ctr"/>
              </a:p>
            </p:txBody>
          </p:sp>
          <p:sp>
            <p:nvSpPr>
              <p:cNvPr id="1495" name="Noise cell"/>
              <p:cNvSpPr/>
              <p:nvPr/>
            </p:nvSpPr>
            <p:spPr>
              <a:xfrm>
                <a:off x="10927553" y="7607808"/>
                <a:ext cx="18770" cy="18928"/>
              </a:xfrm>
              <a:prstGeom prst="rect">
                <a:avLst/>
              </a:prstGeom>
              <a:solidFill>
                <a:srgbClr val="848484"/>
              </a:solidFill>
              <a:ln>
                <a:noFill/>
              </a:ln>
              <a:effectLst/>
            </p:spPr>
            <p:txBody>
              <a:bodyPr rtlCol="0" anchor="ctr"/>
              <a:lstStyle/>
              <a:p>
                <a:pPr algn="ctr"/>
              </a:p>
            </p:txBody>
          </p:sp>
          <p:sp>
            <p:nvSpPr>
              <p:cNvPr id="1496" name="Noise cell"/>
              <p:cNvSpPr/>
              <p:nvPr/>
            </p:nvSpPr>
            <p:spPr>
              <a:xfrm>
                <a:off x="10945683" y="7607808"/>
                <a:ext cx="18770" cy="18928"/>
              </a:xfrm>
              <a:prstGeom prst="rect">
                <a:avLst/>
              </a:prstGeom>
              <a:solidFill>
                <a:srgbClr val="7B7B7B"/>
              </a:solidFill>
              <a:ln>
                <a:noFill/>
              </a:ln>
              <a:effectLst/>
            </p:spPr>
            <p:txBody>
              <a:bodyPr rtlCol="0" anchor="ctr"/>
              <a:lstStyle/>
              <a:p>
                <a:pPr algn="ctr"/>
              </a:p>
            </p:txBody>
          </p:sp>
          <p:sp>
            <p:nvSpPr>
              <p:cNvPr id="1497" name="Noise cell"/>
              <p:cNvSpPr/>
              <p:nvPr/>
            </p:nvSpPr>
            <p:spPr>
              <a:xfrm>
                <a:off x="10963814" y="7607808"/>
                <a:ext cx="18770" cy="18928"/>
              </a:xfrm>
              <a:prstGeom prst="rect">
                <a:avLst/>
              </a:prstGeom>
              <a:solidFill>
                <a:srgbClr val="8D8D8D"/>
              </a:solidFill>
              <a:ln>
                <a:noFill/>
              </a:ln>
              <a:effectLst/>
            </p:spPr>
            <p:txBody>
              <a:bodyPr rtlCol="0" anchor="ctr"/>
              <a:lstStyle/>
              <a:p>
                <a:pPr algn="ctr"/>
              </a:p>
            </p:txBody>
          </p:sp>
          <p:sp>
            <p:nvSpPr>
              <p:cNvPr id="1498" name="Noise cell"/>
              <p:cNvSpPr/>
              <p:nvPr/>
            </p:nvSpPr>
            <p:spPr>
              <a:xfrm>
                <a:off x="9930384" y="7626096"/>
                <a:ext cx="18770" cy="18928"/>
              </a:xfrm>
              <a:prstGeom prst="rect">
                <a:avLst/>
              </a:prstGeom>
              <a:solidFill>
                <a:srgbClr val="898989"/>
              </a:solidFill>
              <a:ln>
                <a:noFill/>
              </a:ln>
              <a:effectLst/>
            </p:spPr>
            <p:txBody>
              <a:bodyPr rtlCol="0" anchor="ctr"/>
              <a:lstStyle/>
              <a:p>
                <a:pPr algn="ctr"/>
              </a:p>
            </p:txBody>
          </p:sp>
          <p:sp>
            <p:nvSpPr>
              <p:cNvPr id="1499" name="Noise cell"/>
              <p:cNvSpPr/>
              <p:nvPr/>
            </p:nvSpPr>
            <p:spPr>
              <a:xfrm>
                <a:off x="9948514" y="7626096"/>
                <a:ext cx="18770" cy="18928"/>
              </a:xfrm>
              <a:prstGeom prst="rect">
                <a:avLst/>
              </a:prstGeom>
              <a:solidFill>
                <a:srgbClr val="838383"/>
              </a:solidFill>
              <a:ln>
                <a:noFill/>
              </a:ln>
              <a:effectLst/>
            </p:spPr>
            <p:txBody>
              <a:bodyPr rtlCol="0" anchor="ctr"/>
              <a:lstStyle/>
              <a:p>
                <a:pPr algn="ctr"/>
              </a:p>
            </p:txBody>
          </p:sp>
          <p:sp>
            <p:nvSpPr>
              <p:cNvPr id="1500" name="Noise cell"/>
              <p:cNvSpPr/>
              <p:nvPr/>
            </p:nvSpPr>
            <p:spPr>
              <a:xfrm>
                <a:off x="9966645" y="7626096"/>
                <a:ext cx="18770" cy="18928"/>
              </a:xfrm>
              <a:prstGeom prst="rect">
                <a:avLst/>
              </a:prstGeom>
              <a:solidFill>
                <a:srgbClr val="828282"/>
              </a:solidFill>
              <a:ln>
                <a:noFill/>
              </a:ln>
              <a:effectLst/>
            </p:spPr>
            <p:txBody>
              <a:bodyPr rtlCol="0" anchor="ctr"/>
              <a:lstStyle/>
              <a:p>
                <a:pPr algn="ctr"/>
              </a:p>
            </p:txBody>
          </p:sp>
          <p:sp>
            <p:nvSpPr>
              <p:cNvPr id="1501" name="Noise cell"/>
              <p:cNvSpPr/>
              <p:nvPr/>
            </p:nvSpPr>
            <p:spPr>
              <a:xfrm>
                <a:off x="9984775" y="7626096"/>
                <a:ext cx="18770" cy="18928"/>
              </a:xfrm>
              <a:prstGeom prst="rect">
                <a:avLst/>
              </a:prstGeom>
              <a:solidFill>
                <a:srgbClr val="9B9B9B"/>
              </a:solidFill>
              <a:ln>
                <a:noFill/>
              </a:ln>
              <a:effectLst/>
            </p:spPr>
            <p:txBody>
              <a:bodyPr rtlCol="0" anchor="ctr"/>
              <a:lstStyle/>
              <a:p>
                <a:pPr algn="ctr"/>
              </a:p>
            </p:txBody>
          </p:sp>
          <p:sp>
            <p:nvSpPr>
              <p:cNvPr id="1502" name="Noise cell"/>
              <p:cNvSpPr/>
              <p:nvPr/>
            </p:nvSpPr>
            <p:spPr>
              <a:xfrm>
                <a:off x="10002905" y="7626096"/>
                <a:ext cx="18770" cy="18928"/>
              </a:xfrm>
              <a:prstGeom prst="rect">
                <a:avLst/>
              </a:prstGeom>
              <a:solidFill>
                <a:srgbClr val="717171"/>
              </a:solidFill>
              <a:ln>
                <a:noFill/>
              </a:ln>
              <a:effectLst/>
            </p:spPr>
            <p:txBody>
              <a:bodyPr rtlCol="0" anchor="ctr"/>
              <a:lstStyle/>
              <a:p>
                <a:pPr algn="ctr"/>
              </a:p>
            </p:txBody>
          </p:sp>
          <p:sp>
            <p:nvSpPr>
              <p:cNvPr id="1503" name="Noise cell"/>
              <p:cNvSpPr/>
              <p:nvPr/>
            </p:nvSpPr>
            <p:spPr>
              <a:xfrm>
                <a:off x="10021036" y="7626096"/>
                <a:ext cx="18770" cy="18928"/>
              </a:xfrm>
              <a:prstGeom prst="rect">
                <a:avLst/>
              </a:prstGeom>
              <a:solidFill>
                <a:srgbClr val="868686"/>
              </a:solidFill>
              <a:ln>
                <a:noFill/>
              </a:ln>
              <a:effectLst/>
            </p:spPr>
            <p:txBody>
              <a:bodyPr rtlCol="0" anchor="ctr"/>
              <a:lstStyle/>
              <a:p>
                <a:pPr algn="ctr"/>
              </a:p>
            </p:txBody>
          </p:sp>
          <p:sp>
            <p:nvSpPr>
              <p:cNvPr id="1504" name="Noise cell"/>
              <p:cNvSpPr/>
              <p:nvPr/>
            </p:nvSpPr>
            <p:spPr>
              <a:xfrm>
                <a:off x="10039166" y="7626096"/>
                <a:ext cx="18770" cy="18928"/>
              </a:xfrm>
              <a:prstGeom prst="rect">
                <a:avLst/>
              </a:prstGeom>
              <a:solidFill>
                <a:srgbClr val="9A9A9A"/>
              </a:solidFill>
              <a:ln>
                <a:noFill/>
              </a:ln>
              <a:effectLst/>
            </p:spPr>
            <p:txBody>
              <a:bodyPr rtlCol="0" anchor="ctr"/>
              <a:lstStyle/>
              <a:p>
                <a:pPr algn="ctr"/>
              </a:p>
            </p:txBody>
          </p:sp>
          <p:sp>
            <p:nvSpPr>
              <p:cNvPr id="1505" name="Noise cell"/>
              <p:cNvSpPr/>
              <p:nvPr/>
            </p:nvSpPr>
            <p:spPr>
              <a:xfrm>
                <a:off x="10057296" y="7626096"/>
                <a:ext cx="18770" cy="18928"/>
              </a:xfrm>
              <a:prstGeom prst="rect">
                <a:avLst/>
              </a:prstGeom>
              <a:solidFill>
                <a:srgbClr val="8C8C8C"/>
              </a:solidFill>
              <a:ln>
                <a:noFill/>
              </a:ln>
              <a:effectLst/>
            </p:spPr>
            <p:txBody>
              <a:bodyPr rtlCol="0" anchor="ctr"/>
              <a:lstStyle/>
              <a:p>
                <a:pPr algn="ctr"/>
              </a:p>
            </p:txBody>
          </p:sp>
          <p:sp>
            <p:nvSpPr>
              <p:cNvPr id="1506" name="Noise cell"/>
              <p:cNvSpPr/>
              <p:nvPr/>
            </p:nvSpPr>
            <p:spPr>
              <a:xfrm>
                <a:off x="10075427" y="7626096"/>
                <a:ext cx="18770" cy="18928"/>
              </a:xfrm>
              <a:prstGeom prst="rect">
                <a:avLst/>
              </a:prstGeom>
              <a:solidFill>
                <a:srgbClr val="8D8D8D"/>
              </a:solidFill>
              <a:ln>
                <a:noFill/>
              </a:ln>
              <a:effectLst/>
            </p:spPr>
            <p:txBody>
              <a:bodyPr rtlCol="0" anchor="ctr"/>
              <a:lstStyle/>
              <a:p>
                <a:pPr algn="ctr"/>
              </a:p>
            </p:txBody>
          </p:sp>
          <p:sp>
            <p:nvSpPr>
              <p:cNvPr id="1507" name="Noise cell"/>
              <p:cNvSpPr/>
              <p:nvPr/>
            </p:nvSpPr>
            <p:spPr>
              <a:xfrm>
                <a:off x="10093557" y="7626096"/>
                <a:ext cx="18770" cy="18928"/>
              </a:xfrm>
              <a:prstGeom prst="rect">
                <a:avLst/>
              </a:prstGeom>
              <a:solidFill>
                <a:srgbClr val="919191"/>
              </a:solidFill>
              <a:ln>
                <a:noFill/>
              </a:ln>
              <a:effectLst/>
            </p:spPr>
            <p:txBody>
              <a:bodyPr rtlCol="0" anchor="ctr"/>
              <a:lstStyle/>
              <a:p>
                <a:pPr algn="ctr"/>
              </a:p>
            </p:txBody>
          </p:sp>
          <p:sp>
            <p:nvSpPr>
              <p:cNvPr id="1508" name="Noise cell"/>
              <p:cNvSpPr/>
              <p:nvPr/>
            </p:nvSpPr>
            <p:spPr>
              <a:xfrm>
                <a:off x="10111687" y="7626096"/>
                <a:ext cx="18770" cy="18928"/>
              </a:xfrm>
              <a:prstGeom prst="rect">
                <a:avLst/>
              </a:prstGeom>
              <a:solidFill>
                <a:srgbClr val="5C5C5C"/>
              </a:solidFill>
              <a:ln>
                <a:noFill/>
              </a:ln>
              <a:effectLst/>
            </p:spPr>
            <p:txBody>
              <a:bodyPr rtlCol="0" anchor="ctr"/>
              <a:lstStyle/>
              <a:p>
                <a:pPr algn="ctr"/>
              </a:p>
            </p:txBody>
          </p:sp>
          <p:sp>
            <p:nvSpPr>
              <p:cNvPr id="1509" name="Noise cell"/>
              <p:cNvSpPr/>
              <p:nvPr/>
            </p:nvSpPr>
            <p:spPr>
              <a:xfrm>
                <a:off x="10129818" y="7626096"/>
                <a:ext cx="18770" cy="18928"/>
              </a:xfrm>
              <a:prstGeom prst="rect">
                <a:avLst/>
              </a:prstGeom>
              <a:solidFill>
                <a:srgbClr val="848484"/>
              </a:solidFill>
              <a:ln>
                <a:noFill/>
              </a:ln>
              <a:effectLst/>
            </p:spPr>
            <p:txBody>
              <a:bodyPr rtlCol="0" anchor="ctr"/>
              <a:lstStyle/>
              <a:p>
                <a:pPr algn="ctr"/>
              </a:p>
            </p:txBody>
          </p:sp>
          <p:sp>
            <p:nvSpPr>
              <p:cNvPr id="1510" name="Noise cell"/>
              <p:cNvSpPr/>
              <p:nvPr/>
            </p:nvSpPr>
            <p:spPr>
              <a:xfrm>
                <a:off x="10147948" y="7626096"/>
                <a:ext cx="18770" cy="18928"/>
              </a:xfrm>
              <a:prstGeom prst="rect">
                <a:avLst/>
              </a:prstGeom>
              <a:solidFill>
                <a:srgbClr val="7E7E7E"/>
              </a:solidFill>
              <a:ln>
                <a:noFill/>
              </a:ln>
              <a:effectLst/>
            </p:spPr>
            <p:txBody>
              <a:bodyPr rtlCol="0" anchor="ctr"/>
              <a:lstStyle/>
              <a:p>
                <a:pPr algn="ctr"/>
              </a:p>
            </p:txBody>
          </p:sp>
          <p:sp>
            <p:nvSpPr>
              <p:cNvPr id="1511" name="Noise cell"/>
              <p:cNvSpPr/>
              <p:nvPr/>
            </p:nvSpPr>
            <p:spPr>
              <a:xfrm>
                <a:off x="10166078" y="7626096"/>
                <a:ext cx="18770" cy="18928"/>
              </a:xfrm>
              <a:prstGeom prst="rect">
                <a:avLst/>
              </a:prstGeom>
              <a:solidFill>
                <a:srgbClr val="8D8D8D"/>
              </a:solidFill>
              <a:ln>
                <a:noFill/>
              </a:ln>
              <a:effectLst/>
            </p:spPr>
            <p:txBody>
              <a:bodyPr rtlCol="0" anchor="ctr"/>
              <a:lstStyle/>
              <a:p>
                <a:pPr algn="ctr"/>
              </a:p>
            </p:txBody>
          </p:sp>
          <p:sp>
            <p:nvSpPr>
              <p:cNvPr id="1512" name="Noise cell"/>
              <p:cNvSpPr/>
              <p:nvPr/>
            </p:nvSpPr>
            <p:spPr>
              <a:xfrm>
                <a:off x="10184209" y="7626096"/>
                <a:ext cx="18770" cy="18928"/>
              </a:xfrm>
              <a:prstGeom prst="rect">
                <a:avLst/>
              </a:prstGeom>
              <a:solidFill>
                <a:srgbClr val="777777"/>
              </a:solidFill>
              <a:ln>
                <a:noFill/>
              </a:ln>
              <a:effectLst/>
            </p:spPr>
            <p:txBody>
              <a:bodyPr rtlCol="0" anchor="ctr"/>
              <a:lstStyle/>
              <a:p>
                <a:pPr algn="ctr"/>
              </a:p>
            </p:txBody>
          </p:sp>
          <p:sp>
            <p:nvSpPr>
              <p:cNvPr id="1513" name="Noise cell"/>
              <p:cNvSpPr/>
              <p:nvPr/>
            </p:nvSpPr>
            <p:spPr>
              <a:xfrm>
                <a:off x="10202339" y="7626096"/>
                <a:ext cx="18770" cy="18928"/>
              </a:xfrm>
              <a:prstGeom prst="rect">
                <a:avLst/>
              </a:prstGeom>
              <a:solidFill>
                <a:srgbClr val="8C8C8C"/>
              </a:solidFill>
              <a:ln>
                <a:noFill/>
              </a:ln>
              <a:effectLst/>
            </p:spPr>
            <p:txBody>
              <a:bodyPr rtlCol="0" anchor="ctr"/>
              <a:lstStyle/>
              <a:p>
                <a:pPr algn="ctr"/>
              </a:p>
            </p:txBody>
          </p:sp>
          <p:sp>
            <p:nvSpPr>
              <p:cNvPr id="1514" name="Noise cell"/>
              <p:cNvSpPr/>
              <p:nvPr/>
            </p:nvSpPr>
            <p:spPr>
              <a:xfrm>
                <a:off x="10220470" y="7626096"/>
                <a:ext cx="18770" cy="18928"/>
              </a:xfrm>
              <a:prstGeom prst="rect">
                <a:avLst/>
              </a:prstGeom>
              <a:solidFill>
                <a:srgbClr val="7C7C7C"/>
              </a:solidFill>
              <a:ln>
                <a:noFill/>
              </a:ln>
              <a:effectLst/>
            </p:spPr>
            <p:txBody>
              <a:bodyPr rtlCol="0" anchor="ctr"/>
              <a:lstStyle/>
              <a:p>
                <a:pPr algn="ctr"/>
              </a:p>
            </p:txBody>
          </p:sp>
          <p:sp>
            <p:nvSpPr>
              <p:cNvPr id="1515" name="Noise cell"/>
              <p:cNvSpPr/>
              <p:nvPr/>
            </p:nvSpPr>
            <p:spPr>
              <a:xfrm>
                <a:off x="10238600" y="7626096"/>
                <a:ext cx="18770" cy="18928"/>
              </a:xfrm>
              <a:prstGeom prst="rect">
                <a:avLst/>
              </a:prstGeom>
              <a:solidFill>
                <a:srgbClr val="717171"/>
              </a:solidFill>
              <a:ln>
                <a:noFill/>
              </a:ln>
              <a:effectLst/>
            </p:spPr>
            <p:txBody>
              <a:bodyPr rtlCol="0" anchor="ctr"/>
              <a:lstStyle/>
              <a:p>
                <a:pPr algn="ctr"/>
              </a:p>
            </p:txBody>
          </p:sp>
          <p:sp>
            <p:nvSpPr>
              <p:cNvPr id="1516" name="Noise cell"/>
              <p:cNvSpPr/>
              <p:nvPr/>
            </p:nvSpPr>
            <p:spPr>
              <a:xfrm>
                <a:off x="10256730" y="7626096"/>
                <a:ext cx="18770" cy="18928"/>
              </a:xfrm>
              <a:prstGeom prst="rect">
                <a:avLst/>
              </a:prstGeom>
              <a:solidFill>
                <a:srgbClr val="929292"/>
              </a:solidFill>
              <a:ln>
                <a:noFill/>
              </a:ln>
              <a:effectLst/>
            </p:spPr>
            <p:txBody>
              <a:bodyPr rtlCol="0" anchor="ctr"/>
              <a:lstStyle/>
              <a:p>
                <a:pPr algn="ctr"/>
              </a:p>
            </p:txBody>
          </p:sp>
          <p:sp>
            <p:nvSpPr>
              <p:cNvPr id="1517" name="Noise cell"/>
              <p:cNvSpPr/>
              <p:nvPr/>
            </p:nvSpPr>
            <p:spPr>
              <a:xfrm>
                <a:off x="10274861" y="7626096"/>
                <a:ext cx="18770" cy="18928"/>
              </a:xfrm>
              <a:prstGeom prst="rect">
                <a:avLst/>
              </a:prstGeom>
              <a:solidFill>
                <a:srgbClr val="808080"/>
              </a:solidFill>
              <a:ln>
                <a:noFill/>
              </a:ln>
              <a:effectLst/>
            </p:spPr>
            <p:txBody>
              <a:bodyPr rtlCol="0" anchor="ctr"/>
              <a:lstStyle/>
              <a:p>
                <a:pPr algn="ctr"/>
              </a:p>
            </p:txBody>
          </p:sp>
          <p:sp>
            <p:nvSpPr>
              <p:cNvPr id="1518" name="Noise cell"/>
              <p:cNvSpPr/>
              <p:nvPr/>
            </p:nvSpPr>
            <p:spPr>
              <a:xfrm>
                <a:off x="10292991" y="7626096"/>
                <a:ext cx="18770" cy="18928"/>
              </a:xfrm>
              <a:prstGeom prst="rect">
                <a:avLst/>
              </a:prstGeom>
              <a:solidFill>
                <a:srgbClr val="909090"/>
              </a:solidFill>
              <a:ln>
                <a:noFill/>
              </a:ln>
              <a:effectLst/>
            </p:spPr>
            <p:txBody>
              <a:bodyPr rtlCol="0" anchor="ctr"/>
              <a:lstStyle/>
              <a:p>
                <a:pPr algn="ctr"/>
              </a:p>
            </p:txBody>
          </p:sp>
          <p:sp>
            <p:nvSpPr>
              <p:cNvPr id="1519" name="Noise cell"/>
              <p:cNvSpPr/>
              <p:nvPr/>
            </p:nvSpPr>
            <p:spPr>
              <a:xfrm>
                <a:off x="10311121" y="7626096"/>
                <a:ext cx="18770" cy="18928"/>
              </a:xfrm>
              <a:prstGeom prst="rect">
                <a:avLst/>
              </a:prstGeom>
              <a:solidFill>
                <a:srgbClr val="7D7D7D"/>
              </a:solidFill>
              <a:ln>
                <a:noFill/>
              </a:ln>
              <a:effectLst/>
            </p:spPr>
            <p:txBody>
              <a:bodyPr rtlCol="0" anchor="ctr"/>
              <a:lstStyle/>
              <a:p>
                <a:pPr algn="ctr"/>
              </a:p>
            </p:txBody>
          </p:sp>
          <p:sp>
            <p:nvSpPr>
              <p:cNvPr id="1520" name="Noise cell"/>
              <p:cNvSpPr/>
              <p:nvPr/>
            </p:nvSpPr>
            <p:spPr>
              <a:xfrm>
                <a:off x="10329252" y="7626096"/>
                <a:ext cx="18770" cy="18928"/>
              </a:xfrm>
              <a:prstGeom prst="rect">
                <a:avLst/>
              </a:prstGeom>
              <a:solidFill>
                <a:srgbClr val="8A8A8A"/>
              </a:solidFill>
              <a:ln>
                <a:noFill/>
              </a:ln>
              <a:effectLst/>
            </p:spPr>
            <p:txBody>
              <a:bodyPr rtlCol="0" anchor="ctr"/>
              <a:lstStyle/>
              <a:p>
                <a:pPr algn="ctr"/>
              </a:p>
            </p:txBody>
          </p:sp>
          <p:sp>
            <p:nvSpPr>
              <p:cNvPr id="1521" name="Noise cell"/>
              <p:cNvSpPr/>
              <p:nvPr/>
            </p:nvSpPr>
            <p:spPr>
              <a:xfrm>
                <a:off x="10347382" y="7626096"/>
                <a:ext cx="18770" cy="18928"/>
              </a:xfrm>
              <a:prstGeom prst="rect">
                <a:avLst/>
              </a:prstGeom>
              <a:solidFill>
                <a:srgbClr val="959595"/>
              </a:solidFill>
              <a:ln>
                <a:noFill/>
              </a:ln>
              <a:effectLst/>
            </p:spPr>
            <p:txBody>
              <a:bodyPr rtlCol="0" anchor="ctr"/>
              <a:lstStyle/>
              <a:p>
                <a:pPr algn="ctr"/>
              </a:p>
            </p:txBody>
          </p:sp>
          <p:sp>
            <p:nvSpPr>
              <p:cNvPr id="1522" name="Noise cell"/>
              <p:cNvSpPr/>
              <p:nvPr/>
            </p:nvSpPr>
            <p:spPr>
              <a:xfrm>
                <a:off x="10365512" y="7626096"/>
                <a:ext cx="18770" cy="18928"/>
              </a:xfrm>
              <a:prstGeom prst="rect">
                <a:avLst/>
              </a:prstGeom>
              <a:solidFill>
                <a:srgbClr val="7C7C7C"/>
              </a:solidFill>
              <a:ln>
                <a:noFill/>
              </a:ln>
              <a:effectLst/>
            </p:spPr>
            <p:txBody>
              <a:bodyPr rtlCol="0" anchor="ctr"/>
              <a:lstStyle/>
              <a:p>
                <a:pPr algn="ctr"/>
              </a:p>
            </p:txBody>
          </p:sp>
          <p:sp>
            <p:nvSpPr>
              <p:cNvPr id="1523" name="Noise cell"/>
              <p:cNvSpPr/>
              <p:nvPr/>
            </p:nvSpPr>
            <p:spPr>
              <a:xfrm>
                <a:off x="10383643" y="7626096"/>
                <a:ext cx="18770" cy="18928"/>
              </a:xfrm>
              <a:prstGeom prst="rect">
                <a:avLst/>
              </a:prstGeom>
              <a:solidFill>
                <a:srgbClr val="8A8A8A"/>
              </a:solidFill>
              <a:ln>
                <a:noFill/>
              </a:ln>
              <a:effectLst/>
            </p:spPr>
            <p:txBody>
              <a:bodyPr rtlCol="0" anchor="ctr"/>
              <a:lstStyle/>
              <a:p>
                <a:pPr algn="ctr"/>
              </a:p>
            </p:txBody>
          </p:sp>
          <p:sp>
            <p:nvSpPr>
              <p:cNvPr id="1524" name="Noise cell"/>
              <p:cNvSpPr/>
              <p:nvPr/>
            </p:nvSpPr>
            <p:spPr>
              <a:xfrm>
                <a:off x="10401773" y="7626096"/>
                <a:ext cx="18770" cy="18928"/>
              </a:xfrm>
              <a:prstGeom prst="rect">
                <a:avLst/>
              </a:prstGeom>
              <a:solidFill>
                <a:srgbClr val="777777"/>
              </a:solidFill>
              <a:ln>
                <a:noFill/>
              </a:ln>
              <a:effectLst/>
            </p:spPr>
            <p:txBody>
              <a:bodyPr rtlCol="0" anchor="ctr"/>
              <a:lstStyle/>
              <a:p>
                <a:pPr algn="ctr"/>
              </a:p>
            </p:txBody>
          </p:sp>
          <p:sp>
            <p:nvSpPr>
              <p:cNvPr id="1525" name="Noise cell"/>
              <p:cNvSpPr/>
              <p:nvPr/>
            </p:nvSpPr>
            <p:spPr>
              <a:xfrm>
                <a:off x="10419903" y="7626096"/>
                <a:ext cx="18770" cy="18928"/>
              </a:xfrm>
              <a:prstGeom prst="rect">
                <a:avLst/>
              </a:prstGeom>
              <a:solidFill>
                <a:srgbClr val="636363"/>
              </a:solidFill>
              <a:ln>
                <a:noFill/>
              </a:ln>
              <a:effectLst/>
            </p:spPr>
            <p:txBody>
              <a:bodyPr rtlCol="0" anchor="ctr"/>
              <a:lstStyle/>
              <a:p>
                <a:pPr algn="ctr"/>
              </a:p>
            </p:txBody>
          </p:sp>
          <p:sp>
            <p:nvSpPr>
              <p:cNvPr id="1526" name="Noise cell"/>
              <p:cNvSpPr/>
              <p:nvPr/>
            </p:nvSpPr>
            <p:spPr>
              <a:xfrm>
                <a:off x="10438034" y="7626096"/>
                <a:ext cx="18770" cy="18928"/>
              </a:xfrm>
              <a:prstGeom prst="rect">
                <a:avLst/>
              </a:prstGeom>
              <a:solidFill>
                <a:srgbClr val="737373"/>
              </a:solidFill>
              <a:ln>
                <a:noFill/>
              </a:ln>
              <a:effectLst/>
            </p:spPr>
            <p:txBody>
              <a:bodyPr rtlCol="0" anchor="ctr"/>
              <a:lstStyle/>
              <a:p>
                <a:pPr algn="ctr"/>
              </a:p>
            </p:txBody>
          </p:sp>
          <p:sp>
            <p:nvSpPr>
              <p:cNvPr id="1527" name="Noise cell"/>
              <p:cNvSpPr/>
              <p:nvPr/>
            </p:nvSpPr>
            <p:spPr>
              <a:xfrm>
                <a:off x="10456164" y="7626096"/>
                <a:ext cx="18770" cy="18928"/>
              </a:xfrm>
              <a:prstGeom prst="rect">
                <a:avLst/>
              </a:prstGeom>
              <a:solidFill>
                <a:srgbClr val="9F9F9F"/>
              </a:solidFill>
              <a:ln>
                <a:noFill/>
              </a:ln>
              <a:effectLst/>
            </p:spPr>
            <p:txBody>
              <a:bodyPr rtlCol="0" anchor="ctr"/>
              <a:lstStyle/>
              <a:p>
                <a:pPr algn="ctr"/>
              </a:p>
            </p:txBody>
          </p:sp>
          <p:sp>
            <p:nvSpPr>
              <p:cNvPr id="1528" name="Noise cell"/>
              <p:cNvSpPr/>
              <p:nvPr/>
            </p:nvSpPr>
            <p:spPr>
              <a:xfrm>
                <a:off x="10474294" y="7626096"/>
                <a:ext cx="18770" cy="18928"/>
              </a:xfrm>
              <a:prstGeom prst="rect">
                <a:avLst/>
              </a:prstGeom>
              <a:solidFill>
                <a:srgbClr val="818181"/>
              </a:solidFill>
              <a:ln>
                <a:noFill/>
              </a:ln>
              <a:effectLst/>
            </p:spPr>
            <p:txBody>
              <a:bodyPr rtlCol="0" anchor="ctr"/>
              <a:lstStyle/>
              <a:p>
                <a:pPr algn="ctr"/>
              </a:p>
            </p:txBody>
          </p:sp>
          <p:sp>
            <p:nvSpPr>
              <p:cNvPr id="1529" name="Noise cell"/>
              <p:cNvSpPr/>
              <p:nvPr/>
            </p:nvSpPr>
            <p:spPr>
              <a:xfrm>
                <a:off x="10492425" y="7626096"/>
                <a:ext cx="18770" cy="18928"/>
              </a:xfrm>
              <a:prstGeom prst="rect">
                <a:avLst/>
              </a:prstGeom>
              <a:solidFill>
                <a:srgbClr val="797979"/>
              </a:solidFill>
              <a:ln>
                <a:noFill/>
              </a:ln>
              <a:effectLst/>
            </p:spPr>
            <p:txBody>
              <a:bodyPr rtlCol="0" anchor="ctr"/>
              <a:lstStyle/>
              <a:p>
                <a:pPr algn="ctr"/>
              </a:p>
            </p:txBody>
          </p:sp>
          <p:sp>
            <p:nvSpPr>
              <p:cNvPr id="1530" name="Noise cell"/>
              <p:cNvSpPr/>
              <p:nvPr/>
            </p:nvSpPr>
            <p:spPr>
              <a:xfrm>
                <a:off x="10510555" y="7626096"/>
                <a:ext cx="18770" cy="18928"/>
              </a:xfrm>
              <a:prstGeom prst="rect">
                <a:avLst/>
              </a:prstGeom>
              <a:solidFill>
                <a:srgbClr val="939393"/>
              </a:solidFill>
              <a:ln>
                <a:noFill/>
              </a:ln>
              <a:effectLst/>
            </p:spPr>
            <p:txBody>
              <a:bodyPr rtlCol="0" anchor="ctr"/>
              <a:lstStyle/>
              <a:p>
                <a:pPr algn="ctr"/>
              </a:p>
            </p:txBody>
          </p:sp>
          <p:sp>
            <p:nvSpPr>
              <p:cNvPr id="1531" name="Noise cell"/>
              <p:cNvSpPr/>
              <p:nvPr/>
            </p:nvSpPr>
            <p:spPr>
              <a:xfrm>
                <a:off x="10528685" y="7626096"/>
                <a:ext cx="18770" cy="18928"/>
              </a:xfrm>
              <a:prstGeom prst="rect">
                <a:avLst/>
              </a:prstGeom>
              <a:solidFill>
                <a:srgbClr val="858585"/>
              </a:solidFill>
              <a:ln>
                <a:noFill/>
              </a:ln>
              <a:effectLst/>
            </p:spPr>
            <p:txBody>
              <a:bodyPr rtlCol="0" anchor="ctr"/>
              <a:lstStyle/>
              <a:p>
                <a:pPr algn="ctr"/>
              </a:p>
            </p:txBody>
          </p:sp>
          <p:sp>
            <p:nvSpPr>
              <p:cNvPr id="1532" name="Noise cell"/>
              <p:cNvSpPr/>
              <p:nvPr/>
            </p:nvSpPr>
            <p:spPr>
              <a:xfrm>
                <a:off x="10546816" y="7626096"/>
                <a:ext cx="18770" cy="18928"/>
              </a:xfrm>
              <a:prstGeom prst="rect">
                <a:avLst/>
              </a:prstGeom>
              <a:solidFill>
                <a:srgbClr val="929292"/>
              </a:solidFill>
              <a:ln>
                <a:noFill/>
              </a:ln>
              <a:effectLst/>
            </p:spPr>
            <p:txBody>
              <a:bodyPr rtlCol="0" anchor="ctr"/>
              <a:lstStyle/>
              <a:p>
                <a:pPr algn="ctr"/>
              </a:p>
            </p:txBody>
          </p:sp>
          <p:sp>
            <p:nvSpPr>
              <p:cNvPr id="1533" name="Noise cell"/>
              <p:cNvSpPr/>
              <p:nvPr/>
            </p:nvSpPr>
            <p:spPr>
              <a:xfrm>
                <a:off x="10564946" y="7626096"/>
                <a:ext cx="18770" cy="18928"/>
              </a:xfrm>
              <a:prstGeom prst="rect">
                <a:avLst/>
              </a:prstGeom>
              <a:solidFill>
                <a:srgbClr val="797979"/>
              </a:solidFill>
              <a:ln>
                <a:noFill/>
              </a:ln>
              <a:effectLst/>
            </p:spPr>
            <p:txBody>
              <a:bodyPr rtlCol="0" anchor="ctr"/>
              <a:lstStyle/>
              <a:p>
                <a:pPr algn="ctr"/>
              </a:p>
            </p:txBody>
          </p:sp>
          <p:sp>
            <p:nvSpPr>
              <p:cNvPr id="1534" name="Noise cell"/>
              <p:cNvSpPr/>
              <p:nvPr/>
            </p:nvSpPr>
            <p:spPr>
              <a:xfrm>
                <a:off x="10583076" y="7626096"/>
                <a:ext cx="18770" cy="18928"/>
              </a:xfrm>
              <a:prstGeom prst="rect">
                <a:avLst/>
              </a:prstGeom>
              <a:solidFill>
                <a:srgbClr val="6C6C6C"/>
              </a:solidFill>
              <a:ln>
                <a:noFill/>
              </a:ln>
              <a:effectLst/>
            </p:spPr>
            <p:txBody>
              <a:bodyPr rtlCol="0" anchor="ctr"/>
              <a:lstStyle/>
              <a:p>
                <a:pPr algn="ctr"/>
              </a:p>
            </p:txBody>
          </p:sp>
          <p:sp>
            <p:nvSpPr>
              <p:cNvPr id="1535" name="Noise cell"/>
              <p:cNvSpPr/>
              <p:nvPr/>
            </p:nvSpPr>
            <p:spPr>
              <a:xfrm>
                <a:off x="10601207" y="7626096"/>
                <a:ext cx="18770" cy="18928"/>
              </a:xfrm>
              <a:prstGeom prst="rect">
                <a:avLst/>
              </a:prstGeom>
              <a:solidFill>
                <a:srgbClr val="8C8C8C"/>
              </a:solidFill>
              <a:ln>
                <a:noFill/>
              </a:ln>
              <a:effectLst/>
            </p:spPr>
            <p:txBody>
              <a:bodyPr rtlCol="0" anchor="ctr"/>
              <a:lstStyle/>
              <a:p>
                <a:pPr algn="ctr"/>
              </a:p>
            </p:txBody>
          </p:sp>
          <p:sp>
            <p:nvSpPr>
              <p:cNvPr id="1536" name="Noise cell"/>
              <p:cNvSpPr/>
              <p:nvPr/>
            </p:nvSpPr>
            <p:spPr>
              <a:xfrm>
                <a:off x="10619337" y="7626096"/>
                <a:ext cx="18770" cy="18928"/>
              </a:xfrm>
              <a:prstGeom prst="rect">
                <a:avLst/>
              </a:prstGeom>
              <a:solidFill>
                <a:srgbClr val="717171"/>
              </a:solidFill>
              <a:ln>
                <a:noFill/>
              </a:ln>
              <a:effectLst/>
            </p:spPr>
            <p:txBody>
              <a:bodyPr rtlCol="0" anchor="ctr"/>
              <a:lstStyle/>
              <a:p>
                <a:pPr algn="ctr"/>
              </a:p>
            </p:txBody>
          </p:sp>
          <p:sp>
            <p:nvSpPr>
              <p:cNvPr id="1537" name="Noise cell"/>
              <p:cNvSpPr/>
              <p:nvPr/>
            </p:nvSpPr>
            <p:spPr>
              <a:xfrm>
                <a:off x="10637467" y="7626096"/>
                <a:ext cx="18770" cy="18928"/>
              </a:xfrm>
              <a:prstGeom prst="rect">
                <a:avLst/>
              </a:prstGeom>
              <a:solidFill>
                <a:srgbClr val="717171"/>
              </a:solidFill>
              <a:ln>
                <a:noFill/>
              </a:ln>
              <a:effectLst/>
            </p:spPr>
            <p:txBody>
              <a:bodyPr rtlCol="0" anchor="ctr"/>
              <a:lstStyle/>
              <a:p>
                <a:pPr algn="ctr"/>
              </a:p>
            </p:txBody>
          </p:sp>
          <p:sp>
            <p:nvSpPr>
              <p:cNvPr id="1538" name="Noise cell"/>
              <p:cNvSpPr/>
              <p:nvPr/>
            </p:nvSpPr>
            <p:spPr>
              <a:xfrm>
                <a:off x="10655598" y="7626096"/>
                <a:ext cx="18770" cy="18928"/>
              </a:xfrm>
              <a:prstGeom prst="rect">
                <a:avLst/>
              </a:prstGeom>
              <a:solidFill>
                <a:srgbClr val="707070"/>
              </a:solidFill>
              <a:ln>
                <a:noFill/>
              </a:ln>
              <a:effectLst/>
            </p:spPr>
            <p:txBody>
              <a:bodyPr rtlCol="0" anchor="ctr"/>
              <a:lstStyle/>
              <a:p>
                <a:pPr algn="ctr"/>
              </a:p>
            </p:txBody>
          </p:sp>
          <p:sp>
            <p:nvSpPr>
              <p:cNvPr id="1539" name="Noise cell"/>
              <p:cNvSpPr/>
              <p:nvPr/>
            </p:nvSpPr>
            <p:spPr>
              <a:xfrm>
                <a:off x="10673728" y="7626096"/>
                <a:ext cx="18770" cy="18928"/>
              </a:xfrm>
              <a:prstGeom prst="rect">
                <a:avLst/>
              </a:prstGeom>
              <a:solidFill>
                <a:srgbClr val="818181"/>
              </a:solidFill>
              <a:ln>
                <a:noFill/>
              </a:ln>
              <a:effectLst/>
            </p:spPr>
            <p:txBody>
              <a:bodyPr rtlCol="0" anchor="ctr"/>
              <a:lstStyle/>
              <a:p>
                <a:pPr algn="ctr"/>
              </a:p>
            </p:txBody>
          </p:sp>
          <p:sp>
            <p:nvSpPr>
              <p:cNvPr id="1540" name="Noise cell"/>
              <p:cNvSpPr/>
              <p:nvPr/>
            </p:nvSpPr>
            <p:spPr>
              <a:xfrm>
                <a:off x="10691858" y="7626096"/>
                <a:ext cx="18770" cy="18928"/>
              </a:xfrm>
              <a:prstGeom prst="rect">
                <a:avLst/>
              </a:prstGeom>
              <a:solidFill>
                <a:srgbClr val="707070"/>
              </a:solidFill>
              <a:ln>
                <a:noFill/>
              </a:ln>
              <a:effectLst/>
            </p:spPr>
            <p:txBody>
              <a:bodyPr rtlCol="0" anchor="ctr"/>
              <a:lstStyle/>
              <a:p>
                <a:pPr algn="ctr"/>
              </a:p>
            </p:txBody>
          </p:sp>
          <p:sp>
            <p:nvSpPr>
              <p:cNvPr id="1541" name="Noise cell"/>
              <p:cNvSpPr/>
              <p:nvPr/>
            </p:nvSpPr>
            <p:spPr>
              <a:xfrm>
                <a:off x="10709989" y="7626096"/>
                <a:ext cx="18770" cy="18928"/>
              </a:xfrm>
              <a:prstGeom prst="rect">
                <a:avLst/>
              </a:prstGeom>
              <a:solidFill>
                <a:srgbClr val="9C9C9C"/>
              </a:solidFill>
              <a:ln>
                <a:noFill/>
              </a:ln>
              <a:effectLst/>
            </p:spPr>
            <p:txBody>
              <a:bodyPr rtlCol="0" anchor="ctr"/>
              <a:lstStyle/>
              <a:p>
                <a:pPr algn="ctr"/>
              </a:p>
            </p:txBody>
          </p:sp>
          <p:sp>
            <p:nvSpPr>
              <p:cNvPr id="1542" name="Noise cell"/>
              <p:cNvSpPr/>
              <p:nvPr/>
            </p:nvSpPr>
            <p:spPr>
              <a:xfrm>
                <a:off x="10728119" y="7626096"/>
                <a:ext cx="18770" cy="18928"/>
              </a:xfrm>
              <a:prstGeom prst="rect">
                <a:avLst/>
              </a:prstGeom>
              <a:solidFill>
                <a:srgbClr val="8A8A8A"/>
              </a:solidFill>
              <a:ln>
                <a:noFill/>
              </a:ln>
              <a:effectLst/>
            </p:spPr>
            <p:txBody>
              <a:bodyPr rtlCol="0" anchor="ctr"/>
              <a:lstStyle/>
              <a:p>
                <a:pPr algn="ctr"/>
              </a:p>
            </p:txBody>
          </p:sp>
          <p:sp>
            <p:nvSpPr>
              <p:cNvPr id="1543" name="Noise cell"/>
              <p:cNvSpPr/>
              <p:nvPr/>
            </p:nvSpPr>
            <p:spPr>
              <a:xfrm>
                <a:off x="10746250" y="7626096"/>
                <a:ext cx="18770" cy="18928"/>
              </a:xfrm>
              <a:prstGeom prst="rect">
                <a:avLst/>
              </a:prstGeom>
              <a:solidFill>
                <a:srgbClr val="7D7D7D"/>
              </a:solidFill>
              <a:ln>
                <a:noFill/>
              </a:ln>
              <a:effectLst/>
            </p:spPr>
            <p:txBody>
              <a:bodyPr rtlCol="0" anchor="ctr"/>
              <a:lstStyle/>
              <a:p>
                <a:pPr algn="ctr"/>
              </a:p>
            </p:txBody>
          </p:sp>
          <p:sp>
            <p:nvSpPr>
              <p:cNvPr id="1544" name="Noise cell"/>
              <p:cNvSpPr/>
              <p:nvPr/>
            </p:nvSpPr>
            <p:spPr>
              <a:xfrm>
                <a:off x="10764380" y="7626096"/>
                <a:ext cx="18770" cy="18928"/>
              </a:xfrm>
              <a:prstGeom prst="rect">
                <a:avLst/>
              </a:prstGeom>
              <a:solidFill>
                <a:srgbClr val="828282"/>
              </a:solidFill>
              <a:ln>
                <a:noFill/>
              </a:ln>
              <a:effectLst/>
            </p:spPr>
            <p:txBody>
              <a:bodyPr rtlCol="0" anchor="ctr"/>
              <a:lstStyle/>
              <a:p>
                <a:pPr algn="ctr"/>
              </a:p>
            </p:txBody>
          </p:sp>
          <p:sp>
            <p:nvSpPr>
              <p:cNvPr id="1545" name="Noise cell"/>
              <p:cNvSpPr/>
              <p:nvPr/>
            </p:nvSpPr>
            <p:spPr>
              <a:xfrm>
                <a:off x="10782510" y="7626096"/>
                <a:ext cx="18770" cy="18928"/>
              </a:xfrm>
              <a:prstGeom prst="rect">
                <a:avLst/>
              </a:prstGeom>
              <a:solidFill>
                <a:srgbClr val="858585"/>
              </a:solidFill>
              <a:ln>
                <a:noFill/>
              </a:ln>
              <a:effectLst/>
            </p:spPr>
            <p:txBody>
              <a:bodyPr rtlCol="0" anchor="ctr"/>
              <a:lstStyle/>
              <a:p>
                <a:pPr algn="ctr"/>
              </a:p>
            </p:txBody>
          </p:sp>
          <p:sp>
            <p:nvSpPr>
              <p:cNvPr id="1546" name="Noise cell"/>
              <p:cNvSpPr/>
              <p:nvPr/>
            </p:nvSpPr>
            <p:spPr>
              <a:xfrm>
                <a:off x="10800641" y="7626096"/>
                <a:ext cx="18770" cy="18928"/>
              </a:xfrm>
              <a:prstGeom prst="rect">
                <a:avLst/>
              </a:prstGeom>
              <a:solidFill>
                <a:srgbClr val="A1A1A1"/>
              </a:solidFill>
              <a:ln>
                <a:noFill/>
              </a:ln>
              <a:effectLst/>
            </p:spPr>
            <p:txBody>
              <a:bodyPr rtlCol="0" anchor="ctr"/>
              <a:lstStyle/>
              <a:p>
                <a:pPr algn="ctr"/>
              </a:p>
            </p:txBody>
          </p:sp>
          <p:sp>
            <p:nvSpPr>
              <p:cNvPr id="1547" name="Noise cell"/>
              <p:cNvSpPr/>
              <p:nvPr/>
            </p:nvSpPr>
            <p:spPr>
              <a:xfrm>
                <a:off x="10818771" y="7626096"/>
                <a:ext cx="18770" cy="18928"/>
              </a:xfrm>
              <a:prstGeom prst="rect">
                <a:avLst/>
              </a:prstGeom>
              <a:solidFill>
                <a:srgbClr val="878787"/>
              </a:solidFill>
              <a:ln>
                <a:noFill/>
              </a:ln>
              <a:effectLst/>
            </p:spPr>
            <p:txBody>
              <a:bodyPr rtlCol="0" anchor="ctr"/>
              <a:lstStyle/>
              <a:p>
                <a:pPr algn="ctr"/>
              </a:p>
            </p:txBody>
          </p:sp>
          <p:sp>
            <p:nvSpPr>
              <p:cNvPr id="1548" name="Noise cell"/>
              <p:cNvSpPr/>
              <p:nvPr/>
            </p:nvSpPr>
            <p:spPr>
              <a:xfrm>
                <a:off x="10836901" y="7626096"/>
                <a:ext cx="18770" cy="18928"/>
              </a:xfrm>
              <a:prstGeom prst="rect">
                <a:avLst/>
              </a:prstGeom>
              <a:solidFill>
                <a:srgbClr val="909090"/>
              </a:solidFill>
              <a:ln>
                <a:noFill/>
              </a:ln>
              <a:effectLst/>
            </p:spPr>
            <p:txBody>
              <a:bodyPr rtlCol="0" anchor="ctr"/>
              <a:lstStyle/>
              <a:p>
                <a:pPr algn="ctr"/>
              </a:p>
            </p:txBody>
          </p:sp>
          <p:sp>
            <p:nvSpPr>
              <p:cNvPr id="1549" name="Noise cell"/>
              <p:cNvSpPr/>
              <p:nvPr/>
            </p:nvSpPr>
            <p:spPr>
              <a:xfrm>
                <a:off x="10855032" y="7626096"/>
                <a:ext cx="18770" cy="18928"/>
              </a:xfrm>
              <a:prstGeom prst="rect">
                <a:avLst/>
              </a:prstGeom>
              <a:solidFill>
                <a:srgbClr val="6B6B6B"/>
              </a:solidFill>
              <a:ln>
                <a:noFill/>
              </a:ln>
              <a:effectLst/>
            </p:spPr>
            <p:txBody>
              <a:bodyPr rtlCol="0" anchor="ctr"/>
              <a:lstStyle/>
              <a:p>
                <a:pPr algn="ctr"/>
              </a:p>
            </p:txBody>
          </p:sp>
          <p:sp>
            <p:nvSpPr>
              <p:cNvPr id="1550" name="Noise cell"/>
              <p:cNvSpPr/>
              <p:nvPr/>
            </p:nvSpPr>
            <p:spPr>
              <a:xfrm>
                <a:off x="10873162" y="7626096"/>
                <a:ext cx="18770" cy="18928"/>
              </a:xfrm>
              <a:prstGeom prst="rect">
                <a:avLst/>
              </a:prstGeom>
              <a:solidFill>
                <a:srgbClr val="7E7E7E"/>
              </a:solidFill>
              <a:ln>
                <a:noFill/>
              </a:ln>
              <a:effectLst/>
            </p:spPr>
            <p:txBody>
              <a:bodyPr rtlCol="0" anchor="ctr"/>
              <a:lstStyle/>
              <a:p>
                <a:pPr algn="ctr"/>
              </a:p>
            </p:txBody>
          </p:sp>
          <p:sp>
            <p:nvSpPr>
              <p:cNvPr id="1551" name="Noise cell"/>
              <p:cNvSpPr/>
              <p:nvPr/>
            </p:nvSpPr>
            <p:spPr>
              <a:xfrm>
                <a:off x="10891292" y="7626096"/>
                <a:ext cx="18770" cy="18928"/>
              </a:xfrm>
              <a:prstGeom prst="rect">
                <a:avLst/>
              </a:prstGeom>
              <a:solidFill>
                <a:srgbClr val="8E8E8E"/>
              </a:solidFill>
              <a:ln>
                <a:noFill/>
              </a:ln>
              <a:effectLst/>
            </p:spPr>
            <p:txBody>
              <a:bodyPr rtlCol="0" anchor="ctr"/>
              <a:lstStyle/>
              <a:p>
                <a:pPr algn="ctr"/>
              </a:p>
            </p:txBody>
          </p:sp>
          <p:sp>
            <p:nvSpPr>
              <p:cNvPr id="1552" name="Noise cell"/>
              <p:cNvSpPr/>
              <p:nvPr/>
            </p:nvSpPr>
            <p:spPr>
              <a:xfrm>
                <a:off x="10909423" y="7626096"/>
                <a:ext cx="18770" cy="18928"/>
              </a:xfrm>
              <a:prstGeom prst="rect">
                <a:avLst/>
              </a:prstGeom>
              <a:solidFill>
                <a:srgbClr val="949494"/>
              </a:solidFill>
              <a:ln>
                <a:noFill/>
              </a:ln>
              <a:effectLst/>
            </p:spPr>
            <p:txBody>
              <a:bodyPr rtlCol="0" anchor="ctr"/>
              <a:lstStyle/>
              <a:p>
                <a:pPr algn="ctr"/>
              </a:p>
            </p:txBody>
          </p:sp>
          <p:sp>
            <p:nvSpPr>
              <p:cNvPr id="1553" name="Noise cell"/>
              <p:cNvSpPr/>
              <p:nvPr/>
            </p:nvSpPr>
            <p:spPr>
              <a:xfrm>
                <a:off x="10927553" y="7626096"/>
                <a:ext cx="18770" cy="18928"/>
              </a:xfrm>
              <a:prstGeom prst="rect">
                <a:avLst/>
              </a:prstGeom>
              <a:solidFill>
                <a:srgbClr val="898989"/>
              </a:solidFill>
              <a:ln>
                <a:noFill/>
              </a:ln>
              <a:effectLst/>
            </p:spPr>
            <p:txBody>
              <a:bodyPr rtlCol="0" anchor="ctr"/>
              <a:lstStyle/>
              <a:p>
                <a:pPr algn="ctr"/>
              </a:p>
            </p:txBody>
          </p:sp>
          <p:sp>
            <p:nvSpPr>
              <p:cNvPr id="1554" name="Noise cell"/>
              <p:cNvSpPr/>
              <p:nvPr/>
            </p:nvSpPr>
            <p:spPr>
              <a:xfrm>
                <a:off x="10945683" y="7626096"/>
                <a:ext cx="18770" cy="18928"/>
              </a:xfrm>
              <a:prstGeom prst="rect">
                <a:avLst/>
              </a:prstGeom>
              <a:solidFill>
                <a:srgbClr val="7D7D7D"/>
              </a:solidFill>
              <a:ln>
                <a:noFill/>
              </a:ln>
              <a:effectLst/>
            </p:spPr>
            <p:txBody>
              <a:bodyPr rtlCol="0" anchor="ctr"/>
              <a:lstStyle/>
              <a:p>
                <a:pPr algn="ctr"/>
              </a:p>
            </p:txBody>
          </p:sp>
          <p:sp>
            <p:nvSpPr>
              <p:cNvPr id="1555" name="Noise cell"/>
              <p:cNvSpPr/>
              <p:nvPr/>
            </p:nvSpPr>
            <p:spPr>
              <a:xfrm>
                <a:off x="10963814" y="7626096"/>
                <a:ext cx="18770" cy="18928"/>
              </a:xfrm>
              <a:prstGeom prst="rect">
                <a:avLst/>
              </a:prstGeom>
              <a:solidFill>
                <a:srgbClr val="949494"/>
              </a:solidFill>
              <a:ln>
                <a:noFill/>
              </a:ln>
              <a:effectLst/>
            </p:spPr>
            <p:txBody>
              <a:bodyPr rtlCol="0" anchor="ctr"/>
              <a:lstStyle/>
              <a:p>
                <a:pPr algn="ctr"/>
              </a:p>
            </p:txBody>
          </p:sp>
          <p:sp>
            <p:nvSpPr>
              <p:cNvPr id="1556" name="Noise cell"/>
              <p:cNvSpPr/>
              <p:nvPr/>
            </p:nvSpPr>
            <p:spPr>
              <a:xfrm>
                <a:off x="9930384" y="7644384"/>
                <a:ext cx="18770" cy="18928"/>
              </a:xfrm>
              <a:prstGeom prst="rect">
                <a:avLst/>
              </a:prstGeom>
              <a:solidFill>
                <a:srgbClr val="717171"/>
              </a:solidFill>
              <a:ln>
                <a:noFill/>
              </a:ln>
              <a:effectLst/>
            </p:spPr>
            <p:txBody>
              <a:bodyPr rtlCol="0" anchor="ctr"/>
              <a:lstStyle/>
              <a:p>
                <a:pPr algn="ctr"/>
              </a:p>
            </p:txBody>
          </p:sp>
          <p:sp>
            <p:nvSpPr>
              <p:cNvPr id="1557" name="Noise cell"/>
              <p:cNvSpPr/>
              <p:nvPr/>
            </p:nvSpPr>
            <p:spPr>
              <a:xfrm>
                <a:off x="9948514" y="7644384"/>
                <a:ext cx="18770" cy="18928"/>
              </a:xfrm>
              <a:prstGeom prst="rect">
                <a:avLst/>
              </a:prstGeom>
              <a:solidFill>
                <a:srgbClr val="808080"/>
              </a:solidFill>
              <a:ln>
                <a:noFill/>
              </a:ln>
              <a:effectLst/>
            </p:spPr>
            <p:txBody>
              <a:bodyPr rtlCol="0" anchor="ctr"/>
              <a:lstStyle/>
              <a:p>
                <a:pPr algn="ctr"/>
              </a:p>
            </p:txBody>
          </p:sp>
          <p:sp>
            <p:nvSpPr>
              <p:cNvPr id="1558" name="Noise cell"/>
              <p:cNvSpPr/>
              <p:nvPr/>
            </p:nvSpPr>
            <p:spPr>
              <a:xfrm>
                <a:off x="9966645" y="7644384"/>
                <a:ext cx="18770" cy="18928"/>
              </a:xfrm>
              <a:prstGeom prst="rect">
                <a:avLst/>
              </a:prstGeom>
              <a:solidFill>
                <a:srgbClr val="797979"/>
              </a:solidFill>
              <a:ln>
                <a:noFill/>
              </a:ln>
              <a:effectLst/>
            </p:spPr>
            <p:txBody>
              <a:bodyPr rtlCol="0" anchor="ctr"/>
              <a:lstStyle/>
              <a:p>
                <a:pPr algn="ctr"/>
              </a:p>
            </p:txBody>
          </p:sp>
          <p:sp>
            <p:nvSpPr>
              <p:cNvPr id="1559" name="Noise cell"/>
              <p:cNvSpPr/>
              <p:nvPr/>
            </p:nvSpPr>
            <p:spPr>
              <a:xfrm>
                <a:off x="9984775" y="7644384"/>
                <a:ext cx="18770" cy="18928"/>
              </a:xfrm>
              <a:prstGeom prst="rect">
                <a:avLst/>
              </a:prstGeom>
              <a:solidFill>
                <a:srgbClr val="808080"/>
              </a:solidFill>
              <a:ln>
                <a:noFill/>
              </a:ln>
              <a:effectLst/>
            </p:spPr>
            <p:txBody>
              <a:bodyPr rtlCol="0" anchor="ctr"/>
              <a:lstStyle/>
              <a:p>
                <a:pPr algn="ctr"/>
              </a:p>
            </p:txBody>
          </p:sp>
          <p:sp>
            <p:nvSpPr>
              <p:cNvPr id="1560" name="Noise cell"/>
              <p:cNvSpPr/>
              <p:nvPr/>
            </p:nvSpPr>
            <p:spPr>
              <a:xfrm>
                <a:off x="10002905" y="7644384"/>
                <a:ext cx="18770" cy="18928"/>
              </a:xfrm>
              <a:prstGeom prst="rect">
                <a:avLst/>
              </a:prstGeom>
              <a:solidFill>
                <a:srgbClr val="7B7B7B"/>
              </a:solidFill>
              <a:ln>
                <a:noFill/>
              </a:ln>
              <a:effectLst/>
            </p:spPr>
            <p:txBody>
              <a:bodyPr rtlCol="0" anchor="ctr"/>
              <a:lstStyle/>
              <a:p>
                <a:pPr algn="ctr"/>
              </a:p>
            </p:txBody>
          </p:sp>
          <p:sp>
            <p:nvSpPr>
              <p:cNvPr id="1561" name="Noise cell"/>
              <p:cNvSpPr/>
              <p:nvPr/>
            </p:nvSpPr>
            <p:spPr>
              <a:xfrm>
                <a:off x="10021036" y="7644384"/>
                <a:ext cx="18770" cy="18928"/>
              </a:xfrm>
              <a:prstGeom prst="rect">
                <a:avLst/>
              </a:prstGeom>
              <a:solidFill>
                <a:srgbClr val="888888"/>
              </a:solidFill>
              <a:ln>
                <a:noFill/>
              </a:ln>
              <a:effectLst/>
            </p:spPr>
            <p:txBody>
              <a:bodyPr rtlCol="0" anchor="ctr"/>
              <a:lstStyle/>
              <a:p>
                <a:pPr algn="ctr"/>
              </a:p>
            </p:txBody>
          </p:sp>
          <p:sp>
            <p:nvSpPr>
              <p:cNvPr id="1562" name="Noise cell"/>
              <p:cNvSpPr/>
              <p:nvPr/>
            </p:nvSpPr>
            <p:spPr>
              <a:xfrm>
                <a:off x="10039166" y="7644384"/>
                <a:ext cx="18770" cy="18928"/>
              </a:xfrm>
              <a:prstGeom prst="rect">
                <a:avLst/>
              </a:prstGeom>
              <a:solidFill>
                <a:srgbClr val="828282"/>
              </a:solidFill>
              <a:ln>
                <a:noFill/>
              </a:ln>
              <a:effectLst/>
            </p:spPr>
            <p:txBody>
              <a:bodyPr rtlCol="0" anchor="ctr"/>
              <a:lstStyle/>
              <a:p>
                <a:pPr algn="ctr"/>
              </a:p>
            </p:txBody>
          </p:sp>
          <p:sp>
            <p:nvSpPr>
              <p:cNvPr id="1563" name="Noise cell"/>
              <p:cNvSpPr/>
              <p:nvPr/>
            </p:nvSpPr>
            <p:spPr>
              <a:xfrm>
                <a:off x="10057296" y="7644384"/>
                <a:ext cx="18770" cy="18928"/>
              </a:xfrm>
              <a:prstGeom prst="rect">
                <a:avLst/>
              </a:prstGeom>
              <a:solidFill>
                <a:srgbClr val="7A7A7A"/>
              </a:solidFill>
              <a:ln>
                <a:noFill/>
              </a:ln>
              <a:effectLst/>
            </p:spPr>
            <p:txBody>
              <a:bodyPr rtlCol="0" anchor="ctr"/>
              <a:lstStyle/>
              <a:p>
                <a:pPr algn="ctr"/>
              </a:p>
            </p:txBody>
          </p:sp>
          <p:sp>
            <p:nvSpPr>
              <p:cNvPr id="1564" name="Noise cell"/>
              <p:cNvSpPr/>
              <p:nvPr/>
            </p:nvSpPr>
            <p:spPr>
              <a:xfrm>
                <a:off x="10075427" y="7644384"/>
                <a:ext cx="18770" cy="18928"/>
              </a:xfrm>
              <a:prstGeom prst="rect">
                <a:avLst/>
              </a:prstGeom>
              <a:solidFill>
                <a:srgbClr val="8C8C8C"/>
              </a:solidFill>
              <a:ln>
                <a:noFill/>
              </a:ln>
              <a:effectLst/>
            </p:spPr>
            <p:txBody>
              <a:bodyPr rtlCol="0" anchor="ctr"/>
              <a:lstStyle/>
              <a:p>
                <a:pPr algn="ctr"/>
              </a:p>
            </p:txBody>
          </p:sp>
          <p:sp>
            <p:nvSpPr>
              <p:cNvPr id="1565" name="Noise cell"/>
              <p:cNvSpPr/>
              <p:nvPr/>
            </p:nvSpPr>
            <p:spPr>
              <a:xfrm>
                <a:off x="10093557" y="7644384"/>
                <a:ext cx="18770" cy="18928"/>
              </a:xfrm>
              <a:prstGeom prst="rect">
                <a:avLst/>
              </a:prstGeom>
              <a:solidFill>
                <a:srgbClr val="A6A6A6"/>
              </a:solidFill>
              <a:ln>
                <a:noFill/>
              </a:ln>
              <a:effectLst/>
            </p:spPr>
            <p:txBody>
              <a:bodyPr rtlCol="0" anchor="ctr"/>
              <a:lstStyle/>
              <a:p>
                <a:pPr algn="ctr"/>
              </a:p>
            </p:txBody>
          </p:sp>
          <p:sp>
            <p:nvSpPr>
              <p:cNvPr id="1566" name="Noise cell"/>
              <p:cNvSpPr/>
              <p:nvPr/>
            </p:nvSpPr>
            <p:spPr>
              <a:xfrm>
                <a:off x="10111687" y="7644384"/>
                <a:ext cx="18770" cy="18928"/>
              </a:xfrm>
              <a:prstGeom prst="rect">
                <a:avLst/>
              </a:prstGeom>
              <a:solidFill>
                <a:srgbClr val="A4A4A4"/>
              </a:solidFill>
              <a:ln>
                <a:noFill/>
              </a:ln>
              <a:effectLst/>
            </p:spPr>
            <p:txBody>
              <a:bodyPr rtlCol="0" anchor="ctr"/>
              <a:lstStyle/>
              <a:p>
                <a:pPr algn="ctr"/>
              </a:p>
            </p:txBody>
          </p:sp>
          <p:sp>
            <p:nvSpPr>
              <p:cNvPr id="1567" name="Noise cell"/>
              <p:cNvSpPr/>
              <p:nvPr/>
            </p:nvSpPr>
            <p:spPr>
              <a:xfrm>
                <a:off x="10129818" y="7644384"/>
                <a:ext cx="18770" cy="18928"/>
              </a:xfrm>
              <a:prstGeom prst="rect">
                <a:avLst/>
              </a:prstGeom>
              <a:solidFill>
                <a:srgbClr val="787878"/>
              </a:solidFill>
              <a:ln>
                <a:noFill/>
              </a:ln>
              <a:effectLst/>
            </p:spPr>
            <p:txBody>
              <a:bodyPr rtlCol="0" anchor="ctr"/>
              <a:lstStyle/>
              <a:p>
                <a:pPr algn="ctr"/>
              </a:p>
            </p:txBody>
          </p:sp>
          <p:sp>
            <p:nvSpPr>
              <p:cNvPr id="1568" name="Noise cell"/>
              <p:cNvSpPr/>
              <p:nvPr/>
            </p:nvSpPr>
            <p:spPr>
              <a:xfrm>
                <a:off x="10147948" y="7644384"/>
                <a:ext cx="18770" cy="18928"/>
              </a:xfrm>
              <a:prstGeom prst="rect">
                <a:avLst/>
              </a:prstGeom>
              <a:solidFill>
                <a:srgbClr val="747474"/>
              </a:solidFill>
              <a:ln>
                <a:noFill/>
              </a:ln>
              <a:effectLst/>
            </p:spPr>
            <p:txBody>
              <a:bodyPr rtlCol="0" anchor="ctr"/>
              <a:lstStyle/>
              <a:p>
                <a:pPr algn="ctr"/>
              </a:p>
            </p:txBody>
          </p:sp>
          <p:sp>
            <p:nvSpPr>
              <p:cNvPr id="1569" name="Noise cell"/>
              <p:cNvSpPr/>
              <p:nvPr/>
            </p:nvSpPr>
            <p:spPr>
              <a:xfrm>
                <a:off x="10166078" y="7644384"/>
                <a:ext cx="18770" cy="18928"/>
              </a:xfrm>
              <a:prstGeom prst="rect">
                <a:avLst/>
              </a:prstGeom>
              <a:solidFill>
                <a:srgbClr val="8A8A8A"/>
              </a:solidFill>
              <a:ln>
                <a:noFill/>
              </a:ln>
              <a:effectLst/>
            </p:spPr>
            <p:txBody>
              <a:bodyPr rtlCol="0" anchor="ctr"/>
              <a:lstStyle/>
              <a:p>
                <a:pPr algn="ctr"/>
              </a:p>
            </p:txBody>
          </p:sp>
          <p:sp>
            <p:nvSpPr>
              <p:cNvPr id="1570" name="Noise cell"/>
              <p:cNvSpPr/>
              <p:nvPr/>
            </p:nvSpPr>
            <p:spPr>
              <a:xfrm>
                <a:off x="10184209" y="7644384"/>
                <a:ext cx="18770" cy="18928"/>
              </a:xfrm>
              <a:prstGeom prst="rect">
                <a:avLst/>
              </a:prstGeom>
              <a:solidFill>
                <a:srgbClr val="747474"/>
              </a:solidFill>
              <a:ln>
                <a:noFill/>
              </a:ln>
              <a:effectLst/>
            </p:spPr>
            <p:txBody>
              <a:bodyPr rtlCol="0" anchor="ctr"/>
              <a:lstStyle/>
              <a:p>
                <a:pPr algn="ctr"/>
              </a:p>
            </p:txBody>
          </p:sp>
          <p:sp>
            <p:nvSpPr>
              <p:cNvPr id="1571" name="Noise cell"/>
              <p:cNvSpPr/>
              <p:nvPr/>
            </p:nvSpPr>
            <p:spPr>
              <a:xfrm>
                <a:off x="10202339" y="7644384"/>
                <a:ext cx="18770" cy="18928"/>
              </a:xfrm>
              <a:prstGeom prst="rect">
                <a:avLst/>
              </a:prstGeom>
              <a:solidFill>
                <a:srgbClr val="757575"/>
              </a:solidFill>
              <a:ln>
                <a:noFill/>
              </a:ln>
              <a:effectLst/>
            </p:spPr>
            <p:txBody>
              <a:bodyPr rtlCol="0" anchor="ctr"/>
              <a:lstStyle/>
              <a:p>
                <a:pPr algn="ctr"/>
              </a:p>
            </p:txBody>
          </p:sp>
          <p:sp>
            <p:nvSpPr>
              <p:cNvPr id="1572" name="Noise cell"/>
              <p:cNvSpPr/>
              <p:nvPr/>
            </p:nvSpPr>
            <p:spPr>
              <a:xfrm>
                <a:off x="10220470" y="7644384"/>
                <a:ext cx="18770" cy="18928"/>
              </a:xfrm>
              <a:prstGeom prst="rect">
                <a:avLst/>
              </a:prstGeom>
              <a:solidFill>
                <a:srgbClr val="898989"/>
              </a:solidFill>
              <a:ln>
                <a:noFill/>
              </a:ln>
              <a:effectLst/>
            </p:spPr>
            <p:txBody>
              <a:bodyPr rtlCol="0" anchor="ctr"/>
              <a:lstStyle/>
              <a:p>
                <a:pPr algn="ctr"/>
              </a:p>
            </p:txBody>
          </p:sp>
          <p:sp>
            <p:nvSpPr>
              <p:cNvPr id="1573" name="Noise cell"/>
              <p:cNvSpPr/>
              <p:nvPr/>
            </p:nvSpPr>
            <p:spPr>
              <a:xfrm>
                <a:off x="10238600" y="7644384"/>
                <a:ext cx="18770" cy="18928"/>
              </a:xfrm>
              <a:prstGeom prst="rect">
                <a:avLst/>
              </a:prstGeom>
              <a:solidFill>
                <a:srgbClr val="6F6F6F"/>
              </a:solidFill>
              <a:ln>
                <a:noFill/>
              </a:ln>
              <a:effectLst/>
            </p:spPr>
            <p:txBody>
              <a:bodyPr rtlCol="0" anchor="ctr"/>
              <a:lstStyle/>
              <a:p>
                <a:pPr algn="ctr"/>
              </a:p>
            </p:txBody>
          </p:sp>
          <p:sp>
            <p:nvSpPr>
              <p:cNvPr id="1574" name="Noise cell"/>
              <p:cNvSpPr/>
              <p:nvPr/>
            </p:nvSpPr>
            <p:spPr>
              <a:xfrm>
                <a:off x="10256730" y="7644384"/>
                <a:ext cx="18770" cy="18928"/>
              </a:xfrm>
              <a:prstGeom prst="rect">
                <a:avLst/>
              </a:prstGeom>
              <a:solidFill>
                <a:srgbClr val="8E8E8E"/>
              </a:solidFill>
              <a:ln>
                <a:noFill/>
              </a:ln>
              <a:effectLst/>
            </p:spPr>
            <p:txBody>
              <a:bodyPr rtlCol="0" anchor="ctr"/>
              <a:lstStyle/>
              <a:p>
                <a:pPr algn="ctr"/>
              </a:p>
            </p:txBody>
          </p:sp>
          <p:sp>
            <p:nvSpPr>
              <p:cNvPr id="1575" name="Noise cell"/>
              <p:cNvSpPr/>
              <p:nvPr/>
            </p:nvSpPr>
            <p:spPr>
              <a:xfrm>
                <a:off x="10274861" y="7644384"/>
                <a:ext cx="18770" cy="18928"/>
              </a:xfrm>
              <a:prstGeom prst="rect">
                <a:avLst/>
              </a:prstGeom>
              <a:solidFill>
                <a:srgbClr val="9C9C9C"/>
              </a:solidFill>
              <a:ln>
                <a:noFill/>
              </a:ln>
              <a:effectLst/>
            </p:spPr>
            <p:txBody>
              <a:bodyPr rtlCol="0" anchor="ctr"/>
              <a:lstStyle/>
              <a:p>
                <a:pPr algn="ctr"/>
              </a:p>
            </p:txBody>
          </p:sp>
          <p:sp>
            <p:nvSpPr>
              <p:cNvPr id="1576" name="Noise cell"/>
              <p:cNvSpPr/>
              <p:nvPr/>
            </p:nvSpPr>
            <p:spPr>
              <a:xfrm>
                <a:off x="10292991" y="7644384"/>
                <a:ext cx="18770" cy="18928"/>
              </a:xfrm>
              <a:prstGeom prst="rect">
                <a:avLst/>
              </a:prstGeom>
              <a:solidFill>
                <a:srgbClr val="7A7A7A"/>
              </a:solidFill>
              <a:ln>
                <a:noFill/>
              </a:ln>
              <a:effectLst/>
            </p:spPr>
            <p:txBody>
              <a:bodyPr rtlCol="0" anchor="ctr"/>
              <a:lstStyle/>
              <a:p>
                <a:pPr algn="ctr"/>
              </a:p>
            </p:txBody>
          </p:sp>
          <p:sp>
            <p:nvSpPr>
              <p:cNvPr id="1577" name="Noise cell"/>
              <p:cNvSpPr/>
              <p:nvPr/>
            </p:nvSpPr>
            <p:spPr>
              <a:xfrm>
                <a:off x="10311121" y="7644384"/>
                <a:ext cx="18770" cy="18928"/>
              </a:xfrm>
              <a:prstGeom prst="rect">
                <a:avLst/>
              </a:prstGeom>
              <a:solidFill>
                <a:srgbClr val="8B8B8B"/>
              </a:solidFill>
              <a:ln>
                <a:noFill/>
              </a:ln>
              <a:effectLst/>
            </p:spPr>
            <p:txBody>
              <a:bodyPr rtlCol="0" anchor="ctr"/>
              <a:lstStyle/>
              <a:p>
                <a:pPr algn="ctr"/>
              </a:p>
            </p:txBody>
          </p:sp>
          <p:sp>
            <p:nvSpPr>
              <p:cNvPr id="1578" name="Noise cell"/>
              <p:cNvSpPr/>
              <p:nvPr/>
            </p:nvSpPr>
            <p:spPr>
              <a:xfrm>
                <a:off x="10329252" y="7644384"/>
                <a:ext cx="18770" cy="18928"/>
              </a:xfrm>
              <a:prstGeom prst="rect">
                <a:avLst/>
              </a:prstGeom>
              <a:solidFill>
                <a:srgbClr val="828282"/>
              </a:solidFill>
              <a:ln>
                <a:noFill/>
              </a:ln>
              <a:effectLst/>
            </p:spPr>
            <p:txBody>
              <a:bodyPr rtlCol="0" anchor="ctr"/>
              <a:lstStyle/>
              <a:p>
                <a:pPr algn="ctr"/>
              </a:p>
            </p:txBody>
          </p:sp>
          <p:sp>
            <p:nvSpPr>
              <p:cNvPr id="1579" name="Noise cell"/>
              <p:cNvSpPr/>
              <p:nvPr/>
            </p:nvSpPr>
            <p:spPr>
              <a:xfrm>
                <a:off x="10347382" y="7644384"/>
                <a:ext cx="18770" cy="18928"/>
              </a:xfrm>
              <a:prstGeom prst="rect">
                <a:avLst/>
              </a:prstGeom>
              <a:solidFill>
                <a:srgbClr val="878787"/>
              </a:solidFill>
              <a:ln>
                <a:noFill/>
              </a:ln>
              <a:effectLst/>
            </p:spPr>
            <p:txBody>
              <a:bodyPr rtlCol="0" anchor="ctr"/>
              <a:lstStyle/>
              <a:p>
                <a:pPr algn="ctr"/>
              </a:p>
            </p:txBody>
          </p:sp>
          <p:sp>
            <p:nvSpPr>
              <p:cNvPr id="1580" name="Noise cell"/>
              <p:cNvSpPr/>
              <p:nvPr/>
            </p:nvSpPr>
            <p:spPr>
              <a:xfrm>
                <a:off x="10365512" y="7644384"/>
                <a:ext cx="18770" cy="18928"/>
              </a:xfrm>
              <a:prstGeom prst="rect">
                <a:avLst/>
              </a:prstGeom>
              <a:solidFill>
                <a:srgbClr val="888888"/>
              </a:solidFill>
              <a:ln>
                <a:noFill/>
              </a:ln>
              <a:effectLst/>
            </p:spPr>
            <p:txBody>
              <a:bodyPr rtlCol="0" anchor="ctr"/>
              <a:lstStyle/>
              <a:p>
                <a:pPr algn="ctr"/>
              </a:p>
            </p:txBody>
          </p:sp>
          <p:sp>
            <p:nvSpPr>
              <p:cNvPr id="1581" name="Noise cell"/>
              <p:cNvSpPr/>
              <p:nvPr/>
            </p:nvSpPr>
            <p:spPr>
              <a:xfrm>
                <a:off x="10383643" y="7644384"/>
                <a:ext cx="18770" cy="18928"/>
              </a:xfrm>
              <a:prstGeom prst="rect">
                <a:avLst/>
              </a:prstGeom>
              <a:solidFill>
                <a:srgbClr val="707070"/>
              </a:solidFill>
              <a:ln>
                <a:noFill/>
              </a:ln>
              <a:effectLst/>
            </p:spPr>
            <p:txBody>
              <a:bodyPr rtlCol="0" anchor="ctr"/>
              <a:lstStyle/>
              <a:p>
                <a:pPr algn="ctr"/>
              </a:p>
            </p:txBody>
          </p:sp>
          <p:sp>
            <p:nvSpPr>
              <p:cNvPr id="1582" name="Noise cell"/>
              <p:cNvSpPr/>
              <p:nvPr/>
            </p:nvSpPr>
            <p:spPr>
              <a:xfrm>
                <a:off x="10401773" y="7644384"/>
                <a:ext cx="18770" cy="18928"/>
              </a:xfrm>
              <a:prstGeom prst="rect">
                <a:avLst/>
              </a:prstGeom>
              <a:solidFill>
                <a:srgbClr val="838383"/>
              </a:solidFill>
              <a:ln>
                <a:noFill/>
              </a:ln>
              <a:effectLst/>
            </p:spPr>
            <p:txBody>
              <a:bodyPr rtlCol="0" anchor="ctr"/>
              <a:lstStyle/>
              <a:p>
                <a:pPr algn="ctr"/>
              </a:p>
            </p:txBody>
          </p:sp>
          <p:sp>
            <p:nvSpPr>
              <p:cNvPr id="1583" name="Noise cell"/>
              <p:cNvSpPr/>
              <p:nvPr/>
            </p:nvSpPr>
            <p:spPr>
              <a:xfrm>
                <a:off x="10419903" y="7644384"/>
                <a:ext cx="18770" cy="18928"/>
              </a:xfrm>
              <a:prstGeom prst="rect">
                <a:avLst/>
              </a:prstGeom>
              <a:solidFill>
                <a:srgbClr val="6F6F6F"/>
              </a:solidFill>
              <a:ln>
                <a:noFill/>
              </a:ln>
              <a:effectLst/>
            </p:spPr>
            <p:txBody>
              <a:bodyPr rtlCol="0" anchor="ctr"/>
              <a:lstStyle/>
              <a:p>
                <a:pPr algn="ctr"/>
              </a:p>
            </p:txBody>
          </p:sp>
          <p:sp>
            <p:nvSpPr>
              <p:cNvPr id="1584" name="Noise cell"/>
              <p:cNvSpPr/>
              <p:nvPr/>
            </p:nvSpPr>
            <p:spPr>
              <a:xfrm>
                <a:off x="10438034" y="7644384"/>
                <a:ext cx="18770" cy="18928"/>
              </a:xfrm>
              <a:prstGeom prst="rect">
                <a:avLst/>
              </a:prstGeom>
              <a:solidFill>
                <a:srgbClr val="888888"/>
              </a:solidFill>
              <a:ln>
                <a:noFill/>
              </a:ln>
              <a:effectLst/>
            </p:spPr>
            <p:txBody>
              <a:bodyPr rtlCol="0" anchor="ctr"/>
              <a:lstStyle/>
              <a:p>
                <a:pPr algn="ctr"/>
              </a:p>
            </p:txBody>
          </p:sp>
          <p:sp>
            <p:nvSpPr>
              <p:cNvPr id="1585" name="Noise cell"/>
              <p:cNvSpPr/>
              <p:nvPr/>
            </p:nvSpPr>
            <p:spPr>
              <a:xfrm>
                <a:off x="10456164" y="7644384"/>
                <a:ext cx="18770" cy="18928"/>
              </a:xfrm>
              <a:prstGeom prst="rect">
                <a:avLst/>
              </a:prstGeom>
              <a:solidFill>
                <a:srgbClr val="878787"/>
              </a:solidFill>
              <a:ln>
                <a:noFill/>
              </a:ln>
              <a:effectLst/>
            </p:spPr>
            <p:txBody>
              <a:bodyPr rtlCol="0" anchor="ctr"/>
              <a:lstStyle/>
              <a:p>
                <a:pPr algn="ctr"/>
              </a:p>
            </p:txBody>
          </p:sp>
          <p:sp>
            <p:nvSpPr>
              <p:cNvPr id="1586" name="Noise cell"/>
              <p:cNvSpPr/>
              <p:nvPr/>
            </p:nvSpPr>
            <p:spPr>
              <a:xfrm>
                <a:off x="10474294" y="7644384"/>
                <a:ext cx="18770" cy="18928"/>
              </a:xfrm>
              <a:prstGeom prst="rect">
                <a:avLst/>
              </a:prstGeom>
              <a:solidFill>
                <a:srgbClr val="7E7E7E"/>
              </a:solidFill>
              <a:ln>
                <a:noFill/>
              </a:ln>
              <a:effectLst/>
            </p:spPr>
            <p:txBody>
              <a:bodyPr rtlCol="0" anchor="ctr"/>
              <a:lstStyle/>
              <a:p>
                <a:pPr algn="ctr"/>
              </a:p>
            </p:txBody>
          </p:sp>
          <p:sp>
            <p:nvSpPr>
              <p:cNvPr id="1587" name="Noise cell"/>
              <p:cNvSpPr/>
              <p:nvPr/>
            </p:nvSpPr>
            <p:spPr>
              <a:xfrm>
                <a:off x="10492425" y="7644384"/>
                <a:ext cx="18770" cy="18928"/>
              </a:xfrm>
              <a:prstGeom prst="rect">
                <a:avLst/>
              </a:prstGeom>
              <a:solidFill>
                <a:srgbClr val="626262"/>
              </a:solidFill>
              <a:ln>
                <a:noFill/>
              </a:ln>
              <a:effectLst/>
            </p:spPr>
            <p:txBody>
              <a:bodyPr rtlCol="0" anchor="ctr"/>
              <a:lstStyle/>
              <a:p>
                <a:pPr algn="ctr"/>
              </a:p>
            </p:txBody>
          </p:sp>
          <p:sp>
            <p:nvSpPr>
              <p:cNvPr id="1588" name="Noise cell"/>
              <p:cNvSpPr/>
              <p:nvPr/>
            </p:nvSpPr>
            <p:spPr>
              <a:xfrm>
                <a:off x="10510555" y="7644384"/>
                <a:ext cx="18770" cy="18928"/>
              </a:xfrm>
              <a:prstGeom prst="rect">
                <a:avLst/>
              </a:prstGeom>
              <a:solidFill>
                <a:srgbClr val="757575"/>
              </a:solidFill>
              <a:ln>
                <a:noFill/>
              </a:ln>
              <a:effectLst/>
            </p:spPr>
            <p:txBody>
              <a:bodyPr rtlCol="0" anchor="ctr"/>
              <a:lstStyle/>
              <a:p>
                <a:pPr algn="ctr"/>
              </a:p>
            </p:txBody>
          </p:sp>
          <p:sp>
            <p:nvSpPr>
              <p:cNvPr id="1589" name="Noise cell"/>
              <p:cNvSpPr/>
              <p:nvPr/>
            </p:nvSpPr>
            <p:spPr>
              <a:xfrm>
                <a:off x="10528685" y="7644384"/>
                <a:ext cx="18770" cy="18928"/>
              </a:xfrm>
              <a:prstGeom prst="rect">
                <a:avLst/>
              </a:prstGeom>
              <a:solidFill>
                <a:srgbClr val="737373"/>
              </a:solidFill>
              <a:ln>
                <a:noFill/>
              </a:ln>
              <a:effectLst/>
            </p:spPr>
            <p:txBody>
              <a:bodyPr rtlCol="0" anchor="ctr"/>
              <a:lstStyle/>
              <a:p>
                <a:pPr algn="ctr"/>
              </a:p>
            </p:txBody>
          </p:sp>
          <p:sp>
            <p:nvSpPr>
              <p:cNvPr id="1590" name="Noise cell"/>
              <p:cNvSpPr/>
              <p:nvPr/>
            </p:nvSpPr>
            <p:spPr>
              <a:xfrm>
                <a:off x="10546816" y="7644384"/>
                <a:ext cx="18770" cy="18928"/>
              </a:xfrm>
              <a:prstGeom prst="rect">
                <a:avLst/>
              </a:prstGeom>
              <a:solidFill>
                <a:srgbClr val="8E8E8E"/>
              </a:solidFill>
              <a:ln>
                <a:noFill/>
              </a:ln>
              <a:effectLst/>
            </p:spPr>
            <p:txBody>
              <a:bodyPr rtlCol="0" anchor="ctr"/>
              <a:lstStyle/>
              <a:p>
                <a:pPr algn="ctr"/>
              </a:p>
            </p:txBody>
          </p:sp>
          <p:sp>
            <p:nvSpPr>
              <p:cNvPr id="1591" name="Noise cell"/>
              <p:cNvSpPr/>
              <p:nvPr/>
            </p:nvSpPr>
            <p:spPr>
              <a:xfrm>
                <a:off x="10564946" y="7644384"/>
                <a:ext cx="18770" cy="18928"/>
              </a:xfrm>
              <a:prstGeom prst="rect">
                <a:avLst/>
              </a:prstGeom>
              <a:solidFill>
                <a:srgbClr val="828282"/>
              </a:solidFill>
              <a:ln>
                <a:noFill/>
              </a:ln>
              <a:effectLst/>
            </p:spPr>
            <p:txBody>
              <a:bodyPr rtlCol="0" anchor="ctr"/>
              <a:lstStyle/>
              <a:p>
                <a:pPr algn="ctr"/>
              </a:p>
            </p:txBody>
          </p:sp>
          <p:sp>
            <p:nvSpPr>
              <p:cNvPr id="1592" name="Noise cell"/>
              <p:cNvSpPr/>
              <p:nvPr/>
            </p:nvSpPr>
            <p:spPr>
              <a:xfrm>
                <a:off x="10583076" y="7644384"/>
                <a:ext cx="18770" cy="18928"/>
              </a:xfrm>
              <a:prstGeom prst="rect">
                <a:avLst/>
              </a:prstGeom>
              <a:solidFill>
                <a:srgbClr val="878787"/>
              </a:solidFill>
              <a:ln>
                <a:noFill/>
              </a:ln>
              <a:effectLst/>
            </p:spPr>
            <p:txBody>
              <a:bodyPr rtlCol="0" anchor="ctr"/>
              <a:lstStyle/>
              <a:p>
                <a:pPr algn="ctr"/>
              </a:p>
            </p:txBody>
          </p:sp>
          <p:sp>
            <p:nvSpPr>
              <p:cNvPr id="1593" name="Noise cell"/>
              <p:cNvSpPr/>
              <p:nvPr/>
            </p:nvSpPr>
            <p:spPr>
              <a:xfrm>
                <a:off x="10601207" y="7644384"/>
                <a:ext cx="18770" cy="18928"/>
              </a:xfrm>
              <a:prstGeom prst="rect">
                <a:avLst/>
              </a:prstGeom>
              <a:solidFill>
                <a:srgbClr val="878787"/>
              </a:solidFill>
              <a:ln>
                <a:noFill/>
              </a:ln>
              <a:effectLst/>
            </p:spPr>
            <p:txBody>
              <a:bodyPr rtlCol="0" anchor="ctr"/>
              <a:lstStyle/>
              <a:p>
                <a:pPr algn="ctr"/>
              </a:p>
            </p:txBody>
          </p:sp>
          <p:sp>
            <p:nvSpPr>
              <p:cNvPr id="1594" name="Noise cell"/>
              <p:cNvSpPr/>
              <p:nvPr/>
            </p:nvSpPr>
            <p:spPr>
              <a:xfrm>
                <a:off x="10619337" y="7644384"/>
                <a:ext cx="18770" cy="18928"/>
              </a:xfrm>
              <a:prstGeom prst="rect">
                <a:avLst/>
              </a:prstGeom>
              <a:solidFill>
                <a:srgbClr val="8A8A8A"/>
              </a:solidFill>
              <a:ln>
                <a:noFill/>
              </a:ln>
              <a:effectLst/>
            </p:spPr>
            <p:txBody>
              <a:bodyPr rtlCol="0" anchor="ctr"/>
              <a:lstStyle/>
              <a:p>
                <a:pPr algn="ctr"/>
              </a:p>
            </p:txBody>
          </p:sp>
          <p:sp>
            <p:nvSpPr>
              <p:cNvPr id="1595" name="Noise cell"/>
              <p:cNvSpPr/>
              <p:nvPr/>
            </p:nvSpPr>
            <p:spPr>
              <a:xfrm>
                <a:off x="10637467" y="7644384"/>
                <a:ext cx="18770" cy="18928"/>
              </a:xfrm>
              <a:prstGeom prst="rect">
                <a:avLst/>
              </a:prstGeom>
              <a:solidFill>
                <a:srgbClr val="848484"/>
              </a:solidFill>
              <a:ln>
                <a:noFill/>
              </a:ln>
              <a:effectLst/>
            </p:spPr>
            <p:txBody>
              <a:bodyPr rtlCol="0" anchor="ctr"/>
              <a:lstStyle/>
              <a:p>
                <a:pPr algn="ctr"/>
              </a:p>
            </p:txBody>
          </p:sp>
          <p:sp>
            <p:nvSpPr>
              <p:cNvPr id="1596" name="Noise cell"/>
              <p:cNvSpPr/>
              <p:nvPr/>
            </p:nvSpPr>
            <p:spPr>
              <a:xfrm>
                <a:off x="10655598" y="7644384"/>
                <a:ext cx="18770" cy="18928"/>
              </a:xfrm>
              <a:prstGeom prst="rect">
                <a:avLst/>
              </a:prstGeom>
              <a:solidFill>
                <a:srgbClr val="898989"/>
              </a:solidFill>
              <a:ln>
                <a:noFill/>
              </a:ln>
              <a:effectLst/>
            </p:spPr>
            <p:txBody>
              <a:bodyPr rtlCol="0" anchor="ctr"/>
              <a:lstStyle/>
              <a:p>
                <a:pPr algn="ctr"/>
              </a:p>
            </p:txBody>
          </p:sp>
          <p:sp>
            <p:nvSpPr>
              <p:cNvPr id="1597" name="Noise cell"/>
              <p:cNvSpPr/>
              <p:nvPr/>
            </p:nvSpPr>
            <p:spPr>
              <a:xfrm>
                <a:off x="10673728" y="7644384"/>
                <a:ext cx="18770" cy="18928"/>
              </a:xfrm>
              <a:prstGeom prst="rect">
                <a:avLst/>
              </a:prstGeom>
              <a:solidFill>
                <a:srgbClr val="A1A1A1"/>
              </a:solidFill>
              <a:ln>
                <a:noFill/>
              </a:ln>
              <a:effectLst/>
            </p:spPr>
            <p:txBody>
              <a:bodyPr rtlCol="0" anchor="ctr"/>
              <a:lstStyle/>
              <a:p>
                <a:pPr algn="ctr"/>
              </a:p>
            </p:txBody>
          </p:sp>
          <p:sp>
            <p:nvSpPr>
              <p:cNvPr id="1598" name="Noise cell"/>
              <p:cNvSpPr/>
              <p:nvPr/>
            </p:nvSpPr>
            <p:spPr>
              <a:xfrm>
                <a:off x="10691858" y="7644384"/>
                <a:ext cx="18770" cy="18928"/>
              </a:xfrm>
              <a:prstGeom prst="rect">
                <a:avLst/>
              </a:prstGeom>
              <a:solidFill>
                <a:srgbClr val="909090"/>
              </a:solidFill>
              <a:ln>
                <a:noFill/>
              </a:ln>
              <a:effectLst/>
            </p:spPr>
            <p:txBody>
              <a:bodyPr rtlCol="0" anchor="ctr"/>
              <a:lstStyle/>
              <a:p>
                <a:pPr algn="ctr"/>
              </a:p>
            </p:txBody>
          </p:sp>
          <p:sp>
            <p:nvSpPr>
              <p:cNvPr id="1599" name="Noise cell"/>
              <p:cNvSpPr/>
              <p:nvPr/>
            </p:nvSpPr>
            <p:spPr>
              <a:xfrm>
                <a:off x="10709989" y="7644384"/>
                <a:ext cx="18770" cy="18928"/>
              </a:xfrm>
              <a:prstGeom prst="rect">
                <a:avLst/>
              </a:prstGeom>
              <a:solidFill>
                <a:srgbClr val="777777"/>
              </a:solidFill>
              <a:ln>
                <a:noFill/>
              </a:ln>
              <a:effectLst/>
            </p:spPr>
            <p:txBody>
              <a:bodyPr rtlCol="0" anchor="ctr"/>
              <a:lstStyle/>
              <a:p>
                <a:pPr algn="ctr"/>
              </a:p>
            </p:txBody>
          </p:sp>
          <p:sp>
            <p:nvSpPr>
              <p:cNvPr id="1600" name="Noise cell"/>
              <p:cNvSpPr/>
              <p:nvPr/>
            </p:nvSpPr>
            <p:spPr>
              <a:xfrm>
                <a:off x="10728119" y="7644384"/>
                <a:ext cx="18770" cy="18928"/>
              </a:xfrm>
              <a:prstGeom prst="rect">
                <a:avLst/>
              </a:prstGeom>
              <a:solidFill>
                <a:srgbClr val="929292"/>
              </a:solidFill>
              <a:ln>
                <a:noFill/>
              </a:ln>
              <a:effectLst/>
            </p:spPr>
            <p:txBody>
              <a:bodyPr rtlCol="0" anchor="ctr"/>
              <a:lstStyle/>
              <a:p>
                <a:pPr algn="ctr"/>
              </a:p>
            </p:txBody>
          </p:sp>
          <p:sp>
            <p:nvSpPr>
              <p:cNvPr id="1601" name="Noise cell"/>
              <p:cNvSpPr/>
              <p:nvPr/>
            </p:nvSpPr>
            <p:spPr>
              <a:xfrm>
                <a:off x="10746250" y="7644384"/>
                <a:ext cx="18770" cy="18928"/>
              </a:xfrm>
              <a:prstGeom prst="rect">
                <a:avLst/>
              </a:prstGeom>
              <a:solidFill>
                <a:srgbClr val="8A8A8A"/>
              </a:solidFill>
              <a:ln>
                <a:noFill/>
              </a:ln>
              <a:effectLst/>
            </p:spPr>
            <p:txBody>
              <a:bodyPr rtlCol="0" anchor="ctr"/>
              <a:lstStyle/>
              <a:p>
                <a:pPr algn="ctr"/>
              </a:p>
            </p:txBody>
          </p:sp>
          <p:sp>
            <p:nvSpPr>
              <p:cNvPr id="1602" name="Noise cell"/>
              <p:cNvSpPr/>
              <p:nvPr/>
            </p:nvSpPr>
            <p:spPr>
              <a:xfrm>
                <a:off x="10764380" y="7644384"/>
                <a:ext cx="18770" cy="18928"/>
              </a:xfrm>
              <a:prstGeom prst="rect">
                <a:avLst/>
              </a:prstGeom>
              <a:solidFill>
                <a:srgbClr val="A8A8A8"/>
              </a:solidFill>
              <a:ln>
                <a:noFill/>
              </a:ln>
              <a:effectLst/>
            </p:spPr>
            <p:txBody>
              <a:bodyPr rtlCol="0" anchor="ctr"/>
              <a:lstStyle/>
              <a:p>
                <a:pPr algn="ctr"/>
              </a:p>
            </p:txBody>
          </p:sp>
          <p:sp>
            <p:nvSpPr>
              <p:cNvPr id="1603" name="Noise cell"/>
              <p:cNvSpPr/>
              <p:nvPr/>
            </p:nvSpPr>
            <p:spPr>
              <a:xfrm>
                <a:off x="10782510" y="7644384"/>
                <a:ext cx="18770" cy="18928"/>
              </a:xfrm>
              <a:prstGeom prst="rect">
                <a:avLst/>
              </a:prstGeom>
              <a:solidFill>
                <a:srgbClr val="6C6C6C"/>
              </a:solidFill>
              <a:ln>
                <a:noFill/>
              </a:ln>
              <a:effectLst/>
            </p:spPr>
            <p:txBody>
              <a:bodyPr rtlCol="0" anchor="ctr"/>
              <a:lstStyle/>
              <a:p>
                <a:pPr algn="ctr"/>
              </a:p>
            </p:txBody>
          </p:sp>
          <p:sp>
            <p:nvSpPr>
              <p:cNvPr id="1604" name="Noise cell"/>
              <p:cNvSpPr/>
              <p:nvPr/>
            </p:nvSpPr>
            <p:spPr>
              <a:xfrm>
                <a:off x="10800641" y="7644384"/>
                <a:ext cx="18770" cy="18928"/>
              </a:xfrm>
              <a:prstGeom prst="rect">
                <a:avLst/>
              </a:prstGeom>
              <a:solidFill>
                <a:srgbClr val="898989"/>
              </a:solidFill>
              <a:ln>
                <a:noFill/>
              </a:ln>
              <a:effectLst/>
            </p:spPr>
            <p:txBody>
              <a:bodyPr rtlCol="0" anchor="ctr"/>
              <a:lstStyle/>
              <a:p>
                <a:pPr algn="ctr"/>
              </a:p>
            </p:txBody>
          </p:sp>
          <p:sp>
            <p:nvSpPr>
              <p:cNvPr id="1605" name="Noise cell"/>
              <p:cNvSpPr/>
              <p:nvPr/>
            </p:nvSpPr>
            <p:spPr>
              <a:xfrm>
                <a:off x="10818771" y="7644384"/>
                <a:ext cx="18770" cy="18928"/>
              </a:xfrm>
              <a:prstGeom prst="rect">
                <a:avLst/>
              </a:prstGeom>
              <a:solidFill>
                <a:srgbClr val="858585"/>
              </a:solidFill>
              <a:ln>
                <a:noFill/>
              </a:ln>
              <a:effectLst/>
            </p:spPr>
            <p:txBody>
              <a:bodyPr rtlCol="0" anchor="ctr"/>
              <a:lstStyle/>
              <a:p>
                <a:pPr algn="ctr"/>
              </a:p>
            </p:txBody>
          </p:sp>
          <p:sp>
            <p:nvSpPr>
              <p:cNvPr id="1606" name="Noise cell"/>
              <p:cNvSpPr/>
              <p:nvPr/>
            </p:nvSpPr>
            <p:spPr>
              <a:xfrm>
                <a:off x="10836901" y="7644384"/>
                <a:ext cx="18770" cy="18928"/>
              </a:xfrm>
              <a:prstGeom prst="rect">
                <a:avLst/>
              </a:prstGeom>
              <a:solidFill>
                <a:srgbClr val="7C7C7C"/>
              </a:solidFill>
              <a:ln>
                <a:noFill/>
              </a:ln>
              <a:effectLst/>
            </p:spPr>
            <p:txBody>
              <a:bodyPr rtlCol="0" anchor="ctr"/>
              <a:lstStyle/>
              <a:p>
                <a:pPr algn="ctr"/>
              </a:p>
            </p:txBody>
          </p:sp>
          <p:sp>
            <p:nvSpPr>
              <p:cNvPr id="1607" name="Noise cell"/>
              <p:cNvSpPr/>
              <p:nvPr/>
            </p:nvSpPr>
            <p:spPr>
              <a:xfrm>
                <a:off x="10855032" y="7644384"/>
                <a:ext cx="18770" cy="18928"/>
              </a:xfrm>
              <a:prstGeom prst="rect">
                <a:avLst/>
              </a:prstGeom>
              <a:solidFill>
                <a:srgbClr val="939393"/>
              </a:solidFill>
              <a:ln>
                <a:noFill/>
              </a:ln>
              <a:effectLst/>
            </p:spPr>
            <p:txBody>
              <a:bodyPr rtlCol="0" anchor="ctr"/>
              <a:lstStyle/>
              <a:p>
                <a:pPr algn="ctr"/>
              </a:p>
            </p:txBody>
          </p:sp>
          <p:sp>
            <p:nvSpPr>
              <p:cNvPr id="1608" name="Noise cell"/>
              <p:cNvSpPr/>
              <p:nvPr/>
            </p:nvSpPr>
            <p:spPr>
              <a:xfrm>
                <a:off x="10873162" y="7644384"/>
                <a:ext cx="18770" cy="18928"/>
              </a:xfrm>
              <a:prstGeom prst="rect">
                <a:avLst/>
              </a:prstGeom>
              <a:solidFill>
                <a:srgbClr val="9B9B9B"/>
              </a:solidFill>
              <a:ln>
                <a:noFill/>
              </a:ln>
              <a:effectLst/>
            </p:spPr>
            <p:txBody>
              <a:bodyPr rtlCol="0" anchor="ctr"/>
              <a:lstStyle/>
              <a:p>
                <a:pPr algn="ctr"/>
              </a:p>
            </p:txBody>
          </p:sp>
          <p:sp>
            <p:nvSpPr>
              <p:cNvPr id="1609" name="Noise cell"/>
              <p:cNvSpPr/>
              <p:nvPr/>
            </p:nvSpPr>
            <p:spPr>
              <a:xfrm>
                <a:off x="10891292" y="7644384"/>
                <a:ext cx="18770" cy="18928"/>
              </a:xfrm>
              <a:prstGeom prst="rect">
                <a:avLst/>
              </a:prstGeom>
              <a:solidFill>
                <a:srgbClr val="888888"/>
              </a:solidFill>
              <a:ln>
                <a:noFill/>
              </a:ln>
              <a:effectLst/>
            </p:spPr>
            <p:txBody>
              <a:bodyPr rtlCol="0" anchor="ctr"/>
              <a:lstStyle/>
              <a:p>
                <a:pPr algn="ctr"/>
              </a:p>
            </p:txBody>
          </p:sp>
          <p:sp>
            <p:nvSpPr>
              <p:cNvPr id="1610" name="Noise cell"/>
              <p:cNvSpPr/>
              <p:nvPr/>
            </p:nvSpPr>
            <p:spPr>
              <a:xfrm>
                <a:off x="10909423" y="7644384"/>
                <a:ext cx="18770" cy="18928"/>
              </a:xfrm>
              <a:prstGeom prst="rect">
                <a:avLst/>
              </a:prstGeom>
              <a:solidFill>
                <a:srgbClr val="7B7B7B"/>
              </a:solidFill>
              <a:ln>
                <a:noFill/>
              </a:ln>
              <a:effectLst/>
            </p:spPr>
            <p:txBody>
              <a:bodyPr rtlCol="0" anchor="ctr"/>
              <a:lstStyle/>
              <a:p>
                <a:pPr algn="ctr"/>
              </a:p>
            </p:txBody>
          </p:sp>
          <p:sp>
            <p:nvSpPr>
              <p:cNvPr id="1611" name="Noise cell"/>
              <p:cNvSpPr/>
              <p:nvPr/>
            </p:nvSpPr>
            <p:spPr>
              <a:xfrm>
                <a:off x="10927553" y="7644384"/>
                <a:ext cx="18770" cy="18928"/>
              </a:xfrm>
              <a:prstGeom prst="rect">
                <a:avLst/>
              </a:prstGeom>
              <a:solidFill>
                <a:srgbClr val="8F8F8F"/>
              </a:solidFill>
              <a:ln>
                <a:noFill/>
              </a:ln>
              <a:effectLst/>
            </p:spPr>
            <p:txBody>
              <a:bodyPr rtlCol="0" anchor="ctr"/>
              <a:lstStyle/>
              <a:p>
                <a:pPr algn="ctr"/>
              </a:p>
            </p:txBody>
          </p:sp>
          <p:sp>
            <p:nvSpPr>
              <p:cNvPr id="1612" name="Noise cell"/>
              <p:cNvSpPr/>
              <p:nvPr/>
            </p:nvSpPr>
            <p:spPr>
              <a:xfrm>
                <a:off x="10945683" y="7644384"/>
                <a:ext cx="18770" cy="18928"/>
              </a:xfrm>
              <a:prstGeom prst="rect">
                <a:avLst/>
              </a:prstGeom>
              <a:solidFill>
                <a:srgbClr val="8C8C8C"/>
              </a:solidFill>
              <a:ln>
                <a:noFill/>
              </a:ln>
              <a:effectLst/>
            </p:spPr>
            <p:txBody>
              <a:bodyPr rtlCol="0" anchor="ctr"/>
              <a:lstStyle/>
              <a:p>
                <a:pPr algn="ctr"/>
              </a:p>
            </p:txBody>
          </p:sp>
          <p:sp>
            <p:nvSpPr>
              <p:cNvPr id="1613" name="Noise cell"/>
              <p:cNvSpPr/>
              <p:nvPr/>
            </p:nvSpPr>
            <p:spPr>
              <a:xfrm>
                <a:off x="10963814" y="7644384"/>
                <a:ext cx="18770" cy="18928"/>
              </a:xfrm>
              <a:prstGeom prst="rect">
                <a:avLst/>
              </a:prstGeom>
              <a:solidFill>
                <a:srgbClr val="9C9C9C"/>
              </a:solidFill>
              <a:ln>
                <a:noFill/>
              </a:ln>
              <a:effectLst/>
            </p:spPr>
            <p:txBody>
              <a:bodyPr rtlCol="0" anchor="ctr"/>
              <a:lstStyle/>
              <a:p>
                <a:pPr algn="ctr"/>
              </a:p>
            </p:txBody>
          </p:sp>
          <p:sp>
            <p:nvSpPr>
              <p:cNvPr id="1614" name="Noise cell"/>
              <p:cNvSpPr/>
              <p:nvPr/>
            </p:nvSpPr>
            <p:spPr>
              <a:xfrm>
                <a:off x="9930384" y="7662672"/>
                <a:ext cx="18770" cy="18928"/>
              </a:xfrm>
              <a:prstGeom prst="rect">
                <a:avLst/>
              </a:prstGeom>
              <a:solidFill>
                <a:srgbClr val="7C7C7C"/>
              </a:solidFill>
              <a:ln>
                <a:noFill/>
              </a:ln>
              <a:effectLst/>
            </p:spPr>
            <p:txBody>
              <a:bodyPr rtlCol="0" anchor="ctr"/>
              <a:lstStyle/>
              <a:p>
                <a:pPr algn="ctr"/>
              </a:p>
            </p:txBody>
          </p:sp>
          <p:sp>
            <p:nvSpPr>
              <p:cNvPr id="1615" name="Noise cell"/>
              <p:cNvSpPr/>
              <p:nvPr/>
            </p:nvSpPr>
            <p:spPr>
              <a:xfrm>
                <a:off x="9948514" y="7662672"/>
                <a:ext cx="18770" cy="18928"/>
              </a:xfrm>
              <a:prstGeom prst="rect">
                <a:avLst/>
              </a:prstGeom>
              <a:solidFill>
                <a:srgbClr val="8B8B8B"/>
              </a:solidFill>
              <a:ln>
                <a:noFill/>
              </a:ln>
              <a:effectLst/>
            </p:spPr>
            <p:txBody>
              <a:bodyPr rtlCol="0" anchor="ctr"/>
              <a:lstStyle/>
              <a:p>
                <a:pPr algn="ctr"/>
              </a:p>
            </p:txBody>
          </p:sp>
          <p:sp>
            <p:nvSpPr>
              <p:cNvPr id="1616" name="Noise cell"/>
              <p:cNvSpPr/>
              <p:nvPr/>
            </p:nvSpPr>
            <p:spPr>
              <a:xfrm>
                <a:off x="9966645" y="7662672"/>
                <a:ext cx="18770" cy="18928"/>
              </a:xfrm>
              <a:prstGeom prst="rect">
                <a:avLst/>
              </a:prstGeom>
              <a:solidFill>
                <a:srgbClr val="737373"/>
              </a:solidFill>
              <a:ln>
                <a:noFill/>
              </a:ln>
              <a:effectLst/>
            </p:spPr>
            <p:txBody>
              <a:bodyPr rtlCol="0" anchor="ctr"/>
              <a:lstStyle/>
              <a:p>
                <a:pPr algn="ctr"/>
              </a:p>
            </p:txBody>
          </p:sp>
          <p:sp>
            <p:nvSpPr>
              <p:cNvPr id="1617" name="Noise cell"/>
              <p:cNvSpPr/>
              <p:nvPr/>
            </p:nvSpPr>
            <p:spPr>
              <a:xfrm>
                <a:off x="9984775" y="7662672"/>
                <a:ext cx="18770" cy="18928"/>
              </a:xfrm>
              <a:prstGeom prst="rect">
                <a:avLst/>
              </a:prstGeom>
              <a:solidFill>
                <a:srgbClr val="9B9B9B"/>
              </a:solidFill>
              <a:ln>
                <a:noFill/>
              </a:ln>
              <a:effectLst/>
            </p:spPr>
            <p:txBody>
              <a:bodyPr rtlCol="0" anchor="ctr"/>
              <a:lstStyle/>
              <a:p>
                <a:pPr algn="ctr"/>
              </a:p>
            </p:txBody>
          </p:sp>
          <p:sp>
            <p:nvSpPr>
              <p:cNvPr id="1618" name="Noise cell"/>
              <p:cNvSpPr/>
              <p:nvPr/>
            </p:nvSpPr>
            <p:spPr>
              <a:xfrm>
                <a:off x="10002905" y="7662672"/>
                <a:ext cx="18770" cy="18928"/>
              </a:xfrm>
              <a:prstGeom prst="rect">
                <a:avLst/>
              </a:prstGeom>
              <a:solidFill>
                <a:srgbClr val="929292"/>
              </a:solidFill>
              <a:ln>
                <a:noFill/>
              </a:ln>
              <a:effectLst/>
            </p:spPr>
            <p:txBody>
              <a:bodyPr rtlCol="0" anchor="ctr"/>
              <a:lstStyle/>
              <a:p>
                <a:pPr algn="ctr"/>
              </a:p>
            </p:txBody>
          </p:sp>
          <p:sp>
            <p:nvSpPr>
              <p:cNvPr id="1619" name="Noise cell"/>
              <p:cNvSpPr/>
              <p:nvPr/>
            </p:nvSpPr>
            <p:spPr>
              <a:xfrm>
                <a:off x="10021036" y="7662672"/>
                <a:ext cx="18770" cy="18928"/>
              </a:xfrm>
              <a:prstGeom prst="rect">
                <a:avLst/>
              </a:prstGeom>
              <a:solidFill>
                <a:srgbClr val="7A7A7A"/>
              </a:solidFill>
              <a:ln>
                <a:noFill/>
              </a:ln>
              <a:effectLst/>
            </p:spPr>
            <p:txBody>
              <a:bodyPr rtlCol="0" anchor="ctr"/>
              <a:lstStyle/>
              <a:p>
                <a:pPr algn="ctr"/>
              </a:p>
            </p:txBody>
          </p:sp>
          <p:sp>
            <p:nvSpPr>
              <p:cNvPr id="1620" name="Noise cell"/>
              <p:cNvSpPr/>
              <p:nvPr/>
            </p:nvSpPr>
            <p:spPr>
              <a:xfrm>
                <a:off x="10039166" y="7662672"/>
                <a:ext cx="18770" cy="18928"/>
              </a:xfrm>
              <a:prstGeom prst="rect">
                <a:avLst/>
              </a:prstGeom>
              <a:solidFill>
                <a:srgbClr val="8D8D8D"/>
              </a:solidFill>
              <a:ln>
                <a:noFill/>
              </a:ln>
              <a:effectLst/>
            </p:spPr>
            <p:txBody>
              <a:bodyPr rtlCol="0" anchor="ctr"/>
              <a:lstStyle/>
              <a:p>
                <a:pPr algn="ctr"/>
              </a:p>
            </p:txBody>
          </p:sp>
          <p:sp>
            <p:nvSpPr>
              <p:cNvPr id="1621" name="Noise cell"/>
              <p:cNvSpPr/>
              <p:nvPr/>
            </p:nvSpPr>
            <p:spPr>
              <a:xfrm>
                <a:off x="10057296" y="7662672"/>
                <a:ext cx="18770" cy="18928"/>
              </a:xfrm>
              <a:prstGeom prst="rect">
                <a:avLst/>
              </a:prstGeom>
              <a:solidFill>
                <a:srgbClr val="6C6C6C"/>
              </a:solidFill>
              <a:ln>
                <a:noFill/>
              </a:ln>
              <a:effectLst/>
            </p:spPr>
            <p:txBody>
              <a:bodyPr rtlCol="0" anchor="ctr"/>
              <a:lstStyle/>
              <a:p>
                <a:pPr algn="ctr"/>
              </a:p>
            </p:txBody>
          </p:sp>
          <p:sp>
            <p:nvSpPr>
              <p:cNvPr id="1622" name="Noise cell"/>
              <p:cNvSpPr/>
              <p:nvPr/>
            </p:nvSpPr>
            <p:spPr>
              <a:xfrm>
                <a:off x="10075427" y="7662672"/>
                <a:ext cx="18770" cy="18928"/>
              </a:xfrm>
              <a:prstGeom prst="rect">
                <a:avLst/>
              </a:prstGeom>
              <a:solidFill>
                <a:srgbClr val="797979"/>
              </a:solidFill>
              <a:ln>
                <a:noFill/>
              </a:ln>
              <a:effectLst/>
            </p:spPr>
            <p:txBody>
              <a:bodyPr rtlCol="0" anchor="ctr"/>
              <a:lstStyle/>
              <a:p>
                <a:pPr algn="ctr"/>
              </a:p>
            </p:txBody>
          </p:sp>
          <p:sp>
            <p:nvSpPr>
              <p:cNvPr id="1623" name="Noise cell"/>
              <p:cNvSpPr/>
              <p:nvPr/>
            </p:nvSpPr>
            <p:spPr>
              <a:xfrm>
                <a:off x="10093557" y="7662672"/>
                <a:ext cx="18770" cy="18928"/>
              </a:xfrm>
              <a:prstGeom prst="rect">
                <a:avLst/>
              </a:prstGeom>
              <a:solidFill>
                <a:srgbClr val="9B9B9B"/>
              </a:solidFill>
              <a:ln>
                <a:noFill/>
              </a:ln>
              <a:effectLst/>
            </p:spPr>
            <p:txBody>
              <a:bodyPr rtlCol="0" anchor="ctr"/>
              <a:lstStyle/>
              <a:p>
                <a:pPr algn="ctr"/>
              </a:p>
            </p:txBody>
          </p:sp>
          <p:sp>
            <p:nvSpPr>
              <p:cNvPr id="1624" name="Noise cell"/>
              <p:cNvSpPr/>
              <p:nvPr/>
            </p:nvSpPr>
            <p:spPr>
              <a:xfrm>
                <a:off x="10111687" y="7662672"/>
                <a:ext cx="18770" cy="18928"/>
              </a:xfrm>
              <a:prstGeom prst="rect">
                <a:avLst/>
              </a:prstGeom>
              <a:solidFill>
                <a:srgbClr val="828282"/>
              </a:solidFill>
              <a:ln>
                <a:noFill/>
              </a:ln>
              <a:effectLst/>
            </p:spPr>
            <p:txBody>
              <a:bodyPr rtlCol="0" anchor="ctr"/>
              <a:lstStyle/>
              <a:p>
                <a:pPr algn="ctr"/>
              </a:p>
            </p:txBody>
          </p:sp>
          <p:sp>
            <p:nvSpPr>
              <p:cNvPr id="1625" name="Noise cell"/>
              <p:cNvSpPr/>
              <p:nvPr/>
            </p:nvSpPr>
            <p:spPr>
              <a:xfrm>
                <a:off x="10129818" y="7662672"/>
                <a:ext cx="18770" cy="18928"/>
              </a:xfrm>
              <a:prstGeom prst="rect">
                <a:avLst/>
              </a:prstGeom>
              <a:solidFill>
                <a:srgbClr val="747474"/>
              </a:solidFill>
              <a:ln>
                <a:noFill/>
              </a:ln>
              <a:effectLst/>
            </p:spPr>
            <p:txBody>
              <a:bodyPr rtlCol="0" anchor="ctr"/>
              <a:lstStyle/>
              <a:p>
                <a:pPr algn="ctr"/>
              </a:p>
            </p:txBody>
          </p:sp>
          <p:sp>
            <p:nvSpPr>
              <p:cNvPr id="1626" name="Noise cell"/>
              <p:cNvSpPr/>
              <p:nvPr/>
            </p:nvSpPr>
            <p:spPr>
              <a:xfrm>
                <a:off x="10147948" y="7662672"/>
                <a:ext cx="18770" cy="18928"/>
              </a:xfrm>
              <a:prstGeom prst="rect">
                <a:avLst/>
              </a:prstGeom>
              <a:solidFill>
                <a:srgbClr val="7A7A7A"/>
              </a:solidFill>
              <a:ln>
                <a:noFill/>
              </a:ln>
              <a:effectLst/>
            </p:spPr>
            <p:txBody>
              <a:bodyPr rtlCol="0" anchor="ctr"/>
              <a:lstStyle/>
              <a:p>
                <a:pPr algn="ctr"/>
              </a:p>
            </p:txBody>
          </p:sp>
          <p:sp>
            <p:nvSpPr>
              <p:cNvPr id="1627" name="Noise cell"/>
              <p:cNvSpPr/>
              <p:nvPr/>
            </p:nvSpPr>
            <p:spPr>
              <a:xfrm>
                <a:off x="10166078" y="7662672"/>
                <a:ext cx="18770" cy="18928"/>
              </a:xfrm>
              <a:prstGeom prst="rect">
                <a:avLst/>
              </a:prstGeom>
              <a:solidFill>
                <a:srgbClr val="929292"/>
              </a:solidFill>
              <a:ln>
                <a:noFill/>
              </a:ln>
              <a:effectLst/>
            </p:spPr>
            <p:txBody>
              <a:bodyPr rtlCol="0" anchor="ctr"/>
              <a:lstStyle/>
              <a:p>
                <a:pPr algn="ctr"/>
              </a:p>
            </p:txBody>
          </p:sp>
          <p:sp>
            <p:nvSpPr>
              <p:cNvPr id="1628" name="Noise cell"/>
              <p:cNvSpPr/>
              <p:nvPr/>
            </p:nvSpPr>
            <p:spPr>
              <a:xfrm>
                <a:off x="10184209" y="7662672"/>
                <a:ext cx="18770" cy="18928"/>
              </a:xfrm>
              <a:prstGeom prst="rect">
                <a:avLst/>
              </a:prstGeom>
              <a:solidFill>
                <a:srgbClr val="727272"/>
              </a:solidFill>
              <a:ln>
                <a:noFill/>
              </a:ln>
              <a:effectLst/>
            </p:spPr>
            <p:txBody>
              <a:bodyPr rtlCol="0" anchor="ctr"/>
              <a:lstStyle/>
              <a:p>
                <a:pPr algn="ctr"/>
              </a:p>
            </p:txBody>
          </p:sp>
          <p:sp>
            <p:nvSpPr>
              <p:cNvPr id="1629" name="Noise cell"/>
              <p:cNvSpPr/>
              <p:nvPr/>
            </p:nvSpPr>
            <p:spPr>
              <a:xfrm>
                <a:off x="10202339" y="7662672"/>
                <a:ext cx="18770" cy="18928"/>
              </a:xfrm>
              <a:prstGeom prst="rect">
                <a:avLst/>
              </a:prstGeom>
              <a:solidFill>
                <a:srgbClr val="7A7A7A"/>
              </a:solidFill>
              <a:ln>
                <a:noFill/>
              </a:ln>
              <a:effectLst/>
            </p:spPr>
            <p:txBody>
              <a:bodyPr rtlCol="0" anchor="ctr"/>
              <a:lstStyle/>
              <a:p>
                <a:pPr algn="ctr"/>
              </a:p>
            </p:txBody>
          </p:sp>
          <p:sp>
            <p:nvSpPr>
              <p:cNvPr id="1630" name="Noise cell"/>
              <p:cNvSpPr/>
              <p:nvPr/>
            </p:nvSpPr>
            <p:spPr>
              <a:xfrm>
                <a:off x="10220470" y="7662672"/>
                <a:ext cx="18770" cy="18928"/>
              </a:xfrm>
              <a:prstGeom prst="rect">
                <a:avLst/>
              </a:prstGeom>
              <a:solidFill>
                <a:srgbClr val="8A8A8A"/>
              </a:solidFill>
              <a:ln>
                <a:noFill/>
              </a:ln>
              <a:effectLst/>
            </p:spPr>
            <p:txBody>
              <a:bodyPr rtlCol="0" anchor="ctr"/>
              <a:lstStyle/>
              <a:p>
                <a:pPr algn="ctr"/>
              </a:p>
            </p:txBody>
          </p:sp>
          <p:sp>
            <p:nvSpPr>
              <p:cNvPr id="1631" name="Noise cell"/>
              <p:cNvSpPr/>
              <p:nvPr/>
            </p:nvSpPr>
            <p:spPr>
              <a:xfrm>
                <a:off x="10238600" y="7662672"/>
                <a:ext cx="18770" cy="18928"/>
              </a:xfrm>
              <a:prstGeom prst="rect">
                <a:avLst/>
              </a:prstGeom>
              <a:solidFill>
                <a:srgbClr val="9F9F9F"/>
              </a:solidFill>
              <a:ln>
                <a:noFill/>
              </a:ln>
              <a:effectLst/>
            </p:spPr>
            <p:txBody>
              <a:bodyPr rtlCol="0" anchor="ctr"/>
              <a:lstStyle/>
              <a:p>
                <a:pPr algn="ctr"/>
              </a:p>
            </p:txBody>
          </p:sp>
          <p:sp>
            <p:nvSpPr>
              <p:cNvPr id="1632" name="Noise cell"/>
              <p:cNvSpPr/>
              <p:nvPr/>
            </p:nvSpPr>
            <p:spPr>
              <a:xfrm>
                <a:off x="10256730" y="7662672"/>
                <a:ext cx="18770" cy="18928"/>
              </a:xfrm>
              <a:prstGeom prst="rect">
                <a:avLst/>
              </a:prstGeom>
              <a:solidFill>
                <a:srgbClr val="898989"/>
              </a:solidFill>
              <a:ln>
                <a:noFill/>
              </a:ln>
              <a:effectLst/>
            </p:spPr>
            <p:txBody>
              <a:bodyPr rtlCol="0" anchor="ctr"/>
              <a:lstStyle/>
              <a:p>
                <a:pPr algn="ctr"/>
              </a:p>
            </p:txBody>
          </p:sp>
          <p:sp>
            <p:nvSpPr>
              <p:cNvPr id="1633" name="Noise cell"/>
              <p:cNvSpPr/>
              <p:nvPr/>
            </p:nvSpPr>
            <p:spPr>
              <a:xfrm>
                <a:off x="10274861" y="7662672"/>
                <a:ext cx="18770" cy="18928"/>
              </a:xfrm>
              <a:prstGeom prst="rect">
                <a:avLst/>
              </a:prstGeom>
              <a:solidFill>
                <a:srgbClr val="888888"/>
              </a:solidFill>
              <a:ln>
                <a:noFill/>
              </a:ln>
              <a:effectLst/>
            </p:spPr>
            <p:txBody>
              <a:bodyPr rtlCol="0" anchor="ctr"/>
              <a:lstStyle/>
              <a:p>
                <a:pPr algn="ctr"/>
              </a:p>
            </p:txBody>
          </p:sp>
          <p:sp>
            <p:nvSpPr>
              <p:cNvPr id="1634" name="Noise cell"/>
              <p:cNvSpPr/>
              <p:nvPr/>
            </p:nvSpPr>
            <p:spPr>
              <a:xfrm>
                <a:off x="10292991" y="7662672"/>
                <a:ext cx="18770" cy="18928"/>
              </a:xfrm>
              <a:prstGeom prst="rect">
                <a:avLst/>
              </a:prstGeom>
              <a:solidFill>
                <a:srgbClr val="878787"/>
              </a:solidFill>
              <a:ln>
                <a:noFill/>
              </a:ln>
              <a:effectLst/>
            </p:spPr>
            <p:txBody>
              <a:bodyPr rtlCol="0" anchor="ctr"/>
              <a:lstStyle/>
              <a:p>
                <a:pPr algn="ctr"/>
              </a:p>
            </p:txBody>
          </p:sp>
          <p:sp>
            <p:nvSpPr>
              <p:cNvPr id="1635" name="Noise cell"/>
              <p:cNvSpPr/>
              <p:nvPr/>
            </p:nvSpPr>
            <p:spPr>
              <a:xfrm>
                <a:off x="10311121" y="7662672"/>
                <a:ext cx="18770" cy="18928"/>
              </a:xfrm>
              <a:prstGeom prst="rect">
                <a:avLst/>
              </a:prstGeom>
              <a:solidFill>
                <a:srgbClr val="838383"/>
              </a:solidFill>
              <a:ln>
                <a:noFill/>
              </a:ln>
              <a:effectLst/>
            </p:spPr>
            <p:txBody>
              <a:bodyPr rtlCol="0" anchor="ctr"/>
              <a:lstStyle/>
              <a:p>
                <a:pPr algn="ctr"/>
              </a:p>
            </p:txBody>
          </p:sp>
          <p:sp>
            <p:nvSpPr>
              <p:cNvPr id="1636" name="Noise cell"/>
              <p:cNvSpPr/>
              <p:nvPr/>
            </p:nvSpPr>
            <p:spPr>
              <a:xfrm>
                <a:off x="10329252" y="7662672"/>
                <a:ext cx="18770" cy="18928"/>
              </a:xfrm>
              <a:prstGeom prst="rect">
                <a:avLst/>
              </a:prstGeom>
              <a:solidFill>
                <a:srgbClr val="757575"/>
              </a:solidFill>
              <a:ln>
                <a:noFill/>
              </a:ln>
              <a:effectLst/>
            </p:spPr>
            <p:txBody>
              <a:bodyPr rtlCol="0" anchor="ctr"/>
              <a:lstStyle/>
              <a:p>
                <a:pPr algn="ctr"/>
              </a:p>
            </p:txBody>
          </p:sp>
          <p:sp>
            <p:nvSpPr>
              <p:cNvPr id="1637" name="Noise cell"/>
              <p:cNvSpPr/>
              <p:nvPr/>
            </p:nvSpPr>
            <p:spPr>
              <a:xfrm>
                <a:off x="10347382" y="7662672"/>
                <a:ext cx="18770" cy="18928"/>
              </a:xfrm>
              <a:prstGeom prst="rect">
                <a:avLst/>
              </a:prstGeom>
              <a:solidFill>
                <a:srgbClr val="7B7B7B"/>
              </a:solidFill>
              <a:ln>
                <a:noFill/>
              </a:ln>
              <a:effectLst/>
            </p:spPr>
            <p:txBody>
              <a:bodyPr rtlCol="0" anchor="ctr"/>
              <a:lstStyle/>
              <a:p>
                <a:pPr algn="ctr"/>
              </a:p>
            </p:txBody>
          </p:sp>
          <p:sp>
            <p:nvSpPr>
              <p:cNvPr id="1638" name="Noise cell"/>
              <p:cNvSpPr/>
              <p:nvPr/>
            </p:nvSpPr>
            <p:spPr>
              <a:xfrm>
                <a:off x="10365512" y="7662672"/>
                <a:ext cx="18770" cy="18928"/>
              </a:xfrm>
              <a:prstGeom prst="rect">
                <a:avLst/>
              </a:prstGeom>
              <a:solidFill>
                <a:srgbClr val="747474"/>
              </a:solidFill>
              <a:ln>
                <a:noFill/>
              </a:ln>
              <a:effectLst/>
            </p:spPr>
            <p:txBody>
              <a:bodyPr rtlCol="0" anchor="ctr"/>
              <a:lstStyle/>
              <a:p>
                <a:pPr algn="ctr"/>
              </a:p>
            </p:txBody>
          </p:sp>
          <p:sp>
            <p:nvSpPr>
              <p:cNvPr id="1639" name="Noise cell"/>
              <p:cNvSpPr/>
              <p:nvPr/>
            </p:nvSpPr>
            <p:spPr>
              <a:xfrm>
                <a:off x="10383643" y="7662672"/>
                <a:ext cx="18770" cy="18928"/>
              </a:xfrm>
              <a:prstGeom prst="rect">
                <a:avLst/>
              </a:prstGeom>
              <a:solidFill>
                <a:srgbClr val="707070"/>
              </a:solidFill>
              <a:ln>
                <a:noFill/>
              </a:ln>
              <a:effectLst/>
            </p:spPr>
            <p:txBody>
              <a:bodyPr rtlCol="0" anchor="ctr"/>
              <a:lstStyle/>
              <a:p>
                <a:pPr algn="ctr"/>
              </a:p>
            </p:txBody>
          </p:sp>
          <p:sp>
            <p:nvSpPr>
              <p:cNvPr id="1640" name="Noise cell"/>
              <p:cNvSpPr/>
              <p:nvPr/>
            </p:nvSpPr>
            <p:spPr>
              <a:xfrm>
                <a:off x="10401773" y="7662672"/>
                <a:ext cx="18770" cy="18928"/>
              </a:xfrm>
              <a:prstGeom prst="rect">
                <a:avLst/>
              </a:prstGeom>
              <a:solidFill>
                <a:srgbClr val="7C7C7C"/>
              </a:solidFill>
              <a:ln>
                <a:noFill/>
              </a:ln>
              <a:effectLst/>
            </p:spPr>
            <p:txBody>
              <a:bodyPr rtlCol="0" anchor="ctr"/>
              <a:lstStyle/>
              <a:p>
                <a:pPr algn="ctr"/>
              </a:p>
            </p:txBody>
          </p:sp>
          <p:sp>
            <p:nvSpPr>
              <p:cNvPr id="1641" name="Noise cell"/>
              <p:cNvSpPr/>
              <p:nvPr/>
            </p:nvSpPr>
            <p:spPr>
              <a:xfrm>
                <a:off x="10419903" y="7662672"/>
                <a:ext cx="18770" cy="18928"/>
              </a:xfrm>
              <a:prstGeom prst="rect">
                <a:avLst/>
              </a:prstGeom>
              <a:solidFill>
                <a:srgbClr val="686868"/>
              </a:solidFill>
              <a:ln>
                <a:noFill/>
              </a:ln>
              <a:effectLst/>
            </p:spPr>
            <p:txBody>
              <a:bodyPr rtlCol="0" anchor="ctr"/>
              <a:lstStyle/>
              <a:p>
                <a:pPr algn="ctr"/>
              </a:p>
            </p:txBody>
          </p:sp>
          <p:sp>
            <p:nvSpPr>
              <p:cNvPr id="1642" name="Noise cell"/>
              <p:cNvSpPr/>
              <p:nvPr/>
            </p:nvSpPr>
            <p:spPr>
              <a:xfrm>
                <a:off x="10438034" y="7662672"/>
                <a:ext cx="18770" cy="18928"/>
              </a:xfrm>
              <a:prstGeom prst="rect">
                <a:avLst/>
              </a:prstGeom>
              <a:solidFill>
                <a:srgbClr val="8E8E8E"/>
              </a:solidFill>
              <a:ln>
                <a:noFill/>
              </a:ln>
              <a:effectLst/>
            </p:spPr>
            <p:txBody>
              <a:bodyPr rtlCol="0" anchor="ctr"/>
              <a:lstStyle/>
              <a:p>
                <a:pPr algn="ctr"/>
              </a:p>
            </p:txBody>
          </p:sp>
          <p:sp>
            <p:nvSpPr>
              <p:cNvPr id="1643" name="Noise cell"/>
              <p:cNvSpPr/>
              <p:nvPr/>
            </p:nvSpPr>
            <p:spPr>
              <a:xfrm>
                <a:off x="10456164" y="7662672"/>
                <a:ext cx="18770" cy="18928"/>
              </a:xfrm>
              <a:prstGeom prst="rect">
                <a:avLst/>
              </a:prstGeom>
              <a:solidFill>
                <a:srgbClr val="898989"/>
              </a:solidFill>
              <a:ln>
                <a:noFill/>
              </a:ln>
              <a:effectLst/>
            </p:spPr>
            <p:txBody>
              <a:bodyPr rtlCol="0" anchor="ctr"/>
              <a:lstStyle/>
              <a:p>
                <a:pPr algn="ctr"/>
              </a:p>
            </p:txBody>
          </p:sp>
          <p:sp>
            <p:nvSpPr>
              <p:cNvPr id="1644" name="Noise cell"/>
              <p:cNvSpPr/>
              <p:nvPr/>
            </p:nvSpPr>
            <p:spPr>
              <a:xfrm>
                <a:off x="10474294" y="7662672"/>
                <a:ext cx="18770" cy="18928"/>
              </a:xfrm>
              <a:prstGeom prst="rect">
                <a:avLst/>
              </a:prstGeom>
              <a:solidFill>
                <a:srgbClr val="7B7B7B"/>
              </a:solidFill>
              <a:ln>
                <a:noFill/>
              </a:ln>
              <a:effectLst/>
            </p:spPr>
            <p:txBody>
              <a:bodyPr rtlCol="0" anchor="ctr"/>
              <a:lstStyle/>
              <a:p>
                <a:pPr algn="ctr"/>
              </a:p>
            </p:txBody>
          </p:sp>
          <p:sp>
            <p:nvSpPr>
              <p:cNvPr id="1645" name="Noise cell"/>
              <p:cNvSpPr/>
              <p:nvPr/>
            </p:nvSpPr>
            <p:spPr>
              <a:xfrm>
                <a:off x="10492425" y="7662672"/>
                <a:ext cx="18770" cy="18928"/>
              </a:xfrm>
              <a:prstGeom prst="rect">
                <a:avLst/>
              </a:prstGeom>
              <a:solidFill>
                <a:srgbClr val="767676"/>
              </a:solidFill>
              <a:ln>
                <a:noFill/>
              </a:ln>
              <a:effectLst/>
            </p:spPr>
            <p:txBody>
              <a:bodyPr rtlCol="0" anchor="ctr"/>
              <a:lstStyle/>
              <a:p>
                <a:pPr algn="ctr"/>
              </a:p>
            </p:txBody>
          </p:sp>
          <p:sp>
            <p:nvSpPr>
              <p:cNvPr id="1646" name="Noise cell"/>
              <p:cNvSpPr/>
              <p:nvPr/>
            </p:nvSpPr>
            <p:spPr>
              <a:xfrm>
                <a:off x="10510555" y="7662672"/>
                <a:ext cx="18770" cy="18928"/>
              </a:xfrm>
              <a:prstGeom prst="rect">
                <a:avLst/>
              </a:prstGeom>
              <a:solidFill>
                <a:srgbClr val="969696"/>
              </a:solidFill>
              <a:ln>
                <a:noFill/>
              </a:ln>
              <a:effectLst/>
            </p:spPr>
            <p:txBody>
              <a:bodyPr rtlCol="0" anchor="ctr"/>
              <a:lstStyle/>
              <a:p>
                <a:pPr algn="ctr"/>
              </a:p>
            </p:txBody>
          </p:sp>
          <p:sp>
            <p:nvSpPr>
              <p:cNvPr id="1647" name="Noise cell"/>
              <p:cNvSpPr/>
              <p:nvPr/>
            </p:nvSpPr>
            <p:spPr>
              <a:xfrm>
                <a:off x="10528685" y="7662672"/>
                <a:ext cx="18770" cy="18928"/>
              </a:xfrm>
              <a:prstGeom prst="rect">
                <a:avLst/>
              </a:prstGeom>
              <a:solidFill>
                <a:srgbClr val="8F8F8F"/>
              </a:solidFill>
              <a:ln>
                <a:noFill/>
              </a:ln>
              <a:effectLst/>
            </p:spPr>
            <p:txBody>
              <a:bodyPr rtlCol="0" anchor="ctr"/>
              <a:lstStyle/>
              <a:p>
                <a:pPr algn="ctr"/>
              </a:p>
            </p:txBody>
          </p:sp>
          <p:sp>
            <p:nvSpPr>
              <p:cNvPr id="1648" name="Noise cell"/>
              <p:cNvSpPr/>
              <p:nvPr/>
            </p:nvSpPr>
            <p:spPr>
              <a:xfrm>
                <a:off x="10546816" y="7662672"/>
                <a:ext cx="18770" cy="18928"/>
              </a:xfrm>
              <a:prstGeom prst="rect">
                <a:avLst/>
              </a:prstGeom>
              <a:solidFill>
                <a:srgbClr val="848484"/>
              </a:solidFill>
              <a:ln>
                <a:noFill/>
              </a:ln>
              <a:effectLst/>
            </p:spPr>
            <p:txBody>
              <a:bodyPr rtlCol="0" anchor="ctr"/>
              <a:lstStyle/>
              <a:p>
                <a:pPr algn="ctr"/>
              </a:p>
            </p:txBody>
          </p:sp>
          <p:sp>
            <p:nvSpPr>
              <p:cNvPr id="1649" name="Noise cell"/>
              <p:cNvSpPr/>
              <p:nvPr/>
            </p:nvSpPr>
            <p:spPr>
              <a:xfrm>
                <a:off x="10564946" y="7662672"/>
                <a:ext cx="18770" cy="18928"/>
              </a:xfrm>
              <a:prstGeom prst="rect">
                <a:avLst/>
              </a:prstGeom>
              <a:solidFill>
                <a:srgbClr val="818181"/>
              </a:solidFill>
              <a:ln>
                <a:noFill/>
              </a:ln>
              <a:effectLst/>
            </p:spPr>
            <p:txBody>
              <a:bodyPr rtlCol="0" anchor="ctr"/>
              <a:lstStyle/>
              <a:p>
                <a:pPr algn="ctr"/>
              </a:p>
            </p:txBody>
          </p:sp>
          <p:sp>
            <p:nvSpPr>
              <p:cNvPr id="1650" name="Noise cell"/>
              <p:cNvSpPr/>
              <p:nvPr/>
            </p:nvSpPr>
            <p:spPr>
              <a:xfrm>
                <a:off x="10583076" y="7662672"/>
                <a:ext cx="18770" cy="18928"/>
              </a:xfrm>
              <a:prstGeom prst="rect">
                <a:avLst/>
              </a:prstGeom>
              <a:solidFill>
                <a:srgbClr val="8C8C8C"/>
              </a:solidFill>
              <a:ln>
                <a:noFill/>
              </a:ln>
              <a:effectLst/>
            </p:spPr>
            <p:txBody>
              <a:bodyPr rtlCol="0" anchor="ctr"/>
              <a:lstStyle/>
              <a:p>
                <a:pPr algn="ctr"/>
              </a:p>
            </p:txBody>
          </p:sp>
          <p:sp>
            <p:nvSpPr>
              <p:cNvPr id="1651" name="Noise cell"/>
              <p:cNvSpPr/>
              <p:nvPr/>
            </p:nvSpPr>
            <p:spPr>
              <a:xfrm>
                <a:off x="10601207" y="7662672"/>
                <a:ext cx="18770" cy="18928"/>
              </a:xfrm>
              <a:prstGeom prst="rect">
                <a:avLst/>
              </a:prstGeom>
              <a:solidFill>
                <a:srgbClr val="868686"/>
              </a:solidFill>
              <a:ln>
                <a:noFill/>
              </a:ln>
              <a:effectLst/>
            </p:spPr>
            <p:txBody>
              <a:bodyPr rtlCol="0" anchor="ctr"/>
              <a:lstStyle/>
              <a:p>
                <a:pPr algn="ctr"/>
              </a:p>
            </p:txBody>
          </p:sp>
          <p:sp>
            <p:nvSpPr>
              <p:cNvPr id="1652" name="Noise cell"/>
              <p:cNvSpPr/>
              <p:nvPr/>
            </p:nvSpPr>
            <p:spPr>
              <a:xfrm>
                <a:off x="10619337" y="7662672"/>
                <a:ext cx="18770" cy="18928"/>
              </a:xfrm>
              <a:prstGeom prst="rect">
                <a:avLst/>
              </a:prstGeom>
              <a:solidFill>
                <a:srgbClr val="979797"/>
              </a:solidFill>
              <a:ln>
                <a:noFill/>
              </a:ln>
              <a:effectLst/>
            </p:spPr>
            <p:txBody>
              <a:bodyPr rtlCol="0" anchor="ctr"/>
              <a:lstStyle/>
              <a:p>
                <a:pPr algn="ctr"/>
              </a:p>
            </p:txBody>
          </p:sp>
          <p:sp>
            <p:nvSpPr>
              <p:cNvPr id="1653" name="Noise cell"/>
              <p:cNvSpPr/>
              <p:nvPr/>
            </p:nvSpPr>
            <p:spPr>
              <a:xfrm>
                <a:off x="10637467" y="7662672"/>
                <a:ext cx="18770" cy="18928"/>
              </a:xfrm>
              <a:prstGeom prst="rect">
                <a:avLst/>
              </a:prstGeom>
              <a:solidFill>
                <a:srgbClr val="7A7A7A"/>
              </a:solidFill>
              <a:ln>
                <a:noFill/>
              </a:ln>
              <a:effectLst/>
            </p:spPr>
            <p:txBody>
              <a:bodyPr rtlCol="0" anchor="ctr"/>
              <a:lstStyle/>
              <a:p>
                <a:pPr algn="ctr"/>
              </a:p>
            </p:txBody>
          </p:sp>
          <p:sp>
            <p:nvSpPr>
              <p:cNvPr id="1654" name="Noise cell"/>
              <p:cNvSpPr/>
              <p:nvPr/>
            </p:nvSpPr>
            <p:spPr>
              <a:xfrm>
                <a:off x="10655598" y="7662672"/>
                <a:ext cx="18770" cy="18928"/>
              </a:xfrm>
              <a:prstGeom prst="rect">
                <a:avLst/>
              </a:prstGeom>
              <a:solidFill>
                <a:srgbClr val="9C9C9C"/>
              </a:solidFill>
              <a:ln>
                <a:noFill/>
              </a:ln>
              <a:effectLst/>
            </p:spPr>
            <p:txBody>
              <a:bodyPr rtlCol="0" anchor="ctr"/>
              <a:lstStyle/>
              <a:p>
                <a:pPr algn="ctr"/>
              </a:p>
            </p:txBody>
          </p:sp>
          <p:sp>
            <p:nvSpPr>
              <p:cNvPr id="1655" name="Noise cell"/>
              <p:cNvSpPr/>
              <p:nvPr/>
            </p:nvSpPr>
            <p:spPr>
              <a:xfrm>
                <a:off x="10673728" y="7662672"/>
                <a:ext cx="18770" cy="18928"/>
              </a:xfrm>
              <a:prstGeom prst="rect">
                <a:avLst/>
              </a:prstGeom>
              <a:solidFill>
                <a:srgbClr val="8A8A8A"/>
              </a:solidFill>
              <a:ln>
                <a:noFill/>
              </a:ln>
              <a:effectLst/>
            </p:spPr>
            <p:txBody>
              <a:bodyPr rtlCol="0" anchor="ctr"/>
              <a:lstStyle/>
              <a:p>
                <a:pPr algn="ctr"/>
              </a:p>
            </p:txBody>
          </p:sp>
          <p:sp>
            <p:nvSpPr>
              <p:cNvPr id="1656" name="Noise cell"/>
              <p:cNvSpPr/>
              <p:nvPr/>
            </p:nvSpPr>
            <p:spPr>
              <a:xfrm>
                <a:off x="10691858" y="7662672"/>
                <a:ext cx="18770" cy="18928"/>
              </a:xfrm>
              <a:prstGeom prst="rect">
                <a:avLst/>
              </a:prstGeom>
              <a:solidFill>
                <a:srgbClr val="8E8E8E"/>
              </a:solidFill>
              <a:ln>
                <a:noFill/>
              </a:ln>
              <a:effectLst/>
            </p:spPr>
            <p:txBody>
              <a:bodyPr rtlCol="0" anchor="ctr"/>
              <a:lstStyle/>
              <a:p>
                <a:pPr algn="ctr"/>
              </a:p>
            </p:txBody>
          </p:sp>
          <p:sp>
            <p:nvSpPr>
              <p:cNvPr id="1657" name="Noise cell"/>
              <p:cNvSpPr/>
              <p:nvPr/>
            </p:nvSpPr>
            <p:spPr>
              <a:xfrm>
                <a:off x="10709989" y="7662672"/>
                <a:ext cx="18770" cy="18928"/>
              </a:xfrm>
              <a:prstGeom prst="rect">
                <a:avLst/>
              </a:prstGeom>
              <a:solidFill>
                <a:srgbClr val="696969"/>
              </a:solidFill>
              <a:ln>
                <a:noFill/>
              </a:ln>
              <a:effectLst/>
            </p:spPr>
            <p:txBody>
              <a:bodyPr rtlCol="0" anchor="ctr"/>
              <a:lstStyle/>
              <a:p>
                <a:pPr algn="ctr"/>
              </a:p>
            </p:txBody>
          </p:sp>
          <p:sp>
            <p:nvSpPr>
              <p:cNvPr id="1658" name="Noise cell"/>
              <p:cNvSpPr/>
              <p:nvPr/>
            </p:nvSpPr>
            <p:spPr>
              <a:xfrm>
                <a:off x="10728119" y="7662672"/>
                <a:ext cx="18770" cy="18928"/>
              </a:xfrm>
              <a:prstGeom prst="rect">
                <a:avLst/>
              </a:prstGeom>
              <a:solidFill>
                <a:srgbClr val="6B6B6B"/>
              </a:solidFill>
              <a:ln>
                <a:noFill/>
              </a:ln>
              <a:effectLst/>
            </p:spPr>
            <p:txBody>
              <a:bodyPr rtlCol="0" anchor="ctr"/>
              <a:lstStyle/>
              <a:p>
                <a:pPr algn="ctr"/>
              </a:p>
            </p:txBody>
          </p:sp>
          <p:sp>
            <p:nvSpPr>
              <p:cNvPr id="1659" name="Noise cell"/>
              <p:cNvSpPr/>
              <p:nvPr/>
            </p:nvSpPr>
            <p:spPr>
              <a:xfrm>
                <a:off x="10746250" y="7662672"/>
                <a:ext cx="18770" cy="18928"/>
              </a:xfrm>
              <a:prstGeom prst="rect">
                <a:avLst/>
              </a:prstGeom>
              <a:solidFill>
                <a:srgbClr val="8A8A8A"/>
              </a:solidFill>
              <a:ln>
                <a:noFill/>
              </a:ln>
              <a:effectLst/>
            </p:spPr>
            <p:txBody>
              <a:bodyPr rtlCol="0" anchor="ctr"/>
              <a:lstStyle/>
              <a:p>
                <a:pPr algn="ctr"/>
              </a:p>
            </p:txBody>
          </p:sp>
          <p:sp>
            <p:nvSpPr>
              <p:cNvPr id="1660" name="Noise cell"/>
              <p:cNvSpPr/>
              <p:nvPr/>
            </p:nvSpPr>
            <p:spPr>
              <a:xfrm>
                <a:off x="10764380" y="7662672"/>
                <a:ext cx="18770" cy="18928"/>
              </a:xfrm>
              <a:prstGeom prst="rect">
                <a:avLst/>
              </a:prstGeom>
              <a:solidFill>
                <a:srgbClr val="898989"/>
              </a:solidFill>
              <a:ln>
                <a:noFill/>
              </a:ln>
              <a:effectLst/>
            </p:spPr>
            <p:txBody>
              <a:bodyPr rtlCol="0" anchor="ctr"/>
              <a:lstStyle/>
              <a:p>
                <a:pPr algn="ctr"/>
              </a:p>
            </p:txBody>
          </p:sp>
          <p:sp>
            <p:nvSpPr>
              <p:cNvPr id="1661" name="Noise cell"/>
              <p:cNvSpPr/>
              <p:nvPr/>
            </p:nvSpPr>
            <p:spPr>
              <a:xfrm>
                <a:off x="10782510" y="7662672"/>
                <a:ext cx="18770" cy="18928"/>
              </a:xfrm>
              <a:prstGeom prst="rect">
                <a:avLst/>
              </a:prstGeom>
              <a:solidFill>
                <a:srgbClr val="757575"/>
              </a:solidFill>
              <a:ln>
                <a:noFill/>
              </a:ln>
              <a:effectLst/>
            </p:spPr>
            <p:txBody>
              <a:bodyPr rtlCol="0" anchor="ctr"/>
              <a:lstStyle/>
              <a:p>
                <a:pPr algn="ctr"/>
              </a:p>
            </p:txBody>
          </p:sp>
          <p:sp>
            <p:nvSpPr>
              <p:cNvPr id="1662" name="Noise cell"/>
              <p:cNvSpPr/>
              <p:nvPr/>
            </p:nvSpPr>
            <p:spPr>
              <a:xfrm>
                <a:off x="10800641" y="7662672"/>
                <a:ext cx="18770" cy="18928"/>
              </a:xfrm>
              <a:prstGeom prst="rect">
                <a:avLst/>
              </a:prstGeom>
              <a:solidFill>
                <a:srgbClr val="848484"/>
              </a:solidFill>
              <a:ln>
                <a:noFill/>
              </a:ln>
              <a:effectLst/>
            </p:spPr>
            <p:txBody>
              <a:bodyPr rtlCol="0" anchor="ctr"/>
              <a:lstStyle/>
              <a:p>
                <a:pPr algn="ctr"/>
              </a:p>
            </p:txBody>
          </p:sp>
          <p:sp>
            <p:nvSpPr>
              <p:cNvPr id="1663" name="Noise cell"/>
              <p:cNvSpPr/>
              <p:nvPr/>
            </p:nvSpPr>
            <p:spPr>
              <a:xfrm>
                <a:off x="10818771" y="7662672"/>
                <a:ext cx="18770" cy="18928"/>
              </a:xfrm>
              <a:prstGeom prst="rect">
                <a:avLst/>
              </a:prstGeom>
              <a:solidFill>
                <a:srgbClr val="7D7D7D"/>
              </a:solidFill>
              <a:ln>
                <a:noFill/>
              </a:ln>
              <a:effectLst/>
            </p:spPr>
            <p:txBody>
              <a:bodyPr rtlCol="0" anchor="ctr"/>
              <a:lstStyle/>
              <a:p>
                <a:pPr algn="ctr"/>
              </a:p>
            </p:txBody>
          </p:sp>
          <p:sp>
            <p:nvSpPr>
              <p:cNvPr id="1664" name="Noise cell"/>
              <p:cNvSpPr/>
              <p:nvPr/>
            </p:nvSpPr>
            <p:spPr>
              <a:xfrm>
                <a:off x="10836901" y="7662672"/>
                <a:ext cx="18770" cy="18928"/>
              </a:xfrm>
              <a:prstGeom prst="rect">
                <a:avLst/>
              </a:prstGeom>
              <a:solidFill>
                <a:srgbClr val="898989"/>
              </a:solidFill>
              <a:ln>
                <a:noFill/>
              </a:ln>
              <a:effectLst/>
            </p:spPr>
            <p:txBody>
              <a:bodyPr rtlCol="0" anchor="ctr"/>
              <a:lstStyle/>
              <a:p>
                <a:pPr algn="ctr"/>
              </a:p>
            </p:txBody>
          </p:sp>
          <p:sp>
            <p:nvSpPr>
              <p:cNvPr id="1665" name="Noise cell"/>
              <p:cNvSpPr/>
              <p:nvPr/>
            </p:nvSpPr>
            <p:spPr>
              <a:xfrm>
                <a:off x="10855032" y="7662672"/>
                <a:ext cx="18770" cy="18928"/>
              </a:xfrm>
              <a:prstGeom prst="rect">
                <a:avLst/>
              </a:prstGeom>
              <a:solidFill>
                <a:srgbClr val="7C7C7C"/>
              </a:solidFill>
              <a:ln>
                <a:noFill/>
              </a:ln>
              <a:effectLst/>
            </p:spPr>
            <p:txBody>
              <a:bodyPr rtlCol="0" anchor="ctr"/>
              <a:lstStyle/>
              <a:p>
                <a:pPr algn="ctr"/>
              </a:p>
            </p:txBody>
          </p:sp>
          <p:sp>
            <p:nvSpPr>
              <p:cNvPr id="1666" name="Noise cell"/>
              <p:cNvSpPr/>
              <p:nvPr/>
            </p:nvSpPr>
            <p:spPr>
              <a:xfrm>
                <a:off x="10873162" y="7662672"/>
                <a:ext cx="18770" cy="18928"/>
              </a:xfrm>
              <a:prstGeom prst="rect">
                <a:avLst/>
              </a:prstGeom>
              <a:solidFill>
                <a:srgbClr val="919191"/>
              </a:solidFill>
              <a:ln>
                <a:noFill/>
              </a:ln>
              <a:effectLst/>
            </p:spPr>
            <p:txBody>
              <a:bodyPr rtlCol="0" anchor="ctr"/>
              <a:lstStyle/>
              <a:p>
                <a:pPr algn="ctr"/>
              </a:p>
            </p:txBody>
          </p:sp>
          <p:sp>
            <p:nvSpPr>
              <p:cNvPr id="1667" name="Noise cell"/>
              <p:cNvSpPr/>
              <p:nvPr/>
            </p:nvSpPr>
            <p:spPr>
              <a:xfrm>
                <a:off x="10891292" y="7662672"/>
                <a:ext cx="18770" cy="18928"/>
              </a:xfrm>
              <a:prstGeom prst="rect">
                <a:avLst/>
              </a:prstGeom>
              <a:solidFill>
                <a:srgbClr val="6C6C6C"/>
              </a:solidFill>
              <a:ln>
                <a:noFill/>
              </a:ln>
              <a:effectLst/>
            </p:spPr>
            <p:txBody>
              <a:bodyPr rtlCol="0" anchor="ctr"/>
              <a:lstStyle/>
              <a:p>
                <a:pPr algn="ctr"/>
              </a:p>
            </p:txBody>
          </p:sp>
          <p:sp>
            <p:nvSpPr>
              <p:cNvPr id="1668" name="Noise cell"/>
              <p:cNvSpPr/>
              <p:nvPr/>
            </p:nvSpPr>
            <p:spPr>
              <a:xfrm>
                <a:off x="10909423" y="7662672"/>
                <a:ext cx="18770" cy="18928"/>
              </a:xfrm>
              <a:prstGeom prst="rect">
                <a:avLst/>
              </a:prstGeom>
              <a:solidFill>
                <a:srgbClr val="6E6E6E"/>
              </a:solidFill>
              <a:ln>
                <a:noFill/>
              </a:ln>
              <a:effectLst/>
            </p:spPr>
            <p:txBody>
              <a:bodyPr rtlCol="0" anchor="ctr"/>
              <a:lstStyle/>
              <a:p>
                <a:pPr algn="ctr"/>
              </a:p>
            </p:txBody>
          </p:sp>
          <p:sp>
            <p:nvSpPr>
              <p:cNvPr id="1669" name="Noise cell"/>
              <p:cNvSpPr/>
              <p:nvPr/>
            </p:nvSpPr>
            <p:spPr>
              <a:xfrm>
                <a:off x="10927553" y="7662672"/>
                <a:ext cx="18770" cy="18928"/>
              </a:xfrm>
              <a:prstGeom prst="rect">
                <a:avLst/>
              </a:prstGeom>
              <a:solidFill>
                <a:srgbClr val="969696"/>
              </a:solidFill>
              <a:ln>
                <a:noFill/>
              </a:ln>
              <a:effectLst/>
            </p:spPr>
            <p:txBody>
              <a:bodyPr rtlCol="0" anchor="ctr"/>
              <a:lstStyle/>
              <a:p>
                <a:pPr algn="ctr"/>
              </a:p>
            </p:txBody>
          </p:sp>
          <p:sp>
            <p:nvSpPr>
              <p:cNvPr id="1670" name="Noise cell"/>
              <p:cNvSpPr/>
              <p:nvPr/>
            </p:nvSpPr>
            <p:spPr>
              <a:xfrm>
                <a:off x="10945683" y="7662672"/>
                <a:ext cx="18770" cy="18928"/>
              </a:xfrm>
              <a:prstGeom prst="rect">
                <a:avLst/>
              </a:prstGeom>
              <a:solidFill>
                <a:srgbClr val="9D9D9D"/>
              </a:solidFill>
              <a:ln>
                <a:noFill/>
              </a:ln>
              <a:effectLst/>
            </p:spPr>
            <p:txBody>
              <a:bodyPr rtlCol="0" anchor="ctr"/>
              <a:lstStyle/>
              <a:p>
                <a:pPr algn="ctr"/>
              </a:p>
            </p:txBody>
          </p:sp>
          <p:sp>
            <p:nvSpPr>
              <p:cNvPr id="1671" name="Noise cell"/>
              <p:cNvSpPr/>
              <p:nvPr/>
            </p:nvSpPr>
            <p:spPr>
              <a:xfrm>
                <a:off x="10963814" y="7662672"/>
                <a:ext cx="18770" cy="18928"/>
              </a:xfrm>
              <a:prstGeom prst="rect">
                <a:avLst/>
              </a:prstGeom>
              <a:solidFill>
                <a:srgbClr val="727272"/>
              </a:solidFill>
              <a:ln>
                <a:noFill/>
              </a:ln>
              <a:effectLst/>
            </p:spPr>
            <p:txBody>
              <a:bodyPr rtlCol="0" anchor="ctr"/>
              <a:lstStyle/>
              <a:p>
                <a:pPr algn="ctr"/>
              </a:p>
            </p:txBody>
          </p:sp>
          <p:sp>
            <p:nvSpPr>
              <p:cNvPr id="1672" name="Noise cell"/>
              <p:cNvSpPr/>
              <p:nvPr/>
            </p:nvSpPr>
            <p:spPr>
              <a:xfrm>
                <a:off x="9930384" y="7680960"/>
                <a:ext cx="18770" cy="18928"/>
              </a:xfrm>
              <a:prstGeom prst="rect">
                <a:avLst/>
              </a:prstGeom>
              <a:solidFill>
                <a:srgbClr val="9D9D9D"/>
              </a:solidFill>
              <a:ln>
                <a:noFill/>
              </a:ln>
              <a:effectLst/>
            </p:spPr>
            <p:txBody>
              <a:bodyPr rtlCol="0" anchor="ctr"/>
              <a:lstStyle/>
              <a:p>
                <a:pPr algn="ctr"/>
              </a:p>
            </p:txBody>
          </p:sp>
          <p:sp>
            <p:nvSpPr>
              <p:cNvPr id="1673" name="Noise cell"/>
              <p:cNvSpPr/>
              <p:nvPr/>
            </p:nvSpPr>
            <p:spPr>
              <a:xfrm>
                <a:off x="9948514" y="7680960"/>
                <a:ext cx="18770" cy="18928"/>
              </a:xfrm>
              <a:prstGeom prst="rect">
                <a:avLst/>
              </a:prstGeom>
              <a:solidFill>
                <a:srgbClr val="757575"/>
              </a:solidFill>
              <a:ln>
                <a:noFill/>
              </a:ln>
              <a:effectLst/>
            </p:spPr>
            <p:txBody>
              <a:bodyPr rtlCol="0" anchor="ctr"/>
              <a:lstStyle/>
              <a:p>
                <a:pPr algn="ctr"/>
              </a:p>
            </p:txBody>
          </p:sp>
          <p:sp>
            <p:nvSpPr>
              <p:cNvPr id="1674" name="Noise cell"/>
              <p:cNvSpPr/>
              <p:nvPr/>
            </p:nvSpPr>
            <p:spPr>
              <a:xfrm>
                <a:off x="9966645" y="7680960"/>
                <a:ext cx="18770" cy="18928"/>
              </a:xfrm>
              <a:prstGeom prst="rect">
                <a:avLst/>
              </a:prstGeom>
              <a:solidFill>
                <a:srgbClr val="909090"/>
              </a:solidFill>
              <a:ln>
                <a:noFill/>
              </a:ln>
              <a:effectLst/>
            </p:spPr>
            <p:txBody>
              <a:bodyPr rtlCol="0" anchor="ctr"/>
              <a:lstStyle/>
              <a:p>
                <a:pPr algn="ctr"/>
              </a:p>
            </p:txBody>
          </p:sp>
          <p:sp>
            <p:nvSpPr>
              <p:cNvPr id="1675" name="Noise cell"/>
              <p:cNvSpPr/>
              <p:nvPr/>
            </p:nvSpPr>
            <p:spPr>
              <a:xfrm>
                <a:off x="9984775" y="7680960"/>
                <a:ext cx="18770" cy="18928"/>
              </a:xfrm>
              <a:prstGeom prst="rect">
                <a:avLst/>
              </a:prstGeom>
              <a:solidFill>
                <a:srgbClr val="838383"/>
              </a:solidFill>
              <a:ln>
                <a:noFill/>
              </a:ln>
              <a:effectLst/>
            </p:spPr>
            <p:txBody>
              <a:bodyPr rtlCol="0" anchor="ctr"/>
              <a:lstStyle/>
              <a:p>
                <a:pPr algn="ctr"/>
              </a:p>
            </p:txBody>
          </p:sp>
          <p:sp>
            <p:nvSpPr>
              <p:cNvPr id="1676" name="Noise cell"/>
              <p:cNvSpPr/>
              <p:nvPr/>
            </p:nvSpPr>
            <p:spPr>
              <a:xfrm>
                <a:off x="10002905" y="7680960"/>
                <a:ext cx="18770" cy="18928"/>
              </a:xfrm>
              <a:prstGeom prst="rect">
                <a:avLst/>
              </a:prstGeom>
              <a:solidFill>
                <a:srgbClr val="919191"/>
              </a:solidFill>
              <a:ln>
                <a:noFill/>
              </a:ln>
              <a:effectLst/>
            </p:spPr>
            <p:txBody>
              <a:bodyPr rtlCol="0" anchor="ctr"/>
              <a:lstStyle/>
              <a:p>
                <a:pPr algn="ctr"/>
              </a:p>
            </p:txBody>
          </p:sp>
          <p:sp>
            <p:nvSpPr>
              <p:cNvPr id="1677" name="Noise cell"/>
              <p:cNvSpPr/>
              <p:nvPr/>
            </p:nvSpPr>
            <p:spPr>
              <a:xfrm>
                <a:off x="10021036" y="7680960"/>
                <a:ext cx="18770" cy="18928"/>
              </a:xfrm>
              <a:prstGeom prst="rect">
                <a:avLst/>
              </a:prstGeom>
              <a:solidFill>
                <a:srgbClr val="959595"/>
              </a:solidFill>
              <a:ln>
                <a:noFill/>
              </a:ln>
              <a:effectLst/>
            </p:spPr>
            <p:txBody>
              <a:bodyPr rtlCol="0" anchor="ctr"/>
              <a:lstStyle/>
              <a:p>
                <a:pPr algn="ctr"/>
              </a:p>
            </p:txBody>
          </p:sp>
          <p:sp>
            <p:nvSpPr>
              <p:cNvPr id="1678" name="Noise cell"/>
              <p:cNvSpPr/>
              <p:nvPr/>
            </p:nvSpPr>
            <p:spPr>
              <a:xfrm>
                <a:off x="10039166" y="7680960"/>
                <a:ext cx="18770" cy="18928"/>
              </a:xfrm>
              <a:prstGeom prst="rect">
                <a:avLst/>
              </a:prstGeom>
              <a:solidFill>
                <a:srgbClr val="787878"/>
              </a:solidFill>
              <a:ln>
                <a:noFill/>
              </a:ln>
              <a:effectLst/>
            </p:spPr>
            <p:txBody>
              <a:bodyPr rtlCol="0" anchor="ctr"/>
              <a:lstStyle/>
              <a:p>
                <a:pPr algn="ctr"/>
              </a:p>
            </p:txBody>
          </p:sp>
          <p:sp>
            <p:nvSpPr>
              <p:cNvPr id="1679" name="Noise cell"/>
              <p:cNvSpPr/>
              <p:nvPr/>
            </p:nvSpPr>
            <p:spPr>
              <a:xfrm>
                <a:off x="10057296" y="7680960"/>
                <a:ext cx="18770" cy="18928"/>
              </a:xfrm>
              <a:prstGeom prst="rect">
                <a:avLst/>
              </a:prstGeom>
              <a:solidFill>
                <a:srgbClr val="8D8D8D"/>
              </a:solidFill>
              <a:ln>
                <a:noFill/>
              </a:ln>
              <a:effectLst/>
            </p:spPr>
            <p:txBody>
              <a:bodyPr rtlCol="0" anchor="ctr"/>
              <a:lstStyle/>
              <a:p>
                <a:pPr algn="ctr"/>
              </a:p>
            </p:txBody>
          </p:sp>
          <p:sp>
            <p:nvSpPr>
              <p:cNvPr id="1680" name="Noise cell"/>
              <p:cNvSpPr/>
              <p:nvPr/>
            </p:nvSpPr>
            <p:spPr>
              <a:xfrm>
                <a:off x="10075427" y="7680960"/>
                <a:ext cx="18770" cy="18928"/>
              </a:xfrm>
              <a:prstGeom prst="rect">
                <a:avLst/>
              </a:prstGeom>
              <a:solidFill>
                <a:srgbClr val="A5A5A5"/>
              </a:solidFill>
              <a:ln>
                <a:noFill/>
              </a:ln>
              <a:effectLst/>
            </p:spPr>
            <p:txBody>
              <a:bodyPr rtlCol="0" anchor="ctr"/>
              <a:lstStyle/>
              <a:p>
                <a:pPr algn="ctr"/>
              </a:p>
            </p:txBody>
          </p:sp>
          <p:sp>
            <p:nvSpPr>
              <p:cNvPr id="1681" name="Noise cell"/>
              <p:cNvSpPr/>
              <p:nvPr/>
            </p:nvSpPr>
            <p:spPr>
              <a:xfrm>
                <a:off x="10093557" y="7680960"/>
                <a:ext cx="18770" cy="18928"/>
              </a:xfrm>
              <a:prstGeom prst="rect">
                <a:avLst/>
              </a:prstGeom>
              <a:solidFill>
                <a:srgbClr val="646464"/>
              </a:solidFill>
              <a:ln>
                <a:noFill/>
              </a:ln>
              <a:effectLst/>
            </p:spPr>
            <p:txBody>
              <a:bodyPr rtlCol="0" anchor="ctr"/>
              <a:lstStyle/>
              <a:p>
                <a:pPr algn="ctr"/>
              </a:p>
            </p:txBody>
          </p:sp>
          <p:sp>
            <p:nvSpPr>
              <p:cNvPr id="1682" name="Noise cell"/>
              <p:cNvSpPr/>
              <p:nvPr/>
            </p:nvSpPr>
            <p:spPr>
              <a:xfrm>
                <a:off x="10111687" y="7680960"/>
                <a:ext cx="18770" cy="18928"/>
              </a:xfrm>
              <a:prstGeom prst="rect">
                <a:avLst/>
              </a:prstGeom>
              <a:solidFill>
                <a:srgbClr val="848484"/>
              </a:solidFill>
              <a:ln>
                <a:noFill/>
              </a:ln>
              <a:effectLst/>
            </p:spPr>
            <p:txBody>
              <a:bodyPr rtlCol="0" anchor="ctr"/>
              <a:lstStyle/>
              <a:p>
                <a:pPr algn="ctr"/>
              </a:p>
            </p:txBody>
          </p:sp>
          <p:sp>
            <p:nvSpPr>
              <p:cNvPr id="1683" name="Noise cell"/>
              <p:cNvSpPr/>
              <p:nvPr/>
            </p:nvSpPr>
            <p:spPr>
              <a:xfrm>
                <a:off x="10129818" y="7680960"/>
                <a:ext cx="18770" cy="18928"/>
              </a:xfrm>
              <a:prstGeom prst="rect">
                <a:avLst/>
              </a:prstGeom>
              <a:solidFill>
                <a:srgbClr val="8A8A8A"/>
              </a:solidFill>
              <a:ln>
                <a:noFill/>
              </a:ln>
              <a:effectLst/>
            </p:spPr>
            <p:txBody>
              <a:bodyPr rtlCol="0" anchor="ctr"/>
              <a:lstStyle/>
              <a:p>
                <a:pPr algn="ctr"/>
              </a:p>
            </p:txBody>
          </p:sp>
          <p:sp>
            <p:nvSpPr>
              <p:cNvPr id="1684" name="Noise cell"/>
              <p:cNvSpPr/>
              <p:nvPr/>
            </p:nvSpPr>
            <p:spPr>
              <a:xfrm>
                <a:off x="10147948" y="7680960"/>
                <a:ext cx="18770" cy="18928"/>
              </a:xfrm>
              <a:prstGeom prst="rect">
                <a:avLst/>
              </a:prstGeom>
              <a:solidFill>
                <a:srgbClr val="999999"/>
              </a:solidFill>
              <a:ln>
                <a:noFill/>
              </a:ln>
              <a:effectLst/>
            </p:spPr>
            <p:txBody>
              <a:bodyPr rtlCol="0" anchor="ctr"/>
              <a:lstStyle/>
              <a:p>
                <a:pPr algn="ctr"/>
              </a:p>
            </p:txBody>
          </p:sp>
          <p:sp>
            <p:nvSpPr>
              <p:cNvPr id="1685" name="Noise cell"/>
              <p:cNvSpPr/>
              <p:nvPr/>
            </p:nvSpPr>
            <p:spPr>
              <a:xfrm>
                <a:off x="10166078" y="7680960"/>
                <a:ext cx="18770" cy="18928"/>
              </a:xfrm>
              <a:prstGeom prst="rect">
                <a:avLst/>
              </a:prstGeom>
              <a:solidFill>
                <a:srgbClr val="767676"/>
              </a:solidFill>
              <a:ln>
                <a:noFill/>
              </a:ln>
              <a:effectLst/>
            </p:spPr>
            <p:txBody>
              <a:bodyPr rtlCol="0" anchor="ctr"/>
              <a:lstStyle/>
              <a:p>
                <a:pPr algn="ctr"/>
              </a:p>
            </p:txBody>
          </p:sp>
          <p:sp>
            <p:nvSpPr>
              <p:cNvPr id="1686" name="Noise cell"/>
              <p:cNvSpPr/>
              <p:nvPr/>
            </p:nvSpPr>
            <p:spPr>
              <a:xfrm>
                <a:off x="10184209" y="7680960"/>
                <a:ext cx="18770" cy="18928"/>
              </a:xfrm>
              <a:prstGeom prst="rect">
                <a:avLst/>
              </a:prstGeom>
              <a:solidFill>
                <a:srgbClr val="777777"/>
              </a:solidFill>
              <a:ln>
                <a:noFill/>
              </a:ln>
              <a:effectLst/>
            </p:spPr>
            <p:txBody>
              <a:bodyPr rtlCol="0" anchor="ctr"/>
              <a:lstStyle/>
              <a:p>
                <a:pPr algn="ctr"/>
              </a:p>
            </p:txBody>
          </p:sp>
          <p:sp>
            <p:nvSpPr>
              <p:cNvPr id="1687" name="Noise cell"/>
              <p:cNvSpPr/>
              <p:nvPr/>
            </p:nvSpPr>
            <p:spPr>
              <a:xfrm>
                <a:off x="10202339" y="7680960"/>
                <a:ext cx="18770" cy="18928"/>
              </a:xfrm>
              <a:prstGeom prst="rect">
                <a:avLst/>
              </a:prstGeom>
              <a:solidFill>
                <a:srgbClr val="909090"/>
              </a:solidFill>
              <a:ln>
                <a:noFill/>
              </a:ln>
              <a:effectLst/>
            </p:spPr>
            <p:txBody>
              <a:bodyPr rtlCol="0" anchor="ctr"/>
              <a:lstStyle/>
              <a:p>
                <a:pPr algn="ctr"/>
              </a:p>
            </p:txBody>
          </p:sp>
          <p:sp>
            <p:nvSpPr>
              <p:cNvPr id="1688" name="Noise cell"/>
              <p:cNvSpPr/>
              <p:nvPr/>
            </p:nvSpPr>
            <p:spPr>
              <a:xfrm>
                <a:off x="10220470" y="7680960"/>
                <a:ext cx="18770" cy="18928"/>
              </a:xfrm>
              <a:prstGeom prst="rect">
                <a:avLst/>
              </a:prstGeom>
              <a:solidFill>
                <a:srgbClr val="909090"/>
              </a:solidFill>
              <a:ln>
                <a:noFill/>
              </a:ln>
              <a:effectLst/>
            </p:spPr>
            <p:txBody>
              <a:bodyPr rtlCol="0" anchor="ctr"/>
              <a:lstStyle/>
              <a:p>
                <a:pPr algn="ctr"/>
              </a:p>
            </p:txBody>
          </p:sp>
          <p:sp>
            <p:nvSpPr>
              <p:cNvPr id="1689" name="Noise cell"/>
              <p:cNvSpPr/>
              <p:nvPr/>
            </p:nvSpPr>
            <p:spPr>
              <a:xfrm>
                <a:off x="10238600" y="7680960"/>
                <a:ext cx="18770" cy="18928"/>
              </a:xfrm>
              <a:prstGeom prst="rect">
                <a:avLst/>
              </a:prstGeom>
              <a:solidFill>
                <a:srgbClr val="7D7D7D"/>
              </a:solidFill>
              <a:ln>
                <a:noFill/>
              </a:ln>
              <a:effectLst/>
            </p:spPr>
            <p:txBody>
              <a:bodyPr rtlCol="0" anchor="ctr"/>
              <a:lstStyle/>
              <a:p>
                <a:pPr algn="ctr"/>
              </a:p>
            </p:txBody>
          </p:sp>
          <p:sp>
            <p:nvSpPr>
              <p:cNvPr id="1690" name="Noise cell"/>
              <p:cNvSpPr/>
              <p:nvPr/>
            </p:nvSpPr>
            <p:spPr>
              <a:xfrm>
                <a:off x="10256730" y="7680960"/>
                <a:ext cx="18770" cy="18928"/>
              </a:xfrm>
              <a:prstGeom prst="rect">
                <a:avLst/>
              </a:prstGeom>
              <a:solidFill>
                <a:srgbClr val="929292"/>
              </a:solidFill>
              <a:ln>
                <a:noFill/>
              </a:ln>
              <a:effectLst/>
            </p:spPr>
            <p:txBody>
              <a:bodyPr rtlCol="0" anchor="ctr"/>
              <a:lstStyle/>
              <a:p>
                <a:pPr algn="ctr"/>
              </a:p>
            </p:txBody>
          </p:sp>
          <p:sp>
            <p:nvSpPr>
              <p:cNvPr id="1691" name="Noise cell"/>
              <p:cNvSpPr/>
              <p:nvPr/>
            </p:nvSpPr>
            <p:spPr>
              <a:xfrm>
                <a:off x="10274861" y="7680960"/>
                <a:ext cx="18770" cy="18928"/>
              </a:xfrm>
              <a:prstGeom prst="rect">
                <a:avLst/>
              </a:prstGeom>
              <a:solidFill>
                <a:srgbClr val="8C8C8C"/>
              </a:solidFill>
              <a:ln>
                <a:noFill/>
              </a:ln>
              <a:effectLst/>
            </p:spPr>
            <p:txBody>
              <a:bodyPr rtlCol="0" anchor="ctr"/>
              <a:lstStyle/>
              <a:p>
                <a:pPr algn="ctr"/>
              </a:p>
            </p:txBody>
          </p:sp>
          <p:sp>
            <p:nvSpPr>
              <p:cNvPr id="1692" name="Noise cell"/>
              <p:cNvSpPr/>
              <p:nvPr/>
            </p:nvSpPr>
            <p:spPr>
              <a:xfrm>
                <a:off x="10292991" y="7680960"/>
                <a:ext cx="18770" cy="18928"/>
              </a:xfrm>
              <a:prstGeom prst="rect">
                <a:avLst/>
              </a:prstGeom>
              <a:solidFill>
                <a:srgbClr val="747474"/>
              </a:solidFill>
              <a:ln>
                <a:noFill/>
              </a:ln>
              <a:effectLst/>
            </p:spPr>
            <p:txBody>
              <a:bodyPr rtlCol="0" anchor="ctr"/>
              <a:lstStyle/>
              <a:p>
                <a:pPr algn="ctr"/>
              </a:p>
            </p:txBody>
          </p:sp>
          <p:sp>
            <p:nvSpPr>
              <p:cNvPr id="1693" name="Noise cell"/>
              <p:cNvSpPr/>
              <p:nvPr/>
            </p:nvSpPr>
            <p:spPr>
              <a:xfrm>
                <a:off x="10311121" y="7680960"/>
                <a:ext cx="18770" cy="18928"/>
              </a:xfrm>
              <a:prstGeom prst="rect">
                <a:avLst/>
              </a:prstGeom>
              <a:solidFill>
                <a:srgbClr val="616161"/>
              </a:solidFill>
              <a:ln>
                <a:noFill/>
              </a:ln>
              <a:effectLst/>
            </p:spPr>
            <p:txBody>
              <a:bodyPr rtlCol="0" anchor="ctr"/>
              <a:lstStyle/>
              <a:p>
                <a:pPr algn="ctr"/>
              </a:p>
            </p:txBody>
          </p:sp>
          <p:sp>
            <p:nvSpPr>
              <p:cNvPr id="1694" name="Noise cell"/>
              <p:cNvSpPr/>
              <p:nvPr/>
            </p:nvSpPr>
            <p:spPr>
              <a:xfrm>
                <a:off x="10329252" y="7680960"/>
                <a:ext cx="18770" cy="18928"/>
              </a:xfrm>
              <a:prstGeom prst="rect">
                <a:avLst/>
              </a:prstGeom>
              <a:solidFill>
                <a:srgbClr val="858585"/>
              </a:solidFill>
              <a:ln>
                <a:noFill/>
              </a:ln>
              <a:effectLst/>
            </p:spPr>
            <p:txBody>
              <a:bodyPr rtlCol="0" anchor="ctr"/>
              <a:lstStyle/>
              <a:p>
                <a:pPr algn="ctr"/>
              </a:p>
            </p:txBody>
          </p:sp>
          <p:sp>
            <p:nvSpPr>
              <p:cNvPr id="1695" name="Noise cell"/>
              <p:cNvSpPr/>
              <p:nvPr/>
            </p:nvSpPr>
            <p:spPr>
              <a:xfrm>
                <a:off x="10347382" y="7680960"/>
                <a:ext cx="18770" cy="18928"/>
              </a:xfrm>
              <a:prstGeom prst="rect">
                <a:avLst/>
              </a:prstGeom>
              <a:solidFill>
                <a:srgbClr val="929292"/>
              </a:solidFill>
              <a:ln>
                <a:noFill/>
              </a:ln>
              <a:effectLst/>
            </p:spPr>
            <p:txBody>
              <a:bodyPr rtlCol="0" anchor="ctr"/>
              <a:lstStyle/>
              <a:p>
                <a:pPr algn="ctr"/>
              </a:p>
            </p:txBody>
          </p:sp>
          <p:sp>
            <p:nvSpPr>
              <p:cNvPr id="1696" name="Noise cell"/>
              <p:cNvSpPr/>
              <p:nvPr/>
            </p:nvSpPr>
            <p:spPr>
              <a:xfrm>
                <a:off x="10365512" y="7680960"/>
                <a:ext cx="18770" cy="18928"/>
              </a:xfrm>
              <a:prstGeom prst="rect">
                <a:avLst/>
              </a:prstGeom>
              <a:solidFill>
                <a:srgbClr val="797979"/>
              </a:solidFill>
              <a:ln>
                <a:noFill/>
              </a:ln>
              <a:effectLst/>
            </p:spPr>
            <p:txBody>
              <a:bodyPr rtlCol="0" anchor="ctr"/>
              <a:lstStyle/>
              <a:p>
                <a:pPr algn="ctr"/>
              </a:p>
            </p:txBody>
          </p:sp>
          <p:sp>
            <p:nvSpPr>
              <p:cNvPr id="1697" name="Noise cell"/>
              <p:cNvSpPr/>
              <p:nvPr/>
            </p:nvSpPr>
            <p:spPr>
              <a:xfrm>
                <a:off x="10383643" y="7680960"/>
                <a:ext cx="18770" cy="18928"/>
              </a:xfrm>
              <a:prstGeom prst="rect">
                <a:avLst/>
              </a:prstGeom>
              <a:solidFill>
                <a:srgbClr val="818181"/>
              </a:solidFill>
              <a:ln>
                <a:noFill/>
              </a:ln>
              <a:effectLst/>
            </p:spPr>
            <p:txBody>
              <a:bodyPr rtlCol="0" anchor="ctr"/>
              <a:lstStyle/>
              <a:p>
                <a:pPr algn="ctr"/>
              </a:p>
            </p:txBody>
          </p:sp>
          <p:sp>
            <p:nvSpPr>
              <p:cNvPr id="1698" name="Noise cell"/>
              <p:cNvSpPr/>
              <p:nvPr/>
            </p:nvSpPr>
            <p:spPr>
              <a:xfrm>
                <a:off x="10401773" y="7680960"/>
                <a:ext cx="18770" cy="18928"/>
              </a:xfrm>
              <a:prstGeom prst="rect">
                <a:avLst/>
              </a:prstGeom>
              <a:solidFill>
                <a:srgbClr val="9F9F9F"/>
              </a:solidFill>
              <a:ln>
                <a:noFill/>
              </a:ln>
              <a:effectLst/>
            </p:spPr>
            <p:txBody>
              <a:bodyPr rtlCol="0" anchor="ctr"/>
              <a:lstStyle/>
              <a:p>
                <a:pPr algn="ctr"/>
              </a:p>
            </p:txBody>
          </p:sp>
          <p:sp>
            <p:nvSpPr>
              <p:cNvPr id="1699" name="Noise cell"/>
              <p:cNvSpPr/>
              <p:nvPr/>
            </p:nvSpPr>
            <p:spPr>
              <a:xfrm>
                <a:off x="10419903" y="7680960"/>
                <a:ext cx="18770" cy="18928"/>
              </a:xfrm>
              <a:prstGeom prst="rect">
                <a:avLst/>
              </a:prstGeom>
              <a:solidFill>
                <a:srgbClr val="8C8C8C"/>
              </a:solidFill>
              <a:ln>
                <a:noFill/>
              </a:ln>
              <a:effectLst/>
            </p:spPr>
            <p:txBody>
              <a:bodyPr rtlCol="0" anchor="ctr"/>
              <a:lstStyle/>
              <a:p>
                <a:pPr algn="ctr"/>
              </a:p>
            </p:txBody>
          </p:sp>
          <p:sp>
            <p:nvSpPr>
              <p:cNvPr id="1700" name="Noise cell"/>
              <p:cNvSpPr/>
              <p:nvPr/>
            </p:nvSpPr>
            <p:spPr>
              <a:xfrm>
                <a:off x="10438034" y="7680960"/>
                <a:ext cx="18770" cy="18928"/>
              </a:xfrm>
              <a:prstGeom prst="rect">
                <a:avLst/>
              </a:prstGeom>
              <a:solidFill>
                <a:srgbClr val="707070"/>
              </a:solidFill>
              <a:ln>
                <a:noFill/>
              </a:ln>
              <a:effectLst/>
            </p:spPr>
            <p:txBody>
              <a:bodyPr rtlCol="0" anchor="ctr"/>
              <a:lstStyle/>
              <a:p>
                <a:pPr algn="ctr"/>
              </a:p>
            </p:txBody>
          </p:sp>
          <p:sp>
            <p:nvSpPr>
              <p:cNvPr id="1701" name="Noise cell"/>
              <p:cNvSpPr/>
              <p:nvPr/>
            </p:nvSpPr>
            <p:spPr>
              <a:xfrm>
                <a:off x="10456164" y="7680960"/>
                <a:ext cx="18770" cy="18928"/>
              </a:xfrm>
              <a:prstGeom prst="rect">
                <a:avLst/>
              </a:prstGeom>
              <a:solidFill>
                <a:srgbClr val="676767"/>
              </a:solidFill>
              <a:ln>
                <a:noFill/>
              </a:ln>
              <a:effectLst/>
            </p:spPr>
            <p:txBody>
              <a:bodyPr rtlCol="0" anchor="ctr"/>
              <a:lstStyle/>
              <a:p>
                <a:pPr algn="ctr"/>
              </a:p>
            </p:txBody>
          </p:sp>
          <p:sp>
            <p:nvSpPr>
              <p:cNvPr id="1702" name="Noise cell"/>
              <p:cNvSpPr/>
              <p:nvPr/>
            </p:nvSpPr>
            <p:spPr>
              <a:xfrm>
                <a:off x="10474294" y="7680960"/>
                <a:ext cx="18770" cy="18928"/>
              </a:xfrm>
              <a:prstGeom prst="rect">
                <a:avLst/>
              </a:prstGeom>
              <a:solidFill>
                <a:srgbClr val="8E8E8E"/>
              </a:solidFill>
              <a:ln>
                <a:noFill/>
              </a:ln>
              <a:effectLst/>
            </p:spPr>
            <p:txBody>
              <a:bodyPr rtlCol="0" anchor="ctr"/>
              <a:lstStyle/>
              <a:p>
                <a:pPr algn="ctr"/>
              </a:p>
            </p:txBody>
          </p:sp>
          <p:sp>
            <p:nvSpPr>
              <p:cNvPr id="1703" name="Noise cell"/>
              <p:cNvSpPr/>
              <p:nvPr/>
            </p:nvSpPr>
            <p:spPr>
              <a:xfrm>
                <a:off x="10492425" y="7680960"/>
                <a:ext cx="18770" cy="18928"/>
              </a:xfrm>
              <a:prstGeom prst="rect">
                <a:avLst/>
              </a:prstGeom>
              <a:solidFill>
                <a:srgbClr val="A3A3A3"/>
              </a:solidFill>
              <a:ln>
                <a:noFill/>
              </a:ln>
              <a:effectLst/>
            </p:spPr>
            <p:txBody>
              <a:bodyPr rtlCol="0" anchor="ctr"/>
              <a:lstStyle/>
              <a:p>
                <a:pPr algn="ctr"/>
              </a:p>
            </p:txBody>
          </p:sp>
          <p:sp>
            <p:nvSpPr>
              <p:cNvPr id="1704" name="Noise cell"/>
              <p:cNvSpPr/>
              <p:nvPr/>
            </p:nvSpPr>
            <p:spPr>
              <a:xfrm>
                <a:off x="10510555" y="7680960"/>
                <a:ext cx="18770" cy="18928"/>
              </a:xfrm>
              <a:prstGeom prst="rect">
                <a:avLst/>
              </a:prstGeom>
              <a:solidFill>
                <a:srgbClr val="8F8F8F"/>
              </a:solidFill>
              <a:ln>
                <a:noFill/>
              </a:ln>
              <a:effectLst/>
            </p:spPr>
            <p:txBody>
              <a:bodyPr rtlCol="0" anchor="ctr"/>
              <a:lstStyle/>
              <a:p>
                <a:pPr algn="ctr"/>
              </a:p>
            </p:txBody>
          </p:sp>
          <p:sp>
            <p:nvSpPr>
              <p:cNvPr id="1705" name="Noise cell"/>
              <p:cNvSpPr/>
              <p:nvPr/>
            </p:nvSpPr>
            <p:spPr>
              <a:xfrm>
                <a:off x="10528685" y="7680960"/>
                <a:ext cx="18770" cy="18928"/>
              </a:xfrm>
              <a:prstGeom prst="rect">
                <a:avLst/>
              </a:prstGeom>
              <a:solidFill>
                <a:srgbClr val="767676"/>
              </a:solidFill>
              <a:ln>
                <a:noFill/>
              </a:ln>
              <a:effectLst/>
            </p:spPr>
            <p:txBody>
              <a:bodyPr rtlCol="0" anchor="ctr"/>
              <a:lstStyle/>
              <a:p>
                <a:pPr algn="ctr"/>
              </a:p>
            </p:txBody>
          </p:sp>
          <p:sp>
            <p:nvSpPr>
              <p:cNvPr id="1706" name="Noise cell"/>
              <p:cNvSpPr/>
              <p:nvPr/>
            </p:nvSpPr>
            <p:spPr>
              <a:xfrm>
                <a:off x="10546816" y="7680960"/>
                <a:ext cx="18770" cy="18928"/>
              </a:xfrm>
              <a:prstGeom prst="rect">
                <a:avLst/>
              </a:prstGeom>
              <a:solidFill>
                <a:srgbClr val="7C7C7C"/>
              </a:solidFill>
              <a:ln>
                <a:noFill/>
              </a:ln>
              <a:effectLst/>
            </p:spPr>
            <p:txBody>
              <a:bodyPr rtlCol="0" anchor="ctr"/>
              <a:lstStyle/>
              <a:p>
                <a:pPr algn="ctr"/>
              </a:p>
            </p:txBody>
          </p:sp>
          <p:sp>
            <p:nvSpPr>
              <p:cNvPr id="1707" name="Noise cell"/>
              <p:cNvSpPr/>
              <p:nvPr/>
            </p:nvSpPr>
            <p:spPr>
              <a:xfrm>
                <a:off x="10564946" y="7680960"/>
                <a:ext cx="18770" cy="18928"/>
              </a:xfrm>
              <a:prstGeom prst="rect">
                <a:avLst/>
              </a:prstGeom>
              <a:solidFill>
                <a:srgbClr val="898989"/>
              </a:solidFill>
              <a:ln>
                <a:noFill/>
              </a:ln>
              <a:effectLst/>
            </p:spPr>
            <p:txBody>
              <a:bodyPr rtlCol="0" anchor="ctr"/>
              <a:lstStyle/>
              <a:p>
                <a:pPr algn="ctr"/>
              </a:p>
            </p:txBody>
          </p:sp>
          <p:sp>
            <p:nvSpPr>
              <p:cNvPr id="1708" name="Noise cell"/>
              <p:cNvSpPr/>
              <p:nvPr/>
            </p:nvSpPr>
            <p:spPr>
              <a:xfrm>
                <a:off x="10583076" y="7680960"/>
                <a:ext cx="18770" cy="18928"/>
              </a:xfrm>
              <a:prstGeom prst="rect">
                <a:avLst/>
              </a:prstGeom>
              <a:solidFill>
                <a:srgbClr val="828282"/>
              </a:solidFill>
              <a:ln>
                <a:noFill/>
              </a:ln>
              <a:effectLst/>
            </p:spPr>
            <p:txBody>
              <a:bodyPr rtlCol="0" anchor="ctr"/>
              <a:lstStyle/>
              <a:p>
                <a:pPr algn="ctr"/>
              </a:p>
            </p:txBody>
          </p:sp>
          <p:sp>
            <p:nvSpPr>
              <p:cNvPr id="1709" name="Noise cell"/>
              <p:cNvSpPr/>
              <p:nvPr/>
            </p:nvSpPr>
            <p:spPr>
              <a:xfrm>
                <a:off x="10601207" y="7680960"/>
                <a:ext cx="18770" cy="18928"/>
              </a:xfrm>
              <a:prstGeom prst="rect">
                <a:avLst/>
              </a:prstGeom>
              <a:solidFill>
                <a:srgbClr val="8C8C8C"/>
              </a:solidFill>
              <a:ln>
                <a:noFill/>
              </a:ln>
              <a:effectLst/>
            </p:spPr>
            <p:txBody>
              <a:bodyPr rtlCol="0" anchor="ctr"/>
              <a:lstStyle/>
              <a:p>
                <a:pPr algn="ctr"/>
              </a:p>
            </p:txBody>
          </p:sp>
          <p:sp>
            <p:nvSpPr>
              <p:cNvPr id="1710" name="Noise cell"/>
              <p:cNvSpPr/>
              <p:nvPr/>
            </p:nvSpPr>
            <p:spPr>
              <a:xfrm>
                <a:off x="10619337" y="7680960"/>
                <a:ext cx="18770" cy="18928"/>
              </a:xfrm>
              <a:prstGeom prst="rect">
                <a:avLst/>
              </a:prstGeom>
              <a:solidFill>
                <a:srgbClr val="919191"/>
              </a:solidFill>
              <a:ln>
                <a:noFill/>
              </a:ln>
              <a:effectLst/>
            </p:spPr>
            <p:txBody>
              <a:bodyPr rtlCol="0" anchor="ctr"/>
              <a:lstStyle/>
              <a:p>
                <a:pPr algn="ctr"/>
              </a:p>
            </p:txBody>
          </p:sp>
          <p:sp>
            <p:nvSpPr>
              <p:cNvPr id="1711" name="Noise cell"/>
              <p:cNvSpPr/>
              <p:nvPr/>
            </p:nvSpPr>
            <p:spPr>
              <a:xfrm>
                <a:off x="10637467" y="7680960"/>
                <a:ext cx="18770" cy="18928"/>
              </a:xfrm>
              <a:prstGeom prst="rect">
                <a:avLst/>
              </a:prstGeom>
              <a:solidFill>
                <a:srgbClr val="7B7B7B"/>
              </a:solidFill>
              <a:ln>
                <a:noFill/>
              </a:ln>
              <a:effectLst/>
            </p:spPr>
            <p:txBody>
              <a:bodyPr rtlCol="0" anchor="ctr"/>
              <a:lstStyle/>
              <a:p>
                <a:pPr algn="ctr"/>
              </a:p>
            </p:txBody>
          </p:sp>
          <p:sp>
            <p:nvSpPr>
              <p:cNvPr id="1712" name="Noise cell"/>
              <p:cNvSpPr/>
              <p:nvPr/>
            </p:nvSpPr>
            <p:spPr>
              <a:xfrm>
                <a:off x="10655598" y="7680960"/>
                <a:ext cx="18770" cy="18928"/>
              </a:xfrm>
              <a:prstGeom prst="rect">
                <a:avLst/>
              </a:prstGeom>
              <a:solidFill>
                <a:srgbClr val="858585"/>
              </a:solidFill>
              <a:ln>
                <a:noFill/>
              </a:ln>
              <a:effectLst/>
            </p:spPr>
            <p:txBody>
              <a:bodyPr rtlCol="0" anchor="ctr"/>
              <a:lstStyle/>
              <a:p>
                <a:pPr algn="ctr"/>
              </a:p>
            </p:txBody>
          </p:sp>
          <p:sp>
            <p:nvSpPr>
              <p:cNvPr id="1713" name="Noise cell"/>
              <p:cNvSpPr/>
              <p:nvPr/>
            </p:nvSpPr>
            <p:spPr>
              <a:xfrm>
                <a:off x="10673728" y="7680960"/>
                <a:ext cx="18770" cy="18928"/>
              </a:xfrm>
              <a:prstGeom prst="rect">
                <a:avLst/>
              </a:prstGeom>
              <a:solidFill>
                <a:srgbClr val="7B7B7B"/>
              </a:solidFill>
              <a:ln>
                <a:noFill/>
              </a:ln>
              <a:effectLst/>
            </p:spPr>
            <p:txBody>
              <a:bodyPr rtlCol="0" anchor="ctr"/>
              <a:lstStyle/>
              <a:p>
                <a:pPr algn="ctr"/>
              </a:p>
            </p:txBody>
          </p:sp>
          <p:sp>
            <p:nvSpPr>
              <p:cNvPr id="1714" name="Noise cell"/>
              <p:cNvSpPr/>
              <p:nvPr/>
            </p:nvSpPr>
            <p:spPr>
              <a:xfrm>
                <a:off x="10691858" y="7680960"/>
                <a:ext cx="18770" cy="18928"/>
              </a:xfrm>
              <a:prstGeom prst="rect">
                <a:avLst/>
              </a:prstGeom>
              <a:solidFill>
                <a:srgbClr val="7F7F7F"/>
              </a:solidFill>
              <a:ln>
                <a:noFill/>
              </a:ln>
              <a:effectLst/>
            </p:spPr>
            <p:txBody>
              <a:bodyPr rtlCol="0" anchor="ctr"/>
              <a:lstStyle/>
              <a:p>
                <a:pPr algn="ctr"/>
              </a:p>
            </p:txBody>
          </p:sp>
          <p:sp>
            <p:nvSpPr>
              <p:cNvPr id="1715" name="Noise cell"/>
              <p:cNvSpPr/>
              <p:nvPr/>
            </p:nvSpPr>
            <p:spPr>
              <a:xfrm>
                <a:off x="10709989" y="7680960"/>
                <a:ext cx="18770" cy="18928"/>
              </a:xfrm>
              <a:prstGeom prst="rect">
                <a:avLst/>
              </a:prstGeom>
              <a:solidFill>
                <a:srgbClr val="888888"/>
              </a:solidFill>
              <a:ln>
                <a:noFill/>
              </a:ln>
              <a:effectLst/>
            </p:spPr>
            <p:txBody>
              <a:bodyPr rtlCol="0" anchor="ctr"/>
              <a:lstStyle/>
              <a:p>
                <a:pPr algn="ctr"/>
              </a:p>
            </p:txBody>
          </p:sp>
          <p:sp>
            <p:nvSpPr>
              <p:cNvPr id="1716" name="Noise cell"/>
              <p:cNvSpPr/>
              <p:nvPr/>
            </p:nvSpPr>
            <p:spPr>
              <a:xfrm>
                <a:off x="10728119" y="7680960"/>
                <a:ext cx="18770" cy="18928"/>
              </a:xfrm>
              <a:prstGeom prst="rect">
                <a:avLst/>
              </a:prstGeom>
              <a:solidFill>
                <a:srgbClr val="8C8C8C"/>
              </a:solidFill>
              <a:ln>
                <a:noFill/>
              </a:ln>
              <a:effectLst/>
            </p:spPr>
            <p:txBody>
              <a:bodyPr rtlCol="0" anchor="ctr"/>
              <a:lstStyle/>
              <a:p>
                <a:pPr algn="ctr"/>
              </a:p>
            </p:txBody>
          </p:sp>
          <p:sp>
            <p:nvSpPr>
              <p:cNvPr id="1717" name="Noise cell"/>
              <p:cNvSpPr/>
              <p:nvPr/>
            </p:nvSpPr>
            <p:spPr>
              <a:xfrm>
                <a:off x="10746250" y="7680960"/>
                <a:ext cx="18770" cy="18928"/>
              </a:xfrm>
              <a:prstGeom prst="rect">
                <a:avLst/>
              </a:prstGeom>
              <a:solidFill>
                <a:srgbClr val="808080"/>
              </a:solidFill>
              <a:ln>
                <a:noFill/>
              </a:ln>
              <a:effectLst/>
            </p:spPr>
            <p:txBody>
              <a:bodyPr rtlCol="0" anchor="ctr"/>
              <a:lstStyle/>
              <a:p>
                <a:pPr algn="ctr"/>
              </a:p>
            </p:txBody>
          </p:sp>
          <p:sp>
            <p:nvSpPr>
              <p:cNvPr id="1718" name="Noise cell"/>
              <p:cNvSpPr/>
              <p:nvPr/>
            </p:nvSpPr>
            <p:spPr>
              <a:xfrm>
                <a:off x="10764380" y="7680960"/>
                <a:ext cx="18770" cy="18928"/>
              </a:xfrm>
              <a:prstGeom prst="rect">
                <a:avLst/>
              </a:prstGeom>
              <a:solidFill>
                <a:srgbClr val="8D8D8D"/>
              </a:solidFill>
              <a:ln>
                <a:noFill/>
              </a:ln>
              <a:effectLst/>
            </p:spPr>
            <p:txBody>
              <a:bodyPr rtlCol="0" anchor="ctr"/>
              <a:lstStyle/>
              <a:p>
                <a:pPr algn="ctr"/>
              </a:p>
            </p:txBody>
          </p:sp>
          <p:sp>
            <p:nvSpPr>
              <p:cNvPr id="1719" name="Noise cell"/>
              <p:cNvSpPr/>
              <p:nvPr/>
            </p:nvSpPr>
            <p:spPr>
              <a:xfrm>
                <a:off x="10782510" y="7680960"/>
                <a:ext cx="18770" cy="18928"/>
              </a:xfrm>
              <a:prstGeom prst="rect">
                <a:avLst/>
              </a:prstGeom>
              <a:solidFill>
                <a:srgbClr val="5C5C5C"/>
              </a:solidFill>
              <a:ln>
                <a:noFill/>
              </a:ln>
              <a:effectLst/>
            </p:spPr>
            <p:txBody>
              <a:bodyPr rtlCol="0" anchor="ctr"/>
              <a:lstStyle/>
              <a:p>
                <a:pPr algn="ctr"/>
              </a:p>
            </p:txBody>
          </p:sp>
          <p:sp>
            <p:nvSpPr>
              <p:cNvPr id="1720" name="Noise cell"/>
              <p:cNvSpPr/>
              <p:nvPr/>
            </p:nvSpPr>
            <p:spPr>
              <a:xfrm>
                <a:off x="10800641" y="7680960"/>
                <a:ext cx="18770" cy="18928"/>
              </a:xfrm>
              <a:prstGeom prst="rect">
                <a:avLst/>
              </a:prstGeom>
              <a:solidFill>
                <a:srgbClr val="8A8A8A"/>
              </a:solidFill>
              <a:ln>
                <a:noFill/>
              </a:ln>
              <a:effectLst/>
            </p:spPr>
            <p:txBody>
              <a:bodyPr rtlCol="0" anchor="ctr"/>
              <a:lstStyle/>
              <a:p>
                <a:pPr algn="ctr"/>
              </a:p>
            </p:txBody>
          </p:sp>
          <p:sp>
            <p:nvSpPr>
              <p:cNvPr id="1721" name="Noise cell"/>
              <p:cNvSpPr/>
              <p:nvPr/>
            </p:nvSpPr>
            <p:spPr>
              <a:xfrm>
                <a:off x="10818771" y="7680960"/>
                <a:ext cx="18770" cy="18928"/>
              </a:xfrm>
              <a:prstGeom prst="rect">
                <a:avLst/>
              </a:prstGeom>
              <a:solidFill>
                <a:srgbClr val="828282"/>
              </a:solidFill>
              <a:ln>
                <a:noFill/>
              </a:ln>
              <a:effectLst/>
            </p:spPr>
            <p:txBody>
              <a:bodyPr rtlCol="0" anchor="ctr"/>
              <a:lstStyle/>
              <a:p>
                <a:pPr algn="ctr"/>
              </a:p>
            </p:txBody>
          </p:sp>
          <p:sp>
            <p:nvSpPr>
              <p:cNvPr id="1722" name="Noise cell"/>
              <p:cNvSpPr/>
              <p:nvPr/>
            </p:nvSpPr>
            <p:spPr>
              <a:xfrm>
                <a:off x="10836901" y="7680960"/>
                <a:ext cx="18770" cy="18928"/>
              </a:xfrm>
              <a:prstGeom prst="rect">
                <a:avLst/>
              </a:prstGeom>
              <a:solidFill>
                <a:srgbClr val="858585"/>
              </a:solidFill>
              <a:ln>
                <a:noFill/>
              </a:ln>
              <a:effectLst/>
            </p:spPr>
            <p:txBody>
              <a:bodyPr rtlCol="0" anchor="ctr"/>
              <a:lstStyle/>
              <a:p>
                <a:pPr algn="ctr"/>
              </a:p>
            </p:txBody>
          </p:sp>
          <p:sp>
            <p:nvSpPr>
              <p:cNvPr id="1723" name="Noise cell"/>
              <p:cNvSpPr/>
              <p:nvPr/>
            </p:nvSpPr>
            <p:spPr>
              <a:xfrm>
                <a:off x="10855032" y="7680960"/>
                <a:ext cx="18770" cy="18928"/>
              </a:xfrm>
              <a:prstGeom prst="rect">
                <a:avLst/>
              </a:prstGeom>
              <a:solidFill>
                <a:srgbClr val="909090"/>
              </a:solidFill>
              <a:ln>
                <a:noFill/>
              </a:ln>
              <a:effectLst/>
            </p:spPr>
            <p:txBody>
              <a:bodyPr rtlCol="0" anchor="ctr"/>
              <a:lstStyle/>
              <a:p>
                <a:pPr algn="ctr"/>
              </a:p>
            </p:txBody>
          </p:sp>
          <p:sp>
            <p:nvSpPr>
              <p:cNvPr id="1724" name="Noise cell"/>
              <p:cNvSpPr/>
              <p:nvPr/>
            </p:nvSpPr>
            <p:spPr>
              <a:xfrm>
                <a:off x="10873162" y="7680960"/>
                <a:ext cx="18770" cy="18928"/>
              </a:xfrm>
              <a:prstGeom prst="rect">
                <a:avLst/>
              </a:prstGeom>
              <a:solidFill>
                <a:srgbClr val="989898"/>
              </a:solidFill>
              <a:ln>
                <a:noFill/>
              </a:ln>
              <a:effectLst/>
            </p:spPr>
            <p:txBody>
              <a:bodyPr rtlCol="0" anchor="ctr"/>
              <a:lstStyle/>
              <a:p>
                <a:pPr algn="ctr"/>
              </a:p>
            </p:txBody>
          </p:sp>
          <p:sp>
            <p:nvSpPr>
              <p:cNvPr id="1725" name="Noise cell"/>
              <p:cNvSpPr/>
              <p:nvPr/>
            </p:nvSpPr>
            <p:spPr>
              <a:xfrm>
                <a:off x="10891292" y="7680960"/>
                <a:ext cx="18770" cy="18928"/>
              </a:xfrm>
              <a:prstGeom prst="rect">
                <a:avLst/>
              </a:prstGeom>
              <a:solidFill>
                <a:srgbClr val="868686"/>
              </a:solidFill>
              <a:ln>
                <a:noFill/>
              </a:ln>
              <a:effectLst/>
            </p:spPr>
            <p:txBody>
              <a:bodyPr rtlCol="0" anchor="ctr"/>
              <a:lstStyle/>
              <a:p>
                <a:pPr algn="ctr"/>
              </a:p>
            </p:txBody>
          </p:sp>
          <p:sp>
            <p:nvSpPr>
              <p:cNvPr id="1726" name="Noise cell"/>
              <p:cNvSpPr/>
              <p:nvPr/>
            </p:nvSpPr>
            <p:spPr>
              <a:xfrm>
                <a:off x="10909423" y="7680960"/>
                <a:ext cx="18770" cy="18928"/>
              </a:xfrm>
              <a:prstGeom prst="rect">
                <a:avLst/>
              </a:prstGeom>
              <a:solidFill>
                <a:srgbClr val="828282"/>
              </a:solidFill>
              <a:ln>
                <a:noFill/>
              </a:ln>
              <a:effectLst/>
            </p:spPr>
            <p:txBody>
              <a:bodyPr rtlCol="0" anchor="ctr"/>
              <a:lstStyle/>
              <a:p>
                <a:pPr algn="ctr"/>
              </a:p>
            </p:txBody>
          </p:sp>
          <p:sp>
            <p:nvSpPr>
              <p:cNvPr id="1727" name="Noise cell"/>
              <p:cNvSpPr/>
              <p:nvPr/>
            </p:nvSpPr>
            <p:spPr>
              <a:xfrm>
                <a:off x="10927553" y="7680960"/>
                <a:ext cx="18770" cy="18928"/>
              </a:xfrm>
              <a:prstGeom prst="rect">
                <a:avLst/>
              </a:prstGeom>
              <a:solidFill>
                <a:srgbClr val="979797"/>
              </a:solidFill>
              <a:ln>
                <a:noFill/>
              </a:ln>
              <a:effectLst/>
            </p:spPr>
            <p:txBody>
              <a:bodyPr rtlCol="0" anchor="ctr"/>
              <a:lstStyle/>
              <a:p>
                <a:pPr algn="ctr"/>
              </a:p>
            </p:txBody>
          </p:sp>
          <p:sp>
            <p:nvSpPr>
              <p:cNvPr id="1728" name="Noise cell"/>
              <p:cNvSpPr/>
              <p:nvPr/>
            </p:nvSpPr>
            <p:spPr>
              <a:xfrm>
                <a:off x="10945683" y="7680960"/>
                <a:ext cx="18770" cy="18928"/>
              </a:xfrm>
              <a:prstGeom prst="rect">
                <a:avLst/>
              </a:prstGeom>
              <a:solidFill>
                <a:srgbClr val="8A8A8A"/>
              </a:solidFill>
              <a:ln>
                <a:noFill/>
              </a:ln>
              <a:effectLst/>
            </p:spPr>
            <p:txBody>
              <a:bodyPr rtlCol="0" anchor="ctr"/>
              <a:lstStyle/>
              <a:p>
                <a:pPr algn="ctr"/>
              </a:p>
            </p:txBody>
          </p:sp>
          <p:sp>
            <p:nvSpPr>
              <p:cNvPr id="1729" name="Noise cell"/>
              <p:cNvSpPr/>
              <p:nvPr/>
            </p:nvSpPr>
            <p:spPr>
              <a:xfrm>
                <a:off x="10963814" y="7680960"/>
                <a:ext cx="18770" cy="18928"/>
              </a:xfrm>
              <a:prstGeom prst="rect">
                <a:avLst/>
              </a:prstGeom>
              <a:solidFill>
                <a:srgbClr val="7D7D7D"/>
              </a:solidFill>
              <a:ln>
                <a:noFill/>
              </a:ln>
              <a:effectLst/>
            </p:spPr>
            <p:txBody>
              <a:bodyPr rtlCol="0" anchor="ctr"/>
              <a:lstStyle/>
              <a:p>
                <a:pPr algn="ctr"/>
              </a:p>
            </p:txBody>
          </p:sp>
          <p:sp>
            <p:nvSpPr>
              <p:cNvPr id="1730" name="Noise cell"/>
              <p:cNvSpPr/>
              <p:nvPr/>
            </p:nvSpPr>
            <p:spPr>
              <a:xfrm>
                <a:off x="9930384" y="7699248"/>
                <a:ext cx="18770" cy="18928"/>
              </a:xfrm>
              <a:prstGeom prst="rect">
                <a:avLst/>
              </a:prstGeom>
              <a:solidFill>
                <a:srgbClr val="808080"/>
              </a:solidFill>
              <a:ln>
                <a:noFill/>
              </a:ln>
              <a:effectLst/>
            </p:spPr>
            <p:txBody>
              <a:bodyPr rtlCol="0" anchor="ctr"/>
              <a:lstStyle/>
              <a:p>
                <a:pPr algn="ctr"/>
              </a:p>
            </p:txBody>
          </p:sp>
          <p:sp>
            <p:nvSpPr>
              <p:cNvPr id="1731" name="Noise cell"/>
              <p:cNvSpPr/>
              <p:nvPr/>
            </p:nvSpPr>
            <p:spPr>
              <a:xfrm>
                <a:off x="9948514" y="7699248"/>
                <a:ext cx="18770" cy="18928"/>
              </a:xfrm>
              <a:prstGeom prst="rect">
                <a:avLst/>
              </a:prstGeom>
              <a:solidFill>
                <a:srgbClr val="8D8D8D"/>
              </a:solidFill>
              <a:ln>
                <a:noFill/>
              </a:ln>
              <a:effectLst/>
            </p:spPr>
            <p:txBody>
              <a:bodyPr rtlCol="0" anchor="ctr"/>
              <a:lstStyle/>
              <a:p>
                <a:pPr algn="ctr"/>
              </a:p>
            </p:txBody>
          </p:sp>
          <p:sp>
            <p:nvSpPr>
              <p:cNvPr id="1732" name="Noise cell"/>
              <p:cNvSpPr/>
              <p:nvPr/>
            </p:nvSpPr>
            <p:spPr>
              <a:xfrm>
                <a:off x="9966645" y="7699248"/>
                <a:ext cx="18770" cy="18928"/>
              </a:xfrm>
              <a:prstGeom prst="rect">
                <a:avLst/>
              </a:prstGeom>
              <a:solidFill>
                <a:srgbClr val="828282"/>
              </a:solidFill>
              <a:ln>
                <a:noFill/>
              </a:ln>
              <a:effectLst/>
            </p:spPr>
            <p:txBody>
              <a:bodyPr rtlCol="0" anchor="ctr"/>
              <a:lstStyle/>
              <a:p>
                <a:pPr algn="ctr"/>
              </a:p>
            </p:txBody>
          </p:sp>
          <p:sp>
            <p:nvSpPr>
              <p:cNvPr id="1733" name="Noise cell"/>
              <p:cNvSpPr/>
              <p:nvPr/>
            </p:nvSpPr>
            <p:spPr>
              <a:xfrm>
                <a:off x="9984775" y="7699248"/>
                <a:ext cx="18770" cy="18928"/>
              </a:xfrm>
              <a:prstGeom prst="rect">
                <a:avLst/>
              </a:prstGeom>
              <a:solidFill>
                <a:srgbClr val="919191"/>
              </a:solidFill>
              <a:ln>
                <a:noFill/>
              </a:ln>
              <a:effectLst/>
            </p:spPr>
            <p:txBody>
              <a:bodyPr rtlCol="0" anchor="ctr"/>
              <a:lstStyle/>
              <a:p>
                <a:pPr algn="ctr"/>
              </a:p>
            </p:txBody>
          </p:sp>
          <p:sp>
            <p:nvSpPr>
              <p:cNvPr id="1734" name="Noise cell"/>
              <p:cNvSpPr/>
              <p:nvPr/>
            </p:nvSpPr>
            <p:spPr>
              <a:xfrm>
                <a:off x="10002905" y="7699248"/>
                <a:ext cx="18770" cy="18928"/>
              </a:xfrm>
              <a:prstGeom prst="rect">
                <a:avLst/>
              </a:prstGeom>
              <a:solidFill>
                <a:srgbClr val="7C7C7C"/>
              </a:solidFill>
              <a:ln>
                <a:noFill/>
              </a:ln>
              <a:effectLst/>
            </p:spPr>
            <p:txBody>
              <a:bodyPr rtlCol="0" anchor="ctr"/>
              <a:lstStyle/>
              <a:p>
                <a:pPr algn="ctr"/>
              </a:p>
            </p:txBody>
          </p:sp>
          <p:sp>
            <p:nvSpPr>
              <p:cNvPr id="1735" name="Noise cell"/>
              <p:cNvSpPr/>
              <p:nvPr/>
            </p:nvSpPr>
            <p:spPr>
              <a:xfrm>
                <a:off x="10021036" y="7699248"/>
                <a:ext cx="18770" cy="18928"/>
              </a:xfrm>
              <a:prstGeom prst="rect">
                <a:avLst/>
              </a:prstGeom>
              <a:solidFill>
                <a:srgbClr val="6E6E6E"/>
              </a:solidFill>
              <a:ln>
                <a:noFill/>
              </a:ln>
              <a:effectLst/>
            </p:spPr>
            <p:txBody>
              <a:bodyPr rtlCol="0" anchor="ctr"/>
              <a:lstStyle/>
              <a:p>
                <a:pPr algn="ctr"/>
              </a:p>
            </p:txBody>
          </p:sp>
          <p:sp>
            <p:nvSpPr>
              <p:cNvPr id="1736" name="Noise cell"/>
              <p:cNvSpPr/>
              <p:nvPr/>
            </p:nvSpPr>
            <p:spPr>
              <a:xfrm>
                <a:off x="10039166" y="7699248"/>
                <a:ext cx="18770" cy="18928"/>
              </a:xfrm>
              <a:prstGeom prst="rect">
                <a:avLst/>
              </a:prstGeom>
              <a:solidFill>
                <a:srgbClr val="828282"/>
              </a:solidFill>
              <a:ln>
                <a:noFill/>
              </a:ln>
              <a:effectLst/>
            </p:spPr>
            <p:txBody>
              <a:bodyPr rtlCol="0" anchor="ctr"/>
              <a:lstStyle/>
              <a:p>
                <a:pPr algn="ctr"/>
              </a:p>
            </p:txBody>
          </p:sp>
          <p:sp>
            <p:nvSpPr>
              <p:cNvPr id="1737" name="Noise cell"/>
              <p:cNvSpPr/>
              <p:nvPr/>
            </p:nvSpPr>
            <p:spPr>
              <a:xfrm>
                <a:off x="10057296" y="7699248"/>
                <a:ext cx="18770" cy="18928"/>
              </a:xfrm>
              <a:prstGeom prst="rect">
                <a:avLst/>
              </a:prstGeom>
              <a:solidFill>
                <a:srgbClr val="646464"/>
              </a:solidFill>
              <a:ln>
                <a:noFill/>
              </a:ln>
              <a:effectLst/>
            </p:spPr>
            <p:txBody>
              <a:bodyPr rtlCol="0" anchor="ctr"/>
              <a:lstStyle/>
              <a:p>
                <a:pPr algn="ctr"/>
              </a:p>
            </p:txBody>
          </p:sp>
          <p:sp>
            <p:nvSpPr>
              <p:cNvPr id="1738" name="Noise cell"/>
              <p:cNvSpPr/>
              <p:nvPr/>
            </p:nvSpPr>
            <p:spPr>
              <a:xfrm>
                <a:off x="10075427" y="7699248"/>
                <a:ext cx="18770" cy="18928"/>
              </a:xfrm>
              <a:prstGeom prst="rect">
                <a:avLst/>
              </a:prstGeom>
              <a:solidFill>
                <a:srgbClr val="929292"/>
              </a:solidFill>
              <a:ln>
                <a:noFill/>
              </a:ln>
              <a:effectLst/>
            </p:spPr>
            <p:txBody>
              <a:bodyPr rtlCol="0" anchor="ctr"/>
              <a:lstStyle/>
              <a:p>
                <a:pPr algn="ctr"/>
              </a:p>
            </p:txBody>
          </p:sp>
          <p:sp>
            <p:nvSpPr>
              <p:cNvPr id="1739" name="Noise cell"/>
              <p:cNvSpPr/>
              <p:nvPr/>
            </p:nvSpPr>
            <p:spPr>
              <a:xfrm>
                <a:off x="10093557" y="7699248"/>
                <a:ext cx="18770" cy="18928"/>
              </a:xfrm>
              <a:prstGeom prst="rect">
                <a:avLst/>
              </a:prstGeom>
              <a:solidFill>
                <a:srgbClr val="888888"/>
              </a:solidFill>
              <a:ln>
                <a:noFill/>
              </a:ln>
              <a:effectLst/>
            </p:spPr>
            <p:txBody>
              <a:bodyPr rtlCol="0" anchor="ctr"/>
              <a:lstStyle/>
              <a:p>
                <a:pPr algn="ctr"/>
              </a:p>
            </p:txBody>
          </p:sp>
          <p:sp>
            <p:nvSpPr>
              <p:cNvPr id="1740" name="Noise cell"/>
              <p:cNvSpPr/>
              <p:nvPr/>
            </p:nvSpPr>
            <p:spPr>
              <a:xfrm>
                <a:off x="10111687" y="7699248"/>
                <a:ext cx="18770" cy="18928"/>
              </a:xfrm>
              <a:prstGeom prst="rect">
                <a:avLst/>
              </a:prstGeom>
              <a:solidFill>
                <a:srgbClr val="8A8A8A"/>
              </a:solidFill>
              <a:ln>
                <a:noFill/>
              </a:ln>
              <a:effectLst/>
            </p:spPr>
            <p:txBody>
              <a:bodyPr rtlCol="0" anchor="ctr"/>
              <a:lstStyle/>
              <a:p>
                <a:pPr algn="ctr"/>
              </a:p>
            </p:txBody>
          </p:sp>
          <p:sp>
            <p:nvSpPr>
              <p:cNvPr id="1741" name="Noise cell"/>
              <p:cNvSpPr/>
              <p:nvPr/>
            </p:nvSpPr>
            <p:spPr>
              <a:xfrm>
                <a:off x="10129818" y="7699248"/>
                <a:ext cx="18770" cy="18928"/>
              </a:xfrm>
              <a:prstGeom prst="rect">
                <a:avLst/>
              </a:prstGeom>
              <a:solidFill>
                <a:srgbClr val="969696"/>
              </a:solidFill>
              <a:ln>
                <a:noFill/>
              </a:ln>
              <a:effectLst/>
            </p:spPr>
            <p:txBody>
              <a:bodyPr rtlCol="0" anchor="ctr"/>
              <a:lstStyle/>
              <a:p>
                <a:pPr algn="ctr"/>
              </a:p>
            </p:txBody>
          </p:sp>
          <p:sp>
            <p:nvSpPr>
              <p:cNvPr id="1742" name="Noise cell"/>
              <p:cNvSpPr/>
              <p:nvPr/>
            </p:nvSpPr>
            <p:spPr>
              <a:xfrm>
                <a:off x="10147948" y="7699248"/>
                <a:ext cx="18770" cy="18928"/>
              </a:xfrm>
              <a:prstGeom prst="rect">
                <a:avLst/>
              </a:prstGeom>
              <a:solidFill>
                <a:srgbClr val="858585"/>
              </a:solidFill>
              <a:ln>
                <a:noFill/>
              </a:ln>
              <a:effectLst/>
            </p:spPr>
            <p:txBody>
              <a:bodyPr rtlCol="0" anchor="ctr"/>
              <a:lstStyle/>
              <a:p>
                <a:pPr algn="ctr"/>
              </a:p>
            </p:txBody>
          </p:sp>
          <p:sp>
            <p:nvSpPr>
              <p:cNvPr id="1743" name="Noise cell"/>
              <p:cNvSpPr/>
              <p:nvPr/>
            </p:nvSpPr>
            <p:spPr>
              <a:xfrm>
                <a:off x="10166078" y="7699248"/>
                <a:ext cx="18770" cy="18928"/>
              </a:xfrm>
              <a:prstGeom prst="rect">
                <a:avLst/>
              </a:prstGeom>
              <a:solidFill>
                <a:srgbClr val="7C7C7C"/>
              </a:solidFill>
              <a:ln>
                <a:noFill/>
              </a:ln>
              <a:effectLst/>
            </p:spPr>
            <p:txBody>
              <a:bodyPr rtlCol="0" anchor="ctr"/>
              <a:lstStyle/>
              <a:p>
                <a:pPr algn="ctr"/>
              </a:p>
            </p:txBody>
          </p:sp>
          <p:sp>
            <p:nvSpPr>
              <p:cNvPr id="1744" name="Noise cell"/>
              <p:cNvSpPr/>
              <p:nvPr/>
            </p:nvSpPr>
            <p:spPr>
              <a:xfrm>
                <a:off x="10184209" y="7699248"/>
                <a:ext cx="18770" cy="18928"/>
              </a:xfrm>
              <a:prstGeom prst="rect">
                <a:avLst/>
              </a:prstGeom>
              <a:solidFill>
                <a:srgbClr val="7A7A7A"/>
              </a:solidFill>
              <a:ln>
                <a:noFill/>
              </a:ln>
              <a:effectLst/>
            </p:spPr>
            <p:txBody>
              <a:bodyPr rtlCol="0" anchor="ctr"/>
              <a:lstStyle/>
              <a:p>
                <a:pPr algn="ctr"/>
              </a:p>
            </p:txBody>
          </p:sp>
          <p:sp>
            <p:nvSpPr>
              <p:cNvPr id="1745" name="Noise cell"/>
              <p:cNvSpPr/>
              <p:nvPr/>
            </p:nvSpPr>
            <p:spPr>
              <a:xfrm>
                <a:off x="10202339" y="7699248"/>
                <a:ext cx="18770" cy="18928"/>
              </a:xfrm>
              <a:prstGeom prst="rect">
                <a:avLst/>
              </a:prstGeom>
              <a:solidFill>
                <a:srgbClr val="727272"/>
              </a:solidFill>
              <a:ln>
                <a:noFill/>
              </a:ln>
              <a:effectLst/>
            </p:spPr>
            <p:txBody>
              <a:bodyPr rtlCol="0" anchor="ctr"/>
              <a:lstStyle/>
              <a:p>
                <a:pPr algn="ctr"/>
              </a:p>
            </p:txBody>
          </p:sp>
          <p:sp>
            <p:nvSpPr>
              <p:cNvPr id="1746" name="Noise cell"/>
              <p:cNvSpPr/>
              <p:nvPr/>
            </p:nvSpPr>
            <p:spPr>
              <a:xfrm>
                <a:off x="10220470" y="7699248"/>
                <a:ext cx="18770" cy="18928"/>
              </a:xfrm>
              <a:prstGeom prst="rect">
                <a:avLst/>
              </a:prstGeom>
              <a:solidFill>
                <a:srgbClr val="6D6D6D"/>
              </a:solidFill>
              <a:ln>
                <a:noFill/>
              </a:ln>
              <a:effectLst/>
            </p:spPr>
            <p:txBody>
              <a:bodyPr rtlCol="0" anchor="ctr"/>
              <a:lstStyle/>
              <a:p>
                <a:pPr algn="ctr"/>
              </a:p>
            </p:txBody>
          </p:sp>
          <p:sp>
            <p:nvSpPr>
              <p:cNvPr id="1747" name="Noise cell"/>
              <p:cNvSpPr/>
              <p:nvPr/>
            </p:nvSpPr>
            <p:spPr>
              <a:xfrm>
                <a:off x="10238600" y="7699248"/>
                <a:ext cx="18770" cy="18928"/>
              </a:xfrm>
              <a:prstGeom prst="rect">
                <a:avLst/>
              </a:prstGeom>
              <a:solidFill>
                <a:srgbClr val="727272"/>
              </a:solidFill>
              <a:ln>
                <a:noFill/>
              </a:ln>
              <a:effectLst/>
            </p:spPr>
            <p:txBody>
              <a:bodyPr rtlCol="0" anchor="ctr"/>
              <a:lstStyle/>
              <a:p>
                <a:pPr algn="ctr"/>
              </a:p>
            </p:txBody>
          </p:sp>
          <p:sp>
            <p:nvSpPr>
              <p:cNvPr id="1748" name="Noise cell"/>
              <p:cNvSpPr/>
              <p:nvPr/>
            </p:nvSpPr>
            <p:spPr>
              <a:xfrm>
                <a:off x="10256730" y="7699248"/>
                <a:ext cx="18770" cy="18928"/>
              </a:xfrm>
              <a:prstGeom prst="rect">
                <a:avLst/>
              </a:prstGeom>
              <a:solidFill>
                <a:srgbClr val="8F8F8F"/>
              </a:solidFill>
              <a:ln>
                <a:noFill/>
              </a:ln>
              <a:effectLst/>
            </p:spPr>
            <p:txBody>
              <a:bodyPr rtlCol="0" anchor="ctr"/>
              <a:lstStyle/>
              <a:p>
                <a:pPr algn="ctr"/>
              </a:p>
            </p:txBody>
          </p:sp>
          <p:sp>
            <p:nvSpPr>
              <p:cNvPr id="1749" name="Noise cell"/>
              <p:cNvSpPr/>
              <p:nvPr/>
            </p:nvSpPr>
            <p:spPr>
              <a:xfrm>
                <a:off x="10274861" y="7699248"/>
                <a:ext cx="18770" cy="18928"/>
              </a:xfrm>
              <a:prstGeom prst="rect">
                <a:avLst/>
              </a:prstGeom>
              <a:solidFill>
                <a:srgbClr val="848484"/>
              </a:solidFill>
              <a:ln>
                <a:noFill/>
              </a:ln>
              <a:effectLst/>
            </p:spPr>
            <p:txBody>
              <a:bodyPr rtlCol="0" anchor="ctr"/>
              <a:lstStyle/>
              <a:p>
                <a:pPr algn="ctr"/>
              </a:p>
            </p:txBody>
          </p:sp>
          <p:sp>
            <p:nvSpPr>
              <p:cNvPr id="1750" name="Noise cell"/>
              <p:cNvSpPr/>
              <p:nvPr/>
            </p:nvSpPr>
            <p:spPr>
              <a:xfrm>
                <a:off x="10292991" y="7699248"/>
                <a:ext cx="18770" cy="18928"/>
              </a:xfrm>
              <a:prstGeom prst="rect">
                <a:avLst/>
              </a:prstGeom>
              <a:solidFill>
                <a:srgbClr val="7D7D7D"/>
              </a:solidFill>
              <a:ln>
                <a:noFill/>
              </a:ln>
              <a:effectLst/>
            </p:spPr>
            <p:txBody>
              <a:bodyPr rtlCol="0" anchor="ctr"/>
              <a:lstStyle/>
              <a:p>
                <a:pPr algn="ctr"/>
              </a:p>
            </p:txBody>
          </p:sp>
          <p:sp>
            <p:nvSpPr>
              <p:cNvPr id="1751" name="Noise cell"/>
              <p:cNvSpPr/>
              <p:nvPr/>
            </p:nvSpPr>
            <p:spPr>
              <a:xfrm>
                <a:off x="10311121" y="7699248"/>
                <a:ext cx="18770" cy="18928"/>
              </a:xfrm>
              <a:prstGeom prst="rect">
                <a:avLst/>
              </a:prstGeom>
              <a:solidFill>
                <a:srgbClr val="898989"/>
              </a:solidFill>
              <a:ln>
                <a:noFill/>
              </a:ln>
              <a:effectLst/>
            </p:spPr>
            <p:txBody>
              <a:bodyPr rtlCol="0" anchor="ctr"/>
              <a:lstStyle/>
              <a:p>
                <a:pPr algn="ctr"/>
              </a:p>
            </p:txBody>
          </p:sp>
          <p:sp>
            <p:nvSpPr>
              <p:cNvPr id="1752" name="Noise cell"/>
              <p:cNvSpPr/>
              <p:nvPr/>
            </p:nvSpPr>
            <p:spPr>
              <a:xfrm>
                <a:off x="10329252" y="7699248"/>
                <a:ext cx="18770" cy="18928"/>
              </a:xfrm>
              <a:prstGeom prst="rect">
                <a:avLst/>
              </a:prstGeom>
              <a:solidFill>
                <a:srgbClr val="737373"/>
              </a:solidFill>
              <a:ln>
                <a:noFill/>
              </a:ln>
              <a:effectLst/>
            </p:spPr>
            <p:txBody>
              <a:bodyPr rtlCol="0" anchor="ctr"/>
              <a:lstStyle/>
              <a:p>
                <a:pPr algn="ctr"/>
              </a:p>
            </p:txBody>
          </p:sp>
          <p:sp>
            <p:nvSpPr>
              <p:cNvPr id="1753" name="Noise cell"/>
              <p:cNvSpPr/>
              <p:nvPr/>
            </p:nvSpPr>
            <p:spPr>
              <a:xfrm>
                <a:off x="10347382" y="7699248"/>
                <a:ext cx="18770" cy="18928"/>
              </a:xfrm>
              <a:prstGeom prst="rect">
                <a:avLst/>
              </a:prstGeom>
              <a:solidFill>
                <a:srgbClr val="676767"/>
              </a:solidFill>
              <a:ln>
                <a:noFill/>
              </a:ln>
              <a:effectLst/>
            </p:spPr>
            <p:txBody>
              <a:bodyPr rtlCol="0" anchor="ctr"/>
              <a:lstStyle/>
              <a:p>
                <a:pPr algn="ctr"/>
              </a:p>
            </p:txBody>
          </p:sp>
          <p:sp>
            <p:nvSpPr>
              <p:cNvPr id="1754" name="Noise cell"/>
              <p:cNvSpPr/>
              <p:nvPr/>
            </p:nvSpPr>
            <p:spPr>
              <a:xfrm>
                <a:off x="10365512" y="7699248"/>
                <a:ext cx="18770" cy="18928"/>
              </a:xfrm>
              <a:prstGeom prst="rect">
                <a:avLst/>
              </a:prstGeom>
              <a:solidFill>
                <a:srgbClr val="8F8F8F"/>
              </a:solidFill>
              <a:ln>
                <a:noFill/>
              </a:ln>
              <a:effectLst/>
            </p:spPr>
            <p:txBody>
              <a:bodyPr rtlCol="0" anchor="ctr"/>
              <a:lstStyle/>
              <a:p>
                <a:pPr algn="ctr"/>
              </a:p>
            </p:txBody>
          </p:sp>
          <p:sp>
            <p:nvSpPr>
              <p:cNvPr id="1755" name="Noise cell"/>
              <p:cNvSpPr/>
              <p:nvPr/>
            </p:nvSpPr>
            <p:spPr>
              <a:xfrm>
                <a:off x="10383643" y="7699248"/>
                <a:ext cx="18770" cy="18928"/>
              </a:xfrm>
              <a:prstGeom prst="rect">
                <a:avLst/>
              </a:prstGeom>
              <a:solidFill>
                <a:srgbClr val="9D9D9D"/>
              </a:solidFill>
              <a:ln>
                <a:noFill/>
              </a:ln>
              <a:effectLst/>
            </p:spPr>
            <p:txBody>
              <a:bodyPr rtlCol="0" anchor="ctr"/>
              <a:lstStyle/>
              <a:p>
                <a:pPr algn="ctr"/>
              </a:p>
            </p:txBody>
          </p:sp>
          <p:sp>
            <p:nvSpPr>
              <p:cNvPr id="1756" name="Noise cell"/>
              <p:cNvSpPr/>
              <p:nvPr/>
            </p:nvSpPr>
            <p:spPr>
              <a:xfrm>
                <a:off x="10401773" y="7699248"/>
                <a:ext cx="18770" cy="18928"/>
              </a:xfrm>
              <a:prstGeom prst="rect">
                <a:avLst/>
              </a:prstGeom>
              <a:solidFill>
                <a:srgbClr val="A7A7A7"/>
              </a:solidFill>
              <a:ln>
                <a:noFill/>
              </a:ln>
              <a:effectLst/>
            </p:spPr>
            <p:txBody>
              <a:bodyPr rtlCol="0" anchor="ctr"/>
              <a:lstStyle/>
              <a:p>
                <a:pPr algn="ctr"/>
              </a:p>
            </p:txBody>
          </p:sp>
          <p:sp>
            <p:nvSpPr>
              <p:cNvPr id="1757" name="Noise cell"/>
              <p:cNvSpPr/>
              <p:nvPr/>
            </p:nvSpPr>
            <p:spPr>
              <a:xfrm>
                <a:off x="10419903" y="7699248"/>
                <a:ext cx="18770" cy="18928"/>
              </a:xfrm>
              <a:prstGeom prst="rect">
                <a:avLst/>
              </a:prstGeom>
              <a:solidFill>
                <a:srgbClr val="6B6B6B"/>
              </a:solidFill>
              <a:ln>
                <a:noFill/>
              </a:ln>
              <a:effectLst/>
            </p:spPr>
            <p:txBody>
              <a:bodyPr rtlCol="0" anchor="ctr"/>
              <a:lstStyle/>
              <a:p>
                <a:pPr algn="ctr"/>
              </a:p>
            </p:txBody>
          </p:sp>
          <p:sp>
            <p:nvSpPr>
              <p:cNvPr id="1758" name="Noise cell"/>
              <p:cNvSpPr/>
              <p:nvPr/>
            </p:nvSpPr>
            <p:spPr>
              <a:xfrm>
                <a:off x="10438034" y="7699248"/>
                <a:ext cx="18770" cy="18928"/>
              </a:xfrm>
              <a:prstGeom prst="rect">
                <a:avLst/>
              </a:prstGeom>
              <a:solidFill>
                <a:srgbClr val="8F8F8F"/>
              </a:solidFill>
              <a:ln>
                <a:noFill/>
              </a:ln>
              <a:effectLst/>
            </p:spPr>
            <p:txBody>
              <a:bodyPr rtlCol="0" anchor="ctr"/>
              <a:lstStyle/>
              <a:p>
                <a:pPr algn="ctr"/>
              </a:p>
            </p:txBody>
          </p:sp>
          <p:sp>
            <p:nvSpPr>
              <p:cNvPr id="1759" name="Noise cell"/>
              <p:cNvSpPr/>
              <p:nvPr/>
            </p:nvSpPr>
            <p:spPr>
              <a:xfrm>
                <a:off x="10456164" y="7699248"/>
                <a:ext cx="18770" cy="18928"/>
              </a:xfrm>
              <a:prstGeom prst="rect">
                <a:avLst/>
              </a:prstGeom>
              <a:solidFill>
                <a:srgbClr val="7E7E7E"/>
              </a:solidFill>
              <a:ln>
                <a:noFill/>
              </a:ln>
              <a:effectLst/>
            </p:spPr>
            <p:txBody>
              <a:bodyPr rtlCol="0" anchor="ctr"/>
              <a:lstStyle/>
              <a:p>
                <a:pPr algn="ctr"/>
              </a:p>
            </p:txBody>
          </p:sp>
          <p:sp>
            <p:nvSpPr>
              <p:cNvPr id="1760" name="Noise cell"/>
              <p:cNvSpPr/>
              <p:nvPr/>
            </p:nvSpPr>
            <p:spPr>
              <a:xfrm>
                <a:off x="10474294" y="7699248"/>
                <a:ext cx="18770" cy="18928"/>
              </a:xfrm>
              <a:prstGeom prst="rect">
                <a:avLst/>
              </a:prstGeom>
              <a:solidFill>
                <a:srgbClr val="999999"/>
              </a:solidFill>
              <a:ln>
                <a:noFill/>
              </a:ln>
              <a:effectLst/>
            </p:spPr>
            <p:txBody>
              <a:bodyPr rtlCol="0" anchor="ctr"/>
              <a:lstStyle/>
              <a:p>
                <a:pPr algn="ctr"/>
              </a:p>
            </p:txBody>
          </p:sp>
          <p:sp>
            <p:nvSpPr>
              <p:cNvPr id="1761" name="Noise cell"/>
              <p:cNvSpPr/>
              <p:nvPr/>
            </p:nvSpPr>
            <p:spPr>
              <a:xfrm>
                <a:off x="10492425" y="7699248"/>
                <a:ext cx="18770" cy="18928"/>
              </a:xfrm>
              <a:prstGeom prst="rect">
                <a:avLst/>
              </a:prstGeom>
              <a:solidFill>
                <a:srgbClr val="888888"/>
              </a:solidFill>
              <a:ln>
                <a:noFill/>
              </a:ln>
              <a:effectLst/>
            </p:spPr>
            <p:txBody>
              <a:bodyPr rtlCol="0" anchor="ctr"/>
              <a:lstStyle/>
              <a:p>
                <a:pPr algn="ctr"/>
              </a:p>
            </p:txBody>
          </p:sp>
          <p:sp>
            <p:nvSpPr>
              <p:cNvPr id="1762" name="Noise cell"/>
              <p:cNvSpPr/>
              <p:nvPr/>
            </p:nvSpPr>
            <p:spPr>
              <a:xfrm>
                <a:off x="10510555" y="7699248"/>
                <a:ext cx="18770" cy="18928"/>
              </a:xfrm>
              <a:prstGeom prst="rect">
                <a:avLst/>
              </a:prstGeom>
              <a:solidFill>
                <a:srgbClr val="909090"/>
              </a:solidFill>
              <a:ln>
                <a:noFill/>
              </a:ln>
              <a:effectLst/>
            </p:spPr>
            <p:txBody>
              <a:bodyPr rtlCol="0" anchor="ctr"/>
              <a:lstStyle/>
              <a:p>
                <a:pPr algn="ctr"/>
              </a:p>
            </p:txBody>
          </p:sp>
          <p:sp>
            <p:nvSpPr>
              <p:cNvPr id="1763" name="Noise cell"/>
              <p:cNvSpPr/>
              <p:nvPr/>
            </p:nvSpPr>
            <p:spPr>
              <a:xfrm>
                <a:off x="10528685" y="7699248"/>
                <a:ext cx="18770" cy="18928"/>
              </a:xfrm>
              <a:prstGeom prst="rect">
                <a:avLst/>
              </a:prstGeom>
              <a:solidFill>
                <a:srgbClr val="747474"/>
              </a:solidFill>
              <a:ln>
                <a:noFill/>
              </a:ln>
              <a:effectLst/>
            </p:spPr>
            <p:txBody>
              <a:bodyPr rtlCol="0" anchor="ctr"/>
              <a:lstStyle/>
              <a:p>
                <a:pPr algn="ctr"/>
              </a:p>
            </p:txBody>
          </p:sp>
          <p:sp>
            <p:nvSpPr>
              <p:cNvPr id="1764" name="Noise cell"/>
              <p:cNvSpPr/>
              <p:nvPr/>
            </p:nvSpPr>
            <p:spPr>
              <a:xfrm>
                <a:off x="10546816" y="7699248"/>
                <a:ext cx="18770" cy="18928"/>
              </a:xfrm>
              <a:prstGeom prst="rect">
                <a:avLst/>
              </a:prstGeom>
              <a:solidFill>
                <a:srgbClr val="7F7F7F"/>
              </a:solidFill>
              <a:ln>
                <a:noFill/>
              </a:ln>
              <a:effectLst/>
            </p:spPr>
            <p:txBody>
              <a:bodyPr rtlCol="0" anchor="ctr"/>
              <a:lstStyle/>
              <a:p>
                <a:pPr algn="ctr"/>
              </a:p>
            </p:txBody>
          </p:sp>
          <p:sp>
            <p:nvSpPr>
              <p:cNvPr id="1765" name="Noise cell"/>
              <p:cNvSpPr/>
              <p:nvPr/>
            </p:nvSpPr>
            <p:spPr>
              <a:xfrm>
                <a:off x="10564946" y="7699248"/>
                <a:ext cx="18770" cy="18928"/>
              </a:xfrm>
              <a:prstGeom prst="rect">
                <a:avLst/>
              </a:prstGeom>
              <a:solidFill>
                <a:srgbClr val="8F8F8F"/>
              </a:solidFill>
              <a:ln>
                <a:noFill/>
              </a:ln>
              <a:effectLst/>
            </p:spPr>
            <p:txBody>
              <a:bodyPr rtlCol="0" anchor="ctr"/>
              <a:lstStyle/>
              <a:p>
                <a:pPr algn="ctr"/>
              </a:p>
            </p:txBody>
          </p:sp>
          <p:sp>
            <p:nvSpPr>
              <p:cNvPr id="1766" name="Noise cell"/>
              <p:cNvSpPr/>
              <p:nvPr/>
            </p:nvSpPr>
            <p:spPr>
              <a:xfrm>
                <a:off x="10583076" y="7699248"/>
                <a:ext cx="18770" cy="18928"/>
              </a:xfrm>
              <a:prstGeom prst="rect">
                <a:avLst/>
              </a:prstGeom>
              <a:solidFill>
                <a:srgbClr val="7F7F7F"/>
              </a:solidFill>
              <a:ln>
                <a:noFill/>
              </a:ln>
              <a:effectLst/>
            </p:spPr>
            <p:txBody>
              <a:bodyPr rtlCol="0" anchor="ctr"/>
              <a:lstStyle/>
              <a:p>
                <a:pPr algn="ctr"/>
              </a:p>
            </p:txBody>
          </p:sp>
          <p:sp>
            <p:nvSpPr>
              <p:cNvPr id="1767" name="Noise cell"/>
              <p:cNvSpPr/>
              <p:nvPr/>
            </p:nvSpPr>
            <p:spPr>
              <a:xfrm>
                <a:off x="10601207" y="7699248"/>
                <a:ext cx="18770" cy="18928"/>
              </a:xfrm>
              <a:prstGeom prst="rect">
                <a:avLst/>
              </a:prstGeom>
              <a:solidFill>
                <a:srgbClr val="838383"/>
              </a:solidFill>
              <a:ln>
                <a:noFill/>
              </a:ln>
              <a:effectLst/>
            </p:spPr>
            <p:txBody>
              <a:bodyPr rtlCol="0" anchor="ctr"/>
              <a:lstStyle/>
              <a:p>
                <a:pPr algn="ctr"/>
              </a:p>
            </p:txBody>
          </p:sp>
          <p:sp>
            <p:nvSpPr>
              <p:cNvPr id="1768" name="Noise cell"/>
              <p:cNvSpPr/>
              <p:nvPr/>
            </p:nvSpPr>
            <p:spPr>
              <a:xfrm>
                <a:off x="10619337" y="7699248"/>
                <a:ext cx="18770" cy="18928"/>
              </a:xfrm>
              <a:prstGeom prst="rect">
                <a:avLst/>
              </a:prstGeom>
              <a:solidFill>
                <a:srgbClr val="989898"/>
              </a:solidFill>
              <a:ln>
                <a:noFill/>
              </a:ln>
              <a:effectLst/>
            </p:spPr>
            <p:txBody>
              <a:bodyPr rtlCol="0" anchor="ctr"/>
              <a:lstStyle/>
              <a:p>
                <a:pPr algn="ctr"/>
              </a:p>
            </p:txBody>
          </p:sp>
          <p:sp>
            <p:nvSpPr>
              <p:cNvPr id="1769" name="Noise cell"/>
              <p:cNvSpPr/>
              <p:nvPr/>
            </p:nvSpPr>
            <p:spPr>
              <a:xfrm>
                <a:off x="10637467" y="7699248"/>
                <a:ext cx="18770" cy="18928"/>
              </a:xfrm>
              <a:prstGeom prst="rect">
                <a:avLst/>
              </a:prstGeom>
              <a:solidFill>
                <a:srgbClr val="838383"/>
              </a:solidFill>
              <a:ln>
                <a:noFill/>
              </a:ln>
              <a:effectLst/>
            </p:spPr>
            <p:txBody>
              <a:bodyPr rtlCol="0" anchor="ctr"/>
              <a:lstStyle/>
              <a:p>
                <a:pPr algn="ctr"/>
              </a:p>
            </p:txBody>
          </p:sp>
          <p:sp>
            <p:nvSpPr>
              <p:cNvPr id="1770" name="Noise cell"/>
              <p:cNvSpPr/>
              <p:nvPr/>
            </p:nvSpPr>
            <p:spPr>
              <a:xfrm>
                <a:off x="10655598" y="7699248"/>
                <a:ext cx="18770" cy="18928"/>
              </a:xfrm>
              <a:prstGeom prst="rect">
                <a:avLst/>
              </a:prstGeom>
              <a:solidFill>
                <a:srgbClr val="9D9D9D"/>
              </a:solidFill>
              <a:ln>
                <a:noFill/>
              </a:ln>
              <a:effectLst/>
            </p:spPr>
            <p:txBody>
              <a:bodyPr rtlCol="0" anchor="ctr"/>
              <a:lstStyle/>
              <a:p>
                <a:pPr algn="ctr"/>
              </a:p>
            </p:txBody>
          </p:sp>
          <p:sp>
            <p:nvSpPr>
              <p:cNvPr id="1771" name="Noise cell"/>
              <p:cNvSpPr/>
              <p:nvPr/>
            </p:nvSpPr>
            <p:spPr>
              <a:xfrm>
                <a:off x="10673728" y="7699248"/>
                <a:ext cx="18770" cy="18928"/>
              </a:xfrm>
              <a:prstGeom prst="rect">
                <a:avLst/>
              </a:prstGeom>
              <a:solidFill>
                <a:srgbClr val="707070"/>
              </a:solidFill>
              <a:ln>
                <a:noFill/>
              </a:ln>
              <a:effectLst/>
            </p:spPr>
            <p:txBody>
              <a:bodyPr rtlCol="0" anchor="ctr"/>
              <a:lstStyle/>
              <a:p>
                <a:pPr algn="ctr"/>
              </a:p>
            </p:txBody>
          </p:sp>
          <p:sp>
            <p:nvSpPr>
              <p:cNvPr id="1772" name="Noise cell"/>
              <p:cNvSpPr/>
              <p:nvPr/>
            </p:nvSpPr>
            <p:spPr>
              <a:xfrm>
                <a:off x="10691858" y="7699248"/>
                <a:ext cx="18770" cy="18928"/>
              </a:xfrm>
              <a:prstGeom prst="rect">
                <a:avLst/>
              </a:prstGeom>
              <a:solidFill>
                <a:srgbClr val="868686"/>
              </a:solidFill>
              <a:ln>
                <a:noFill/>
              </a:ln>
              <a:effectLst/>
            </p:spPr>
            <p:txBody>
              <a:bodyPr rtlCol="0" anchor="ctr"/>
              <a:lstStyle/>
              <a:p>
                <a:pPr algn="ctr"/>
              </a:p>
            </p:txBody>
          </p:sp>
          <p:sp>
            <p:nvSpPr>
              <p:cNvPr id="1773" name="Noise cell"/>
              <p:cNvSpPr/>
              <p:nvPr/>
            </p:nvSpPr>
            <p:spPr>
              <a:xfrm>
                <a:off x="10709989" y="7699248"/>
                <a:ext cx="18770" cy="18928"/>
              </a:xfrm>
              <a:prstGeom prst="rect">
                <a:avLst/>
              </a:prstGeom>
              <a:solidFill>
                <a:srgbClr val="747474"/>
              </a:solidFill>
              <a:ln>
                <a:noFill/>
              </a:ln>
              <a:effectLst/>
            </p:spPr>
            <p:txBody>
              <a:bodyPr rtlCol="0" anchor="ctr"/>
              <a:lstStyle/>
              <a:p>
                <a:pPr algn="ctr"/>
              </a:p>
            </p:txBody>
          </p:sp>
          <p:sp>
            <p:nvSpPr>
              <p:cNvPr id="1774" name="Noise cell"/>
              <p:cNvSpPr/>
              <p:nvPr/>
            </p:nvSpPr>
            <p:spPr>
              <a:xfrm>
                <a:off x="10728119" y="7699248"/>
                <a:ext cx="18770" cy="18928"/>
              </a:xfrm>
              <a:prstGeom prst="rect">
                <a:avLst/>
              </a:prstGeom>
              <a:solidFill>
                <a:srgbClr val="8E8E8E"/>
              </a:solidFill>
              <a:ln>
                <a:noFill/>
              </a:ln>
              <a:effectLst/>
            </p:spPr>
            <p:txBody>
              <a:bodyPr rtlCol="0" anchor="ctr"/>
              <a:lstStyle/>
              <a:p>
                <a:pPr algn="ctr"/>
              </a:p>
            </p:txBody>
          </p:sp>
          <p:sp>
            <p:nvSpPr>
              <p:cNvPr id="1775" name="Noise cell"/>
              <p:cNvSpPr/>
              <p:nvPr/>
            </p:nvSpPr>
            <p:spPr>
              <a:xfrm>
                <a:off x="10746250" y="7699248"/>
                <a:ext cx="18770" cy="18928"/>
              </a:xfrm>
              <a:prstGeom prst="rect">
                <a:avLst/>
              </a:prstGeom>
              <a:solidFill>
                <a:srgbClr val="6B6B6B"/>
              </a:solidFill>
              <a:ln>
                <a:noFill/>
              </a:ln>
              <a:effectLst/>
            </p:spPr>
            <p:txBody>
              <a:bodyPr rtlCol="0" anchor="ctr"/>
              <a:lstStyle/>
              <a:p>
                <a:pPr algn="ctr"/>
              </a:p>
            </p:txBody>
          </p:sp>
          <p:sp>
            <p:nvSpPr>
              <p:cNvPr id="1776" name="Noise cell"/>
              <p:cNvSpPr/>
              <p:nvPr/>
            </p:nvSpPr>
            <p:spPr>
              <a:xfrm>
                <a:off x="10764380" y="7699248"/>
                <a:ext cx="18770" cy="18928"/>
              </a:xfrm>
              <a:prstGeom prst="rect">
                <a:avLst/>
              </a:prstGeom>
              <a:solidFill>
                <a:srgbClr val="787878"/>
              </a:solidFill>
              <a:ln>
                <a:noFill/>
              </a:ln>
              <a:effectLst/>
            </p:spPr>
            <p:txBody>
              <a:bodyPr rtlCol="0" anchor="ctr"/>
              <a:lstStyle/>
              <a:p>
                <a:pPr algn="ctr"/>
              </a:p>
            </p:txBody>
          </p:sp>
          <p:sp>
            <p:nvSpPr>
              <p:cNvPr id="1777" name="Noise cell"/>
              <p:cNvSpPr/>
              <p:nvPr/>
            </p:nvSpPr>
            <p:spPr>
              <a:xfrm>
                <a:off x="10782510" y="7699248"/>
                <a:ext cx="18770" cy="18928"/>
              </a:xfrm>
              <a:prstGeom prst="rect">
                <a:avLst/>
              </a:prstGeom>
              <a:solidFill>
                <a:srgbClr val="7D7D7D"/>
              </a:solidFill>
              <a:ln>
                <a:noFill/>
              </a:ln>
              <a:effectLst/>
            </p:spPr>
            <p:txBody>
              <a:bodyPr rtlCol="0" anchor="ctr"/>
              <a:lstStyle/>
              <a:p>
                <a:pPr algn="ctr"/>
              </a:p>
            </p:txBody>
          </p:sp>
          <p:sp>
            <p:nvSpPr>
              <p:cNvPr id="1778" name="Noise cell"/>
              <p:cNvSpPr/>
              <p:nvPr/>
            </p:nvSpPr>
            <p:spPr>
              <a:xfrm>
                <a:off x="10800641" y="7699248"/>
                <a:ext cx="18770" cy="18928"/>
              </a:xfrm>
              <a:prstGeom prst="rect">
                <a:avLst/>
              </a:prstGeom>
              <a:solidFill>
                <a:srgbClr val="888888"/>
              </a:solidFill>
              <a:ln>
                <a:noFill/>
              </a:ln>
              <a:effectLst/>
            </p:spPr>
            <p:txBody>
              <a:bodyPr rtlCol="0" anchor="ctr"/>
              <a:lstStyle/>
              <a:p>
                <a:pPr algn="ctr"/>
              </a:p>
            </p:txBody>
          </p:sp>
          <p:sp>
            <p:nvSpPr>
              <p:cNvPr id="1779" name="Noise cell"/>
              <p:cNvSpPr/>
              <p:nvPr/>
            </p:nvSpPr>
            <p:spPr>
              <a:xfrm>
                <a:off x="10818771" y="7699248"/>
                <a:ext cx="18770" cy="18928"/>
              </a:xfrm>
              <a:prstGeom prst="rect">
                <a:avLst/>
              </a:prstGeom>
              <a:solidFill>
                <a:srgbClr val="808080"/>
              </a:solidFill>
              <a:ln>
                <a:noFill/>
              </a:ln>
              <a:effectLst/>
            </p:spPr>
            <p:txBody>
              <a:bodyPr rtlCol="0" anchor="ctr"/>
              <a:lstStyle/>
              <a:p>
                <a:pPr algn="ctr"/>
              </a:p>
            </p:txBody>
          </p:sp>
          <p:sp>
            <p:nvSpPr>
              <p:cNvPr id="1780" name="Noise cell"/>
              <p:cNvSpPr/>
              <p:nvPr/>
            </p:nvSpPr>
            <p:spPr>
              <a:xfrm>
                <a:off x="10836901" y="7699248"/>
                <a:ext cx="18770" cy="18928"/>
              </a:xfrm>
              <a:prstGeom prst="rect">
                <a:avLst/>
              </a:prstGeom>
              <a:solidFill>
                <a:srgbClr val="737373"/>
              </a:solidFill>
              <a:ln>
                <a:noFill/>
              </a:ln>
              <a:effectLst/>
            </p:spPr>
            <p:txBody>
              <a:bodyPr rtlCol="0" anchor="ctr"/>
              <a:lstStyle/>
              <a:p>
                <a:pPr algn="ctr"/>
              </a:p>
            </p:txBody>
          </p:sp>
          <p:sp>
            <p:nvSpPr>
              <p:cNvPr id="1781" name="Noise cell"/>
              <p:cNvSpPr/>
              <p:nvPr/>
            </p:nvSpPr>
            <p:spPr>
              <a:xfrm>
                <a:off x="10855032" y="7699248"/>
                <a:ext cx="18770" cy="18928"/>
              </a:xfrm>
              <a:prstGeom prst="rect">
                <a:avLst/>
              </a:prstGeom>
              <a:solidFill>
                <a:srgbClr val="808080"/>
              </a:solidFill>
              <a:ln>
                <a:noFill/>
              </a:ln>
              <a:effectLst/>
            </p:spPr>
            <p:txBody>
              <a:bodyPr rtlCol="0" anchor="ctr"/>
              <a:lstStyle/>
              <a:p>
                <a:pPr algn="ctr"/>
              </a:p>
            </p:txBody>
          </p:sp>
          <p:sp>
            <p:nvSpPr>
              <p:cNvPr id="1782" name="Noise cell"/>
              <p:cNvSpPr/>
              <p:nvPr/>
            </p:nvSpPr>
            <p:spPr>
              <a:xfrm>
                <a:off x="10873162" y="7699248"/>
                <a:ext cx="18770" cy="18928"/>
              </a:xfrm>
              <a:prstGeom prst="rect">
                <a:avLst/>
              </a:prstGeom>
              <a:solidFill>
                <a:srgbClr val="828282"/>
              </a:solidFill>
              <a:ln>
                <a:noFill/>
              </a:ln>
              <a:effectLst/>
            </p:spPr>
            <p:txBody>
              <a:bodyPr rtlCol="0" anchor="ctr"/>
              <a:lstStyle/>
              <a:p>
                <a:pPr algn="ctr"/>
              </a:p>
            </p:txBody>
          </p:sp>
          <p:sp>
            <p:nvSpPr>
              <p:cNvPr id="1783" name="Noise cell"/>
              <p:cNvSpPr/>
              <p:nvPr/>
            </p:nvSpPr>
            <p:spPr>
              <a:xfrm>
                <a:off x="10891292" y="7699248"/>
                <a:ext cx="18770" cy="18928"/>
              </a:xfrm>
              <a:prstGeom prst="rect">
                <a:avLst/>
              </a:prstGeom>
              <a:solidFill>
                <a:srgbClr val="717171"/>
              </a:solidFill>
              <a:ln>
                <a:noFill/>
              </a:ln>
              <a:effectLst/>
            </p:spPr>
            <p:txBody>
              <a:bodyPr rtlCol="0" anchor="ctr"/>
              <a:lstStyle/>
              <a:p>
                <a:pPr algn="ctr"/>
              </a:p>
            </p:txBody>
          </p:sp>
          <p:sp>
            <p:nvSpPr>
              <p:cNvPr id="1784" name="Noise cell"/>
              <p:cNvSpPr/>
              <p:nvPr/>
            </p:nvSpPr>
            <p:spPr>
              <a:xfrm>
                <a:off x="10909423" y="7699248"/>
                <a:ext cx="18770" cy="18928"/>
              </a:xfrm>
              <a:prstGeom prst="rect">
                <a:avLst/>
              </a:prstGeom>
              <a:solidFill>
                <a:srgbClr val="8E8E8E"/>
              </a:solidFill>
              <a:ln>
                <a:noFill/>
              </a:ln>
              <a:effectLst/>
            </p:spPr>
            <p:txBody>
              <a:bodyPr rtlCol="0" anchor="ctr"/>
              <a:lstStyle/>
              <a:p>
                <a:pPr algn="ctr"/>
              </a:p>
            </p:txBody>
          </p:sp>
          <p:sp>
            <p:nvSpPr>
              <p:cNvPr id="1785" name="Noise cell"/>
              <p:cNvSpPr/>
              <p:nvPr/>
            </p:nvSpPr>
            <p:spPr>
              <a:xfrm>
                <a:off x="10927553" y="7699248"/>
                <a:ext cx="18770" cy="18928"/>
              </a:xfrm>
              <a:prstGeom prst="rect">
                <a:avLst/>
              </a:prstGeom>
              <a:solidFill>
                <a:srgbClr val="777777"/>
              </a:solidFill>
              <a:ln>
                <a:noFill/>
              </a:ln>
              <a:effectLst/>
            </p:spPr>
            <p:txBody>
              <a:bodyPr rtlCol="0" anchor="ctr"/>
              <a:lstStyle/>
              <a:p>
                <a:pPr algn="ctr"/>
              </a:p>
            </p:txBody>
          </p:sp>
          <p:sp>
            <p:nvSpPr>
              <p:cNvPr id="1786" name="Noise cell"/>
              <p:cNvSpPr/>
              <p:nvPr/>
            </p:nvSpPr>
            <p:spPr>
              <a:xfrm>
                <a:off x="10945683" y="7699248"/>
                <a:ext cx="18770" cy="18928"/>
              </a:xfrm>
              <a:prstGeom prst="rect">
                <a:avLst/>
              </a:prstGeom>
              <a:solidFill>
                <a:srgbClr val="979797"/>
              </a:solidFill>
              <a:ln>
                <a:noFill/>
              </a:ln>
              <a:effectLst/>
            </p:spPr>
            <p:txBody>
              <a:bodyPr rtlCol="0" anchor="ctr"/>
              <a:lstStyle/>
              <a:p>
                <a:pPr algn="ctr"/>
              </a:p>
            </p:txBody>
          </p:sp>
          <p:sp>
            <p:nvSpPr>
              <p:cNvPr id="1787" name="Noise cell"/>
              <p:cNvSpPr/>
              <p:nvPr/>
            </p:nvSpPr>
            <p:spPr>
              <a:xfrm>
                <a:off x="10963814" y="7699248"/>
                <a:ext cx="18770" cy="18928"/>
              </a:xfrm>
              <a:prstGeom prst="rect">
                <a:avLst/>
              </a:prstGeom>
              <a:solidFill>
                <a:srgbClr val="9D9D9D"/>
              </a:solidFill>
              <a:ln>
                <a:noFill/>
              </a:ln>
              <a:effectLst/>
            </p:spPr>
            <p:txBody>
              <a:bodyPr rtlCol="0" anchor="ctr"/>
              <a:lstStyle/>
              <a:p>
                <a:pPr algn="ctr"/>
              </a:p>
            </p:txBody>
          </p:sp>
          <p:sp>
            <p:nvSpPr>
              <p:cNvPr id="1788" name="Noise cell"/>
              <p:cNvSpPr/>
              <p:nvPr/>
            </p:nvSpPr>
            <p:spPr>
              <a:xfrm>
                <a:off x="9930384" y="7717536"/>
                <a:ext cx="18770" cy="18928"/>
              </a:xfrm>
              <a:prstGeom prst="rect">
                <a:avLst/>
              </a:prstGeom>
              <a:solidFill>
                <a:srgbClr val="6D6D6D"/>
              </a:solidFill>
              <a:ln>
                <a:noFill/>
              </a:ln>
              <a:effectLst/>
            </p:spPr>
            <p:txBody>
              <a:bodyPr rtlCol="0" anchor="ctr"/>
              <a:lstStyle/>
              <a:p>
                <a:pPr algn="ctr"/>
              </a:p>
            </p:txBody>
          </p:sp>
          <p:sp>
            <p:nvSpPr>
              <p:cNvPr id="1789" name="Noise cell"/>
              <p:cNvSpPr/>
              <p:nvPr/>
            </p:nvSpPr>
            <p:spPr>
              <a:xfrm>
                <a:off x="9948514" y="7717536"/>
                <a:ext cx="18770" cy="18928"/>
              </a:xfrm>
              <a:prstGeom prst="rect">
                <a:avLst/>
              </a:prstGeom>
              <a:solidFill>
                <a:srgbClr val="6A6A6A"/>
              </a:solidFill>
              <a:ln>
                <a:noFill/>
              </a:ln>
              <a:effectLst/>
            </p:spPr>
            <p:txBody>
              <a:bodyPr rtlCol="0" anchor="ctr"/>
              <a:lstStyle/>
              <a:p>
                <a:pPr algn="ctr"/>
              </a:p>
            </p:txBody>
          </p:sp>
          <p:sp>
            <p:nvSpPr>
              <p:cNvPr id="1790" name="Noise cell"/>
              <p:cNvSpPr/>
              <p:nvPr/>
            </p:nvSpPr>
            <p:spPr>
              <a:xfrm>
                <a:off x="9966645" y="7717536"/>
                <a:ext cx="18770" cy="18928"/>
              </a:xfrm>
              <a:prstGeom prst="rect">
                <a:avLst/>
              </a:prstGeom>
              <a:solidFill>
                <a:srgbClr val="838383"/>
              </a:solidFill>
              <a:ln>
                <a:noFill/>
              </a:ln>
              <a:effectLst/>
            </p:spPr>
            <p:txBody>
              <a:bodyPr rtlCol="0" anchor="ctr"/>
              <a:lstStyle/>
              <a:p>
                <a:pPr algn="ctr"/>
              </a:p>
            </p:txBody>
          </p:sp>
          <p:sp>
            <p:nvSpPr>
              <p:cNvPr id="1791" name="Noise cell"/>
              <p:cNvSpPr/>
              <p:nvPr/>
            </p:nvSpPr>
            <p:spPr>
              <a:xfrm>
                <a:off x="9984775" y="7717536"/>
                <a:ext cx="18770" cy="18928"/>
              </a:xfrm>
              <a:prstGeom prst="rect">
                <a:avLst/>
              </a:prstGeom>
              <a:solidFill>
                <a:srgbClr val="858585"/>
              </a:solidFill>
              <a:ln>
                <a:noFill/>
              </a:ln>
              <a:effectLst/>
            </p:spPr>
            <p:txBody>
              <a:bodyPr rtlCol="0" anchor="ctr"/>
              <a:lstStyle/>
              <a:p>
                <a:pPr algn="ctr"/>
              </a:p>
            </p:txBody>
          </p:sp>
          <p:sp>
            <p:nvSpPr>
              <p:cNvPr id="1792" name="Noise cell"/>
              <p:cNvSpPr/>
              <p:nvPr/>
            </p:nvSpPr>
            <p:spPr>
              <a:xfrm>
                <a:off x="10002905" y="7717536"/>
                <a:ext cx="18770" cy="18928"/>
              </a:xfrm>
              <a:prstGeom prst="rect">
                <a:avLst/>
              </a:prstGeom>
              <a:solidFill>
                <a:srgbClr val="717171"/>
              </a:solidFill>
              <a:ln>
                <a:noFill/>
              </a:ln>
              <a:effectLst/>
            </p:spPr>
            <p:txBody>
              <a:bodyPr rtlCol="0" anchor="ctr"/>
              <a:lstStyle/>
              <a:p>
                <a:pPr algn="ctr"/>
              </a:p>
            </p:txBody>
          </p:sp>
          <p:sp>
            <p:nvSpPr>
              <p:cNvPr id="1793" name="Noise cell"/>
              <p:cNvSpPr/>
              <p:nvPr/>
            </p:nvSpPr>
            <p:spPr>
              <a:xfrm>
                <a:off x="10021036" y="7717536"/>
                <a:ext cx="18770" cy="18928"/>
              </a:xfrm>
              <a:prstGeom prst="rect">
                <a:avLst/>
              </a:prstGeom>
              <a:solidFill>
                <a:srgbClr val="888888"/>
              </a:solidFill>
              <a:ln>
                <a:noFill/>
              </a:ln>
              <a:effectLst/>
            </p:spPr>
            <p:txBody>
              <a:bodyPr rtlCol="0" anchor="ctr"/>
              <a:lstStyle/>
              <a:p>
                <a:pPr algn="ctr"/>
              </a:p>
            </p:txBody>
          </p:sp>
          <p:sp>
            <p:nvSpPr>
              <p:cNvPr id="1794" name="Noise cell"/>
              <p:cNvSpPr/>
              <p:nvPr/>
            </p:nvSpPr>
            <p:spPr>
              <a:xfrm>
                <a:off x="10039166" y="7717536"/>
                <a:ext cx="18770" cy="18928"/>
              </a:xfrm>
              <a:prstGeom prst="rect">
                <a:avLst/>
              </a:prstGeom>
              <a:solidFill>
                <a:srgbClr val="8C8C8C"/>
              </a:solidFill>
              <a:ln>
                <a:noFill/>
              </a:ln>
              <a:effectLst/>
            </p:spPr>
            <p:txBody>
              <a:bodyPr rtlCol="0" anchor="ctr"/>
              <a:lstStyle/>
              <a:p>
                <a:pPr algn="ctr"/>
              </a:p>
            </p:txBody>
          </p:sp>
          <p:sp>
            <p:nvSpPr>
              <p:cNvPr id="1795" name="Noise cell"/>
              <p:cNvSpPr/>
              <p:nvPr/>
            </p:nvSpPr>
            <p:spPr>
              <a:xfrm>
                <a:off x="10057296" y="7717536"/>
                <a:ext cx="18770" cy="18928"/>
              </a:xfrm>
              <a:prstGeom prst="rect">
                <a:avLst/>
              </a:prstGeom>
              <a:solidFill>
                <a:srgbClr val="767676"/>
              </a:solidFill>
              <a:ln>
                <a:noFill/>
              </a:ln>
              <a:effectLst/>
            </p:spPr>
            <p:txBody>
              <a:bodyPr rtlCol="0" anchor="ctr"/>
              <a:lstStyle/>
              <a:p>
                <a:pPr algn="ctr"/>
              </a:p>
            </p:txBody>
          </p:sp>
          <p:sp>
            <p:nvSpPr>
              <p:cNvPr id="1796" name="Noise cell"/>
              <p:cNvSpPr/>
              <p:nvPr/>
            </p:nvSpPr>
            <p:spPr>
              <a:xfrm>
                <a:off x="10075427" y="7717536"/>
                <a:ext cx="18770" cy="18928"/>
              </a:xfrm>
              <a:prstGeom prst="rect">
                <a:avLst/>
              </a:prstGeom>
              <a:solidFill>
                <a:srgbClr val="9B9B9B"/>
              </a:solidFill>
              <a:ln>
                <a:noFill/>
              </a:ln>
              <a:effectLst/>
            </p:spPr>
            <p:txBody>
              <a:bodyPr rtlCol="0" anchor="ctr"/>
              <a:lstStyle/>
              <a:p>
                <a:pPr algn="ctr"/>
              </a:p>
            </p:txBody>
          </p:sp>
          <p:sp>
            <p:nvSpPr>
              <p:cNvPr id="1797" name="Noise cell"/>
              <p:cNvSpPr/>
              <p:nvPr/>
            </p:nvSpPr>
            <p:spPr>
              <a:xfrm>
                <a:off x="10093557" y="7717536"/>
                <a:ext cx="18770" cy="18928"/>
              </a:xfrm>
              <a:prstGeom prst="rect">
                <a:avLst/>
              </a:prstGeom>
              <a:solidFill>
                <a:srgbClr val="919191"/>
              </a:solidFill>
              <a:ln>
                <a:noFill/>
              </a:ln>
              <a:effectLst/>
            </p:spPr>
            <p:txBody>
              <a:bodyPr rtlCol="0" anchor="ctr"/>
              <a:lstStyle/>
              <a:p>
                <a:pPr algn="ctr"/>
              </a:p>
            </p:txBody>
          </p:sp>
          <p:sp>
            <p:nvSpPr>
              <p:cNvPr id="1798" name="Noise cell"/>
              <p:cNvSpPr/>
              <p:nvPr/>
            </p:nvSpPr>
            <p:spPr>
              <a:xfrm>
                <a:off x="10111687" y="7717536"/>
                <a:ext cx="18770" cy="18928"/>
              </a:xfrm>
              <a:prstGeom prst="rect">
                <a:avLst/>
              </a:prstGeom>
              <a:solidFill>
                <a:srgbClr val="868686"/>
              </a:solidFill>
              <a:ln>
                <a:noFill/>
              </a:ln>
              <a:effectLst/>
            </p:spPr>
            <p:txBody>
              <a:bodyPr rtlCol="0" anchor="ctr"/>
              <a:lstStyle/>
              <a:p>
                <a:pPr algn="ctr"/>
              </a:p>
            </p:txBody>
          </p:sp>
          <p:sp>
            <p:nvSpPr>
              <p:cNvPr id="1799" name="Noise cell"/>
              <p:cNvSpPr/>
              <p:nvPr/>
            </p:nvSpPr>
            <p:spPr>
              <a:xfrm>
                <a:off x="10129818" y="7717536"/>
                <a:ext cx="18770" cy="18928"/>
              </a:xfrm>
              <a:prstGeom prst="rect">
                <a:avLst/>
              </a:prstGeom>
              <a:solidFill>
                <a:srgbClr val="808080"/>
              </a:solidFill>
              <a:ln>
                <a:noFill/>
              </a:ln>
              <a:effectLst/>
            </p:spPr>
            <p:txBody>
              <a:bodyPr rtlCol="0" anchor="ctr"/>
              <a:lstStyle/>
              <a:p>
                <a:pPr algn="ctr"/>
              </a:p>
            </p:txBody>
          </p:sp>
          <p:sp>
            <p:nvSpPr>
              <p:cNvPr id="1800" name="Noise cell"/>
              <p:cNvSpPr/>
              <p:nvPr/>
            </p:nvSpPr>
            <p:spPr>
              <a:xfrm>
                <a:off x="10147948" y="7717536"/>
                <a:ext cx="18770" cy="18928"/>
              </a:xfrm>
              <a:prstGeom prst="rect">
                <a:avLst/>
              </a:prstGeom>
              <a:solidFill>
                <a:srgbClr val="969696"/>
              </a:solidFill>
              <a:ln>
                <a:noFill/>
              </a:ln>
              <a:effectLst/>
            </p:spPr>
            <p:txBody>
              <a:bodyPr rtlCol="0" anchor="ctr"/>
              <a:lstStyle/>
              <a:p>
                <a:pPr algn="ctr"/>
              </a:p>
            </p:txBody>
          </p:sp>
          <p:sp>
            <p:nvSpPr>
              <p:cNvPr id="1801" name="Noise cell"/>
              <p:cNvSpPr/>
              <p:nvPr/>
            </p:nvSpPr>
            <p:spPr>
              <a:xfrm>
                <a:off x="10166078" y="7717536"/>
                <a:ext cx="18770" cy="18928"/>
              </a:xfrm>
              <a:prstGeom prst="rect">
                <a:avLst/>
              </a:prstGeom>
              <a:solidFill>
                <a:srgbClr val="7E7E7E"/>
              </a:solidFill>
              <a:ln>
                <a:noFill/>
              </a:ln>
              <a:effectLst/>
            </p:spPr>
            <p:txBody>
              <a:bodyPr rtlCol="0" anchor="ctr"/>
              <a:lstStyle/>
              <a:p>
                <a:pPr algn="ctr"/>
              </a:p>
            </p:txBody>
          </p:sp>
          <p:sp>
            <p:nvSpPr>
              <p:cNvPr id="1802" name="Noise cell"/>
              <p:cNvSpPr/>
              <p:nvPr/>
            </p:nvSpPr>
            <p:spPr>
              <a:xfrm>
                <a:off x="10184209" y="7717536"/>
                <a:ext cx="18770" cy="18928"/>
              </a:xfrm>
              <a:prstGeom prst="rect">
                <a:avLst/>
              </a:prstGeom>
              <a:solidFill>
                <a:srgbClr val="A1A1A1"/>
              </a:solidFill>
              <a:ln>
                <a:noFill/>
              </a:ln>
              <a:effectLst/>
            </p:spPr>
            <p:txBody>
              <a:bodyPr rtlCol="0" anchor="ctr"/>
              <a:lstStyle/>
              <a:p>
                <a:pPr algn="ctr"/>
              </a:p>
            </p:txBody>
          </p:sp>
          <p:sp>
            <p:nvSpPr>
              <p:cNvPr id="1803" name="Noise cell"/>
              <p:cNvSpPr/>
              <p:nvPr/>
            </p:nvSpPr>
            <p:spPr>
              <a:xfrm>
                <a:off x="10202339" y="7717536"/>
                <a:ext cx="18770" cy="18928"/>
              </a:xfrm>
              <a:prstGeom prst="rect">
                <a:avLst/>
              </a:prstGeom>
              <a:solidFill>
                <a:srgbClr val="9A9A9A"/>
              </a:solidFill>
              <a:ln>
                <a:noFill/>
              </a:ln>
              <a:effectLst/>
            </p:spPr>
            <p:txBody>
              <a:bodyPr rtlCol="0" anchor="ctr"/>
              <a:lstStyle/>
              <a:p>
                <a:pPr algn="ctr"/>
              </a:p>
            </p:txBody>
          </p:sp>
          <p:sp>
            <p:nvSpPr>
              <p:cNvPr id="1804" name="Noise cell"/>
              <p:cNvSpPr/>
              <p:nvPr/>
            </p:nvSpPr>
            <p:spPr>
              <a:xfrm>
                <a:off x="10220470" y="7717536"/>
                <a:ext cx="18770" cy="18928"/>
              </a:xfrm>
              <a:prstGeom prst="rect">
                <a:avLst/>
              </a:prstGeom>
              <a:solidFill>
                <a:srgbClr val="939393"/>
              </a:solidFill>
              <a:ln>
                <a:noFill/>
              </a:ln>
              <a:effectLst/>
            </p:spPr>
            <p:txBody>
              <a:bodyPr rtlCol="0" anchor="ctr"/>
              <a:lstStyle/>
              <a:p>
                <a:pPr algn="ctr"/>
              </a:p>
            </p:txBody>
          </p:sp>
          <p:sp>
            <p:nvSpPr>
              <p:cNvPr id="1805" name="Noise cell"/>
              <p:cNvSpPr/>
              <p:nvPr/>
            </p:nvSpPr>
            <p:spPr>
              <a:xfrm>
                <a:off x="10238600" y="7717536"/>
                <a:ext cx="18770" cy="18928"/>
              </a:xfrm>
              <a:prstGeom prst="rect">
                <a:avLst/>
              </a:prstGeom>
              <a:solidFill>
                <a:srgbClr val="999999"/>
              </a:solidFill>
              <a:ln>
                <a:noFill/>
              </a:ln>
              <a:effectLst/>
            </p:spPr>
            <p:txBody>
              <a:bodyPr rtlCol="0" anchor="ctr"/>
              <a:lstStyle/>
              <a:p>
                <a:pPr algn="ctr"/>
              </a:p>
            </p:txBody>
          </p:sp>
          <p:sp>
            <p:nvSpPr>
              <p:cNvPr id="1806" name="Noise cell"/>
              <p:cNvSpPr/>
              <p:nvPr/>
            </p:nvSpPr>
            <p:spPr>
              <a:xfrm>
                <a:off x="10256730" y="7717536"/>
                <a:ext cx="18770" cy="18928"/>
              </a:xfrm>
              <a:prstGeom prst="rect">
                <a:avLst/>
              </a:prstGeom>
              <a:solidFill>
                <a:srgbClr val="686868"/>
              </a:solidFill>
              <a:ln>
                <a:noFill/>
              </a:ln>
              <a:effectLst/>
            </p:spPr>
            <p:txBody>
              <a:bodyPr rtlCol="0" anchor="ctr"/>
              <a:lstStyle/>
              <a:p>
                <a:pPr algn="ctr"/>
              </a:p>
            </p:txBody>
          </p:sp>
          <p:sp>
            <p:nvSpPr>
              <p:cNvPr id="1807" name="Noise cell"/>
              <p:cNvSpPr/>
              <p:nvPr/>
            </p:nvSpPr>
            <p:spPr>
              <a:xfrm>
                <a:off x="10274861" y="7717536"/>
                <a:ext cx="18770" cy="18928"/>
              </a:xfrm>
              <a:prstGeom prst="rect">
                <a:avLst/>
              </a:prstGeom>
              <a:solidFill>
                <a:srgbClr val="707070"/>
              </a:solidFill>
              <a:ln>
                <a:noFill/>
              </a:ln>
              <a:effectLst/>
            </p:spPr>
            <p:txBody>
              <a:bodyPr rtlCol="0" anchor="ctr"/>
              <a:lstStyle/>
              <a:p>
                <a:pPr algn="ctr"/>
              </a:p>
            </p:txBody>
          </p:sp>
          <p:sp>
            <p:nvSpPr>
              <p:cNvPr id="1808" name="Noise cell"/>
              <p:cNvSpPr/>
              <p:nvPr/>
            </p:nvSpPr>
            <p:spPr>
              <a:xfrm>
                <a:off x="10292991" y="7717536"/>
                <a:ext cx="18770" cy="18928"/>
              </a:xfrm>
              <a:prstGeom prst="rect">
                <a:avLst/>
              </a:prstGeom>
              <a:solidFill>
                <a:srgbClr val="6C6C6C"/>
              </a:solidFill>
              <a:ln>
                <a:noFill/>
              </a:ln>
              <a:effectLst/>
            </p:spPr>
            <p:txBody>
              <a:bodyPr rtlCol="0" anchor="ctr"/>
              <a:lstStyle/>
              <a:p>
                <a:pPr algn="ctr"/>
              </a:p>
            </p:txBody>
          </p:sp>
          <p:sp>
            <p:nvSpPr>
              <p:cNvPr id="1809" name="Noise cell"/>
              <p:cNvSpPr/>
              <p:nvPr/>
            </p:nvSpPr>
            <p:spPr>
              <a:xfrm>
                <a:off x="10311121" y="7717536"/>
                <a:ext cx="18770" cy="18928"/>
              </a:xfrm>
              <a:prstGeom prst="rect">
                <a:avLst/>
              </a:prstGeom>
              <a:solidFill>
                <a:srgbClr val="727272"/>
              </a:solidFill>
              <a:ln>
                <a:noFill/>
              </a:ln>
              <a:effectLst/>
            </p:spPr>
            <p:txBody>
              <a:bodyPr rtlCol="0" anchor="ctr"/>
              <a:lstStyle/>
              <a:p>
                <a:pPr algn="ctr"/>
              </a:p>
            </p:txBody>
          </p:sp>
          <p:sp>
            <p:nvSpPr>
              <p:cNvPr id="1810" name="Noise cell"/>
              <p:cNvSpPr/>
              <p:nvPr/>
            </p:nvSpPr>
            <p:spPr>
              <a:xfrm>
                <a:off x="10329252" y="7717536"/>
                <a:ext cx="18770" cy="18928"/>
              </a:xfrm>
              <a:prstGeom prst="rect">
                <a:avLst/>
              </a:prstGeom>
              <a:solidFill>
                <a:srgbClr val="919191"/>
              </a:solidFill>
              <a:ln>
                <a:noFill/>
              </a:ln>
              <a:effectLst/>
            </p:spPr>
            <p:txBody>
              <a:bodyPr rtlCol="0" anchor="ctr"/>
              <a:lstStyle/>
              <a:p>
                <a:pPr algn="ctr"/>
              </a:p>
            </p:txBody>
          </p:sp>
          <p:sp>
            <p:nvSpPr>
              <p:cNvPr id="1811" name="Noise cell"/>
              <p:cNvSpPr/>
              <p:nvPr/>
            </p:nvSpPr>
            <p:spPr>
              <a:xfrm>
                <a:off x="10347382" y="7717536"/>
                <a:ext cx="18770" cy="18928"/>
              </a:xfrm>
              <a:prstGeom prst="rect">
                <a:avLst/>
              </a:prstGeom>
              <a:solidFill>
                <a:srgbClr val="757575"/>
              </a:solidFill>
              <a:ln>
                <a:noFill/>
              </a:ln>
              <a:effectLst/>
            </p:spPr>
            <p:txBody>
              <a:bodyPr rtlCol="0" anchor="ctr"/>
              <a:lstStyle/>
              <a:p>
                <a:pPr algn="ctr"/>
              </a:p>
            </p:txBody>
          </p:sp>
          <p:sp>
            <p:nvSpPr>
              <p:cNvPr id="1812" name="Noise cell"/>
              <p:cNvSpPr/>
              <p:nvPr/>
            </p:nvSpPr>
            <p:spPr>
              <a:xfrm>
                <a:off x="10365512" y="7717536"/>
                <a:ext cx="18770" cy="18928"/>
              </a:xfrm>
              <a:prstGeom prst="rect">
                <a:avLst/>
              </a:prstGeom>
              <a:solidFill>
                <a:srgbClr val="949494"/>
              </a:solidFill>
              <a:ln>
                <a:noFill/>
              </a:ln>
              <a:effectLst/>
            </p:spPr>
            <p:txBody>
              <a:bodyPr rtlCol="0" anchor="ctr"/>
              <a:lstStyle/>
              <a:p>
                <a:pPr algn="ctr"/>
              </a:p>
            </p:txBody>
          </p:sp>
          <p:sp>
            <p:nvSpPr>
              <p:cNvPr id="1813" name="Noise cell"/>
              <p:cNvSpPr/>
              <p:nvPr/>
            </p:nvSpPr>
            <p:spPr>
              <a:xfrm>
                <a:off x="10383643" y="7717536"/>
                <a:ext cx="18770" cy="18928"/>
              </a:xfrm>
              <a:prstGeom prst="rect">
                <a:avLst/>
              </a:prstGeom>
              <a:solidFill>
                <a:srgbClr val="797979"/>
              </a:solidFill>
              <a:ln>
                <a:noFill/>
              </a:ln>
              <a:effectLst/>
            </p:spPr>
            <p:txBody>
              <a:bodyPr rtlCol="0" anchor="ctr"/>
              <a:lstStyle/>
              <a:p>
                <a:pPr algn="ctr"/>
              </a:p>
            </p:txBody>
          </p:sp>
          <p:sp>
            <p:nvSpPr>
              <p:cNvPr id="1814" name="Noise cell"/>
              <p:cNvSpPr/>
              <p:nvPr/>
            </p:nvSpPr>
            <p:spPr>
              <a:xfrm>
                <a:off x="10401773" y="7717536"/>
                <a:ext cx="18770" cy="18928"/>
              </a:xfrm>
              <a:prstGeom prst="rect">
                <a:avLst/>
              </a:prstGeom>
              <a:solidFill>
                <a:srgbClr val="727272"/>
              </a:solidFill>
              <a:ln>
                <a:noFill/>
              </a:ln>
              <a:effectLst/>
            </p:spPr>
            <p:txBody>
              <a:bodyPr rtlCol="0" anchor="ctr"/>
              <a:lstStyle/>
              <a:p>
                <a:pPr algn="ctr"/>
              </a:p>
            </p:txBody>
          </p:sp>
          <p:sp>
            <p:nvSpPr>
              <p:cNvPr id="1815" name="Noise cell"/>
              <p:cNvSpPr/>
              <p:nvPr/>
            </p:nvSpPr>
            <p:spPr>
              <a:xfrm>
                <a:off x="10419903" y="7717536"/>
                <a:ext cx="18770" cy="18928"/>
              </a:xfrm>
              <a:prstGeom prst="rect">
                <a:avLst/>
              </a:prstGeom>
              <a:solidFill>
                <a:srgbClr val="919191"/>
              </a:solidFill>
              <a:ln>
                <a:noFill/>
              </a:ln>
              <a:effectLst/>
            </p:spPr>
            <p:txBody>
              <a:bodyPr rtlCol="0" anchor="ctr"/>
              <a:lstStyle/>
              <a:p>
                <a:pPr algn="ctr"/>
              </a:p>
            </p:txBody>
          </p:sp>
          <p:sp>
            <p:nvSpPr>
              <p:cNvPr id="1816" name="Noise cell"/>
              <p:cNvSpPr/>
              <p:nvPr/>
            </p:nvSpPr>
            <p:spPr>
              <a:xfrm>
                <a:off x="10438034" y="7717536"/>
                <a:ext cx="18770" cy="18928"/>
              </a:xfrm>
              <a:prstGeom prst="rect">
                <a:avLst/>
              </a:prstGeom>
              <a:solidFill>
                <a:srgbClr val="979797"/>
              </a:solidFill>
              <a:ln>
                <a:noFill/>
              </a:ln>
              <a:effectLst/>
            </p:spPr>
            <p:txBody>
              <a:bodyPr rtlCol="0" anchor="ctr"/>
              <a:lstStyle/>
              <a:p>
                <a:pPr algn="ctr"/>
              </a:p>
            </p:txBody>
          </p:sp>
          <p:sp>
            <p:nvSpPr>
              <p:cNvPr id="1817" name="Noise cell"/>
              <p:cNvSpPr/>
              <p:nvPr/>
            </p:nvSpPr>
            <p:spPr>
              <a:xfrm>
                <a:off x="10456164" y="7717536"/>
                <a:ext cx="18770" cy="18928"/>
              </a:xfrm>
              <a:prstGeom prst="rect">
                <a:avLst/>
              </a:prstGeom>
              <a:solidFill>
                <a:srgbClr val="858585"/>
              </a:solidFill>
              <a:ln>
                <a:noFill/>
              </a:ln>
              <a:effectLst/>
            </p:spPr>
            <p:txBody>
              <a:bodyPr rtlCol="0" anchor="ctr"/>
              <a:lstStyle/>
              <a:p>
                <a:pPr algn="ctr"/>
              </a:p>
            </p:txBody>
          </p:sp>
          <p:sp>
            <p:nvSpPr>
              <p:cNvPr id="1818" name="Noise cell"/>
              <p:cNvSpPr/>
              <p:nvPr/>
            </p:nvSpPr>
            <p:spPr>
              <a:xfrm>
                <a:off x="10474294" y="7717536"/>
                <a:ext cx="18770" cy="18928"/>
              </a:xfrm>
              <a:prstGeom prst="rect">
                <a:avLst/>
              </a:prstGeom>
              <a:solidFill>
                <a:srgbClr val="7B7B7B"/>
              </a:solidFill>
              <a:ln>
                <a:noFill/>
              </a:ln>
              <a:effectLst/>
            </p:spPr>
            <p:txBody>
              <a:bodyPr rtlCol="0" anchor="ctr"/>
              <a:lstStyle/>
              <a:p>
                <a:pPr algn="ctr"/>
              </a:p>
            </p:txBody>
          </p:sp>
          <p:sp>
            <p:nvSpPr>
              <p:cNvPr id="1819" name="Noise cell"/>
              <p:cNvSpPr/>
              <p:nvPr/>
            </p:nvSpPr>
            <p:spPr>
              <a:xfrm>
                <a:off x="10492425" y="7717536"/>
                <a:ext cx="18770" cy="18928"/>
              </a:xfrm>
              <a:prstGeom prst="rect">
                <a:avLst/>
              </a:prstGeom>
              <a:solidFill>
                <a:srgbClr val="8A8A8A"/>
              </a:solidFill>
              <a:ln>
                <a:noFill/>
              </a:ln>
              <a:effectLst/>
            </p:spPr>
            <p:txBody>
              <a:bodyPr rtlCol="0" anchor="ctr"/>
              <a:lstStyle/>
              <a:p>
                <a:pPr algn="ctr"/>
              </a:p>
            </p:txBody>
          </p:sp>
          <p:sp>
            <p:nvSpPr>
              <p:cNvPr id="1820" name="Noise cell"/>
              <p:cNvSpPr/>
              <p:nvPr/>
            </p:nvSpPr>
            <p:spPr>
              <a:xfrm>
                <a:off x="10510555" y="7717536"/>
                <a:ext cx="18770" cy="18928"/>
              </a:xfrm>
              <a:prstGeom prst="rect">
                <a:avLst/>
              </a:prstGeom>
              <a:solidFill>
                <a:srgbClr val="878787"/>
              </a:solidFill>
              <a:ln>
                <a:noFill/>
              </a:ln>
              <a:effectLst/>
            </p:spPr>
            <p:txBody>
              <a:bodyPr rtlCol="0" anchor="ctr"/>
              <a:lstStyle/>
              <a:p>
                <a:pPr algn="ctr"/>
              </a:p>
            </p:txBody>
          </p:sp>
          <p:sp>
            <p:nvSpPr>
              <p:cNvPr id="1821" name="Noise cell"/>
              <p:cNvSpPr/>
              <p:nvPr/>
            </p:nvSpPr>
            <p:spPr>
              <a:xfrm>
                <a:off x="10528685" y="7717536"/>
                <a:ext cx="18770" cy="18928"/>
              </a:xfrm>
              <a:prstGeom prst="rect">
                <a:avLst/>
              </a:prstGeom>
              <a:solidFill>
                <a:srgbClr val="989898"/>
              </a:solidFill>
              <a:ln>
                <a:noFill/>
              </a:ln>
              <a:effectLst/>
            </p:spPr>
            <p:txBody>
              <a:bodyPr rtlCol="0" anchor="ctr"/>
              <a:lstStyle/>
              <a:p>
                <a:pPr algn="ctr"/>
              </a:p>
            </p:txBody>
          </p:sp>
          <p:sp>
            <p:nvSpPr>
              <p:cNvPr id="1822" name="Noise cell"/>
              <p:cNvSpPr/>
              <p:nvPr/>
            </p:nvSpPr>
            <p:spPr>
              <a:xfrm>
                <a:off x="10546816" y="7717536"/>
                <a:ext cx="18770" cy="18928"/>
              </a:xfrm>
              <a:prstGeom prst="rect">
                <a:avLst/>
              </a:prstGeom>
              <a:solidFill>
                <a:srgbClr val="797979"/>
              </a:solidFill>
              <a:ln>
                <a:noFill/>
              </a:ln>
              <a:effectLst/>
            </p:spPr>
            <p:txBody>
              <a:bodyPr rtlCol="0" anchor="ctr"/>
              <a:lstStyle/>
              <a:p>
                <a:pPr algn="ctr"/>
              </a:p>
            </p:txBody>
          </p:sp>
          <p:sp>
            <p:nvSpPr>
              <p:cNvPr id="1823" name="Noise cell"/>
              <p:cNvSpPr/>
              <p:nvPr/>
            </p:nvSpPr>
            <p:spPr>
              <a:xfrm>
                <a:off x="10564946" y="7717536"/>
                <a:ext cx="18770" cy="18928"/>
              </a:xfrm>
              <a:prstGeom prst="rect">
                <a:avLst/>
              </a:prstGeom>
              <a:solidFill>
                <a:srgbClr val="7C7C7C"/>
              </a:solidFill>
              <a:ln>
                <a:noFill/>
              </a:ln>
              <a:effectLst/>
            </p:spPr>
            <p:txBody>
              <a:bodyPr rtlCol="0" anchor="ctr"/>
              <a:lstStyle/>
              <a:p>
                <a:pPr algn="ctr"/>
              </a:p>
            </p:txBody>
          </p:sp>
          <p:sp>
            <p:nvSpPr>
              <p:cNvPr id="1824" name="Noise cell"/>
              <p:cNvSpPr/>
              <p:nvPr/>
            </p:nvSpPr>
            <p:spPr>
              <a:xfrm>
                <a:off x="10583076" y="7717536"/>
                <a:ext cx="18770" cy="18928"/>
              </a:xfrm>
              <a:prstGeom prst="rect">
                <a:avLst/>
              </a:prstGeom>
              <a:solidFill>
                <a:srgbClr val="888888"/>
              </a:solidFill>
              <a:ln>
                <a:noFill/>
              </a:ln>
              <a:effectLst/>
            </p:spPr>
            <p:txBody>
              <a:bodyPr rtlCol="0" anchor="ctr"/>
              <a:lstStyle/>
              <a:p>
                <a:pPr algn="ctr"/>
              </a:p>
            </p:txBody>
          </p:sp>
          <p:sp>
            <p:nvSpPr>
              <p:cNvPr id="1825" name="Noise cell"/>
              <p:cNvSpPr/>
              <p:nvPr/>
            </p:nvSpPr>
            <p:spPr>
              <a:xfrm>
                <a:off x="10601207" y="7717536"/>
                <a:ext cx="18770" cy="18928"/>
              </a:xfrm>
              <a:prstGeom prst="rect">
                <a:avLst/>
              </a:prstGeom>
              <a:solidFill>
                <a:srgbClr val="848484"/>
              </a:solidFill>
              <a:ln>
                <a:noFill/>
              </a:ln>
              <a:effectLst/>
            </p:spPr>
            <p:txBody>
              <a:bodyPr rtlCol="0" anchor="ctr"/>
              <a:lstStyle/>
              <a:p>
                <a:pPr algn="ctr"/>
              </a:p>
            </p:txBody>
          </p:sp>
          <p:sp>
            <p:nvSpPr>
              <p:cNvPr id="1826" name="Noise cell"/>
              <p:cNvSpPr/>
              <p:nvPr/>
            </p:nvSpPr>
            <p:spPr>
              <a:xfrm>
                <a:off x="10619337" y="7717536"/>
                <a:ext cx="18770" cy="18928"/>
              </a:xfrm>
              <a:prstGeom prst="rect">
                <a:avLst/>
              </a:prstGeom>
              <a:solidFill>
                <a:srgbClr val="8C8C8C"/>
              </a:solidFill>
              <a:ln>
                <a:noFill/>
              </a:ln>
              <a:effectLst/>
            </p:spPr>
            <p:txBody>
              <a:bodyPr rtlCol="0" anchor="ctr"/>
              <a:lstStyle/>
              <a:p>
                <a:pPr algn="ctr"/>
              </a:p>
            </p:txBody>
          </p:sp>
          <p:sp>
            <p:nvSpPr>
              <p:cNvPr id="1827" name="Noise cell"/>
              <p:cNvSpPr/>
              <p:nvPr/>
            </p:nvSpPr>
            <p:spPr>
              <a:xfrm>
                <a:off x="10637467" y="7717536"/>
                <a:ext cx="18770" cy="18928"/>
              </a:xfrm>
              <a:prstGeom prst="rect">
                <a:avLst/>
              </a:prstGeom>
              <a:solidFill>
                <a:srgbClr val="7D7D7D"/>
              </a:solidFill>
              <a:ln>
                <a:noFill/>
              </a:ln>
              <a:effectLst/>
            </p:spPr>
            <p:txBody>
              <a:bodyPr rtlCol="0" anchor="ctr"/>
              <a:lstStyle/>
              <a:p>
                <a:pPr algn="ctr"/>
              </a:p>
            </p:txBody>
          </p:sp>
          <p:sp>
            <p:nvSpPr>
              <p:cNvPr id="1828" name="Noise cell"/>
              <p:cNvSpPr/>
              <p:nvPr/>
            </p:nvSpPr>
            <p:spPr>
              <a:xfrm>
                <a:off x="10655598" y="7717536"/>
                <a:ext cx="18770" cy="18928"/>
              </a:xfrm>
              <a:prstGeom prst="rect">
                <a:avLst/>
              </a:prstGeom>
              <a:solidFill>
                <a:srgbClr val="828282"/>
              </a:solidFill>
              <a:ln>
                <a:noFill/>
              </a:ln>
              <a:effectLst/>
            </p:spPr>
            <p:txBody>
              <a:bodyPr rtlCol="0" anchor="ctr"/>
              <a:lstStyle/>
              <a:p>
                <a:pPr algn="ctr"/>
              </a:p>
            </p:txBody>
          </p:sp>
          <p:sp>
            <p:nvSpPr>
              <p:cNvPr id="1829" name="Noise cell"/>
              <p:cNvSpPr/>
              <p:nvPr/>
            </p:nvSpPr>
            <p:spPr>
              <a:xfrm>
                <a:off x="10673728" y="7717536"/>
                <a:ext cx="18770" cy="18928"/>
              </a:xfrm>
              <a:prstGeom prst="rect">
                <a:avLst/>
              </a:prstGeom>
              <a:solidFill>
                <a:srgbClr val="717171"/>
              </a:solidFill>
              <a:ln>
                <a:noFill/>
              </a:ln>
              <a:effectLst/>
            </p:spPr>
            <p:txBody>
              <a:bodyPr rtlCol="0" anchor="ctr"/>
              <a:lstStyle/>
              <a:p>
                <a:pPr algn="ctr"/>
              </a:p>
            </p:txBody>
          </p:sp>
          <p:sp>
            <p:nvSpPr>
              <p:cNvPr id="1830" name="Noise cell"/>
              <p:cNvSpPr/>
              <p:nvPr/>
            </p:nvSpPr>
            <p:spPr>
              <a:xfrm>
                <a:off x="10691858" y="7717536"/>
                <a:ext cx="18770" cy="18928"/>
              </a:xfrm>
              <a:prstGeom prst="rect">
                <a:avLst/>
              </a:prstGeom>
              <a:solidFill>
                <a:srgbClr val="7C7C7C"/>
              </a:solidFill>
              <a:ln>
                <a:noFill/>
              </a:ln>
              <a:effectLst/>
            </p:spPr>
            <p:txBody>
              <a:bodyPr rtlCol="0" anchor="ctr"/>
              <a:lstStyle/>
              <a:p>
                <a:pPr algn="ctr"/>
              </a:p>
            </p:txBody>
          </p:sp>
          <p:sp>
            <p:nvSpPr>
              <p:cNvPr id="1831" name="Noise cell"/>
              <p:cNvSpPr/>
              <p:nvPr/>
            </p:nvSpPr>
            <p:spPr>
              <a:xfrm>
                <a:off x="10709989" y="7717536"/>
                <a:ext cx="18770" cy="18928"/>
              </a:xfrm>
              <a:prstGeom prst="rect">
                <a:avLst/>
              </a:prstGeom>
              <a:solidFill>
                <a:srgbClr val="838383"/>
              </a:solidFill>
              <a:ln>
                <a:noFill/>
              </a:ln>
              <a:effectLst/>
            </p:spPr>
            <p:txBody>
              <a:bodyPr rtlCol="0" anchor="ctr"/>
              <a:lstStyle/>
              <a:p>
                <a:pPr algn="ctr"/>
              </a:p>
            </p:txBody>
          </p:sp>
          <p:sp>
            <p:nvSpPr>
              <p:cNvPr id="1832" name="Noise cell"/>
              <p:cNvSpPr/>
              <p:nvPr/>
            </p:nvSpPr>
            <p:spPr>
              <a:xfrm>
                <a:off x="10728119" y="7717536"/>
                <a:ext cx="18770" cy="18928"/>
              </a:xfrm>
              <a:prstGeom prst="rect">
                <a:avLst/>
              </a:prstGeom>
              <a:solidFill>
                <a:srgbClr val="818181"/>
              </a:solidFill>
              <a:ln>
                <a:noFill/>
              </a:ln>
              <a:effectLst/>
            </p:spPr>
            <p:txBody>
              <a:bodyPr rtlCol="0" anchor="ctr"/>
              <a:lstStyle/>
              <a:p>
                <a:pPr algn="ctr"/>
              </a:p>
            </p:txBody>
          </p:sp>
          <p:sp>
            <p:nvSpPr>
              <p:cNvPr id="1833" name="Noise cell"/>
              <p:cNvSpPr/>
              <p:nvPr/>
            </p:nvSpPr>
            <p:spPr>
              <a:xfrm>
                <a:off x="10746250" y="7717536"/>
                <a:ext cx="18770" cy="18928"/>
              </a:xfrm>
              <a:prstGeom prst="rect">
                <a:avLst/>
              </a:prstGeom>
              <a:solidFill>
                <a:srgbClr val="828282"/>
              </a:solidFill>
              <a:ln>
                <a:noFill/>
              </a:ln>
              <a:effectLst/>
            </p:spPr>
            <p:txBody>
              <a:bodyPr rtlCol="0" anchor="ctr"/>
              <a:lstStyle/>
              <a:p>
                <a:pPr algn="ctr"/>
              </a:p>
            </p:txBody>
          </p:sp>
          <p:sp>
            <p:nvSpPr>
              <p:cNvPr id="1834" name="Noise cell"/>
              <p:cNvSpPr/>
              <p:nvPr/>
            </p:nvSpPr>
            <p:spPr>
              <a:xfrm>
                <a:off x="10764380" y="7717536"/>
                <a:ext cx="18770" cy="18928"/>
              </a:xfrm>
              <a:prstGeom prst="rect">
                <a:avLst/>
              </a:prstGeom>
              <a:solidFill>
                <a:srgbClr val="737373"/>
              </a:solidFill>
              <a:ln>
                <a:noFill/>
              </a:ln>
              <a:effectLst/>
            </p:spPr>
            <p:txBody>
              <a:bodyPr rtlCol="0" anchor="ctr"/>
              <a:lstStyle/>
              <a:p>
                <a:pPr algn="ctr"/>
              </a:p>
            </p:txBody>
          </p:sp>
          <p:sp>
            <p:nvSpPr>
              <p:cNvPr id="1835" name="Noise cell"/>
              <p:cNvSpPr/>
              <p:nvPr/>
            </p:nvSpPr>
            <p:spPr>
              <a:xfrm>
                <a:off x="10782510" y="7717536"/>
                <a:ext cx="18770" cy="18928"/>
              </a:xfrm>
              <a:prstGeom prst="rect">
                <a:avLst/>
              </a:prstGeom>
              <a:solidFill>
                <a:srgbClr val="919191"/>
              </a:solidFill>
              <a:ln>
                <a:noFill/>
              </a:ln>
              <a:effectLst/>
            </p:spPr>
            <p:txBody>
              <a:bodyPr rtlCol="0" anchor="ctr"/>
              <a:lstStyle/>
              <a:p>
                <a:pPr algn="ctr"/>
              </a:p>
            </p:txBody>
          </p:sp>
          <p:sp>
            <p:nvSpPr>
              <p:cNvPr id="1836" name="Noise cell"/>
              <p:cNvSpPr/>
              <p:nvPr/>
            </p:nvSpPr>
            <p:spPr>
              <a:xfrm>
                <a:off x="10800641" y="7717536"/>
                <a:ext cx="18770" cy="18928"/>
              </a:xfrm>
              <a:prstGeom prst="rect">
                <a:avLst/>
              </a:prstGeom>
              <a:solidFill>
                <a:srgbClr val="7A7A7A"/>
              </a:solidFill>
              <a:ln>
                <a:noFill/>
              </a:ln>
              <a:effectLst/>
            </p:spPr>
            <p:txBody>
              <a:bodyPr rtlCol="0" anchor="ctr"/>
              <a:lstStyle/>
              <a:p>
                <a:pPr algn="ctr"/>
              </a:p>
            </p:txBody>
          </p:sp>
          <p:sp>
            <p:nvSpPr>
              <p:cNvPr id="1837" name="Noise cell"/>
              <p:cNvSpPr/>
              <p:nvPr/>
            </p:nvSpPr>
            <p:spPr>
              <a:xfrm>
                <a:off x="10818771" y="7717536"/>
                <a:ext cx="18770" cy="18928"/>
              </a:xfrm>
              <a:prstGeom prst="rect">
                <a:avLst/>
              </a:prstGeom>
              <a:solidFill>
                <a:srgbClr val="858585"/>
              </a:solidFill>
              <a:ln>
                <a:noFill/>
              </a:ln>
              <a:effectLst/>
            </p:spPr>
            <p:txBody>
              <a:bodyPr rtlCol="0" anchor="ctr"/>
              <a:lstStyle/>
              <a:p>
                <a:pPr algn="ctr"/>
              </a:p>
            </p:txBody>
          </p:sp>
          <p:sp>
            <p:nvSpPr>
              <p:cNvPr id="1838" name="Noise cell"/>
              <p:cNvSpPr/>
              <p:nvPr/>
            </p:nvSpPr>
            <p:spPr>
              <a:xfrm>
                <a:off x="10836901" y="7717536"/>
                <a:ext cx="18770" cy="18928"/>
              </a:xfrm>
              <a:prstGeom prst="rect">
                <a:avLst/>
              </a:prstGeom>
              <a:solidFill>
                <a:srgbClr val="9A9A9A"/>
              </a:solidFill>
              <a:ln>
                <a:noFill/>
              </a:ln>
              <a:effectLst/>
            </p:spPr>
            <p:txBody>
              <a:bodyPr rtlCol="0" anchor="ctr"/>
              <a:lstStyle/>
              <a:p>
                <a:pPr algn="ctr"/>
              </a:p>
            </p:txBody>
          </p:sp>
          <p:sp>
            <p:nvSpPr>
              <p:cNvPr id="1839" name="Noise cell"/>
              <p:cNvSpPr/>
              <p:nvPr/>
            </p:nvSpPr>
            <p:spPr>
              <a:xfrm>
                <a:off x="10855032" y="7717536"/>
                <a:ext cx="18770" cy="18928"/>
              </a:xfrm>
              <a:prstGeom prst="rect">
                <a:avLst/>
              </a:prstGeom>
              <a:solidFill>
                <a:srgbClr val="919191"/>
              </a:solidFill>
              <a:ln>
                <a:noFill/>
              </a:ln>
              <a:effectLst/>
            </p:spPr>
            <p:txBody>
              <a:bodyPr rtlCol="0" anchor="ctr"/>
              <a:lstStyle/>
              <a:p>
                <a:pPr algn="ctr"/>
              </a:p>
            </p:txBody>
          </p:sp>
          <p:sp>
            <p:nvSpPr>
              <p:cNvPr id="1840" name="Noise cell"/>
              <p:cNvSpPr/>
              <p:nvPr/>
            </p:nvSpPr>
            <p:spPr>
              <a:xfrm>
                <a:off x="10873162" y="7717536"/>
                <a:ext cx="18770" cy="18928"/>
              </a:xfrm>
              <a:prstGeom prst="rect">
                <a:avLst/>
              </a:prstGeom>
              <a:solidFill>
                <a:srgbClr val="8D8D8D"/>
              </a:solidFill>
              <a:ln>
                <a:noFill/>
              </a:ln>
              <a:effectLst/>
            </p:spPr>
            <p:txBody>
              <a:bodyPr rtlCol="0" anchor="ctr"/>
              <a:lstStyle/>
              <a:p>
                <a:pPr algn="ctr"/>
              </a:p>
            </p:txBody>
          </p:sp>
          <p:sp>
            <p:nvSpPr>
              <p:cNvPr id="1841" name="Noise cell"/>
              <p:cNvSpPr/>
              <p:nvPr/>
            </p:nvSpPr>
            <p:spPr>
              <a:xfrm>
                <a:off x="10891292" y="7717536"/>
                <a:ext cx="18770" cy="18928"/>
              </a:xfrm>
              <a:prstGeom prst="rect">
                <a:avLst/>
              </a:prstGeom>
              <a:solidFill>
                <a:srgbClr val="7B7B7B"/>
              </a:solidFill>
              <a:ln>
                <a:noFill/>
              </a:ln>
              <a:effectLst/>
            </p:spPr>
            <p:txBody>
              <a:bodyPr rtlCol="0" anchor="ctr"/>
              <a:lstStyle/>
              <a:p>
                <a:pPr algn="ctr"/>
              </a:p>
            </p:txBody>
          </p:sp>
          <p:sp>
            <p:nvSpPr>
              <p:cNvPr id="1842" name="Noise cell"/>
              <p:cNvSpPr/>
              <p:nvPr/>
            </p:nvSpPr>
            <p:spPr>
              <a:xfrm>
                <a:off x="10909423" y="7717536"/>
                <a:ext cx="18770" cy="18928"/>
              </a:xfrm>
              <a:prstGeom prst="rect">
                <a:avLst/>
              </a:prstGeom>
              <a:solidFill>
                <a:srgbClr val="7D7D7D"/>
              </a:solidFill>
              <a:ln>
                <a:noFill/>
              </a:ln>
              <a:effectLst/>
            </p:spPr>
            <p:txBody>
              <a:bodyPr rtlCol="0" anchor="ctr"/>
              <a:lstStyle/>
              <a:p>
                <a:pPr algn="ctr"/>
              </a:p>
            </p:txBody>
          </p:sp>
          <p:sp>
            <p:nvSpPr>
              <p:cNvPr id="1843" name="Noise cell"/>
              <p:cNvSpPr/>
              <p:nvPr/>
            </p:nvSpPr>
            <p:spPr>
              <a:xfrm>
                <a:off x="10927553" y="7717536"/>
                <a:ext cx="18770" cy="18928"/>
              </a:xfrm>
              <a:prstGeom prst="rect">
                <a:avLst/>
              </a:prstGeom>
              <a:solidFill>
                <a:srgbClr val="7E7E7E"/>
              </a:solidFill>
              <a:ln>
                <a:noFill/>
              </a:ln>
              <a:effectLst/>
            </p:spPr>
            <p:txBody>
              <a:bodyPr rtlCol="0" anchor="ctr"/>
              <a:lstStyle/>
              <a:p>
                <a:pPr algn="ctr"/>
              </a:p>
            </p:txBody>
          </p:sp>
          <p:sp>
            <p:nvSpPr>
              <p:cNvPr id="1844" name="Noise cell"/>
              <p:cNvSpPr/>
              <p:nvPr/>
            </p:nvSpPr>
            <p:spPr>
              <a:xfrm>
                <a:off x="10945683" y="7717536"/>
                <a:ext cx="18770" cy="18928"/>
              </a:xfrm>
              <a:prstGeom prst="rect">
                <a:avLst/>
              </a:prstGeom>
              <a:solidFill>
                <a:srgbClr val="7B7B7B"/>
              </a:solidFill>
              <a:ln>
                <a:noFill/>
              </a:ln>
              <a:effectLst/>
            </p:spPr>
            <p:txBody>
              <a:bodyPr rtlCol="0" anchor="ctr"/>
              <a:lstStyle/>
              <a:p>
                <a:pPr algn="ctr"/>
              </a:p>
            </p:txBody>
          </p:sp>
          <p:sp>
            <p:nvSpPr>
              <p:cNvPr id="1845" name="Noise cell"/>
              <p:cNvSpPr/>
              <p:nvPr/>
            </p:nvSpPr>
            <p:spPr>
              <a:xfrm>
                <a:off x="10963814" y="7717536"/>
                <a:ext cx="18770" cy="18928"/>
              </a:xfrm>
              <a:prstGeom prst="rect">
                <a:avLst/>
              </a:prstGeom>
              <a:solidFill>
                <a:srgbClr val="858585"/>
              </a:solidFill>
              <a:ln>
                <a:noFill/>
              </a:ln>
              <a:effectLst/>
            </p:spPr>
            <p:txBody>
              <a:bodyPr rtlCol="0" anchor="ctr"/>
              <a:lstStyle/>
              <a:p>
                <a:pPr algn="ctr"/>
              </a:p>
            </p:txBody>
          </p:sp>
          <p:sp>
            <p:nvSpPr>
              <p:cNvPr id="1846" name="Noise cell"/>
              <p:cNvSpPr/>
              <p:nvPr/>
            </p:nvSpPr>
            <p:spPr>
              <a:xfrm>
                <a:off x="9930384" y="7735824"/>
                <a:ext cx="18770" cy="18928"/>
              </a:xfrm>
              <a:prstGeom prst="rect">
                <a:avLst/>
              </a:prstGeom>
              <a:solidFill>
                <a:srgbClr val="888888"/>
              </a:solidFill>
              <a:ln>
                <a:noFill/>
              </a:ln>
              <a:effectLst/>
            </p:spPr>
            <p:txBody>
              <a:bodyPr rtlCol="0" anchor="ctr"/>
              <a:lstStyle/>
              <a:p>
                <a:pPr algn="ctr"/>
              </a:p>
            </p:txBody>
          </p:sp>
          <p:sp>
            <p:nvSpPr>
              <p:cNvPr id="1847" name="Noise cell"/>
              <p:cNvSpPr/>
              <p:nvPr/>
            </p:nvSpPr>
            <p:spPr>
              <a:xfrm>
                <a:off x="9948514" y="7735824"/>
                <a:ext cx="18770" cy="18928"/>
              </a:xfrm>
              <a:prstGeom prst="rect">
                <a:avLst/>
              </a:prstGeom>
              <a:solidFill>
                <a:srgbClr val="888888"/>
              </a:solidFill>
              <a:ln>
                <a:noFill/>
              </a:ln>
              <a:effectLst/>
            </p:spPr>
            <p:txBody>
              <a:bodyPr rtlCol="0" anchor="ctr"/>
              <a:lstStyle/>
              <a:p>
                <a:pPr algn="ctr"/>
              </a:p>
            </p:txBody>
          </p:sp>
          <p:sp>
            <p:nvSpPr>
              <p:cNvPr id="1848" name="Noise cell"/>
              <p:cNvSpPr/>
              <p:nvPr/>
            </p:nvSpPr>
            <p:spPr>
              <a:xfrm>
                <a:off x="9966645" y="7735824"/>
                <a:ext cx="18770" cy="18928"/>
              </a:xfrm>
              <a:prstGeom prst="rect">
                <a:avLst/>
              </a:prstGeom>
              <a:solidFill>
                <a:srgbClr val="797979"/>
              </a:solidFill>
              <a:ln>
                <a:noFill/>
              </a:ln>
              <a:effectLst/>
            </p:spPr>
            <p:txBody>
              <a:bodyPr rtlCol="0" anchor="ctr"/>
              <a:lstStyle/>
              <a:p>
                <a:pPr algn="ctr"/>
              </a:p>
            </p:txBody>
          </p:sp>
          <p:sp>
            <p:nvSpPr>
              <p:cNvPr id="1849" name="Noise cell"/>
              <p:cNvSpPr/>
              <p:nvPr/>
            </p:nvSpPr>
            <p:spPr>
              <a:xfrm>
                <a:off x="9984775" y="7735824"/>
                <a:ext cx="18770" cy="18928"/>
              </a:xfrm>
              <a:prstGeom prst="rect">
                <a:avLst/>
              </a:prstGeom>
              <a:solidFill>
                <a:srgbClr val="868686"/>
              </a:solidFill>
              <a:ln>
                <a:noFill/>
              </a:ln>
              <a:effectLst/>
            </p:spPr>
            <p:txBody>
              <a:bodyPr rtlCol="0" anchor="ctr"/>
              <a:lstStyle/>
              <a:p>
                <a:pPr algn="ctr"/>
              </a:p>
            </p:txBody>
          </p:sp>
          <p:sp>
            <p:nvSpPr>
              <p:cNvPr id="1850" name="Noise cell"/>
              <p:cNvSpPr/>
              <p:nvPr/>
            </p:nvSpPr>
            <p:spPr>
              <a:xfrm>
                <a:off x="10002905" y="7735824"/>
                <a:ext cx="18770" cy="18928"/>
              </a:xfrm>
              <a:prstGeom prst="rect">
                <a:avLst/>
              </a:prstGeom>
              <a:solidFill>
                <a:srgbClr val="8B8B8B"/>
              </a:solidFill>
              <a:ln>
                <a:noFill/>
              </a:ln>
              <a:effectLst/>
            </p:spPr>
            <p:txBody>
              <a:bodyPr rtlCol="0" anchor="ctr"/>
              <a:lstStyle/>
              <a:p>
                <a:pPr algn="ctr"/>
              </a:p>
            </p:txBody>
          </p:sp>
          <p:sp>
            <p:nvSpPr>
              <p:cNvPr id="1851" name="Noise cell"/>
              <p:cNvSpPr/>
              <p:nvPr/>
            </p:nvSpPr>
            <p:spPr>
              <a:xfrm>
                <a:off x="10021036" y="7735824"/>
                <a:ext cx="18770" cy="18928"/>
              </a:xfrm>
              <a:prstGeom prst="rect">
                <a:avLst/>
              </a:prstGeom>
              <a:solidFill>
                <a:srgbClr val="7D7D7D"/>
              </a:solidFill>
              <a:ln>
                <a:noFill/>
              </a:ln>
              <a:effectLst/>
            </p:spPr>
            <p:txBody>
              <a:bodyPr rtlCol="0" anchor="ctr"/>
              <a:lstStyle/>
              <a:p>
                <a:pPr algn="ctr"/>
              </a:p>
            </p:txBody>
          </p:sp>
          <p:sp>
            <p:nvSpPr>
              <p:cNvPr id="1852" name="Noise cell"/>
              <p:cNvSpPr/>
              <p:nvPr/>
            </p:nvSpPr>
            <p:spPr>
              <a:xfrm>
                <a:off x="10039166" y="7735824"/>
                <a:ext cx="18770" cy="18928"/>
              </a:xfrm>
              <a:prstGeom prst="rect">
                <a:avLst/>
              </a:prstGeom>
              <a:solidFill>
                <a:srgbClr val="767676"/>
              </a:solidFill>
              <a:ln>
                <a:noFill/>
              </a:ln>
              <a:effectLst/>
            </p:spPr>
            <p:txBody>
              <a:bodyPr rtlCol="0" anchor="ctr"/>
              <a:lstStyle/>
              <a:p>
                <a:pPr algn="ctr"/>
              </a:p>
            </p:txBody>
          </p:sp>
          <p:sp>
            <p:nvSpPr>
              <p:cNvPr id="1853" name="Noise cell"/>
              <p:cNvSpPr/>
              <p:nvPr/>
            </p:nvSpPr>
            <p:spPr>
              <a:xfrm>
                <a:off x="10057296" y="7735824"/>
                <a:ext cx="18770" cy="18928"/>
              </a:xfrm>
              <a:prstGeom prst="rect">
                <a:avLst/>
              </a:prstGeom>
              <a:solidFill>
                <a:srgbClr val="7F7F7F"/>
              </a:solidFill>
              <a:ln>
                <a:noFill/>
              </a:ln>
              <a:effectLst/>
            </p:spPr>
            <p:txBody>
              <a:bodyPr rtlCol="0" anchor="ctr"/>
              <a:lstStyle/>
              <a:p>
                <a:pPr algn="ctr"/>
              </a:p>
            </p:txBody>
          </p:sp>
          <p:sp>
            <p:nvSpPr>
              <p:cNvPr id="1854" name="Noise cell"/>
              <p:cNvSpPr/>
              <p:nvPr/>
            </p:nvSpPr>
            <p:spPr>
              <a:xfrm>
                <a:off x="10075427" y="7735824"/>
                <a:ext cx="18770" cy="18928"/>
              </a:xfrm>
              <a:prstGeom prst="rect">
                <a:avLst/>
              </a:prstGeom>
              <a:solidFill>
                <a:srgbClr val="8E8E8E"/>
              </a:solidFill>
              <a:ln>
                <a:noFill/>
              </a:ln>
              <a:effectLst/>
            </p:spPr>
            <p:txBody>
              <a:bodyPr rtlCol="0" anchor="ctr"/>
              <a:lstStyle/>
              <a:p>
                <a:pPr algn="ctr"/>
              </a:p>
            </p:txBody>
          </p:sp>
          <p:sp>
            <p:nvSpPr>
              <p:cNvPr id="1855" name="Noise cell"/>
              <p:cNvSpPr/>
              <p:nvPr/>
            </p:nvSpPr>
            <p:spPr>
              <a:xfrm>
                <a:off x="10093557" y="7735824"/>
                <a:ext cx="18770" cy="18928"/>
              </a:xfrm>
              <a:prstGeom prst="rect">
                <a:avLst/>
              </a:prstGeom>
              <a:solidFill>
                <a:srgbClr val="A6A6A6"/>
              </a:solidFill>
              <a:ln>
                <a:noFill/>
              </a:ln>
              <a:effectLst/>
            </p:spPr>
            <p:txBody>
              <a:bodyPr rtlCol="0" anchor="ctr"/>
              <a:lstStyle/>
              <a:p>
                <a:pPr algn="ctr"/>
              </a:p>
            </p:txBody>
          </p:sp>
          <p:sp>
            <p:nvSpPr>
              <p:cNvPr id="1856" name="Noise cell"/>
              <p:cNvSpPr/>
              <p:nvPr/>
            </p:nvSpPr>
            <p:spPr>
              <a:xfrm>
                <a:off x="10111687" y="7735824"/>
                <a:ext cx="18770" cy="18928"/>
              </a:xfrm>
              <a:prstGeom prst="rect">
                <a:avLst/>
              </a:prstGeom>
              <a:solidFill>
                <a:srgbClr val="8A8A8A"/>
              </a:solidFill>
              <a:ln>
                <a:noFill/>
              </a:ln>
              <a:effectLst/>
            </p:spPr>
            <p:txBody>
              <a:bodyPr rtlCol="0" anchor="ctr"/>
              <a:lstStyle/>
              <a:p>
                <a:pPr algn="ctr"/>
              </a:p>
            </p:txBody>
          </p:sp>
          <p:sp>
            <p:nvSpPr>
              <p:cNvPr id="1857" name="Noise cell"/>
              <p:cNvSpPr/>
              <p:nvPr/>
            </p:nvSpPr>
            <p:spPr>
              <a:xfrm>
                <a:off x="10129818" y="7735824"/>
                <a:ext cx="18770" cy="18928"/>
              </a:xfrm>
              <a:prstGeom prst="rect">
                <a:avLst/>
              </a:prstGeom>
              <a:solidFill>
                <a:srgbClr val="8D8D8D"/>
              </a:solidFill>
              <a:ln>
                <a:noFill/>
              </a:ln>
              <a:effectLst/>
            </p:spPr>
            <p:txBody>
              <a:bodyPr rtlCol="0" anchor="ctr"/>
              <a:lstStyle/>
              <a:p>
                <a:pPr algn="ctr"/>
              </a:p>
            </p:txBody>
          </p:sp>
          <p:sp>
            <p:nvSpPr>
              <p:cNvPr id="1858" name="Noise cell"/>
              <p:cNvSpPr/>
              <p:nvPr/>
            </p:nvSpPr>
            <p:spPr>
              <a:xfrm>
                <a:off x="10147948" y="7735824"/>
                <a:ext cx="18770" cy="18928"/>
              </a:xfrm>
              <a:prstGeom prst="rect">
                <a:avLst/>
              </a:prstGeom>
              <a:solidFill>
                <a:srgbClr val="747474"/>
              </a:solidFill>
              <a:ln>
                <a:noFill/>
              </a:ln>
              <a:effectLst/>
            </p:spPr>
            <p:txBody>
              <a:bodyPr rtlCol="0" anchor="ctr"/>
              <a:lstStyle/>
              <a:p>
                <a:pPr algn="ctr"/>
              </a:p>
            </p:txBody>
          </p:sp>
          <p:sp>
            <p:nvSpPr>
              <p:cNvPr id="1859" name="Noise cell"/>
              <p:cNvSpPr/>
              <p:nvPr/>
            </p:nvSpPr>
            <p:spPr>
              <a:xfrm>
                <a:off x="10166078" y="7735824"/>
                <a:ext cx="18770" cy="18928"/>
              </a:xfrm>
              <a:prstGeom prst="rect">
                <a:avLst/>
              </a:prstGeom>
              <a:solidFill>
                <a:srgbClr val="747474"/>
              </a:solidFill>
              <a:ln>
                <a:noFill/>
              </a:ln>
              <a:effectLst/>
            </p:spPr>
            <p:txBody>
              <a:bodyPr rtlCol="0" anchor="ctr"/>
              <a:lstStyle/>
              <a:p>
                <a:pPr algn="ctr"/>
              </a:p>
            </p:txBody>
          </p:sp>
          <p:sp>
            <p:nvSpPr>
              <p:cNvPr id="1860" name="Noise cell"/>
              <p:cNvSpPr/>
              <p:nvPr/>
            </p:nvSpPr>
            <p:spPr>
              <a:xfrm>
                <a:off x="10184209" y="7735824"/>
                <a:ext cx="18770" cy="18928"/>
              </a:xfrm>
              <a:prstGeom prst="rect">
                <a:avLst/>
              </a:prstGeom>
              <a:solidFill>
                <a:srgbClr val="707070"/>
              </a:solidFill>
              <a:ln>
                <a:noFill/>
              </a:ln>
              <a:effectLst/>
            </p:spPr>
            <p:txBody>
              <a:bodyPr rtlCol="0" anchor="ctr"/>
              <a:lstStyle/>
              <a:p>
                <a:pPr algn="ctr"/>
              </a:p>
            </p:txBody>
          </p:sp>
          <p:sp>
            <p:nvSpPr>
              <p:cNvPr id="1861" name="Noise cell"/>
              <p:cNvSpPr/>
              <p:nvPr/>
            </p:nvSpPr>
            <p:spPr>
              <a:xfrm>
                <a:off x="10202339" y="7735824"/>
                <a:ext cx="18770" cy="18928"/>
              </a:xfrm>
              <a:prstGeom prst="rect">
                <a:avLst/>
              </a:prstGeom>
              <a:solidFill>
                <a:srgbClr val="8D8D8D"/>
              </a:solidFill>
              <a:ln>
                <a:noFill/>
              </a:ln>
              <a:effectLst/>
            </p:spPr>
            <p:txBody>
              <a:bodyPr rtlCol="0" anchor="ctr"/>
              <a:lstStyle/>
              <a:p>
                <a:pPr algn="ctr"/>
              </a:p>
            </p:txBody>
          </p:sp>
          <p:sp>
            <p:nvSpPr>
              <p:cNvPr id="1862" name="Noise cell"/>
              <p:cNvSpPr/>
              <p:nvPr/>
            </p:nvSpPr>
            <p:spPr>
              <a:xfrm>
                <a:off x="10220470" y="7735824"/>
                <a:ext cx="18770" cy="18928"/>
              </a:xfrm>
              <a:prstGeom prst="rect">
                <a:avLst/>
              </a:prstGeom>
              <a:solidFill>
                <a:srgbClr val="7C7C7C"/>
              </a:solidFill>
              <a:ln>
                <a:noFill/>
              </a:ln>
              <a:effectLst/>
            </p:spPr>
            <p:txBody>
              <a:bodyPr rtlCol="0" anchor="ctr"/>
              <a:lstStyle/>
              <a:p>
                <a:pPr algn="ctr"/>
              </a:p>
            </p:txBody>
          </p:sp>
          <p:sp>
            <p:nvSpPr>
              <p:cNvPr id="1863" name="Noise cell"/>
              <p:cNvSpPr/>
              <p:nvPr/>
            </p:nvSpPr>
            <p:spPr>
              <a:xfrm>
                <a:off x="10238600" y="7735824"/>
                <a:ext cx="18770" cy="18928"/>
              </a:xfrm>
              <a:prstGeom prst="rect">
                <a:avLst/>
              </a:prstGeom>
              <a:solidFill>
                <a:srgbClr val="7E7E7E"/>
              </a:solidFill>
              <a:ln>
                <a:noFill/>
              </a:ln>
              <a:effectLst/>
            </p:spPr>
            <p:txBody>
              <a:bodyPr rtlCol="0" anchor="ctr"/>
              <a:lstStyle/>
              <a:p>
                <a:pPr algn="ctr"/>
              </a:p>
            </p:txBody>
          </p:sp>
          <p:sp>
            <p:nvSpPr>
              <p:cNvPr id="1864" name="Noise cell"/>
              <p:cNvSpPr/>
              <p:nvPr/>
            </p:nvSpPr>
            <p:spPr>
              <a:xfrm>
                <a:off x="10256730" y="7735824"/>
                <a:ext cx="18770" cy="18928"/>
              </a:xfrm>
              <a:prstGeom prst="rect">
                <a:avLst/>
              </a:prstGeom>
              <a:solidFill>
                <a:srgbClr val="878787"/>
              </a:solidFill>
              <a:ln>
                <a:noFill/>
              </a:ln>
              <a:effectLst/>
            </p:spPr>
            <p:txBody>
              <a:bodyPr rtlCol="0" anchor="ctr"/>
              <a:lstStyle/>
              <a:p>
                <a:pPr algn="ctr"/>
              </a:p>
            </p:txBody>
          </p:sp>
          <p:sp>
            <p:nvSpPr>
              <p:cNvPr id="1865" name="Noise cell"/>
              <p:cNvSpPr/>
              <p:nvPr/>
            </p:nvSpPr>
            <p:spPr>
              <a:xfrm>
                <a:off x="10274861" y="7735824"/>
                <a:ext cx="18770" cy="18928"/>
              </a:xfrm>
              <a:prstGeom prst="rect">
                <a:avLst/>
              </a:prstGeom>
              <a:solidFill>
                <a:srgbClr val="7C7C7C"/>
              </a:solidFill>
              <a:ln>
                <a:noFill/>
              </a:ln>
              <a:effectLst/>
            </p:spPr>
            <p:txBody>
              <a:bodyPr rtlCol="0" anchor="ctr"/>
              <a:lstStyle/>
              <a:p>
                <a:pPr algn="ctr"/>
              </a:p>
            </p:txBody>
          </p:sp>
          <p:sp>
            <p:nvSpPr>
              <p:cNvPr id="1866" name="Noise cell"/>
              <p:cNvSpPr/>
              <p:nvPr/>
            </p:nvSpPr>
            <p:spPr>
              <a:xfrm>
                <a:off x="10292991" y="7735824"/>
                <a:ext cx="18770" cy="18928"/>
              </a:xfrm>
              <a:prstGeom prst="rect">
                <a:avLst/>
              </a:prstGeom>
              <a:solidFill>
                <a:srgbClr val="909090"/>
              </a:solidFill>
              <a:ln>
                <a:noFill/>
              </a:ln>
              <a:effectLst/>
            </p:spPr>
            <p:txBody>
              <a:bodyPr rtlCol="0" anchor="ctr"/>
              <a:lstStyle/>
              <a:p>
                <a:pPr algn="ctr"/>
              </a:p>
            </p:txBody>
          </p:sp>
          <p:sp>
            <p:nvSpPr>
              <p:cNvPr id="1867" name="Noise cell"/>
              <p:cNvSpPr/>
              <p:nvPr/>
            </p:nvSpPr>
            <p:spPr>
              <a:xfrm>
                <a:off x="10311121" y="7735824"/>
                <a:ext cx="18770" cy="18928"/>
              </a:xfrm>
              <a:prstGeom prst="rect">
                <a:avLst/>
              </a:prstGeom>
              <a:solidFill>
                <a:srgbClr val="717171"/>
              </a:solidFill>
              <a:ln>
                <a:noFill/>
              </a:ln>
              <a:effectLst/>
            </p:spPr>
            <p:txBody>
              <a:bodyPr rtlCol="0" anchor="ctr"/>
              <a:lstStyle/>
              <a:p>
                <a:pPr algn="ctr"/>
              </a:p>
            </p:txBody>
          </p:sp>
          <p:sp>
            <p:nvSpPr>
              <p:cNvPr id="1868" name="Noise cell"/>
              <p:cNvSpPr/>
              <p:nvPr/>
            </p:nvSpPr>
            <p:spPr>
              <a:xfrm>
                <a:off x="10329252" y="7735824"/>
                <a:ext cx="18770" cy="18928"/>
              </a:xfrm>
              <a:prstGeom prst="rect">
                <a:avLst/>
              </a:prstGeom>
              <a:solidFill>
                <a:srgbClr val="7D7D7D"/>
              </a:solidFill>
              <a:ln>
                <a:noFill/>
              </a:ln>
              <a:effectLst/>
            </p:spPr>
            <p:txBody>
              <a:bodyPr rtlCol="0" anchor="ctr"/>
              <a:lstStyle/>
              <a:p>
                <a:pPr algn="ctr"/>
              </a:p>
            </p:txBody>
          </p:sp>
          <p:sp>
            <p:nvSpPr>
              <p:cNvPr id="1869" name="Noise cell"/>
              <p:cNvSpPr/>
              <p:nvPr/>
            </p:nvSpPr>
            <p:spPr>
              <a:xfrm>
                <a:off x="10347382" y="7735824"/>
                <a:ext cx="18770" cy="18928"/>
              </a:xfrm>
              <a:prstGeom prst="rect">
                <a:avLst/>
              </a:prstGeom>
              <a:solidFill>
                <a:srgbClr val="6E6E6E"/>
              </a:solidFill>
              <a:ln>
                <a:noFill/>
              </a:ln>
              <a:effectLst/>
            </p:spPr>
            <p:txBody>
              <a:bodyPr rtlCol="0" anchor="ctr"/>
              <a:lstStyle/>
              <a:p>
                <a:pPr algn="ctr"/>
              </a:p>
            </p:txBody>
          </p:sp>
          <p:sp>
            <p:nvSpPr>
              <p:cNvPr id="1870" name="Noise cell"/>
              <p:cNvSpPr/>
              <p:nvPr/>
            </p:nvSpPr>
            <p:spPr>
              <a:xfrm>
                <a:off x="10365512" y="7735824"/>
                <a:ext cx="18770" cy="18928"/>
              </a:xfrm>
              <a:prstGeom prst="rect">
                <a:avLst/>
              </a:prstGeom>
              <a:solidFill>
                <a:srgbClr val="8A8A8A"/>
              </a:solidFill>
              <a:ln>
                <a:noFill/>
              </a:ln>
              <a:effectLst/>
            </p:spPr>
            <p:txBody>
              <a:bodyPr rtlCol="0" anchor="ctr"/>
              <a:lstStyle/>
              <a:p>
                <a:pPr algn="ctr"/>
              </a:p>
            </p:txBody>
          </p:sp>
          <p:sp>
            <p:nvSpPr>
              <p:cNvPr id="1871" name="Noise cell"/>
              <p:cNvSpPr/>
              <p:nvPr/>
            </p:nvSpPr>
            <p:spPr>
              <a:xfrm>
                <a:off x="10383643" y="7735824"/>
                <a:ext cx="18770" cy="18928"/>
              </a:xfrm>
              <a:prstGeom prst="rect">
                <a:avLst/>
              </a:prstGeom>
              <a:solidFill>
                <a:srgbClr val="6C6C6C"/>
              </a:solidFill>
              <a:ln>
                <a:noFill/>
              </a:ln>
              <a:effectLst/>
            </p:spPr>
            <p:txBody>
              <a:bodyPr rtlCol="0" anchor="ctr"/>
              <a:lstStyle/>
              <a:p>
                <a:pPr algn="ctr"/>
              </a:p>
            </p:txBody>
          </p:sp>
          <p:sp>
            <p:nvSpPr>
              <p:cNvPr id="1872" name="Noise cell"/>
              <p:cNvSpPr/>
              <p:nvPr/>
            </p:nvSpPr>
            <p:spPr>
              <a:xfrm>
                <a:off x="10401773" y="7735824"/>
                <a:ext cx="18770" cy="18928"/>
              </a:xfrm>
              <a:prstGeom prst="rect">
                <a:avLst/>
              </a:prstGeom>
              <a:solidFill>
                <a:srgbClr val="919191"/>
              </a:solidFill>
              <a:ln>
                <a:noFill/>
              </a:ln>
              <a:effectLst/>
            </p:spPr>
            <p:txBody>
              <a:bodyPr rtlCol="0" anchor="ctr"/>
              <a:lstStyle/>
              <a:p>
                <a:pPr algn="ctr"/>
              </a:p>
            </p:txBody>
          </p:sp>
          <p:sp>
            <p:nvSpPr>
              <p:cNvPr id="1873" name="Noise cell"/>
              <p:cNvSpPr/>
              <p:nvPr/>
            </p:nvSpPr>
            <p:spPr>
              <a:xfrm>
                <a:off x="10419903" y="7735824"/>
                <a:ext cx="18770" cy="18928"/>
              </a:xfrm>
              <a:prstGeom prst="rect">
                <a:avLst/>
              </a:prstGeom>
              <a:solidFill>
                <a:srgbClr val="7A7A7A"/>
              </a:solidFill>
              <a:ln>
                <a:noFill/>
              </a:ln>
              <a:effectLst/>
            </p:spPr>
            <p:txBody>
              <a:bodyPr rtlCol="0" anchor="ctr"/>
              <a:lstStyle/>
              <a:p>
                <a:pPr algn="ctr"/>
              </a:p>
            </p:txBody>
          </p:sp>
          <p:sp>
            <p:nvSpPr>
              <p:cNvPr id="1874" name="Noise cell"/>
              <p:cNvSpPr/>
              <p:nvPr/>
            </p:nvSpPr>
            <p:spPr>
              <a:xfrm>
                <a:off x="10438034" y="7735824"/>
                <a:ext cx="18770" cy="18928"/>
              </a:xfrm>
              <a:prstGeom prst="rect">
                <a:avLst/>
              </a:prstGeom>
              <a:solidFill>
                <a:srgbClr val="868686"/>
              </a:solidFill>
              <a:ln>
                <a:noFill/>
              </a:ln>
              <a:effectLst/>
            </p:spPr>
            <p:txBody>
              <a:bodyPr rtlCol="0" anchor="ctr"/>
              <a:lstStyle/>
              <a:p>
                <a:pPr algn="ctr"/>
              </a:p>
            </p:txBody>
          </p:sp>
          <p:sp>
            <p:nvSpPr>
              <p:cNvPr id="1875" name="Noise cell"/>
              <p:cNvSpPr/>
              <p:nvPr/>
            </p:nvSpPr>
            <p:spPr>
              <a:xfrm>
                <a:off x="10456164" y="7735824"/>
                <a:ext cx="18770" cy="18928"/>
              </a:xfrm>
              <a:prstGeom prst="rect">
                <a:avLst/>
              </a:prstGeom>
              <a:solidFill>
                <a:srgbClr val="838383"/>
              </a:solidFill>
              <a:ln>
                <a:noFill/>
              </a:ln>
              <a:effectLst/>
            </p:spPr>
            <p:txBody>
              <a:bodyPr rtlCol="0" anchor="ctr"/>
              <a:lstStyle/>
              <a:p>
                <a:pPr algn="ctr"/>
              </a:p>
            </p:txBody>
          </p:sp>
          <p:sp>
            <p:nvSpPr>
              <p:cNvPr id="1876" name="Noise cell"/>
              <p:cNvSpPr/>
              <p:nvPr/>
            </p:nvSpPr>
            <p:spPr>
              <a:xfrm>
                <a:off x="10474294" y="7735824"/>
                <a:ext cx="18770" cy="18928"/>
              </a:xfrm>
              <a:prstGeom prst="rect">
                <a:avLst/>
              </a:prstGeom>
              <a:solidFill>
                <a:srgbClr val="8E8E8E"/>
              </a:solidFill>
              <a:ln>
                <a:noFill/>
              </a:ln>
              <a:effectLst/>
            </p:spPr>
            <p:txBody>
              <a:bodyPr rtlCol="0" anchor="ctr"/>
              <a:lstStyle/>
              <a:p>
                <a:pPr algn="ctr"/>
              </a:p>
            </p:txBody>
          </p:sp>
          <p:sp>
            <p:nvSpPr>
              <p:cNvPr id="1877" name="Noise cell"/>
              <p:cNvSpPr/>
              <p:nvPr/>
            </p:nvSpPr>
            <p:spPr>
              <a:xfrm>
                <a:off x="10492425" y="7735824"/>
                <a:ext cx="18770" cy="18928"/>
              </a:xfrm>
              <a:prstGeom prst="rect">
                <a:avLst/>
              </a:prstGeom>
              <a:solidFill>
                <a:srgbClr val="8B8B8B"/>
              </a:solidFill>
              <a:ln>
                <a:noFill/>
              </a:ln>
              <a:effectLst/>
            </p:spPr>
            <p:txBody>
              <a:bodyPr rtlCol="0" anchor="ctr"/>
              <a:lstStyle/>
              <a:p>
                <a:pPr algn="ctr"/>
              </a:p>
            </p:txBody>
          </p:sp>
          <p:sp>
            <p:nvSpPr>
              <p:cNvPr id="1878" name="Noise cell"/>
              <p:cNvSpPr/>
              <p:nvPr/>
            </p:nvSpPr>
            <p:spPr>
              <a:xfrm>
                <a:off x="10510555" y="7735824"/>
                <a:ext cx="18770" cy="18928"/>
              </a:xfrm>
              <a:prstGeom prst="rect">
                <a:avLst/>
              </a:prstGeom>
              <a:solidFill>
                <a:srgbClr val="858585"/>
              </a:solidFill>
              <a:ln>
                <a:noFill/>
              </a:ln>
              <a:effectLst/>
            </p:spPr>
            <p:txBody>
              <a:bodyPr rtlCol="0" anchor="ctr"/>
              <a:lstStyle/>
              <a:p>
                <a:pPr algn="ctr"/>
              </a:p>
            </p:txBody>
          </p:sp>
          <p:sp>
            <p:nvSpPr>
              <p:cNvPr id="1879" name="Noise cell"/>
              <p:cNvSpPr/>
              <p:nvPr/>
            </p:nvSpPr>
            <p:spPr>
              <a:xfrm>
                <a:off x="10528685" y="7735824"/>
                <a:ext cx="18770" cy="18928"/>
              </a:xfrm>
              <a:prstGeom prst="rect">
                <a:avLst/>
              </a:prstGeom>
              <a:solidFill>
                <a:srgbClr val="8D8D8D"/>
              </a:solidFill>
              <a:ln>
                <a:noFill/>
              </a:ln>
              <a:effectLst/>
            </p:spPr>
            <p:txBody>
              <a:bodyPr rtlCol="0" anchor="ctr"/>
              <a:lstStyle/>
              <a:p>
                <a:pPr algn="ctr"/>
              </a:p>
            </p:txBody>
          </p:sp>
          <p:sp>
            <p:nvSpPr>
              <p:cNvPr id="1880" name="Noise cell"/>
              <p:cNvSpPr/>
              <p:nvPr/>
            </p:nvSpPr>
            <p:spPr>
              <a:xfrm>
                <a:off x="10546816" y="7735824"/>
                <a:ext cx="18770" cy="18928"/>
              </a:xfrm>
              <a:prstGeom prst="rect">
                <a:avLst/>
              </a:prstGeom>
              <a:solidFill>
                <a:srgbClr val="959595"/>
              </a:solidFill>
              <a:ln>
                <a:noFill/>
              </a:ln>
              <a:effectLst/>
            </p:spPr>
            <p:txBody>
              <a:bodyPr rtlCol="0" anchor="ctr"/>
              <a:lstStyle/>
              <a:p>
                <a:pPr algn="ctr"/>
              </a:p>
            </p:txBody>
          </p:sp>
          <p:sp>
            <p:nvSpPr>
              <p:cNvPr id="1881" name="Noise cell"/>
              <p:cNvSpPr/>
              <p:nvPr/>
            </p:nvSpPr>
            <p:spPr>
              <a:xfrm>
                <a:off x="10564946" y="7735824"/>
                <a:ext cx="18770" cy="18928"/>
              </a:xfrm>
              <a:prstGeom prst="rect">
                <a:avLst/>
              </a:prstGeom>
              <a:solidFill>
                <a:srgbClr val="8B8B8B"/>
              </a:solidFill>
              <a:ln>
                <a:noFill/>
              </a:ln>
              <a:effectLst/>
            </p:spPr>
            <p:txBody>
              <a:bodyPr rtlCol="0" anchor="ctr"/>
              <a:lstStyle/>
              <a:p>
                <a:pPr algn="ctr"/>
              </a:p>
            </p:txBody>
          </p:sp>
          <p:sp>
            <p:nvSpPr>
              <p:cNvPr id="1882" name="Noise cell"/>
              <p:cNvSpPr/>
              <p:nvPr/>
            </p:nvSpPr>
            <p:spPr>
              <a:xfrm>
                <a:off x="10583076" y="7735824"/>
                <a:ext cx="18770" cy="18928"/>
              </a:xfrm>
              <a:prstGeom prst="rect">
                <a:avLst/>
              </a:prstGeom>
              <a:solidFill>
                <a:srgbClr val="8C8C8C"/>
              </a:solidFill>
              <a:ln>
                <a:noFill/>
              </a:ln>
              <a:effectLst/>
            </p:spPr>
            <p:txBody>
              <a:bodyPr rtlCol="0" anchor="ctr"/>
              <a:lstStyle/>
              <a:p>
                <a:pPr algn="ctr"/>
              </a:p>
            </p:txBody>
          </p:sp>
          <p:sp>
            <p:nvSpPr>
              <p:cNvPr id="1883" name="Noise cell"/>
              <p:cNvSpPr/>
              <p:nvPr/>
            </p:nvSpPr>
            <p:spPr>
              <a:xfrm>
                <a:off x="10601207" y="7735824"/>
                <a:ext cx="18770" cy="18928"/>
              </a:xfrm>
              <a:prstGeom prst="rect">
                <a:avLst/>
              </a:prstGeom>
              <a:solidFill>
                <a:srgbClr val="838383"/>
              </a:solidFill>
              <a:ln>
                <a:noFill/>
              </a:ln>
              <a:effectLst/>
            </p:spPr>
            <p:txBody>
              <a:bodyPr rtlCol="0" anchor="ctr"/>
              <a:lstStyle/>
              <a:p>
                <a:pPr algn="ctr"/>
              </a:p>
            </p:txBody>
          </p:sp>
          <p:sp>
            <p:nvSpPr>
              <p:cNvPr id="1884" name="Noise cell"/>
              <p:cNvSpPr/>
              <p:nvPr/>
            </p:nvSpPr>
            <p:spPr>
              <a:xfrm>
                <a:off x="10619337" y="7735824"/>
                <a:ext cx="18770" cy="18928"/>
              </a:xfrm>
              <a:prstGeom prst="rect">
                <a:avLst/>
              </a:prstGeom>
              <a:solidFill>
                <a:srgbClr val="9D9D9D"/>
              </a:solidFill>
              <a:ln>
                <a:noFill/>
              </a:ln>
              <a:effectLst/>
            </p:spPr>
            <p:txBody>
              <a:bodyPr rtlCol="0" anchor="ctr"/>
              <a:lstStyle/>
              <a:p>
                <a:pPr algn="ctr"/>
              </a:p>
            </p:txBody>
          </p:sp>
          <p:sp>
            <p:nvSpPr>
              <p:cNvPr id="1885" name="Noise cell"/>
              <p:cNvSpPr/>
              <p:nvPr/>
            </p:nvSpPr>
            <p:spPr>
              <a:xfrm>
                <a:off x="10637467" y="7735824"/>
                <a:ext cx="18770" cy="18928"/>
              </a:xfrm>
              <a:prstGeom prst="rect">
                <a:avLst/>
              </a:prstGeom>
              <a:solidFill>
                <a:srgbClr val="939393"/>
              </a:solidFill>
              <a:ln>
                <a:noFill/>
              </a:ln>
              <a:effectLst/>
            </p:spPr>
            <p:txBody>
              <a:bodyPr rtlCol="0" anchor="ctr"/>
              <a:lstStyle/>
              <a:p>
                <a:pPr algn="ctr"/>
              </a:p>
            </p:txBody>
          </p:sp>
          <p:sp>
            <p:nvSpPr>
              <p:cNvPr id="1886" name="Noise cell"/>
              <p:cNvSpPr/>
              <p:nvPr/>
            </p:nvSpPr>
            <p:spPr>
              <a:xfrm>
                <a:off x="10655598" y="7735824"/>
                <a:ext cx="18770" cy="18928"/>
              </a:xfrm>
              <a:prstGeom prst="rect">
                <a:avLst/>
              </a:prstGeom>
              <a:solidFill>
                <a:srgbClr val="9F9F9F"/>
              </a:solidFill>
              <a:ln>
                <a:noFill/>
              </a:ln>
              <a:effectLst/>
            </p:spPr>
            <p:txBody>
              <a:bodyPr rtlCol="0" anchor="ctr"/>
              <a:lstStyle/>
              <a:p>
                <a:pPr algn="ctr"/>
              </a:p>
            </p:txBody>
          </p:sp>
          <p:sp>
            <p:nvSpPr>
              <p:cNvPr id="1887" name="Noise cell"/>
              <p:cNvSpPr/>
              <p:nvPr/>
            </p:nvSpPr>
            <p:spPr>
              <a:xfrm>
                <a:off x="10673728" y="7735824"/>
                <a:ext cx="18770" cy="18928"/>
              </a:xfrm>
              <a:prstGeom prst="rect">
                <a:avLst/>
              </a:prstGeom>
              <a:solidFill>
                <a:srgbClr val="787878"/>
              </a:solidFill>
              <a:ln>
                <a:noFill/>
              </a:ln>
              <a:effectLst/>
            </p:spPr>
            <p:txBody>
              <a:bodyPr rtlCol="0" anchor="ctr"/>
              <a:lstStyle/>
              <a:p>
                <a:pPr algn="ctr"/>
              </a:p>
            </p:txBody>
          </p:sp>
          <p:sp>
            <p:nvSpPr>
              <p:cNvPr id="1888" name="Noise cell"/>
              <p:cNvSpPr/>
              <p:nvPr/>
            </p:nvSpPr>
            <p:spPr>
              <a:xfrm>
                <a:off x="10691858" y="7735824"/>
                <a:ext cx="18770" cy="18928"/>
              </a:xfrm>
              <a:prstGeom prst="rect">
                <a:avLst/>
              </a:prstGeom>
              <a:solidFill>
                <a:srgbClr val="929292"/>
              </a:solidFill>
              <a:ln>
                <a:noFill/>
              </a:ln>
              <a:effectLst/>
            </p:spPr>
            <p:txBody>
              <a:bodyPr rtlCol="0" anchor="ctr"/>
              <a:lstStyle/>
              <a:p>
                <a:pPr algn="ctr"/>
              </a:p>
            </p:txBody>
          </p:sp>
          <p:sp>
            <p:nvSpPr>
              <p:cNvPr id="1889" name="Noise cell"/>
              <p:cNvSpPr/>
              <p:nvPr/>
            </p:nvSpPr>
            <p:spPr>
              <a:xfrm>
                <a:off x="10709989" y="7735824"/>
                <a:ext cx="18770" cy="18928"/>
              </a:xfrm>
              <a:prstGeom prst="rect">
                <a:avLst/>
              </a:prstGeom>
              <a:solidFill>
                <a:srgbClr val="848484"/>
              </a:solidFill>
              <a:ln>
                <a:noFill/>
              </a:ln>
              <a:effectLst/>
            </p:spPr>
            <p:txBody>
              <a:bodyPr rtlCol="0" anchor="ctr"/>
              <a:lstStyle/>
              <a:p>
                <a:pPr algn="ctr"/>
              </a:p>
            </p:txBody>
          </p:sp>
          <p:sp>
            <p:nvSpPr>
              <p:cNvPr id="1890" name="Noise cell"/>
              <p:cNvSpPr/>
              <p:nvPr/>
            </p:nvSpPr>
            <p:spPr>
              <a:xfrm>
                <a:off x="10728119" y="7735824"/>
                <a:ext cx="18770" cy="18928"/>
              </a:xfrm>
              <a:prstGeom prst="rect">
                <a:avLst/>
              </a:prstGeom>
              <a:solidFill>
                <a:srgbClr val="828282"/>
              </a:solidFill>
              <a:ln>
                <a:noFill/>
              </a:ln>
              <a:effectLst/>
            </p:spPr>
            <p:txBody>
              <a:bodyPr rtlCol="0" anchor="ctr"/>
              <a:lstStyle/>
              <a:p>
                <a:pPr algn="ctr"/>
              </a:p>
            </p:txBody>
          </p:sp>
          <p:sp>
            <p:nvSpPr>
              <p:cNvPr id="1891" name="Noise cell"/>
              <p:cNvSpPr/>
              <p:nvPr/>
            </p:nvSpPr>
            <p:spPr>
              <a:xfrm>
                <a:off x="10746250" y="7735824"/>
                <a:ext cx="18770" cy="18928"/>
              </a:xfrm>
              <a:prstGeom prst="rect">
                <a:avLst/>
              </a:prstGeom>
              <a:solidFill>
                <a:srgbClr val="767676"/>
              </a:solidFill>
              <a:ln>
                <a:noFill/>
              </a:ln>
              <a:effectLst/>
            </p:spPr>
            <p:txBody>
              <a:bodyPr rtlCol="0" anchor="ctr"/>
              <a:lstStyle/>
              <a:p>
                <a:pPr algn="ctr"/>
              </a:p>
            </p:txBody>
          </p:sp>
          <p:sp>
            <p:nvSpPr>
              <p:cNvPr id="1892" name="Noise cell"/>
              <p:cNvSpPr/>
              <p:nvPr/>
            </p:nvSpPr>
            <p:spPr>
              <a:xfrm>
                <a:off x="10764380" y="7735824"/>
                <a:ext cx="18770" cy="18928"/>
              </a:xfrm>
              <a:prstGeom prst="rect">
                <a:avLst/>
              </a:prstGeom>
              <a:solidFill>
                <a:srgbClr val="8D8D8D"/>
              </a:solidFill>
              <a:ln>
                <a:noFill/>
              </a:ln>
              <a:effectLst/>
            </p:spPr>
            <p:txBody>
              <a:bodyPr rtlCol="0" anchor="ctr"/>
              <a:lstStyle/>
              <a:p>
                <a:pPr algn="ctr"/>
              </a:p>
            </p:txBody>
          </p:sp>
          <p:sp>
            <p:nvSpPr>
              <p:cNvPr id="1893" name="Noise cell"/>
              <p:cNvSpPr/>
              <p:nvPr/>
            </p:nvSpPr>
            <p:spPr>
              <a:xfrm>
                <a:off x="10782510" y="7735824"/>
                <a:ext cx="18770" cy="18928"/>
              </a:xfrm>
              <a:prstGeom prst="rect">
                <a:avLst/>
              </a:prstGeom>
              <a:solidFill>
                <a:srgbClr val="9C9C9C"/>
              </a:solidFill>
              <a:ln>
                <a:noFill/>
              </a:ln>
              <a:effectLst/>
            </p:spPr>
            <p:txBody>
              <a:bodyPr rtlCol="0" anchor="ctr"/>
              <a:lstStyle/>
              <a:p>
                <a:pPr algn="ctr"/>
              </a:p>
            </p:txBody>
          </p:sp>
          <p:sp>
            <p:nvSpPr>
              <p:cNvPr id="1894" name="Noise cell"/>
              <p:cNvSpPr/>
              <p:nvPr/>
            </p:nvSpPr>
            <p:spPr>
              <a:xfrm>
                <a:off x="10800641" y="7735824"/>
                <a:ext cx="18770" cy="18928"/>
              </a:xfrm>
              <a:prstGeom prst="rect">
                <a:avLst/>
              </a:prstGeom>
              <a:solidFill>
                <a:srgbClr val="898989"/>
              </a:solidFill>
              <a:ln>
                <a:noFill/>
              </a:ln>
              <a:effectLst/>
            </p:spPr>
            <p:txBody>
              <a:bodyPr rtlCol="0" anchor="ctr"/>
              <a:lstStyle/>
              <a:p>
                <a:pPr algn="ctr"/>
              </a:p>
            </p:txBody>
          </p:sp>
          <p:sp>
            <p:nvSpPr>
              <p:cNvPr id="1895" name="Noise cell"/>
              <p:cNvSpPr/>
              <p:nvPr/>
            </p:nvSpPr>
            <p:spPr>
              <a:xfrm>
                <a:off x="10818771" y="7735824"/>
                <a:ext cx="18770" cy="18928"/>
              </a:xfrm>
              <a:prstGeom prst="rect">
                <a:avLst/>
              </a:prstGeom>
              <a:solidFill>
                <a:srgbClr val="6F6F6F"/>
              </a:solidFill>
              <a:ln>
                <a:noFill/>
              </a:ln>
              <a:effectLst/>
            </p:spPr>
            <p:txBody>
              <a:bodyPr rtlCol="0" anchor="ctr"/>
              <a:lstStyle/>
              <a:p>
                <a:pPr algn="ctr"/>
              </a:p>
            </p:txBody>
          </p:sp>
          <p:sp>
            <p:nvSpPr>
              <p:cNvPr id="1896" name="Noise cell"/>
              <p:cNvSpPr/>
              <p:nvPr/>
            </p:nvSpPr>
            <p:spPr>
              <a:xfrm>
                <a:off x="10836901" y="7735824"/>
                <a:ext cx="18770" cy="18928"/>
              </a:xfrm>
              <a:prstGeom prst="rect">
                <a:avLst/>
              </a:prstGeom>
              <a:solidFill>
                <a:srgbClr val="878787"/>
              </a:solidFill>
              <a:ln>
                <a:noFill/>
              </a:ln>
              <a:effectLst/>
            </p:spPr>
            <p:txBody>
              <a:bodyPr rtlCol="0" anchor="ctr"/>
              <a:lstStyle/>
              <a:p>
                <a:pPr algn="ctr"/>
              </a:p>
            </p:txBody>
          </p:sp>
          <p:sp>
            <p:nvSpPr>
              <p:cNvPr id="1897" name="Noise cell"/>
              <p:cNvSpPr/>
              <p:nvPr/>
            </p:nvSpPr>
            <p:spPr>
              <a:xfrm>
                <a:off x="10855032" y="7735824"/>
                <a:ext cx="18770" cy="18928"/>
              </a:xfrm>
              <a:prstGeom prst="rect">
                <a:avLst/>
              </a:prstGeom>
              <a:solidFill>
                <a:srgbClr val="999999"/>
              </a:solidFill>
              <a:ln>
                <a:noFill/>
              </a:ln>
              <a:effectLst/>
            </p:spPr>
            <p:txBody>
              <a:bodyPr rtlCol="0" anchor="ctr"/>
              <a:lstStyle/>
              <a:p>
                <a:pPr algn="ctr"/>
              </a:p>
            </p:txBody>
          </p:sp>
          <p:sp>
            <p:nvSpPr>
              <p:cNvPr id="1898" name="Noise cell"/>
              <p:cNvSpPr/>
              <p:nvPr/>
            </p:nvSpPr>
            <p:spPr>
              <a:xfrm>
                <a:off x="10873162" y="7735824"/>
                <a:ext cx="18770" cy="18928"/>
              </a:xfrm>
              <a:prstGeom prst="rect">
                <a:avLst/>
              </a:prstGeom>
              <a:solidFill>
                <a:srgbClr val="7B7B7B"/>
              </a:solidFill>
              <a:ln>
                <a:noFill/>
              </a:ln>
              <a:effectLst/>
            </p:spPr>
            <p:txBody>
              <a:bodyPr rtlCol="0" anchor="ctr"/>
              <a:lstStyle/>
              <a:p>
                <a:pPr algn="ctr"/>
              </a:p>
            </p:txBody>
          </p:sp>
          <p:sp>
            <p:nvSpPr>
              <p:cNvPr id="1899" name="Noise cell"/>
              <p:cNvSpPr/>
              <p:nvPr/>
            </p:nvSpPr>
            <p:spPr>
              <a:xfrm>
                <a:off x="10891292" y="7735824"/>
                <a:ext cx="18770" cy="18928"/>
              </a:xfrm>
              <a:prstGeom prst="rect">
                <a:avLst/>
              </a:prstGeom>
              <a:solidFill>
                <a:srgbClr val="868686"/>
              </a:solidFill>
              <a:ln>
                <a:noFill/>
              </a:ln>
              <a:effectLst/>
            </p:spPr>
            <p:txBody>
              <a:bodyPr rtlCol="0" anchor="ctr"/>
              <a:lstStyle/>
              <a:p>
                <a:pPr algn="ctr"/>
              </a:p>
            </p:txBody>
          </p:sp>
          <p:sp>
            <p:nvSpPr>
              <p:cNvPr id="1900" name="Noise cell"/>
              <p:cNvSpPr/>
              <p:nvPr/>
            </p:nvSpPr>
            <p:spPr>
              <a:xfrm>
                <a:off x="10909423" y="7735824"/>
                <a:ext cx="18770" cy="18928"/>
              </a:xfrm>
              <a:prstGeom prst="rect">
                <a:avLst/>
              </a:prstGeom>
              <a:solidFill>
                <a:srgbClr val="696969"/>
              </a:solidFill>
              <a:ln>
                <a:noFill/>
              </a:ln>
              <a:effectLst/>
            </p:spPr>
            <p:txBody>
              <a:bodyPr rtlCol="0" anchor="ctr"/>
              <a:lstStyle/>
              <a:p>
                <a:pPr algn="ctr"/>
              </a:p>
            </p:txBody>
          </p:sp>
          <p:sp>
            <p:nvSpPr>
              <p:cNvPr id="1901" name="Noise cell"/>
              <p:cNvSpPr/>
              <p:nvPr/>
            </p:nvSpPr>
            <p:spPr>
              <a:xfrm>
                <a:off x="10927553" y="7735824"/>
                <a:ext cx="18770" cy="18928"/>
              </a:xfrm>
              <a:prstGeom prst="rect">
                <a:avLst/>
              </a:prstGeom>
              <a:solidFill>
                <a:srgbClr val="7F7F7F"/>
              </a:solidFill>
              <a:ln>
                <a:noFill/>
              </a:ln>
              <a:effectLst/>
            </p:spPr>
            <p:txBody>
              <a:bodyPr rtlCol="0" anchor="ctr"/>
              <a:lstStyle/>
              <a:p>
                <a:pPr algn="ctr"/>
              </a:p>
            </p:txBody>
          </p:sp>
          <p:sp>
            <p:nvSpPr>
              <p:cNvPr id="1902" name="Noise cell"/>
              <p:cNvSpPr/>
              <p:nvPr/>
            </p:nvSpPr>
            <p:spPr>
              <a:xfrm>
                <a:off x="10945683" y="7735824"/>
                <a:ext cx="18770" cy="18928"/>
              </a:xfrm>
              <a:prstGeom prst="rect">
                <a:avLst/>
              </a:prstGeom>
              <a:solidFill>
                <a:srgbClr val="898989"/>
              </a:solidFill>
              <a:ln>
                <a:noFill/>
              </a:ln>
              <a:effectLst/>
            </p:spPr>
            <p:txBody>
              <a:bodyPr rtlCol="0" anchor="ctr"/>
              <a:lstStyle/>
              <a:p>
                <a:pPr algn="ctr"/>
              </a:p>
            </p:txBody>
          </p:sp>
          <p:sp>
            <p:nvSpPr>
              <p:cNvPr id="1903" name="Noise cell"/>
              <p:cNvSpPr/>
              <p:nvPr/>
            </p:nvSpPr>
            <p:spPr>
              <a:xfrm>
                <a:off x="10963814" y="7735824"/>
                <a:ext cx="18770" cy="18928"/>
              </a:xfrm>
              <a:prstGeom prst="rect">
                <a:avLst/>
              </a:prstGeom>
              <a:solidFill>
                <a:srgbClr val="989898"/>
              </a:solidFill>
              <a:ln>
                <a:noFill/>
              </a:ln>
              <a:effectLst/>
            </p:spPr>
            <p:txBody>
              <a:bodyPr rtlCol="0" anchor="ctr"/>
              <a:lstStyle/>
              <a:p>
                <a:pPr algn="ctr"/>
              </a:p>
            </p:txBody>
          </p:sp>
          <p:sp>
            <p:nvSpPr>
              <p:cNvPr id="1904" name="Noise cell"/>
              <p:cNvSpPr/>
              <p:nvPr/>
            </p:nvSpPr>
            <p:spPr>
              <a:xfrm>
                <a:off x="9930384" y="7754112"/>
                <a:ext cx="18770" cy="18928"/>
              </a:xfrm>
              <a:prstGeom prst="rect">
                <a:avLst/>
              </a:prstGeom>
              <a:solidFill>
                <a:srgbClr val="7F7F7F"/>
              </a:solidFill>
              <a:ln>
                <a:noFill/>
              </a:ln>
              <a:effectLst/>
            </p:spPr>
            <p:txBody>
              <a:bodyPr rtlCol="0" anchor="ctr"/>
              <a:lstStyle/>
              <a:p>
                <a:pPr algn="ctr"/>
              </a:p>
            </p:txBody>
          </p:sp>
          <p:sp>
            <p:nvSpPr>
              <p:cNvPr id="1905" name="Noise cell"/>
              <p:cNvSpPr/>
              <p:nvPr/>
            </p:nvSpPr>
            <p:spPr>
              <a:xfrm>
                <a:off x="9948514" y="7754112"/>
                <a:ext cx="18770" cy="18928"/>
              </a:xfrm>
              <a:prstGeom prst="rect">
                <a:avLst/>
              </a:prstGeom>
              <a:solidFill>
                <a:srgbClr val="8E8E8E"/>
              </a:solidFill>
              <a:ln>
                <a:noFill/>
              </a:ln>
              <a:effectLst/>
            </p:spPr>
            <p:txBody>
              <a:bodyPr rtlCol="0" anchor="ctr"/>
              <a:lstStyle/>
              <a:p>
                <a:pPr algn="ctr"/>
              </a:p>
            </p:txBody>
          </p:sp>
          <p:sp>
            <p:nvSpPr>
              <p:cNvPr id="1906" name="Noise cell"/>
              <p:cNvSpPr/>
              <p:nvPr/>
            </p:nvSpPr>
            <p:spPr>
              <a:xfrm>
                <a:off x="9966645" y="7754112"/>
                <a:ext cx="18770" cy="18928"/>
              </a:xfrm>
              <a:prstGeom prst="rect">
                <a:avLst/>
              </a:prstGeom>
              <a:solidFill>
                <a:srgbClr val="7E7E7E"/>
              </a:solidFill>
              <a:ln>
                <a:noFill/>
              </a:ln>
              <a:effectLst/>
            </p:spPr>
            <p:txBody>
              <a:bodyPr rtlCol="0" anchor="ctr"/>
              <a:lstStyle/>
              <a:p>
                <a:pPr algn="ctr"/>
              </a:p>
            </p:txBody>
          </p:sp>
          <p:sp>
            <p:nvSpPr>
              <p:cNvPr id="1907" name="Noise cell"/>
              <p:cNvSpPr/>
              <p:nvPr/>
            </p:nvSpPr>
            <p:spPr>
              <a:xfrm>
                <a:off x="9984775" y="7754112"/>
                <a:ext cx="18770" cy="18928"/>
              </a:xfrm>
              <a:prstGeom prst="rect">
                <a:avLst/>
              </a:prstGeom>
              <a:solidFill>
                <a:srgbClr val="858585"/>
              </a:solidFill>
              <a:ln>
                <a:noFill/>
              </a:ln>
              <a:effectLst/>
            </p:spPr>
            <p:txBody>
              <a:bodyPr rtlCol="0" anchor="ctr"/>
              <a:lstStyle/>
              <a:p>
                <a:pPr algn="ctr"/>
              </a:p>
            </p:txBody>
          </p:sp>
          <p:sp>
            <p:nvSpPr>
              <p:cNvPr id="1908" name="Noise cell"/>
              <p:cNvSpPr/>
              <p:nvPr/>
            </p:nvSpPr>
            <p:spPr>
              <a:xfrm>
                <a:off x="10002905" y="7754112"/>
                <a:ext cx="18770" cy="18928"/>
              </a:xfrm>
              <a:prstGeom prst="rect">
                <a:avLst/>
              </a:prstGeom>
              <a:solidFill>
                <a:srgbClr val="7F7F7F"/>
              </a:solidFill>
              <a:ln>
                <a:noFill/>
              </a:ln>
              <a:effectLst/>
            </p:spPr>
            <p:txBody>
              <a:bodyPr rtlCol="0" anchor="ctr"/>
              <a:lstStyle/>
              <a:p>
                <a:pPr algn="ctr"/>
              </a:p>
            </p:txBody>
          </p:sp>
          <p:sp>
            <p:nvSpPr>
              <p:cNvPr id="1909" name="Noise cell"/>
              <p:cNvSpPr/>
              <p:nvPr/>
            </p:nvSpPr>
            <p:spPr>
              <a:xfrm>
                <a:off x="10021036" y="7754112"/>
                <a:ext cx="18770" cy="18928"/>
              </a:xfrm>
              <a:prstGeom prst="rect">
                <a:avLst/>
              </a:prstGeom>
              <a:solidFill>
                <a:srgbClr val="8A8A8A"/>
              </a:solidFill>
              <a:ln>
                <a:noFill/>
              </a:ln>
              <a:effectLst/>
            </p:spPr>
            <p:txBody>
              <a:bodyPr rtlCol="0" anchor="ctr"/>
              <a:lstStyle/>
              <a:p>
                <a:pPr algn="ctr"/>
              </a:p>
            </p:txBody>
          </p:sp>
          <p:sp>
            <p:nvSpPr>
              <p:cNvPr id="1910" name="Noise cell"/>
              <p:cNvSpPr/>
              <p:nvPr/>
            </p:nvSpPr>
            <p:spPr>
              <a:xfrm>
                <a:off x="10039166" y="7754112"/>
                <a:ext cx="18770" cy="18928"/>
              </a:xfrm>
              <a:prstGeom prst="rect">
                <a:avLst/>
              </a:prstGeom>
              <a:solidFill>
                <a:srgbClr val="898989"/>
              </a:solidFill>
              <a:ln>
                <a:noFill/>
              </a:ln>
              <a:effectLst/>
            </p:spPr>
            <p:txBody>
              <a:bodyPr rtlCol="0" anchor="ctr"/>
              <a:lstStyle/>
              <a:p>
                <a:pPr algn="ctr"/>
              </a:p>
            </p:txBody>
          </p:sp>
          <p:sp>
            <p:nvSpPr>
              <p:cNvPr id="1911" name="Noise cell"/>
              <p:cNvSpPr/>
              <p:nvPr/>
            </p:nvSpPr>
            <p:spPr>
              <a:xfrm>
                <a:off x="10057296" y="7754112"/>
                <a:ext cx="18770" cy="18928"/>
              </a:xfrm>
              <a:prstGeom prst="rect">
                <a:avLst/>
              </a:prstGeom>
              <a:solidFill>
                <a:srgbClr val="9A9A9A"/>
              </a:solidFill>
              <a:ln>
                <a:noFill/>
              </a:ln>
              <a:effectLst/>
            </p:spPr>
            <p:txBody>
              <a:bodyPr rtlCol="0" anchor="ctr"/>
              <a:lstStyle/>
              <a:p>
                <a:pPr algn="ctr"/>
              </a:p>
            </p:txBody>
          </p:sp>
          <p:sp>
            <p:nvSpPr>
              <p:cNvPr id="1912" name="Noise cell"/>
              <p:cNvSpPr/>
              <p:nvPr/>
            </p:nvSpPr>
            <p:spPr>
              <a:xfrm>
                <a:off x="10075427" y="7754112"/>
                <a:ext cx="18770" cy="18928"/>
              </a:xfrm>
              <a:prstGeom prst="rect">
                <a:avLst/>
              </a:prstGeom>
              <a:solidFill>
                <a:srgbClr val="828282"/>
              </a:solidFill>
              <a:ln>
                <a:noFill/>
              </a:ln>
              <a:effectLst/>
            </p:spPr>
            <p:txBody>
              <a:bodyPr rtlCol="0" anchor="ctr"/>
              <a:lstStyle/>
              <a:p>
                <a:pPr algn="ctr"/>
              </a:p>
            </p:txBody>
          </p:sp>
          <p:sp>
            <p:nvSpPr>
              <p:cNvPr id="1913" name="Noise cell"/>
              <p:cNvSpPr/>
              <p:nvPr/>
            </p:nvSpPr>
            <p:spPr>
              <a:xfrm>
                <a:off x="10093557" y="7754112"/>
                <a:ext cx="18770" cy="18928"/>
              </a:xfrm>
              <a:prstGeom prst="rect">
                <a:avLst/>
              </a:prstGeom>
              <a:solidFill>
                <a:srgbClr val="7A7A7A"/>
              </a:solidFill>
              <a:ln>
                <a:noFill/>
              </a:ln>
              <a:effectLst/>
            </p:spPr>
            <p:txBody>
              <a:bodyPr rtlCol="0" anchor="ctr"/>
              <a:lstStyle/>
              <a:p>
                <a:pPr algn="ctr"/>
              </a:p>
            </p:txBody>
          </p:sp>
          <p:sp>
            <p:nvSpPr>
              <p:cNvPr id="1914" name="Noise cell"/>
              <p:cNvSpPr/>
              <p:nvPr/>
            </p:nvSpPr>
            <p:spPr>
              <a:xfrm>
                <a:off x="10111687" y="7754112"/>
                <a:ext cx="18770" cy="18928"/>
              </a:xfrm>
              <a:prstGeom prst="rect">
                <a:avLst/>
              </a:prstGeom>
              <a:solidFill>
                <a:srgbClr val="8A8A8A"/>
              </a:solidFill>
              <a:ln>
                <a:noFill/>
              </a:ln>
              <a:effectLst/>
            </p:spPr>
            <p:txBody>
              <a:bodyPr rtlCol="0" anchor="ctr"/>
              <a:lstStyle/>
              <a:p>
                <a:pPr algn="ctr"/>
              </a:p>
            </p:txBody>
          </p:sp>
          <p:sp>
            <p:nvSpPr>
              <p:cNvPr id="1915" name="Noise cell"/>
              <p:cNvSpPr/>
              <p:nvPr/>
            </p:nvSpPr>
            <p:spPr>
              <a:xfrm>
                <a:off x="10129818" y="7754112"/>
                <a:ext cx="18770" cy="18928"/>
              </a:xfrm>
              <a:prstGeom prst="rect">
                <a:avLst/>
              </a:prstGeom>
              <a:solidFill>
                <a:srgbClr val="5E5E5E"/>
              </a:solidFill>
              <a:ln>
                <a:noFill/>
              </a:ln>
              <a:effectLst/>
            </p:spPr>
            <p:txBody>
              <a:bodyPr rtlCol="0" anchor="ctr"/>
              <a:lstStyle/>
              <a:p>
                <a:pPr algn="ctr"/>
              </a:p>
            </p:txBody>
          </p:sp>
          <p:sp>
            <p:nvSpPr>
              <p:cNvPr id="1916" name="Noise cell"/>
              <p:cNvSpPr/>
              <p:nvPr/>
            </p:nvSpPr>
            <p:spPr>
              <a:xfrm>
                <a:off x="10147948" y="7754112"/>
                <a:ext cx="18770" cy="18928"/>
              </a:xfrm>
              <a:prstGeom prst="rect">
                <a:avLst/>
              </a:prstGeom>
              <a:solidFill>
                <a:srgbClr val="939393"/>
              </a:solidFill>
              <a:ln>
                <a:noFill/>
              </a:ln>
              <a:effectLst/>
            </p:spPr>
            <p:txBody>
              <a:bodyPr rtlCol="0" anchor="ctr"/>
              <a:lstStyle/>
              <a:p>
                <a:pPr algn="ctr"/>
              </a:p>
            </p:txBody>
          </p:sp>
          <p:sp>
            <p:nvSpPr>
              <p:cNvPr id="1917" name="Noise cell"/>
              <p:cNvSpPr/>
              <p:nvPr/>
            </p:nvSpPr>
            <p:spPr>
              <a:xfrm>
                <a:off x="10166078" y="7754112"/>
                <a:ext cx="18770" cy="18928"/>
              </a:xfrm>
              <a:prstGeom prst="rect">
                <a:avLst/>
              </a:prstGeom>
              <a:solidFill>
                <a:srgbClr val="929292"/>
              </a:solidFill>
              <a:ln>
                <a:noFill/>
              </a:ln>
              <a:effectLst/>
            </p:spPr>
            <p:txBody>
              <a:bodyPr rtlCol="0" anchor="ctr"/>
              <a:lstStyle/>
              <a:p>
                <a:pPr algn="ctr"/>
              </a:p>
            </p:txBody>
          </p:sp>
          <p:sp>
            <p:nvSpPr>
              <p:cNvPr id="1918" name="Noise cell"/>
              <p:cNvSpPr/>
              <p:nvPr/>
            </p:nvSpPr>
            <p:spPr>
              <a:xfrm>
                <a:off x="10184209" y="7754112"/>
                <a:ext cx="18770" cy="18928"/>
              </a:xfrm>
              <a:prstGeom prst="rect">
                <a:avLst/>
              </a:prstGeom>
              <a:solidFill>
                <a:srgbClr val="858585"/>
              </a:solidFill>
              <a:ln>
                <a:noFill/>
              </a:ln>
              <a:effectLst/>
            </p:spPr>
            <p:txBody>
              <a:bodyPr rtlCol="0" anchor="ctr"/>
              <a:lstStyle/>
              <a:p>
                <a:pPr algn="ctr"/>
              </a:p>
            </p:txBody>
          </p:sp>
          <p:sp>
            <p:nvSpPr>
              <p:cNvPr id="1919" name="Noise cell"/>
              <p:cNvSpPr/>
              <p:nvPr/>
            </p:nvSpPr>
            <p:spPr>
              <a:xfrm>
                <a:off x="10202339" y="7754112"/>
                <a:ext cx="18770" cy="18928"/>
              </a:xfrm>
              <a:prstGeom prst="rect">
                <a:avLst/>
              </a:prstGeom>
              <a:solidFill>
                <a:srgbClr val="8A8A8A"/>
              </a:solidFill>
              <a:ln>
                <a:noFill/>
              </a:ln>
              <a:effectLst/>
            </p:spPr>
            <p:txBody>
              <a:bodyPr rtlCol="0" anchor="ctr"/>
              <a:lstStyle/>
              <a:p>
                <a:pPr algn="ctr"/>
              </a:p>
            </p:txBody>
          </p:sp>
          <p:sp>
            <p:nvSpPr>
              <p:cNvPr id="1920" name="Noise cell"/>
              <p:cNvSpPr/>
              <p:nvPr/>
            </p:nvSpPr>
            <p:spPr>
              <a:xfrm>
                <a:off x="10220470" y="7754112"/>
                <a:ext cx="18770" cy="18928"/>
              </a:xfrm>
              <a:prstGeom prst="rect">
                <a:avLst/>
              </a:prstGeom>
              <a:solidFill>
                <a:srgbClr val="A0A0A0"/>
              </a:solidFill>
              <a:ln>
                <a:noFill/>
              </a:ln>
              <a:effectLst/>
            </p:spPr>
            <p:txBody>
              <a:bodyPr rtlCol="0" anchor="ctr"/>
              <a:lstStyle/>
              <a:p>
                <a:pPr algn="ctr"/>
              </a:p>
            </p:txBody>
          </p:sp>
          <p:sp>
            <p:nvSpPr>
              <p:cNvPr id="1921" name="Noise cell"/>
              <p:cNvSpPr/>
              <p:nvPr/>
            </p:nvSpPr>
            <p:spPr>
              <a:xfrm>
                <a:off x="10238600" y="7754112"/>
                <a:ext cx="18770" cy="18928"/>
              </a:xfrm>
              <a:prstGeom prst="rect">
                <a:avLst/>
              </a:prstGeom>
              <a:solidFill>
                <a:srgbClr val="8F8F8F"/>
              </a:solidFill>
              <a:ln>
                <a:noFill/>
              </a:ln>
              <a:effectLst/>
            </p:spPr>
            <p:txBody>
              <a:bodyPr rtlCol="0" anchor="ctr"/>
              <a:lstStyle/>
              <a:p>
                <a:pPr algn="ctr"/>
              </a:p>
            </p:txBody>
          </p:sp>
          <p:sp>
            <p:nvSpPr>
              <p:cNvPr id="1922" name="Noise cell"/>
              <p:cNvSpPr/>
              <p:nvPr/>
            </p:nvSpPr>
            <p:spPr>
              <a:xfrm>
                <a:off x="10256730" y="7754112"/>
                <a:ext cx="18770" cy="18928"/>
              </a:xfrm>
              <a:prstGeom prst="rect">
                <a:avLst/>
              </a:prstGeom>
              <a:solidFill>
                <a:srgbClr val="7A7A7A"/>
              </a:solidFill>
              <a:ln>
                <a:noFill/>
              </a:ln>
              <a:effectLst/>
            </p:spPr>
            <p:txBody>
              <a:bodyPr rtlCol="0" anchor="ctr"/>
              <a:lstStyle/>
              <a:p>
                <a:pPr algn="ctr"/>
              </a:p>
            </p:txBody>
          </p:sp>
          <p:sp>
            <p:nvSpPr>
              <p:cNvPr id="1923" name="Noise cell"/>
              <p:cNvSpPr/>
              <p:nvPr/>
            </p:nvSpPr>
            <p:spPr>
              <a:xfrm>
                <a:off x="10274861" y="7754112"/>
                <a:ext cx="18770" cy="18928"/>
              </a:xfrm>
              <a:prstGeom prst="rect">
                <a:avLst/>
              </a:prstGeom>
              <a:solidFill>
                <a:srgbClr val="8E8E8E"/>
              </a:solidFill>
              <a:ln>
                <a:noFill/>
              </a:ln>
              <a:effectLst/>
            </p:spPr>
            <p:txBody>
              <a:bodyPr rtlCol="0" anchor="ctr"/>
              <a:lstStyle/>
              <a:p>
                <a:pPr algn="ctr"/>
              </a:p>
            </p:txBody>
          </p:sp>
          <p:sp>
            <p:nvSpPr>
              <p:cNvPr id="1924" name="Noise cell"/>
              <p:cNvSpPr/>
              <p:nvPr/>
            </p:nvSpPr>
            <p:spPr>
              <a:xfrm>
                <a:off x="10292991" y="7754112"/>
                <a:ext cx="18770" cy="18928"/>
              </a:xfrm>
              <a:prstGeom prst="rect">
                <a:avLst/>
              </a:prstGeom>
              <a:solidFill>
                <a:srgbClr val="888888"/>
              </a:solidFill>
              <a:ln>
                <a:noFill/>
              </a:ln>
              <a:effectLst/>
            </p:spPr>
            <p:txBody>
              <a:bodyPr rtlCol="0" anchor="ctr"/>
              <a:lstStyle/>
              <a:p>
                <a:pPr algn="ctr"/>
              </a:p>
            </p:txBody>
          </p:sp>
          <p:sp>
            <p:nvSpPr>
              <p:cNvPr id="1925" name="Noise cell"/>
              <p:cNvSpPr/>
              <p:nvPr/>
            </p:nvSpPr>
            <p:spPr>
              <a:xfrm>
                <a:off x="10311121" y="7754112"/>
                <a:ext cx="18770" cy="18928"/>
              </a:xfrm>
              <a:prstGeom prst="rect">
                <a:avLst/>
              </a:prstGeom>
              <a:solidFill>
                <a:srgbClr val="727272"/>
              </a:solidFill>
              <a:ln>
                <a:noFill/>
              </a:ln>
              <a:effectLst/>
            </p:spPr>
            <p:txBody>
              <a:bodyPr rtlCol="0" anchor="ctr"/>
              <a:lstStyle/>
              <a:p>
                <a:pPr algn="ctr"/>
              </a:p>
            </p:txBody>
          </p:sp>
          <p:sp>
            <p:nvSpPr>
              <p:cNvPr id="1926" name="Noise cell"/>
              <p:cNvSpPr/>
              <p:nvPr/>
            </p:nvSpPr>
            <p:spPr>
              <a:xfrm>
                <a:off x="10329252" y="7754112"/>
                <a:ext cx="18770" cy="18928"/>
              </a:xfrm>
              <a:prstGeom prst="rect">
                <a:avLst/>
              </a:prstGeom>
              <a:solidFill>
                <a:srgbClr val="757575"/>
              </a:solidFill>
              <a:ln>
                <a:noFill/>
              </a:ln>
              <a:effectLst/>
            </p:spPr>
            <p:txBody>
              <a:bodyPr rtlCol="0" anchor="ctr"/>
              <a:lstStyle/>
              <a:p>
                <a:pPr algn="ctr"/>
              </a:p>
            </p:txBody>
          </p:sp>
          <p:sp>
            <p:nvSpPr>
              <p:cNvPr id="1927" name="Noise cell"/>
              <p:cNvSpPr/>
              <p:nvPr/>
            </p:nvSpPr>
            <p:spPr>
              <a:xfrm>
                <a:off x="10347382" y="7754112"/>
                <a:ext cx="18770" cy="18928"/>
              </a:xfrm>
              <a:prstGeom prst="rect">
                <a:avLst/>
              </a:prstGeom>
              <a:solidFill>
                <a:srgbClr val="A2A2A2"/>
              </a:solidFill>
              <a:ln>
                <a:noFill/>
              </a:ln>
              <a:effectLst/>
            </p:spPr>
            <p:txBody>
              <a:bodyPr rtlCol="0" anchor="ctr"/>
              <a:lstStyle/>
              <a:p>
                <a:pPr algn="ctr"/>
              </a:p>
            </p:txBody>
          </p:sp>
          <p:sp>
            <p:nvSpPr>
              <p:cNvPr id="1928" name="Noise cell"/>
              <p:cNvSpPr/>
              <p:nvPr/>
            </p:nvSpPr>
            <p:spPr>
              <a:xfrm>
                <a:off x="10365512" y="7754112"/>
                <a:ext cx="18770" cy="18928"/>
              </a:xfrm>
              <a:prstGeom prst="rect">
                <a:avLst/>
              </a:prstGeom>
              <a:solidFill>
                <a:srgbClr val="8D8D8D"/>
              </a:solidFill>
              <a:ln>
                <a:noFill/>
              </a:ln>
              <a:effectLst/>
            </p:spPr>
            <p:txBody>
              <a:bodyPr rtlCol="0" anchor="ctr"/>
              <a:lstStyle/>
              <a:p>
                <a:pPr algn="ctr"/>
              </a:p>
            </p:txBody>
          </p:sp>
          <p:sp>
            <p:nvSpPr>
              <p:cNvPr id="1929" name="Noise cell"/>
              <p:cNvSpPr/>
              <p:nvPr/>
            </p:nvSpPr>
            <p:spPr>
              <a:xfrm>
                <a:off x="10383643" y="7754112"/>
                <a:ext cx="18770" cy="18928"/>
              </a:xfrm>
              <a:prstGeom prst="rect">
                <a:avLst/>
              </a:prstGeom>
              <a:solidFill>
                <a:srgbClr val="707070"/>
              </a:solidFill>
              <a:ln>
                <a:noFill/>
              </a:ln>
              <a:effectLst/>
            </p:spPr>
            <p:txBody>
              <a:bodyPr rtlCol="0" anchor="ctr"/>
              <a:lstStyle/>
              <a:p>
                <a:pPr algn="ctr"/>
              </a:p>
            </p:txBody>
          </p:sp>
          <p:sp>
            <p:nvSpPr>
              <p:cNvPr id="1930" name="Noise cell"/>
              <p:cNvSpPr/>
              <p:nvPr/>
            </p:nvSpPr>
            <p:spPr>
              <a:xfrm>
                <a:off x="10401773" y="7754112"/>
                <a:ext cx="18770" cy="18928"/>
              </a:xfrm>
              <a:prstGeom prst="rect">
                <a:avLst/>
              </a:prstGeom>
              <a:solidFill>
                <a:srgbClr val="939393"/>
              </a:solidFill>
              <a:ln>
                <a:noFill/>
              </a:ln>
              <a:effectLst/>
            </p:spPr>
            <p:txBody>
              <a:bodyPr rtlCol="0" anchor="ctr"/>
              <a:lstStyle/>
              <a:p>
                <a:pPr algn="ctr"/>
              </a:p>
            </p:txBody>
          </p:sp>
          <p:sp>
            <p:nvSpPr>
              <p:cNvPr id="1931" name="Noise cell"/>
              <p:cNvSpPr/>
              <p:nvPr/>
            </p:nvSpPr>
            <p:spPr>
              <a:xfrm>
                <a:off x="10419903" y="7754112"/>
                <a:ext cx="18770" cy="18928"/>
              </a:xfrm>
              <a:prstGeom prst="rect">
                <a:avLst/>
              </a:prstGeom>
              <a:solidFill>
                <a:srgbClr val="7B7B7B"/>
              </a:solidFill>
              <a:ln>
                <a:noFill/>
              </a:ln>
              <a:effectLst/>
            </p:spPr>
            <p:txBody>
              <a:bodyPr rtlCol="0" anchor="ctr"/>
              <a:lstStyle/>
              <a:p>
                <a:pPr algn="ctr"/>
              </a:p>
            </p:txBody>
          </p:sp>
          <p:sp>
            <p:nvSpPr>
              <p:cNvPr id="1932" name="Noise cell"/>
              <p:cNvSpPr/>
              <p:nvPr/>
            </p:nvSpPr>
            <p:spPr>
              <a:xfrm>
                <a:off x="10438034" y="7754112"/>
                <a:ext cx="18770" cy="18928"/>
              </a:xfrm>
              <a:prstGeom prst="rect">
                <a:avLst/>
              </a:prstGeom>
              <a:solidFill>
                <a:srgbClr val="757575"/>
              </a:solidFill>
              <a:ln>
                <a:noFill/>
              </a:ln>
              <a:effectLst/>
            </p:spPr>
            <p:txBody>
              <a:bodyPr rtlCol="0" anchor="ctr"/>
              <a:lstStyle/>
              <a:p>
                <a:pPr algn="ctr"/>
              </a:p>
            </p:txBody>
          </p:sp>
          <p:sp>
            <p:nvSpPr>
              <p:cNvPr id="1933" name="Noise cell"/>
              <p:cNvSpPr/>
              <p:nvPr/>
            </p:nvSpPr>
            <p:spPr>
              <a:xfrm>
                <a:off x="10456164" y="7754112"/>
                <a:ext cx="18770" cy="18928"/>
              </a:xfrm>
              <a:prstGeom prst="rect">
                <a:avLst/>
              </a:prstGeom>
              <a:solidFill>
                <a:srgbClr val="868686"/>
              </a:solidFill>
              <a:ln>
                <a:noFill/>
              </a:ln>
              <a:effectLst/>
            </p:spPr>
            <p:txBody>
              <a:bodyPr rtlCol="0" anchor="ctr"/>
              <a:lstStyle/>
              <a:p>
                <a:pPr algn="ctr"/>
              </a:p>
            </p:txBody>
          </p:sp>
          <p:sp>
            <p:nvSpPr>
              <p:cNvPr id="1934" name="Noise cell"/>
              <p:cNvSpPr/>
              <p:nvPr/>
            </p:nvSpPr>
            <p:spPr>
              <a:xfrm>
                <a:off x="10474294" y="7754112"/>
                <a:ext cx="18770" cy="18928"/>
              </a:xfrm>
              <a:prstGeom prst="rect">
                <a:avLst/>
              </a:prstGeom>
              <a:solidFill>
                <a:srgbClr val="8B8B8B"/>
              </a:solidFill>
              <a:ln>
                <a:noFill/>
              </a:ln>
              <a:effectLst/>
            </p:spPr>
            <p:txBody>
              <a:bodyPr rtlCol="0" anchor="ctr"/>
              <a:lstStyle/>
              <a:p>
                <a:pPr algn="ctr"/>
              </a:p>
            </p:txBody>
          </p:sp>
          <p:sp>
            <p:nvSpPr>
              <p:cNvPr id="1935" name="Noise cell"/>
              <p:cNvSpPr/>
              <p:nvPr/>
            </p:nvSpPr>
            <p:spPr>
              <a:xfrm>
                <a:off x="10492425" y="7754112"/>
                <a:ext cx="18770" cy="18928"/>
              </a:xfrm>
              <a:prstGeom prst="rect">
                <a:avLst/>
              </a:prstGeom>
              <a:solidFill>
                <a:srgbClr val="898989"/>
              </a:solidFill>
              <a:ln>
                <a:noFill/>
              </a:ln>
              <a:effectLst/>
            </p:spPr>
            <p:txBody>
              <a:bodyPr rtlCol="0" anchor="ctr"/>
              <a:lstStyle/>
              <a:p>
                <a:pPr algn="ctr"/>
              </a:p>
            </p:txBody>
          </p:sp>
          <p:sp>
            <p:nvSpPr>
              <p:cNvPr id="1936" name="Noise cell"/>
              <p:cNvSpPr/>
              <p:nvPr/>
            </p:nvSpPr>
            <p:spPr>
              <a:xfrm>
                <a:off x="10510555" y="7754112"/>
                <a:ext cx="18770" cy="18928"/>
              </a:xfrm>
              <a:prstGeom prst="rect">
                <a:avLst/>
              </a:prstGeom>
              <a:solidFill>
                <a:srgbClr val="6A6A6A"/>
              </a:solidFill>
              <a:ln>
                <a:noFill/>
              </a:ln>
              <a:effectLst/>
            </p:spPr>
            <p:txBody>
              <a:bodyPr rtlCol="0" anchor="ctr"/>
              <a:lstStyle/>
              <a:p>
                <a:pPr algn="ctr"/>
              </a:p>
            </p:txBody>
          </p:sp>
          <p:sp>
            <p:nvSpPr>
              <p:cNvPr id="1937" name="Noise cell"/>
              <p:cNvSpPr/>
              <p:nvPr/>
            </p:nvSpPr>
            <p:spPr>
              <a:xfrm>
                <a:off x="10528685" y="7754112"/>
                <a:ext cx="18770" cy="18928"/>
              </a:xfrm>
              <a:prstGeom prst="rect">
                <a:avLst/>
              </a:prstGeom>
              <a:solidFill>
                <a:srgbClr val="7B7B7B"/>
              </a:solidFill>
              <a:ln>
                <a:noFill/>
              </a:ln>
              <a:effectLst/>
            </p:spPr>
            <p:txBody>
              <a:bodyPr rtlCol="0" anchor="ctr"/>
              <a:lstStyle/>
              <a:p>
                <a:pPr algn="ctr"/>
              </a:p>
            </p:txBody>
          </p:sp>
          <p:sp>
            <p:nvSpPr>
              <p:cNvPr id="1938" name="Noise cell"/>
              <p:cNvSpPr/>
              <p:nvPr/>
            </p:nvSpPr>
            <p:spPr>
              <a:xfrm>
                <a:off x="10546816" y="7754112"/>
                <a:ext cx="18770" cy="18928"/>
              </a:xfrm>
              <a:prstGeom prst="rect">
                <a:avLst/>
              </a:prstGeom>
              <a:solidFill>
                <a:srgbClr val="858585"/>
              </a:solidFill>
              <a:ln>
                <a:noFill/>
              </a:ln>
              <a:effectLst/>
            </p:spPr>
            <p:txBody>
              <a:bodyPr rtlCol="0" anchor="ctr"/>
              <a:lstStyle/>
              <a:p>
                <a:pPr algn="ctr"/>
              </a:p>
            </p:txBody>
          </p:sp>
          <p:sp>
            <p:nvSpPr>
              <p:cNvPr id="1939" name="Noise cell"/>
              <p:cNvSpPr/>
              <p:nvPr/>
            </p:nvSpPr>
            <p:spPr>
              <a:xfrm>
                <a:off x="10564946" y="7754112"/>
                <a:ext cx="18770" cy="18928"/>
              </a:xfrm>
              <a:prstGeom prst="rect">
                <a:avLst/>
              </a:prstGeom>
              <a:solidFill>
                <a:srgbClr val="7A7A7A"/>
              </a:solidFill>
              <a:ln>
                <a:noFill/>
              </a:ln>
              <a:effectLst/>
            </p:spPr>
            <p:txBody>
              <a:bodyPr rtlCol="0" anchor="ctr"/>
              <a:lstStyle/>
              <a:p>
                <a:pPr algn="ctr"/>
              </a:p>
            </p:txBody>
          </p:sp>
          <p:sp>
            <p:nvSpPr>
              <p:cNvPr id="1940" name="Noise cell"/>
              <p:cNvSpPr/>
              <p:nvPr/>
            </p:nvSpPr>
            <p:spPr>
              <a:xfrm>
                <a:off x="10583076" y="7754112"/>
                <a:ext cx="18770" cy="18928"/>
              </a:xfrm>
              <a:prstGeom prst="rect">
                <a:avLst/>
              </a:prstGeom>
              <a:solidFill>
                <a:srgbClr val="747474"/>
              </a:solidFill>
              <a:ln>
                <a:noFill/>
              </a:ln>
              <a:effectLst/>
            </p:spPr>
            <p:txBody>
              <a:bodyPr rtlCol="0" anchor="ctr"/>
              <a:lstStyle/>
              <a:p>
                <a:pPr algn="ctr"/>
              </a:p>
            </p:txBody>
          </p:sp>
          <p:sp>
            <p:nvSpPr>
              <p:cNvPr id="1941" name="Noise cell"/>
              <p:cNvSpPr/>
              <p:nvPr/>
            </p:nvSpPr>
            <p:spPr>
              <a:xfrm>
                <a:off x="10601207" y="7754112"/>
                <a:ext cx="18770" cy="18928"/>
              </a:xfrm>
              <a:prstGeom prst="rect">
                <a:avLst/>
              </a:prstGeom>
              <a:solidFill>
                <a:srgbClr val="848484"/>
              </a:solidFill>
              <a:ln>
                <a:noFill/>
              </a:ln>
              <a:effectLst/>
            </p:spPr>
            <p:txBody>
              <a:bodyPr rtlCol="0" anchor="ctr"/>
              <a:lstStyle/>
              <a:p>
                <a:pPr algn="ctr"/>
              </a:p>
            </p:txBody>
          </p:sp>
          <p:sp>
            <p:nvSpPr>
              <p:cNvPr id="1942" name="Noise cell"/>
              <p:cNvSpPr/>
              <p:nvPr/>
            </p:nvSpPr>
            <p:spPr>
              <a:xfrm>
                <a:off x="10619337" y="7754112"/>
                <a:ext cx="18770" cy="18928"/>
              </a:xfrm>
              <a:prstGeom prst="rect">
                <a:avLst/>
              </a:prstGeom>
              <a:solidFill>
                <a:srgbClr val="888888"/>
              </a:solidFill>
              <a:ln>
                <a:noFill/>
              </a:ln>
              <a:effectLst/>
            </p:spPr>
            <p:txBody>
              <a:bodyPr rtlCol="0" anchor="ctr"/>
              <a:lstStyle/>
              <a:p>
                <a:pPr algn="ctr"/>
              </a:p>
            </p:txBody>
          </p:sp>
          <p:sp>
            <p:nvSpPr>
              <p:cNvPr id="1943" name="Noise cell"/>
              <p:cNvSpPr/>
              <p:nvPr/>
            </p:nvSpPr>
            <p:spPr>
              <a:xfrm>
                <a:off x="10637467" y="7754112"/>
                <a:ext cx="18770" cy="18928"/>
              </a:xfrm>
              <a:prstGeom prst="rect">
                <a:avLst/>
              </a:prstGeom>
              <a:solidFill>
                <a:srgbClr val="7D7D7D"/>
              </a:solidFill>
              <a:ln>
                <a:noFill/>
              </a:ln>
              <a:effectLst/>
            </p:spPr>
            <p:txBody>
              <a:bodyPr rtlCol="0" anchor="ctr"/>
              <a:lstStyle/>
              <a:p>
                <a:pPr algn="ctr"/>
              </a:p>
            </p:txBody>
          </p:sp>
          <p:sp>
            <p:nvSpPr>
              <p:cNvPr id="1944" name="Noise cell"/>
              <p:cNvSpPr/>
              <p:nvPr/>
            </p:nvSpPr>
            <p:spPr>
              <a:xfrm>
                <a:off x="10655598" y="7754112"/>
                <a:ext cx="18770" cy="18928"/>
              </a:xfrm>
              <a:prstGeom prst="rect">
                <a:avLst/>
              </a:prstGeom>
              <a:solidFill>
                <a:srgbClr val="9C9C9C"/>
              </a:solidFill>
              <a:ln>
                <a:noFill/>
              </a:ln>
              <a:effectLst/>
            </p:spPr>
            <p:txBody>
              <a:bodyPr rtlCol="0" anchor="ctr"/>
              <a:lstStyle/>
              <a:p>
                <a:pPr algn="ctr"/>
              </a:p>
            </p:txBody>
          </p:sp>
          <p:sp>
            <p:nvSpPr>
              <p:cNvPr id="1945" name="Noise cell"/>
              <p:cNvSpPr/>
              <p:nvPr/>
            </p:nvSpPr>
            <p:spPr>
              <a:xfrm>
                <a:off x="10673728" y="7754112"/>
                <a:ext cx="18770" cy="18928"/>
              </a:xfrm>
              <a:prstGeom prst="rect">
                <a:avLst/>
              </a:prstGeom>
              <a:solidFill>
                <a:srgbClr val="919191"/>
              </a:solidFill>
              <a:ln>
                <a:noFill/>
              </a:ln>
              <a:effectLst/>
            </p:spPr>
            <p:txBody>
              <a:bodyPr rtlCol="0" anchor="ctr"/>
              <a:lstStyle/>
              <a:p>
                <a:pPr algn="ctr"/>
              </a:p>
            </p:txBody>
          </p:sp>
          <p:sp>
            <p:nvSpPr>
              <p:cNvPr id="1946" name="Noise cell"/>
              <p:cNvSpPr/>
              <p:nvPr/>
            </p:nvSpPr>
            <p:spPr>
              <a:xfrm>
                <a:off x="10691858" y="7754112"/>
                <a:ext cx="18770" cy="18928"/>
              </a:xfrm>
              <a:prstGeom prst="rect">
                <a:avLst/>
              </a:prstGeom>
              <a:solidFill>
                <a:srgbClr val="898989"/>
              </a:solidFill>
              <a:ln>
                <a:noFill/>
              </a:ln>
              <a:effectLst/>
            </p:spPr>
            <p:txBody>
              <a:bodyPr rtlCol="0" anchor="ctr"/>
              <a:lstStyle/>
              <a:p>
                <a:pPr algn="ctr"/>
              </a:p>
            </p:txBody>
          </p:sp>
          <p:sp>
            <p:nvSpPr>
              <p:cNvPr id="1947" name="Noise cell"/>
              <p:cNvSpPr/>
              <p:nvPr/>
            </p:nvSpPr>
            <p:spPr>
              <a:xfrm>
                <a:off x="10709989" y="7754112"/>
                <a:ext cx="18770" cy="18928"/>
              </a:xfrm>
              <a:prstGeom prst="rect">
                <a:avLst/>
              </a:prstGeom>
              <a:solidFill>
                <a:srgbClr val="787878"/>
              </a:solidFill>
              <a:ln>
                <a:noFill/>
              </a:ln>
              <a:effectLst/>
            </p:spPr>
            <p:txBody>
              <a:bodyPr rtlCol="0" anchor="ctr"/>
              <a:lstStyle/>
              <a:p>
                <a:pPr algn="ctr"/>
              </a:p>
            </p:txBody>
          </p:sp>
          <p:sp>
            <p:nvSpPr>
              <p:cNvPr id="1948" name="Noise cell"/>
              <p:cNvSpPr/>
              <p:nvPr/>
            </p:nvSpPr>
            <p:spPr>
              <a:xfrm>
                <a:off x="10728119" y="7754112"/>
                <a:ext cx="18770" cy="18928"/>
              </a:xfrm>
              <a:prstGeom prst="rect">
                <a:avLst/>
              </a:prstGeom>
              <a:solidFill>
                <a:srgbClr val="858585"/>
              </a:solidFill>
              <a:ln>
                <a:noFill/>
              </a:ln>
              <a:effectLst/>
            </p:spPr>
            <p:txBody>
              <a:bodyPr rtlCol="0" anchor="ctr"/>
              <a:lstStyle/>
              <a:p>
                <a:pPr algn="ctr"/>
              </a:p>
            </p:txBody>
          </p:sp>
          <p:sp>
            <p:nvSpPr>
              <p:cNvPr id="1949" name="Noise cell"/>
              <p:cNvSpPr/>
              <p:nvPr/>
            </p:nvSpPr>
            <p:spPr>
              <a:xfrm>
                <a:off x="10746250" y="7754112"/>
                <a:ext cx="18770" cy="18928"/>
              </a:xfrm>
              <a:prstGeom prst="rect">
                <a:avLst/>
              </a:prstGeom>
              <a:solidFill>
                <a:srgbClr val="7A7A7A"/>
              </a:solidFill>
              <a:ln>
                <a:noFill/>
              </a:ln>
              <a:effectLst/>
            </p:spPr>
            <p:txBody>
              <a:bodyPr rtlCol="0" anchor="ctr"/>
              <a:lstStyle/>
              <a:p>
                <a:pPr algn="ctr"/>
              </a:p>
            </p:txBody>
          </p:sp>
          <p:sp>
            <p:nvSpPr>
              <p:cNvPr id="1950" name="Noise cell"/>
              <p:cNvSpPr/>
              <p:nvPr/>
            </p:nvSpPr>
            <p:spPr>
              <a:xfrm>
                <a:off x="10764380" y="7754112"/>
                <a:ext cx="18770" cy="18928"/>
              </a:xfrm>
              <a:prstGeom prst="rect">
                <a:avLst/>
              </a:prstGeom>
              <a:solidFill>
                <a:srgbClr val="A3A3A3"/>
              </a:solidFill>
              <a:ln>
                <a:noFill/>
              </a:ln>
              <a:effectLst/>
            </p:spPr>
            <p:txBody>
              <a:bodyPr rtlCol="0" anchor="ctr"/>
              <a:lstStyle/>
              <a:p>
                <a:pPr algn="ctr"/>
              </a:p>
            </p:txBody>
          </p:sp>
          <p:sp>
            <p:nvSpPr>
              <p:cNvPr id="1951" name="Noise cell"/>
              <p:cNvSpPr/>
              <p:nvPr/>
            </p:nvSpPr>
            <p:spPr>
              <a:xfrm>
                <a:off x="10782510" y="7754112"/>
                <a:ext cx="18770" cy="18928"/>
              </a:xfrm>
              <a:prstGeom prst="rect">
                <a:avLst/>
              </a:prstGeom>
              <a:solidFill>
                <a:srgbClr val="8D8D8D"/>
              </a:solidFill>
              <a:ln>
                <a:noFill/>
              </a:ln>
              <a:effectLst/>
            </p:spPr>
            <p:txBody>
              <a:bodyPr rtlCol="0" anchor="ctr"/>
              <a:lstStyle/>
              <a:p>
                <a:pPr algn="ctr"/>
              </a:p>
            </p:txBody>
          </p:sp>
          <p:sp>
            <p:nvSpPr>
              <p:cNvPr id="1952" name="Noise cell"/>
              <p:cNvSpPr/>
              <p:nvPr/>
            </p:nvSpPr>
            <p:spPr>
              <a:xfrm>
                <a:off x="10800641" y="7754112"/>
                <a:ext cx="18770" cy="18928"/>
              </a:xfrm>
              <a:prstGeom prst="rect">
                <a:avLst/>
              </a:prstGeom>
              <a:solidFill>
                <a:srgbClr val="989898"/>
              </a:solidFill>
              <a:ln>
                <a:noFill/>
              </a:ln>
              <a:effectLst/>
            </p:spPr>
            <p:txBody>
              <a:bodyPr rtlCol="0" anchor="ctr"/>
              <a:lstStyle/>
              <a:p>
                <a:pPr algn="ctr"/>
              </a:p>
            </p:txBody>
          </p:sp>
          <p:sp>
            <p:nvSpPr>
              <p:cNvPr id="1953" name="Noise cell"/>
              <p:cNvSpPr/>
              <p:nvPr/>
            </p:nvSpPr>
            <p:spPr>
              <a:xfrm>
                <a:off x="10818771" y="7754112"/>
                <a:ext cx="18770" cy="18928"/>
              </a:xfrm>
              <a:prstGeom prst="rect">
                <a:avLst/>
              </a:prstGeom>
              <a:solidFill>
                <a:srgbClr val="828282"/>
              </a:solidFill>
              <a:ln>
                <a:noFill/>
              </a:ln>
              <a:effectLst/>
            </p:spPr>
            <p:txBody>
              <a:bodyPr rtlCol="0" anchor="ctr"/>
              <a:lstStyle/>
              <a:p>
                <a:pPr algn="ctr"/>
              </a:p>
            </p:txBody>
          </p:sp>
          <p:sp>
            <p:nvSpPr>
              <p:cNvPr id="1954" name="Noise cell"/>
              <p:cNvSpPr/>
              <p:nvPr/>
            </p:nvSpPr>
            <p:spPr>
              <a:xfrm>
                <a:off x="10836901" y="7754112"/>
                <a:ext cx="18770" cy="18928"/>
              </a:xfrm>
              <a:prstGeom prst="rect">
                <a:avLst/>
              </a:prstGeom>
              <a:solidFill>
                <a:srgbClr val="838383"/>
              </a:solidFill>
              <a:ln>
                <a:noFill/>
              </a:ln>
              <a:effectLst/>
            </p:spPr>
            <p:txBody>
              <a:bodyPr rtlCol="0" anchor="ctr"/>
              <a:lstStyle/>
              <a:p>
                <a:pPr algn="ctr"/>
              </a:p>
            </p:txBody>
          </p:sp>
          <p:sp>
            <p:nvSpPr>
              <p:cNvPr id="1955" name="Noise cell"/>
              <p:cNvSpPr/>
              <p:nvPr/>
            </p:nvSpPr>
            <p:spPr>
              <a:xfrm>
                <a:off x="10855032" y="7754112"/>
                <a:ext cx="18770" cy="18928"/>
              </a:xfrm>
              <a:prstGeom prst="rect">
                <a:avLst/>
              </a:prstGeom>
              <a:solidFill>
                <a:srgbClr val="7E7E7E"/>
              </a:solidFill>
              <a:ln>
                <a:noFill/>
              </a:ln>
              <a:effectLst/>
            </p:spPr>
            <p:txBody>
              <a:bodyPr rtlCol="0" anchor="ctr"/>
              <a:lstStyle/>
              <a:p>
                <a:pPr algn="ctr"/>
              </a:p>
            </p:txBody>
          </p:sp>
          <p:sp>
            <p:nvSpPr>
              <p:cNvPr id="1956" name="Noise cell"/>
              <p:cNvSpPr/>
              <p:nvPr/>
            </p:nvSpPr>
            <p:spPr>
              <a:xfrm>
                <a:off x="10873162" y="7754112"/>
                <a:ext cx="18770" cy="18928"/>
              </a:xfrm>
              <a:prstGeom prst="rect">
                <a:avLst/>
              </a:prstGeom>
              <a:solidFill>
                <a:srgbClr val="8E8E8E"/>
              </a:solidFill>
              <a:ln>
                <a:noFill/>
              </a:ln>
              <a:effectLst/>
            </p:spPr>
            <p:txBody>
              <a:bodyPr rtlCol="0" anchor="ctr"/>
              <a:lstStyle/>
              <a:p>
                <a:pPr algn="ctr"/>
              </a:p>
            </p:txBody>
          </p:sp>
          <p:sp>
            <p:nvSpPr>
              <p:cNvPr id="1957" name="Noise cell"/>
              <p:cNvSpPr/>
              <p:nvPr/>
            </p:nvSpPr>
            <p:spPr>
              <a:xfrm>
                <a:off x="10891292" y="7754112"/>
                <a:ext cx="18770" cy="18928"/>
              </a:xfrm>
              <a:prstGeom prst="rect">
                <a:avLst/>
              </a:prstGeom>
              <a:solidFill>
                <a:srgbClr val="888888"/>
              </a:solidFill>
              <a:ln>
                <a:noFill/>
              </a:ln>
              <a:effectLst/>
            </p:spPr>
            <p:txBody>
              <a:bodyPr rtlCol="0" anchor="ctr"/>
              <a:lstStyle/>
              <a:p>
                <a:pPr algn="ctr"/>
              </a:p>
            </p:txBody>
          </p:sp>
          <p:sp>
            <p:nvSpPr>
              <p:cNvPr id="1958" name="Noise cell"/>
              <p:cNvSpPr/>
              <p:nvPr/>
            </p:nvSpPr>
            <p:spPr>
              <a:xfrm>
                <a:off x="10909423" y="7754112"/>
                <a:ext cx="18770" cy="18928"/>
              </a:xfrm>
              <a:prstGeom prst="rect">
                <a:avLst/>
              </a:prstGeom>
              <a:solidFill>
                <a:srgbClr val="757575"/>
              </a:solidFill>
              <a:ln>
                <a:noFill/>
              </a:ln>
              <a:effectLst/>
            </p:spPr>
            <p:txBody>
              <a:bodyPr rtlCol="0" anchor="ctr"/>
              <a:lstStyle/>
              <a:p>
                <a:pPr algn="ctr"/>
              </a:p>
            </p:txBody>
          </p:sp>
          <p:sp>
            <p:nvSpPr>
              <p:cNvPr id="1959" name="Noise cell"/>
              <p:cNvSpPr/>
              <p:nvPr/>
            </p:nvSpPr>
            <p:spPr>
              <a:xfrm>
                <a:off x="10927553" y="7754112"/>
                <a:ext cx="18770" cy="18928"/>
              </a:xfrm>
              <a:prstGeom prst="rect">
                <a:avLst/>
              </a:prstGeom>
              <a:solidFill>
                <a:srgbClr val="767676"/>
              </a:solidFill>
              <a:ln>
                <a:noFill/>
              </a:ln>
              <a:effectLst/>
            </p:spPr>
            <p:txBody>
              <a:bodyPr rtlCol="0" anchor="ctr"/>
              <a:lstStyle/>
              <a:p>
                <a:pPr algn="ctr"/>
              </a:p>
            </p:txBody>
          </p:sp>
          <p:sp>
            <p:nvSpPr>
              <p:cNvPr id="1960" name="Noise cell"/>
              <p:cNvSpPr/>
              <p:nvPr/>
            </p:nvSpPr>
            <p:spPr>
              <a:xfrm>
                <a:off x="10945683" y="7754112"/>
                <a:ext cx="18770" cy="18928"/>
              </a:xfrm>
              <a:prstGeom prst="rect">
                <a:avLst/>
              </a:prstGeom>
              <a:solidFill>
                <a:srgbClr val="7E7E7E"/>
              </a:solidFill>
              <a:ln>
                <a:noFill/>
              </a:ln>
              <a:effectLst/>
            </p:spPr>
            <p:txBody>
              <a:bodyPr rtlCol="0" anchor="ctr"/>
              <a:lstStyle/>
              <a:p>
                <a:pPr algn="ctr"/>
              </a:p>
            </p:txBody>
          </p:sp>
          <p:sp>
            <p:nvSpPr>
              <p:cNvPr id="1961" name="Noise cell"/>
              <p:cNvSpPr/>
              <p:nvPr/>
            </p:nvSpPr>
            <p:spPr>
              <a:xfrm>
                <a:off x="10963814" y="7754112"/>
                <a:ext cx="18770" cy="18928"/>
              </a:xfrm>
              <a:prstGeom prst="rect">
                <a:avLst/>
              </a:prstGeom>
              <a:solidFill>
                <a:srgbClr val="959595"/>
              </a:solidFill>
              <a:ln>
                <a:noFill/>
              </a:ln>
              <a:effectLst/>
            </p:spPr>
            <p:txBody>
              <a:bodyPr rtlCol="0" anchor="ctr"/>
              <a:lstStyle/>
              <a:p>
                <a:pPr algn="ctr"/>
              </a:p>
            </p:txBody>
          </p:sp>
          <p:sp>
            <p:nvSpPr>
              <p:cNvPr id="1962" name="Noise cell"/>
              <p:cNvSpPr/>
              <p:nvPr/>
            </p:nvSpPr>
            <p:spPr>
              <a:xfrm>
                <a:off x="9930384" y="7772400"/>
                <a:ext cx="18770" cy="18928"/>
              </a:xfrm>
              <a:prstGeom prst="rect">
                <a:avLst/>
              </a:prstGeom>
              <a:solidFill>
                <a:srgbClr val="7C7C7C"/>
              </a:solidFill>
              <a:ln>
                <a:noFill/>
              </a:ln>
              <a:effectLst/>
            </p:spPr>
            <p:txBody>
              <a:bodyPr rtlCol="0" anchor="ctr"/>
              <a:lstStyle/>
              <a:p>
                <a:pPr algn="ctr"/>
              </a:p>
            </p:txBody>
          </p:sp>
          <p:sp>
            <p:nvSpPr>
              <p:cNvPr id="1963" name="Noise cell"/>
              <p:cNvSpPr/>
              <p:nvPr/>
            </p:nvSpPr>
            <p:spPr>
              <a:xfrm>
                <a:off x="9948514" y="7772400"/>
                <a:ext cx="18770" cy="18928"/>
              </a:xfrm>
              <a:prstGeom prst="rect">
                <a:avLst/>
              </a:prstGeom>
              <a:solidFill>
                <a:srgbClr val="7B7B7B"/>
              </a:solidFill>
              <a:ln>
                <a:noFill/>
              </a:ln>
              <a:effectLst/>
            </p:spPr>
            <p:txBody>
              <a:bodyPr rtlCol="0" anchor="ctr"/>
              <a:lstStyle/>
              <a:p>
                <a:pPr algn="ctr"/>
              </a:p>
            </p:txBody>
          </p:sp>
          <p:sp>
            <p:nvSpPr>
              <p:cNvPr id="1964" name="Noise cell"/>
              <p:cNvSpPr/>
              <p:nvPr/>
            </p:nvSpPr>
            <p:spPr>
              <a:xfrm>
                <a:off x="9966645" y="7772400"/>
                <a:ext cx="18770" cy="18928"/>
              </a:xfrm>
              <a:prstGeom prst="rect">
                <a:avLst/>
              </a:prstGeom>
              <a:solidFill>
                <a:srgbClr val="8C8C8C"/>
              </a:solidFill>
              <a:ln>
                <a:noFill/>
              </a:ln>
              <a:effectLst/>
            </p:spPr>
            <p:txBody>
              <a:bodyPr rtlCol="0" anchor="ctr"/>
              <a:lstStyle/>
              <a:p>
                <a:pPr algn="ctr"/>
              </a:p>
            </p:txBody>
          </p:sp>
          <p:sp>
            <p:nvSpPr>
              <p:cNvPr id="1965" name="Noise cell"/>
              <p:cNvSpPr/>
              <p:nvPr/>
            </p:nvSpPr>
            <p:spPr>
              <a:xfrm>
                <a:off x="9984775" y="7772400"/>
                <a:ext cx="18770" cy="18928"/>
              </a:xfrm>
              <a:prstGeom prst="rect">
                <a:avLst/>
              </a:prstGeom>
              <a:solidFill>
                <a:srgbClr val="747474"/>
              </a:solidFill>
              <a:ln>
                <a:noFill/>
              </a:ln>
              <a:effectLst/>
            </p:spPr>
            <p:txBody>
              <a:bodyPr rtlCol="0" anchor="ctr"/>
              <a:lstStyle/>
              <a:p>
                <a:pPr algn="ctr"/>
              </a:p>
            </p:txBody>
          </p:sp>
          <p:sp>
            <p:nvSpPr>
              <p:cNvPr id="1966" name="Noise cell"/>
              <p:cNvSpPr/>
              <p:nvPr/>
            </p:nvSpPr>
            <p:spPr>
              <a:xfrm>
                <a:off x="10002905" y="7772400"/>
                <a:ext cx="18770" cy="18928"/>
              </a:xfrm>
              <a:prstGeom prst="rect">
                <a:avLst/>
              </a:prstGeom>
              <a:solidFill>
                <a:srgbClr val="808080"/>
              </a:solidFill>
              <a:ln>
                <a:noFill/>
              </a:ln>
              <a:effectLst/>
            </p:spPr>
            <p:txBody>
              <a:bodyPr rtlCol="0" anchor="ctr"/>
              <a:lstStyle/>
              <a:p>
                <a:pPr algn="ctr"/>
              </a:p>
            </p:txBody>
          </p:sp>
          <p:sp>
            <p:nvSpPr>
              <p:cNvPr id="1967" name="Noise cell"/>
              <p:cNvSpPr/>
              <p:nvPr/>
            </p:nvSpPr>
            <p:spPr>
              <a:xfrm>
                <a:off x="10021036" y="7772400"/>
                <a:ext cx="18770" cy="18928"/>
              </a:xfrm>
              <a:prstGeom prst="rect">
                <a:avLst/>
              </a:prstGeom>
              <a:solidFill>
                <a:srgbClr val="808080"/>
              </a:solidFill>
              <a:ln>
                <a:noFill/>
              </a:ln>
              <a:effectLst/>
            </p:spPr>
            <p:txBody>
              <a:bodyPr rtlCol="0" anchor="ctr"/>
              <a:lstStyle/>
              <a:p>
                <a:pPr algn="ctr"/>
              </a:p>
            </p:txBody>
          </p:sp>
          <p:sp>
            <p:nvSpPr>
              <p:cNvPr id="1968" name="Noise cell"/>
              <p:cNvSpPr/>
              <p:nvPr/>
            </p:nvSpPr>
            <p:spPr>
              <a:xfrm>
                <a:off x="10039166" y="7772400"/>
                <a:ext cx="18770" cy="18928"/>
              </a:xfrm>
              <a:prstGeom prst="rect">
                <a:avLst/>
              </a:prstGeom>
              <a:solidFill>
                <a:srgbClr val="828282"/>
              </a:solidFill>
              <a:ln>
                <a:noFill/>
              </a:ln>
              <a:effectLst/>
            </p:spPr>
            <p:txBody>
              <a:bodyPr rtlCol="0" anchor="ctr"/>
              <a:lstStyle/>
              <a:p>
                <a:pPr algn="ctr"/>
              </a:p>
            </p:txBody>
          </p:sp>
          <p:sp>
            <p:nvSpPr>
              <p:cNvPr id="1969" name="Noise cell"/>
              <p:cNvSpPr/>
              <p:nvPr/>
            </p:nvSpPr>
            <p:spPr>
              <a:xfrm>
                <a:off x="10057296" y="7772400"/>
                <a:ext cx="18770" cy="18928"/>
              </a:xfrm>
              <a:prstGeom prst="rect">
                <a:avLst/>
              </a:prstGeom>
              <a:solidFill>
                <a:srgbClr val="818181"/>
              </a:solidFill>
              <a:ln>
                <a:noFill/>
              </a:ln>
              <a:effectLst/>
            </p:spPr>
            <p:txBody>
              <a:bodyPr rtlCol="0" anchor="ctr"/>
              <a:lstStyle/>
              <a:p>
                <a:pPr algn="ctr"/>
              </a:p>
            </p:txBody>
          </p:sp>
          <p:sp>
            <p:nvSpPr>
              <p:cNvPr id="1970" name="Noise cell"/>
              <p:cNvSpPr/>
              <p:nvPr/>
            </p:nvSpPr>
            <p:spPr>
              <a:xfrm>
                <a:off x="10075427" y="7772400"/>
                <a:ext cx="18770" cy="18928"/>
              </a:xfrm>
              <a:prstGeom prst="rect">
                <a:avLst/>
              </a:prstGeom>
              <a:solidFill>
                <a:srgbClr val="8D8D8D"/>
              </a:solidFill>
              <a:ln>
                <a:noFill/>
              </a:ln>
              <a:effectLst/>
            </p:spPr>
            <p:txBody>
              <a:bodyPr rtlCol="0" anchor="ctr"/>
              <a:lstStyle/>
              <a:p>
                <a:pPr algn="ctr"/>
              </a:p>
            </p:txBody>
          </p:sp>
          <p:sp>
            <p:nvSpPr>
              <p:cNvPr id="1971" name="Noise cell"/>
              <p:cNvSpPr/>
              <p:nvPr/>
            </p:nvSpPr>
            <p:spPr>
              <a:xfrm>
                <a:off x="10093557" y="7772400"/>
                <a:ext cx="18770" cy="18928"/>
              </a:xfrm>
              <a:prstGeom prst="rect">
                <a:avLst/>
              </a:prstGeom>
              <a:solidFill>
                <a:srgbClr val="868686"/>
              </a:solidFill>
              <a:ln>
                <a:noFill/>
              </a:ln>
              <a:effectLst/>
            </p:spPr>
            <p:txBody>
              <a:bodyPr rtlCol="0" anchor="ctr"/>
              <a:lstStyle/>
              <a:p>
                <a:pPr algn="ctr"/>
              </a:p>
            </p:txBody>
          </p:sp>
          <p:sp>
            <p:nvSpPr>
              <p:cNvPr id="1972" name="Noise cell"/>
              <p:cNvSpPr/>
              <p:nvPr/>
            </p:nvSpPr>
            <p:spPr>
              <a:xfrm>
                <a:off x="10111687" y="7772400"/>
                <a:ext cx="18770" cy="18928"/>
              </a:xfrm>
              <a:prstGeom prst="rect">
                <a:avLst/>
              </a:prstGeom>
              <a:solidFill>
                <a:srgbClr val="8D8D8D"/>
              </a:solidFill>
              <a:ln>
                <a:noFill/>
              </a:ln>
              <a:effectLst/>
            </p:spPr>
            <p:txBody>
              <a:bodyPr rtlCol="0" anchor="ctr"/>
              <a:lstStyle/>
              <a:p>
                <a:pPr algn="ctr"/>
              </a:p>
            </p:txBody>
          </p:sp>
          <p:sp>
            <p:nvSpPr>
              <p:cNvPr id="1973" name="Noise cell"/>
              <p:cNvSpPr/>
              <p:nvPr/>
            </p:nvSpPr>
            <p:spPr>
              <a:xfrm>
                <a:off x="10129818" y="7772400"/>
                <a:ext cx="18770" cy="18928"/>
              </a:xfrm>
              <a:prstGeom prst="rect">
                <a:avLst/>
              </a:prstGeom>
              <a:solidFill>
                <a:srgbClr val="787878"/>
              </a:solidFill>
              <a:ln>
                <a:noFill/>
              </a:ln>
              <a:effectLst/>
            </p:spPr>
            <p:txBody>
              <a:bodyPr rtlCol="0" anchor="ctr"/>
              <a:lstStyle/>
              <a:p>
                <a:pPr algn="ctr"/>
              </a:p>
            </p:txBody>
          </p:sp>
          <p:sp>
            <p:nvSpPr>
              <p:cNvPr id="1974" name="Noise cell"/>
              <p:cNvSpPr/>
              <p:nvPr/>
            </p:nvSpPr>
            <p:spPr>
              <a:xfrm>
                <a:off x="10147948" y="7772400"/>
                <a:ext cx="18770" cy="18928"/>
              </a:xfrm>
              <a:prstGeom prst="rect">
                <a:avLst/>
              </a:prstGeom>
              <a:solidFill>
                <a:srgbClr val="8C8C8C"/>
              </a:solidFill>
              <a:ln>
                <a:noFill/>
              </a:ln>
              <a:effectLst/>
            </p:spPr>
            <p:txBody>
              <a:bodyPr rtlCol="0" anchor="ctr"/>
              <a:lstStyle/>
              <a:p>
                <a:pPr algn="ctr"/>
              </a:p>
            </p:txBody>
          </p:sp>
          <p:sp>
            <p:nvSpPr>
              <p:cNvPr id="1975" name="Noise cell"/>
              <p:cNvSpPr/>
              <p:nvPr/>
            </p:nvSpPr>
            <p:spPr>
              <a:xfrm>
                <a:off x="10166078" y="7772400"/>
                <a:ext cx="18770" cy="18928"/>
              </a:xfrm>
              <a:prstGeom prst="rect">
                <a:avLst/>
              </a:prstGeom>
              <a:solidFill>
                <a:srgbClr val="717171"/>
              </a:solidFill>
              <a:ln>
                <a:noFill/>
              </a:ln>
              <a:effectLst/>
            </p:spPr>
            <p:txBody>
              <a:bodyPr rtlCol="0" anchor="ctr"/>
              <a:lstStyle/>
              <a:p>
                <a:pPr algn="ctr"/>
              </a:p>
            </p:txBody>
          </p:sp>
          <p:sp>
            <p:nvSpPr>
              <p:cNvPr id="1976" name="Noise cell"/>
              <p:cNvSpPr/>
              <p:nvPr/>
            </p:nvSpPr>
            <p:spPr>
              <a:xfrm>
                <a:off x="10184209" y="7772400"/>
                <a:ext cx="18770" cy="18928"/>
              </a:xfrm>
              <a:prstGeom prst="rect">
                <a:avLst/>
              </a:prstGeom>
              <a:solidFill>
                <a:srgbClr val="8C8C8C"/>
              </a:solidFill>
              <a:ln>
                <a:noFill/>
              </a:ln>
              <a:effectLst/>
            </p:spPr>
            <p:txBody>
              <a:bodyPr rtlCol="0" anchor="ctr"/>
              <a:lstStyle/>
              <a:p>
                <a:pPr algn="ctr"/>
              </a:p>
            </p:txBody>
          </p:sp>
          <p:sp>
            <p:nvSpPr>
              <p:cNvPr id="1977" name="Noise cell"/>
              <p:cNvSpPr/>
              <p:nvPr/>
            </p:nvSpPr>
            <p:spPr>
              <a:xfrm>
                <a:off x="10202339" y="7772400"/>
                <a:ext cx="18770" cy="18928"/>
              </a:xfrm>
              <a:prstGeom prst="rect">
                <a:avLst/>
              </a:prstGeom>
              <a:solidFill>
                <a:srgbClr val="858585"/>
              </a:solidFill>
              <a:ln>
                <a:noFill/>
              </a:ln>
              <a:effectLst/>
            </p:spPr>
            <p:txBody>
              <a:bodyPr rtlCol="0" anchor="ctr"/>
              <a:lstStyle/>
              <a:p>
                <a:pPr algn="ctr"/>
              </a:p>
            </p:txBody>
          </p:sp>
          <p:sp>
            <p:nvSpPr>
              <p:cNvPr id="1978" name="Noise cell"/>
              <p:cNvSpPr/>
              <p:nvPr/>
            </p:nvSpPr>
            <p:spPr>
              <a:xfrm>
                <a:off x="10220470" y="7772400"/>
                <a:ext cx="18770" cy="18928"/>
              </a:xfrm>
              <a:prstGeom prst="rect">
                <a:avLst/>
              </a:prstGeom>
              <a:solidFill>
                <a:srgbClr val="909090"/>
              </a:solidFill>
              <a:ln>
                <a:noFill/>
              </a:ln>
              <a:effectLst/>
            </p:spPr>
            <p:txBody>
              <a:bodyPr rtlCol="0" anchor="ctr"/>
              <a:lstStyle/>
              <a:p>
                <a:pPr algn="ctr"/>
              </a:p>
            </p:txBody>
          </p:sp>
          <p:sp>
            <p:nvSpPr>
              <p:cNvPr id="1979" name="Noise cell"/>
              <p:cNvSpPr/>
              <p:nvPr/>
            </p:nvSpPr>
            <p:spPr>
              <a:xfrm>
                <a:off x="10238600" y="7772400"/>
                <a:ext cx="18770" cy="18928"/>
              </a:xfrm>
              <a:prstGeom prst="rect">
                <a:avLst/>
              </a:prstGeom>
              <a:solidFill>
                <a:srgbClr val="767676"/>
              </a:solidFill>
              <a:ln>
                <a:noFill/>
              </a:ln>
              <a:effectLst/>
            </p:spPr>
            <p:txBody>
              <a:bodyPr rtlCol="0" anchor="ctr"/>
              <a:lstStyle/>
              <a:p>
                <a:pPr algn="ctr"/>
              </a:p>
            </p:txBody>
          </p:sp>
          <p:sp>
            <p:nvSpPr>
              <p:cNvPr id="1980" name="Noise cell"/>
              <p:cNvSpPr/>
              <p:nvPr/>
            </p:nvSpPr>
            <p:spPr>
              <a:xfrm>
                <a:off x="10256730" y="7772400"/>
                <a:ext cx="18770" cy="18928"/>
              </a:xfrm>
              <a:prstGeom prst="rect">
                <a:avLst/>
              </a:prstGeom>
              <a:solidFill>
                <a:srgbClr val="8D8D8D"/>
              </a:solidFill>
              <a:ln>
                <a:noFill/>
              </a:ln>
              <a:effectLst/>
            </p:spPr>
            <p:txBody>
              <a:bodyPr rtlCol="0" anchor="ctr"/>
              <a:lstStyle/>
              <a:p>
                <a:pPr algn="ctr"/>
              </a:p>
            </p:txBody>
          </p:sp>
          <p:sp>
            <p:nvSpPr>
              <p:cNvPr id="1981" name="Noise cell"/>
              <p:cNvSpPr/>
              <p:nvPr/>
            </p:nvSpPr>
            <p:spPr>
              <a:xfrm>
                <a:off x="10274861" y="7772400"/>
                <a:ext cx="18770" cy="18928"/>
              </a:xfrm>
              <a:prstGeom prst="rect">
                <a:avLst/>
              </a:prstGeom>
              <a:solidFill>
                <a:srgbClr val="868686"/>
              </a:solidFill>
              <a:ln>
                <a:noFill/>
              </a:ln>
              <a:effectLst/>
            </p:spPr>
            <p:txBody>
              <a:bodyPr rtlCol="0" anchor="ctr"/>
              <a:lstStyle/>
              <a:p>
                <a:pPr algn="ctr"/>
              </a:p>
            </p:txBody>
          </p:sp>
          <p:sp>
            <p:nvSpPr>
              <p:cNvPr id="1982" name="Noise cell"/>
              <p:cNvSpPr/>
              <p:nvPr/>
            </p:nvSpPr>
            <p:spPr>
              <a:xfrm>
                <a:off x="10292991" y="7772400"/>
                <a:ext cx="18770" cy="18928"/>
              </a:xfrm>
              <a:prstGeom prst="rect">
                <a:avLst/>
              </a:prstGeom>
              <a:solidFill>
                <a:srgbClr val="6F6F6F"/>
              </a:solidFill>
              <a:ln>
                <a:noFill/>
              </a:ln>
              <a:effectLst/>
            </p:spPr>
            <p:txBody>
              <a:bodyPr rtlCol="0" anchor="ctr"/>
              <a:lstStyle/>
              <a:p>
                <a:pPr algn="ctr"/>
              </a:p>
            </p:txBody>
          </p:sp>
          <p:sp>
            <p:nvSpPr>
              <p:cNvPr id="1983" name="Noise cell"/>
              <p:cNvSpPr/>
              <p:nvPr/>
            </p:nvSpPr>
            <p:spPr>
              <a:xfrm>
                <a:off x="10311121" y="7772400"/>
                <a:ext cx="18770" cy="18928"/>
              </a:xfrm>
              <a:prstGeom prst="rect">
                <a:avLst/>
              </a:prstGeom>
              <a:solidFill>
                <a:srgbClr val="8C8C8C"/>
              </a:solidFill>
              <a:ln>
                <a:noFill/>
              </a:ln>
              <a:effectLst/>
            </p:spPr>
            <p:txBody>
              <a:bodyPr rtlCol="0" anchor="ctr"/>
              <a:lstStyle/>
              <a:p>
                <a:pPr algn="ctr"/>
              </a:p>
            </p:txBody>
          </p:sp>
          <p:sp>
            <p:nvSpPr>
              <p:cNvPr id="1984" name="Noise cell"/>
              <p:cNvSpPr/>
              <p:nvPr/>
            </p:nvSpPr>
            <p:spPr>
              <a:xfrm>
                <a:off x="10329252" y="7772400"/>
                <a:ext cx="18770" cy="18928"/>
              </a:xfrm>
              <a:prstGeom prst="rect">
                <a:avLst/>
              </a:prstGeom>
              <a:solidFill>
                <a:srgbClr val="6B6B6B"/>
              </a:solidFill>
              <a:ln>
                <a:noFill/>
              </a:ln>
              <a:effectLst/>
            </p:spPr>
            <p:txBody>
              <a:bodyPr rtlCol="0" anchor="ctr"/>
              <a:lstStyle/>
              <a:p>
                <a:pPr algn="ctr"/>
              </a:p>
            </p:txBody>
          </p:sp>
          <p:sp>
            <p:nvSpPr>
              <p:cNvPr id="1985" name="Noise cell"/>
              <p:cNvSpPr/>
              <p:nvPr/>
            </p:nvSpPr>
            <p:spPr>
              <a:xfrm>
                <a:off x="10347382" y="7772400"/>
                <a:ext cx="18770" cy="18928"/>
              </a:xfrm>
              <a:prstGeom prst="rect">
                <a:avLst/>
              </a:prstGeom>
              <a:solidFill>
                <a:srgbClr val="8D8D8D"/>
              </a:solidFill>
              <a:ln>
                <a:noFill/>
              </a:ln>
              <a:effectLst/>
            </p:spPr>
            <p:txBody>
              <a:bodyPr rtlCol="0" anchor="ctr"/>
              <a:lstStyle/>
              <a:p>
                <a:pPr algn="ctr"/>
              </a:p>
            </p:txBody>
          </p:sp>
          <p:sp>
            <p:nvSpPr>
              <p:cNvPr id="1986" name="Noise cell"/>
              <p:cNvSpPr/>
              <p:nvPr/>
            </p:nvSpPr>
            <p:spPr>
              <a:xfrm>
                <a:off x="10365512" y="7772400"/>
                <a:ext cx="18770" cy="18928"/>
              </a:xfrm>
              <a:prstGeom prst="rect">
                <a:avLst/>
              </a:prstGeom>
              <a:solidFill>
                <a:srgbClr val="919191"/>
              </a:solidFill>
              <a:ln>
                <a:noFill/>
              </a:ln>
              <a:effectLst/>
            </p:spPr>
            <p:txBody>
              <a:bodyPr rtlCol="0" anchor="ctr"/>
              <a:lstStyle/>
              <a:p>
                <a:pPr algn="ctr"/>
              </a:p>
            </p:txBody>
          </p:sp>
          <p:sp>
            <p:nvSpPr>
              <p:cNvPr id="1987" name="Noise cell"/>
              <p:cNvSpPr/>
              <p:nvPr/>
            </p:nvSpPr>
            <p:spPr>
              <a:xfrm>
                <a:off x="10383643" y="7772400"/>
                <a:ext cx="18770" cy="18928"/>
              </a:xfrm>
              <a:prstGeom prst="rect">
                <a:avLst/>
              </a:prstGeom>
              <a:solidFill>
                <a:srgbClr val="858585"/>
              </a:solidFill>
              <a:ln>
                <a:noFill/>
              </a:ln>
              <a:effectLst/>
            </p:spPr>
            <p:txBody>
              <a:bodyPr rtlCol="0" anchor="ctr"/>
              <a:lstStyle/>
              <a:p>
                <a:pPr algn="ctr"/>
              </a:p>
            </p:txBody>
          </p:sp>
          <p:sp>
            <p:nvSpPr>
              <p:cNvPr id="1988" name="Noise cell"/>
              <p:cNvSpPr/>
              <p:nvPr/>
            </p:nvSpPr>
            <p:spPr>
              <a:xfrm>
                <a:off x="10401773" y="7772400"/>
                <a:ext cx="18770" cy="18928"/>
              </a:xfrm>
              <a:prstGeom prst="rect">
                <a:avLst/>
              </a:prstGeom>
              <a:solidFill>
                <a:srgbClr val="929292"/>
              </a:solidFill>
              <a:ln>
                <a:noFill/>
              </a:ln>
              <a:effectLst/>
            </p:spPr>
            <p:txBody>
              <a:bodyPr rtlCol="0" anchor="ctr"/>
              <a:lstStyle/>
              <a:p>
                <a:pPr algn="ctr"/>
              </a:p>
            </p:txBody>
          </p:sp>
          <p:sp>
            <p:nvSpPr>
              <p:cNvPr id="1989" name="Noise cell"/>
              <p:cNvSpPr/>
              <p:nvPr/>
            </p:nvSpPr>
            <p:spPr>
              <a:xfrm>
                <a:off x="10419903" y="7772400"/>
                <a:ext cx="18770" cy="18928"/>
              </a:xfrm>
              <a:prstGeom prst="rect">
                <a:avLst/>
              </a:prstGeom>
              <a:solidFill>
                <a:srgbClr val="8E8E8E"/>
              </a:solidFill>
              <a:ln>
                <a:noFill/>
              </a:ln>
              <a:effectLst/>
            </p:spPr>
            <p:txBody>
              <a:bodyPr rtlCol="0" anchor="ctr"/>
              <a:lstStyle/>
              <a:p>
                <a:pPr algn="ctr"/>
              </a:p>
            </p:txBody>
          </p:sp>
          <p:sp>
            <p:nvSpPr>
              <p:cNvPr id="1990" name="Noise cell"/>
              <p:cNvSpPr/>
              <p:nvPr/>
            </p:nvSpPr>
            <p:spPr>
              <a:xfrm>
                <a:off x="10438034" y="7772400"/>
                <a:ext cx="18770" cy="18928"/>
              </a:xfrm>
              <a:prstGeom prst="rect">
                <a:avLst/>
              </a:prstGeom>
              <a:solidFill>
                <a:srgbClr val="8E8E8E"/>
              </a:solidFill>
              <a:ln>
                <a:noFill/>
              </a:ln>
              <a:effectLst/>
            </p:spPr>
            <p:txBody>
              <a:bodyPr rtlCol="0" anchor="ctr"/>
              <a:lstStyle/>
              <a:p>
                <a:pPr algn="ctr"/>
              </a:p>
            </p:txBody>
          </p:sp>
          <p:sp>
            <p:nvSpPr>
              <p:cNvPr id="1991" name="Noise cell"/>
              <p:cNvSpPr/>
              <p:nvPr/>
            </p:nvSpPr>
            <p:spPr>
              <a:xfrm>
                <a:off x="10456164" y="7772400"/>
                <a:ext cx="18770" cy="18928"/>
              </a:xfrm>
              <a:prstGeom prst="rect">
                <a:avLst/>
              </a:prstGeom>
              <a:solidFill>
                <a:srgbClr val="797979"/>
              </a:solidFill>
              <a:ln>
                <a:noFill/>
              </a:ln>
              <a:effectLst/>
            </p:spPr>
            <p:txBody>
              <a:bodyPr rtlCol="0" anchor="ctr"/>
              <a:lstStyle/>
              <a:p>
                <a:pPr algn="ctr"/>
              </a:p>
            </p:txBody>
          </p:sp>
          <p:sp>
            <p:nvSpPr>
              <p:cNvPr id="1992" name="Noise cell"/>
              <p:cNvSpPr/>
              <p:nvPr/>
            </p:nvSpPr>
            <p:spPr>
              <a:xfrm>
                <a:off x="10474294" y="7772400"/>
                <a:ext cx="18770" cy="18928"/>
              </a:xfrm>
              <a:prstGeom prst="rect">
                <a:avLst/>
              </a:prstGeom>
              <a:solidFill>
                <a:srgbClr val="7D7D7D"/>
              </a:solidFill>
              <a:ln>
                <a:noFill/>
              </a:ln>
              <a:effectLst/>
            </p:spPr>
            <p:txBody>
              <a:bodyPr rtlCol="0" anchor="ctr"/>
              <a:lstStyle/>
              <a:p>
                <a:pPr algn="ctr"/>
              </a:p>
            </p:txBody>
          </p:sp>
          <p:sp>
            <p:nvSpPr>
              <p:cNvPr id="1993" name="Noise cell"/>
              <p:cNvSpPr/>
              <p:nvPr/>
            </p:nvSpPr>
            <p:spPr>
              <a:xfrm>
                <a:off x="10492425" y="7772400"/>
                <a:ext cx="18770" cy="18928"/>
              </a:xfrm>
              <a:prstGeom prst="rect">
                <a:avLst/>
              </a:prstGeom>
              <a:solidFill>
                <a:srgbClr val="888888"/>
              </a:solidFill>
              <a:ln>
                <a:noFill/>
              </a:ln>
              <a:effectLst/>
            </p:spPr>
            <p:txBody>
              <a:bodyPr rtlCol="0" anchor="ctr"/>
              <a:lstStyle/>
              <a:p>
                <a:pPr algn="ctr"/>
              </a:p>
            </p:txBody>
          </p:sp>
          <p:sp>
            <p:nvSpPr>
              <p:cNvPr id="1994" name="Noise cell"/>
              <p:cNvSpPr/>
              <p:nvPr/>
            </p:nvSpPr>
            <p:spPr>
              <a:xfrm>
                <a:off x="10510555" y="7772400"/>
                <a:ext cx="18770" cy="18928"/>
              </a:xfrm>
              <a:prstGeom prst="rect">
                <a:avLst/>
              </a:prstGeom>
              <a:solidFill>
                <a:srgbClr val="8E8E8E"/>
              </a:solidFill>
              <a:ln>
                <a:noFill/>
              </a:ln>
              <a:effectLst/>
            </p:spPr>
            <p:txBody>
              <a:bodyPr rtlCol="0" anchor="ctr"/>
              <a:lstStyle/>
              <a:p>
                <a:pPr algn="ctr"/>
              </a:p>
            </p:txBody>
          </p:sp>
          <p:sp>
            <p:nvSpPr>
              <p:cNvPr id="1995" name="Noise cell"/>
              <p:cNvSpPr/>
              <p:nvPr/>
            </p:nvSpPr>
            <p:spPr>
              <a:xfrm>
                <a:off x="10528685" y="7772400"/>
                <a:ext cx="18770" cy="18928"/>
              </a:xfrm>
              <a:prstGeom prst="rect">
                <a:avLst/>
              </a:prstGeom>
              <a:solidFill>
                <a:srgbClr val="969696"/>
              </a:solidFill>
              <a:ln>
                <a:noFill/>
              </a:ln>
              <a:effectLst/>
            </p:spPr>
            <p:txBody>
              <a:bodyPr rtlCol="0" anchor="ctr"/>
              <a:lstStyle/>
              <a:p>
                <a:pPr algn="ctr"/>
              </a:p>
            </p:txBody>
          </p:sp>
          <p:sp>
            <p:nvSpPr>
              <p:cNvPr id="1996" name="Noise cell"/>
              <p:cNvSpPr/>
              <p:nvPr/>
            </p:nvSpPr>
            <p:spPr>
              <a:xfrm>
                <a:off x="10546816" y="7772400"/>
                <a:ext cx="18770" cy="18928"/>
              </a:xfrm>
              <a:prstGeom prst="rect">
                <a:avLst/>
              </a:prstGeom>
              <a:solidFill>
                <a:srgbClr val="7A7A7A"/>
              </a:solidFill>
              <a:ln>
                <a:noFill/>
              </a:ln>
              <a:effectLst/>
            </p:spPr>
            <p:txBody>
              <a:bodyPr rtlCol="0" anchor="ctr"/>
              <a:lstStyle/>
              <a:p>
                <a:pPr algn="ctr"/>
              </a:p>
            </p:txBody>
          </p:sp>
          <p:sp>
            <p:nvSpPr>
              <p:cNvPr id="1997" name="Noise cell"/>
              <p:cNvSpPr/>
              <p:nvPr/>
            </p:nvSpPr>
            <p:spPr>
              <a:xfrm>
                <a:off x="10564946" y="7772400"/>
                <a:ext cx="18770" cy="18928"/>
              </a:xfrm>
              <a:prstGeom prst="rect">
                <a:avLst/>
              </a:prstGeom>
              <a:solidFill>
                <a:srgbClr val="6D6D6D"/>
              </a:solidFill>
              <a:ln>
                <a:noFill/>
              </a:ln>
              <a:effectLst/>
            </p:spPr>
            <p:txBody>
              <a:bodyPr rtlCol="0" anchor="ctr"/>
              <a:lstStyle/>
              <a:p>
                <a:pPr algn="ctr"/>
              </a:p>
            </p:txBody>
          </p:sp>
          <p:sp>
            <p:nvSpPr>
              <p:cNvPr id="1998" name="Noise cell"/>
              <p:cNvSpPr/>
              <p:nvPr/>
            </p:nvSpPr>
            <p:spPr>
              <a:xfrm>
                <a:off x="10583076" y="7772400"/>
                <a:ext cx="18770" cy="18928"/>
              </a:xfrm>
              <a:prstGeom prst="rect">
                <a:avLst/>
              </a:prstGeom>
              <a:solidFill>
                <a:srgbClr val="8F8F8F"/>
              </a:solidFill>
              <a:ln>
                <a:noFill/>
              </a:ln>
              <a:effectLst/>
            </p:spPr>
            <p:txBody>
              <a:bodyPr rtlCol="0" anchor="ctr"/>
              <a:lstStyle/>
              <a:p>
                <a:pPr algn="ctr"/>
              </a:p>
            </p:txBody>
          </p:sp>
          <p:sp>
            <p:nvSpPr>
              <p:cNvPr id="1999" name="Noise cell"/>
              <p:cNvSpPr/>
              <p:nvPr/>
            </p:nvSpPr>
            <p:spPr>
              <a:xfrm>
                <a:off x="10601207" y="7772400"/>
                <a:ext cx="18770" cy="18928"/>
              </a:xfrm>
              <a:prstGeom prst="rect">
                <a:avLst/>
              </a:prstGeom>
              <a:solidFill>
                <a:srgbClr val="838383"/>
              </a:solidFill>
              <a:ln>
                <a:noFill/>
              </a:ln>
              <a:effectLst/>
            </p:spPr>
            <p:txBody>
              <a:bodyPr rtlCol="0" anchor="ctr"/>
              <a:lstStyle/>
              <a:p>
                <a:pPr algn="ctr"/>
              </a:p>
            </p:txBody>
          </p:sp>
          <p:sp>
            <p:nvSpPr>
              <p:cNvPr id="2000" name="Noise cell"/>
              <p:cNvSpPr/>
              <p:nvPr/>
            </p:nvSpPr>
            <p:spPr>
              <a:xfrm>
                <a:off x="10619337" y="7772400"/>
                <a:ext cx="18770" cy="18928"/>
              </a:xfrm>
              <a:prstGeom prst="rect">
                <a:avLst/>
              </a:prstGeom>
              <a:solidFill>
                <a:srgbClr val="A5A5A5"/>
              </a:solidFill>
              <a:ln>
                <a:noFill/>
              </a:ln>
              <a:effectLst/>
            </p:spPr>
            <p:txBody>
              <a:bodyPr rtlCol="0" anchor="ctr"/>
              <a:lstStyle/>
              <a:p>
                <a:pPr algn="ctr"/>
              </a:p>
            </p:txBody>
          </p:sp>
          <p:sp>
            <p:nvSpPr>
              <p:cNvPr id="2001" name="Noise cell"/>
              <p:cNvSpPr/>
              <p:nvPr/>
            </p:nvSpPr>
            <p:spPr>
              <a:xfrm>
                <a:off x="10637467" y="7772400"/>
                <a:ext cx="18770" cy="18928"/>
              </a:xfrm>
              <a:prstGeom prst="rect">
                <a:avLst/>
              </a:prstGeom>
              <a:solidFill>
                <a:srgbClr val="969696"/>
              </a:solidFill>
              <a:ln>
                <a:noFill/>
              </a:ln>
              <a:effectLst/>
            </p:spPr>
            <p:txBody>
              <a:bodyPr rtlCol="0" anchor="ctr"/>
              <a:lstStyle/>
              <a:p>
                <a:pPr algn="ctr"/>
              </a:p>
            </p:txBody>
          </p:sp>
          <p:sp>
            <p:nvSpPr>
              <p:cNvPr id="2002" name="Noise cell"/>
              <p:cNvSpPr/>
              <p:nvPr/>
            </p:nvSpPr>
            <p:spPr>
              <a:xfrm>
                <a:off x="10655598" y="7772400"/>
                <a:ext cx="18770" cy="18928"/>
              </a:xfrm>
              <a:prstGeom prst="rect">
                <a:avLst/>
              </a:prstGeom>
              <a:solidFill>
                <a:srgbClr val="8D8D8D"/>
              </a:solidFill>
              <a:ln>
                <a:noFill/>
              </a:ln>
              <a:effectLst/>
            </p:spPr>
            <p:txBody>
              <a:bodyPr rtlCol="0" anchor="ctr"/>
              <a:lstStyle/>
              <a:p>
                <a:pPr algn="ctr"/>
              </a:p>
            </p:txBody>
          </p:sp>
          <p:sp>
            <p:nvSpPr>
              <p:cNvPr id="2003" name="Noise cell"/>
              <p:cNvSpPr/>
              <p:nvPr/>
            </p:nvSpPr>
            <p:spPr>
              <a:xfrm>
                <a:off x="10673728" y="7772400"/>
                <a:ext cx="18770" cy="18928"/>
              </a:xfrm>
              <a:prstGeom prst="rect">
                <a:avLst/>
              </a:prstGeom>
              <a:solidFill>
                <a:srgbClr val="9D9D9D"/>
              </a:solidFill>
              <a:ln>
                <a:noFill/>
              </a:ln>
              <a:effectLst/>
            </p:spPr>
            <p:txBody>
              <a:bodyPr rtlCol="0" anchor="ctr"/>
              <a:lstStyle/>
              <a:p>
                <a:pPr algn="ctr"/>
              </a:p>
            </p:txBody>
          </p:sp>
          <p:sp>
            <p:nvSpPr>
              <p:cNvPr id="2004" name="Noise cell"/>
              <p:cNvSpPr/>
              <p:nvPr/>
            </p:nvSpPr>
            <p:spPr>
              <a:xfrm>
                <a:off x="10691858" y="7772400"/>
                <a:ext cx="18770" cy="18928"/>
              </a:xfrm>
              <a:prstGeom prst="rect">
                <a:avLst/>
              </a:prstGeom>
              <a:solidFill>
                <a:srgbClr val="929292"/>
              </a:solidFill>
              <a:ln>
                <a:noFill/>
              </a:ln>
              <a:effectLst/>
            </p:spPr>
            <p:txBody>
              <a:bodyPr rtlCol="0" anchor="ctr"/>
              <a:lstStyle/>
              <a:p>
                <a:pPr algn="ctr"/>
              </a:p>
            </p:txBody>
          </p:sp>
          <p:sp>
            <p:nvSpPr>
              <p:cNvPr id="2005" name="Noise cell"/>
              <p:cNvSpPr/>
              <p:nvPr/>
            </p:nvSpPr>
            <p:spPr>
              <a:xfrm>
                <a:off x="10709989" y="7772400"/>
                <a:ext cx="18770" cy="18928"/>
              </a:xfrm>
              <a:prstGeom prst="rect">
                <a:avLst/>
              </a:prstGeom>
              <a:solidFill>
                <a:srgbClr val="A2A2A2"/>
              </a:solidFill>
              <a:ln>
                <a:noFill/>
              </a:ln>
              <a:effectLst/>
            </p:spPr>
            <p:txBody>
              <a:bodyPr rtlCol="0" anchor="ctr"/>
              <a:lstStyle/>
              <a:p>
                <a:pPr algn="ctr"/>
              </a:p>
            </p:txBody>
          </p:sp>
          <p:sp>
            <p:nvSpPr>
              <p:cNvPr id="2006" name="Noise cell"/>
              <p:cNvSpPr/>
              <p:nvPr/>
            </p:nvSpPr>
            <p:spPr>
              <a:xfrm>
                <a:off x="10728119" y="7772400"/>
                <a:ext cx="18770" cy="18928"/>
              </a:xfrm>
              <a:prstGeom prst="rect">
                <a:avLst/>
              </a:prstGeom>
              <a:solidFill>
                <a:srgbClr val="989898"/>
              </a:solidFill>
              <a:ln>
                <a:noFill/>
              </a:ln>
              <a:effectLst/>
            </p:spPr>
            <p:txBody>
              <a:bodyPr rtlCol="0" anchor="ctr"/>
              <a:lstStyle/>
              <a:p>
                <a:pPr algn="ctr"/>
              </a:p>
            </p:txBody>
          </p:sp>
          <p:sp>
            <p:nvSpPr>
              <p:cNvPr id="2007" name="Noise cell"/>
              <p:cNvSpPr/>
              <p:nvPr/>
            </p:nvSpPr>
            <p:spPr>
              <a:xfrm>
                <a:off x="10746250" y="7772400"/>
                <a:ext cx="18770" cy="18928"/>
              </a:xfrm>
              <a:prstGeom prst="rect">
                <a:avLst/>
              </a:prstGeom>
              <a:solidFill>
                <a:srgbClr val="858585"/>
              </a:solidFill>
              <a:ln>
                <a:noFill/>
              </a:ln>
              <a:effectLst/>
            </p:spPr>
            <p:txBody>
              <a:bodyPr rtlCol="0" anchor="ctr"/>
              <a:lstStyle/>
              <a:p>
                <a:pPr algn="ctr"/>
              </a:p>
            </p:txBody>
          </p:sp>
          <p:sp>
            <p:nvSpPr>
              <p:cNvPr id="2008" name="Noise cell"/>
              <p:cNvSpPr/>
              <p:nvPr/>
            </p:nvSpPr>
            <p:spPr>
              <a:xfrm>
                <a:off x="10764380" y="7772400"/>
                <a:ext cx="18770" cy="18928"/>
              </a:xfrm>
              <a:prstGeom prst="rect">
                <a:avLst/>
              </a:prstGeom>
              <a:solidFill>
                <a:srgbClr val="919191"/>
              </a:solidFill>
              <a:ln>
                <a:noFill/>
              </a:ln>
              <a:effectLst/>
            </p:spPr>
            <p:txBody>
              <a:bodyPr rtlCol="0" anchor="ctr"/>
              <a:lstStyle/>
              <a:p>
                <a:pPr algn="ctr"/>
              </a:p>
            </p:txBody>
          </p:sp>
          <p:sp>
            <p:nvSpPr>
              <p:cNvPr id="2009" name="Noise cell"/>
              <p:cNvSpPr/>
              <p:nvPr/>
            </p:nvSpPr>
            <p:spPr>
              <a:xfrm>
                <a:off x="10782510" y="7772400"/>
                <a:ext cx="18770" cy="18928"/>
              </a:xfrm>
              <a:prstGeom prst="rect">
                <a:avLst/>
              </a:prstGeom>
              <a:solidFill>
                <a:srgbClr val="777777"/>
              </a:solidFill>
              <a:ln>
                <a:noFill/>
              </a:ln>
              <a:effectLst/>
            </p:spPr>
            <p:txBody>
              <a:bodyPr rtlCol="0" anchor="ctr"/>
              <a:lstStyle/>
              <a:p>
                <a:pPr algn="ctr"/>
              </a:p>
            </p:txBody>
          </p:sp>
          <p:sp>
            <p:nvSpPr>
              <p:cNvPr id="2010" name="Noise cell"/>
              <p:cNvSpPr/>
              <p:nvPr/>
            </p:nvSpPr>
            <p:spPr>
              <a:xfrm>
                <a:off x="10800641" y="7772400"/>
                <a:ext cx="18770" cy="18928"/>
              </a:xfrm>
              <a:prstGeom prst="rect">
                <a:avLst/>
              </a:prstGeom>
              <a:solidFill>
                <a:srgbClr val="696969"/>
              </a:solidFill>
              <a:ln>
                <a:noFill/>
              </a:ln>
              <a:effectLst/>
            </p:spPr>
            <p:txBody>
              <a:bodyPr rtlCol="0" anchor="ctr"/>
              <a:lstStyle/>
              <a:p>
                <a:pPr algn="ctr"/>
              </a:p>
            </p:txBody>
          </p:sp>
          <p:sp>
            <p:nvSpPr>
              <p:cNvPr id="2011" name="Noise cell"/>
              <p:cNvSpPr/>
              <p:nvPr/>
            </p:nvSpPr>
            <p:spPr>
              <a:xfrm>
                <a:off x="10818771" y="7772400"/>
                <a:ext cx="18770" cy="18928"/>
              </a:xfrm>
              <a:prstGeom prst="rect">
                <a:avLst/>
              </a:prstGeom>
              <a:solidFill>
                <a:srgbClr val="A2A2A2"/>
              </a:solidFill>
              <a:ln>
                <a:noFill/>
              </a:ln>
              <a:effectLst/>
            </p:spPr>
            <p:txBody>
              <a:bodyPr rtlCol="0" anchor="ctr"/>
              <a:lstStyle/>
              <a:p>
                <a:pPr algn="ctr"/>
              </a:p>
            </p:txBody>
          </p:sp>
          <p:sp>
            <p:nvSpPr>
              <p:cNvPr id="2012" name="Noise cell"/>
              <p:cNvSpPr/>
              <p:nvPr/>
            </p:nvSpPr>
            <p:spPr>
              <a:xfrm>
                <a:off x="10836901" y="7772400"/>
                <a:ext cx="18770" cy="18928"/>
              </a:xfrm>
              <a:prstGeom prst="rect">
                <a:avLst/>
              </a:prstGeom>
              <a:solidFill>
                <a:srgbClr val="848484"/>
              </a:solidFill>
              <a:ln>
                <a:noFill/>
              </a:ln>
              <a:effectLst/>
            </p:spPr>
            <p:txBody>
              <a:bodyPr rtlCol="0" anchor="ctr"/>
              <a:lstStyle/>
              <a:p>
                <a:pPr algn="ctr"/>
              </a:p>
            </p:txBody>
          </p:sp>
          <p:sp>
            <p:nvSpPr>
              <p:cNvPr id="2013" name="Noise cell"/>
              <p:cNvSpPr/>
              <p:nvPr/>
            </p:nvSpPr>
            <p:spPr>
              <a:xfrm>
                <a:off x="10855032" y="7772400"/>
                <a:ext cx="18770" cy="18928"/>
              </a:xfrm>
              <a:prstGeom prst="rect">
                <a:avLst/>
              </a:prstGeom>
              <a:solidFill>
                <a:srgbClr val="727272"/>
              </a:solidFill>
              <a:ln>
                <a:noFill/>
              </a:ln>
              <a:effectLst/>
            </p:spPr>
            <p:txBody>
              <a:bodyPr rtlCol="0" anchor="ctr"/>
              <a:lstStyle/>
              <a:p>
                <a:pPr algn="ctr"/>
              </a:p>
            </p:txBody>
          </p:sp>
          <p:sp>
            <p:nvSpPr>
              <p:cNvPr id="2014" name="Noise cell"/>
              <p:cNvSpPr/>
              <p:nvPr/>
            </p:nvSpPr>
            <p:spPr>
              <a:xfrm>
                <a:off x="10873162" y="7772400"/>
                <a:ext cx="18770" cy="18928"/>
              </a:xfrm>
              <a:prstGeom prst="rect">
                <a:avLst/>
              </a:prstGeom>
              <a:solidFill>
                <a:srgbClr val="5C5C5C"/>
              </a:solidFill>
              <a:ln>
                <a:noFill/>
              </a:ln>
              <a:effectLst/>
            </p:spPr>
            <p:txBody>
              <a:bodyPr rtlCol="0" anchor="ctr"/>
              <a:lstStyle/>
              <a:p>
                <a:pPr algn="ctr"/>
              </a:p>
            </p:txBody>
          </p:sp>
          <p:sp>
            <p:nvSpPr>
              <p:cNvPr id="2015" name="Noise cell"/>
              <p:cNvSpPr/>
              <p:nvPr/>
            </p:nvSpPr>
            <p:spPr>
              <a:xfrm>
                <a:off x="10891292" y="7772400"/>
                <a:ext cx="18770" cy="18928"/>
              </a:xfrm>
              <a:prstGeom prst="rect">
                <a:avLst/>
              </a:prstGeom>
              <a:solidFill>
                <a:srgbClr val="7B7B7B"/>
              </a:solidFill>
              <a:ln>
                <a:noFill/>
              </a:ln>
              <a:effectLst/>
            </p:spPr>
            <p:txBody>
              <a:bodyPr rtlCol="0" anchor="ctr"/>
              <a:lstStyle/>
              <a:p>
                <a:pPr algn="ctr"/>
              </a:p>
            </p:txBody>
          </p:sp>
          <p:sp>
            <p:nvSpPr>
              <p:cNvPr id="2016" name="Noise cell"/>
              <p:cNvSpPr/>
              <p:nvPr/>
            </p:nvSpPr>
            <p:spPr>
              <a:xfrm>
                <a:off x="10909423" y="7772400"/>
                <a:ext cx="18770" cy="18928"/>
              </a:xfrm>
              <a:prstGeom prst="rect">
                <a:avLst/>
              </a:prstGeom>
              <a:solidFill>
                <a:srgbClr val="848484"/>
              </a:solidFill>
              <a:ln>
                <a:noFill/>
              </a:ln>
              <a:effectLst/>
            </p:spPr>
            <p:txBody>
              <a:bodyPr rtlCol="0" anchor="ctr"/>
              <a:lstStyle/>
              <a:p>
                <a:pPr algn="ctr"/>
              </a:p>
            </p:txBody>
          </p:sp>
          <p:sp>
            <p:nvSpPr>
              <p:cNvPr id="2017" name="Noise cell"/>
              <p:cNvSpPr/>
              <p:nvPr/>
            </p:nvSpPr>
            <p:spPr>
              <a:xfrm>
                <a:off x="10927553" y="7772400"/>
                <a:ext cx="18770" cy="18928"/>
              </a:xfrm>
              <a:prstGeom prst="rect">
                <a:avLst/>
              </a:prstGeom>
              <a:solidFill>
                <a:srgbClr val="8F8F8F"/>
              </a:solidFill>
              <a:ln>
                <a:noFill/>
              </a:ln>
              <a:effectLst/>
            </p:spPr>
            <p:txBody>
              <a:bodyPr rtlCol="0" anchor="ctr"/>
              <a:lstStyle/>
              <a:p>
                <a:pPr algn="ctr"/>
              </a:p>
            </p:txBody>
          </p:sp>
          <p:sp>
            <p:nvSpPr>
              <p:cNvPr id="2018" name="Noise cell"/>
              <p:cNvSpPr/>
              <p:nvPr/>
            </p:nvSpPr>
            <p:spPr>
              <a:xfrm>
                <a:off x="10945683" y="7772400"/>
                <a:ext cx="18770" cy="18928"/>
              </a:xfrm>
              <a:prstGeom prst="rect">
                <a:avLst/>
              </a:prstGeom>
              <a:solidFill>
                <a:srgbClr val="6F6F6F"/>
              </a:solidFill>
              <a:ln>
                <a:noFill/>
              </a:ln>
              <a:effectLst/>
            </p:spPr>
            <p:txBody>
              <a:bodyPr rtlCol="0" anchor="ctr"/>
              <a:lstStyle/>
              <a:p>
                <a:pPr algn="ctr"/>
              </a:p>
            </p:txBody>
          </p:sp>
          <p:sp>
            <p:nvSpPr>
              <p:cNvPr id="2019" name="Noise cell"/>
              <p:cNvSpPr/>
              <p:nvPr/>
            </p:nvSpPr>
            <p:spPr>
              <a:xfrm>
                <a:off x="10963814" y="7772400"/>
                <a:ext cx="18770" cy="18928"/>
              </a:xfrm>
              <a:prstGeom prst="rect">
                <a:avLst/>
              </a:prstGeom>
              <a:solidFill>
                <a:srgbClr val="808080"/>
              </a:solidFill>
              <a:ln>
                <a:noFill/>
              </a:ln>
              <a:effectLst/>
            </p:spPr>
            <p:txBody>
              <a:bodyPr rtlCol="0" anchor="ctr"/>
              <a:lstStyle/>
              <a:p>
                <a:pPr algn="ctr"/>
              </a:p>
            </p:txBody>
          </p:sp>
          <p:sp>
            <p:nvSpPr>
              <p:cNvPr id="2020" name="Noise cell"/>
              <p:cNvSpPr/>
              <p:nvPr/>
            </p:nvSpPr>
            <p:spPr>
              <a:xfrm>
                <a:off x="9930384" y="7790688"/>
                <a:ext cx="18770" cy="18928"/>
              </a:xfrm>
              <a:prstGeom prst="rect">
                <a:avLst/>
              </a:prstGeom>
              <a:solidFill>
                <a:srgbClr val="5D5D5D"/>
              </a:solidFill>
              <a:ln>
                <a:noFill/>
              </a:ln>
              <a:effectLst/>
            </p:spPr>
            <p:txBody>
              <a:bodyPr rtlCol="0" anchor="ctr"/>
              <a:lstStyle/>
              <a:p>
                <a:pPr algn="ctr"/>
              </a:p>
            </p:txBody>
          </p:sp>
          <p:sp>
            <p:nvSpPr>
              <p:cNvPr id="2021" name="Noise cell"/>
              <p:cNvSpPr/>
              <p:nvPr/>
            </p:nvSpPr>
            <p:spPr>
              <a:xfrm>
                <a:off x="9948514" y="7790688"/>
                <a:ext cx="18770" cy="18928"/>
              </a:xfrm>
              <a:prstGeom prst="rect">
                <a:avLst/>
              </a:prstGeom>
              <a:solidFill>
                <a:srgbClr val="6C6C6C"/>
              </a:solidFill>
              <a:ln>
                <a:noFill/>
              </a:ln>
              <a:effectLst/>
            </p:spPr>
            <p:txBody>
              <a:bodyPr rtlCol="0" anchor="ctr"/>
              <a:lstStyle/>
              <a:p>
                <a:pPr algn="ctr"/>
              </a:p>
            </p:txBody>
          </p:sp>
          <p:sp>
            <p:nvSpPr>
              <p:cNvPr id="2022" name="Noise cell"/>
              <p:cNvSpPr/>
              <p:nvPr/>
            </p:nvSpPr>
            <p:spPr>
              <a:xfrm>
                <a:off x="9966645" y="7790688"/>
                <a:ext cx="18770" cy="18928"/>
              </a:xfrm>
              <a:prstGeom prst="rect">
                <a:avLst/>
              </a:prstGeom>
              <a:solidFill>
                <a:srgbClr val="737373"/>
              </a:solidFill>
              <a:ln>
                <a:noFill/>
              </a:ln>
              <a:effectLst/>
            </p:spPr>
            <p:txBody>
              <a:bodyPr rtlCol="0" anchor="ctr"/>
              <a:lstStyle/>
              <a:p>
                <a:pPr algn="ctr"/>
              </a:p>
            </p:txBody>
          </p:sp>
          <p:sp>
            <p:nvSpPr>
              <p:cNvPr id="2023" name="Noise cell"/>
              <p:cNvSpPr/>
              <p:nvPr/>
            </p:nvSpPr>
            <p:spPr>
              <a:xfrm>
                <a:off x="9984775" y="7790688"/>
                <a:ext cx="18770" cy="18928"/>
              </a:xfrm>
              <a:prstGeom prst="rect">
                <a:avLst/>
              </a:prstGeom>
              <a:solidFill>
                <a:srgbClr val="8A8A8A"/>
              </a:solidFill>
              <a:ln>
                <a:noFill/>
              </a:ln>
              <a:effectLst/>
            </p:spPr>
            <p:txBody>
              <a:bodyPr rtlCol="0" anchor="ctr"/>
              <a:lstStyle/>
              <a:p>
                <a:pPr algn="ctr"/>
              </a:p>
            </p:txBody>
          </p:sp>
          <p:sp>
            <p:nvSpPr>
              <p:cNvPr id="2024" name="Noise cell"/>
              <p:cNvSpPr/>
              <p:nvPr/>
            </p:nvSpPr>
            <p:spPr>
              <a:xfrm>
                <a:off x="10002905" y="7790688"/>
                <a:ext cx="18770" cy="18928"/>
              </a:xfrm>
              <a:prstGeom prst="rect">
                <a:avLst/>
              </a:prstGeom>
              <a:solidFill>
                <a:srgbClr val="8B8B8B"/>
              </a:solidFill>
              <a:ln>
                <a:noFill/>
              </a:ln>
              <a:effectLst/>
            </p:spPr>
            <p:txBody>
              <a:bodyPr rtlCol="0" anchor="ctr"/>
              <a:lstStyle/>
              <a:p>
                <a:pPr algn="ctr"/>
              </a:p>
            </p:txBody>
          </p:sp>
          <p:sp>
            <p:nvSpPr>
              <p:cNvPr id="2025" name="Noise cell"/>
              <p:cNvSpPr/>
              <p:nvPr/>
            </p:nvSpPr>
            <p:spPr>
              <a:xfrm>
                <a:off x="10021036" y="7790688"/>
                <a:ext cx="18770" cy="18928"/>
              </a:xfrm>
              <a:prstGeom prst="rect">
                <a:avLst/>
              </a:prstGeom>
              <a:solidFill>
                <a:srgbClr val="7C7C7C"/>
              </a:solidFill>
              <a:ln>
                <a:noFill/>
              </a:ln>
              <a:effectLst/>
            </p:spPr>
            <p:txBody>
              <a:bodyPr rtlCol="0" anchor="ctr"/>
              <a:lstStyle/>
              <a:p>
                <a:pPr algn="ctr"/>
              </a:p>
            </p:txBody>
          </p:sp>
          <p:sp>
            <p:nvSpPr>
              <p:cNvPr id="2026" name="Noise cell"/>
              <p:cNvSpPr/>
              <p:nvPr/>
            </p:nvSpPr>
            <p:spPr>
              <a:xfrm>
                <a:off x="10039166" y="7790688"/>
                <a:ext cx="18770" cy="18928"/>
              </a:xfrm>
              <a:prstGeom prst="rect">
                <a:avLst/>
              </a:prstGeom>
              <a:solidFill>
                <a:srgbClr val="808080"/>
              </a:solidFill>
              <a:ln>
                <a:noFill/>
              </a:ln>
              <a:effectLst/>
            </p:spPr>
            <p:txBody>
              <a:bodyPr rtlCol="0" anchor="ctr"/>
              <a:lstStyle/>
              <a:p>
                <a:pPr algn="ctr"/>
              </a:p>
            </p:txBody>
          </p:sp>
          <p:sp>
            <p:nvSpPr>
              <p:cNvPr id="2027" name="Noise cell"/>
              <p:cNvSpPr/>
              <p:nvPr/>
            </p:nvSpPr>
            <p:spPr>
              <a:xfrm>
                <a:off x="10057296" y="7790688"/>
                <a:ext cx="18770" cy="18928"/>
              </a:xfrm>
              <a:prstGeom prst="rect">
                <a:avLst/>
              </a:prstGeom>
              <a:solidFill>
                <a:srgbClr val="797979"/>
              </a:solidFill>
              <a:ln>
                <a:noFill/>
              </a:ln>
              <a:effectLst/>
            </p:spPr>
            <p:txBody>
              <a:bodyPr rtlCol="0" anchor="ctr"/>
              <a:lstStyle/>
              <a:p>
                <a:pPr algn="ctr"/>
              </a:p>
            </p:txBody>
          </p:sp>
          <p:sp>
            <p:nvSpPr>
              <p:cNvPr id="2028" name="Noise cell"/>
              <p:cNvSpPr/>
              <p:nvPr/>
            </p:nvSpPr>
            <p:spPr>
              <a:xfrm>
                <a:off x="10075427" y="7790688"/>
                <a:ext cx="18770" cy="18928"/>
              </a:xfrm>
              <a:prstGeom prst="rect">
                <a:avLst/>
              </a:prstGeom>
              <a:solidFill>
                <a:srgbClr val="8E8E8E"/>
              </a:solidFill>
              <a:ln>
                <a:noFill/>
              </a:ln>
              <a:effectLst/>
            </p:spPr>
            <p:txBody>
              <a:bodyPr rtlCol="0" anchor="ctr"/>
              <a:lstStyle/>
              <a:p>
                <a:pPr algn="ctr"/>
              </a:p>
            </p:txBody>
          </p:sp>
          <p:sp>
            <p:nvSpPr>
              <p:cNvPr id="2029" name="Noise cell"/>
              <p:cNvSpPr/>
              <p:nvPr/>
            </p:nvSpPr>
            <p:spPr>
              <a:xfrm>
                <a:off x="10093557" y="7790688"/>
                <a:ext cx="18770" cy="18928"/>
              </a:xfrm>
              <a:prstGeom prst="rect">
                <a:avLst/>
              </a:prstGeom>
              <a:solidFill>
                <a:srgbClr val="848484"/>
              </a:solidFill>
              <a:ln>
                <a:noFill/>
              </a:ln>
              <a:effectLst/>
            </p:spPr>
            <p:txBody>
              <a:bodyPr rtlCol="0" anchor="ctr"/>
              <a:lstStyle/>
              <a:p>
                <a:pPr algn="ctr"/>
              </a:p>
            </p:txBody>
          </p:sp>
          <p:sp>
            <p:nvSpPr>
              <p:cNvPr id="2030" name="Noise cell"/>
              <p:cNvSpPr/>
              <p:nvPr/>
            </p:nvSpPr>
            <p:spPr>
              <a:xfrm>
                <a:off x="10111687" y="7790688"/>
                <a:ext cx="18770" cy="18928"/>
              </a:xfrm>
              <a:prstGeom prst="rect">
                <a:avLst/>
              </a:prstGeom>
              <a:solidFill>
                <a:srgbClr val="898989"/>
              </a:solidFill>
              <a:ln>
                <a:noFill/>
              </a:ln>
              <a:effectLst/>
            </p:spPr>
            <p:txBody>
              <a:bodyPr rtlCol="0" anchor="ctr"/>
              <a:lstStyle/>
              <a:p>
                <a:pPr algn="ctr"/>
              </a:p>
            </p:txBody>
          </p:sp>
          <p:sp>
            <p:nvSpPr>
              <p:cNvPr id="2031" name="Noise cell"/>
              <p:cNvSpPr/>
              <p:nvPr/>
            </p:nvSpPr>
            <p:spPr>
              <a:xfrm>
                <a:off x="10129818" y="7790688"/>
                <a:ext cx="18770" cy="18928"/>
              </a:xfrm>
              <a:prstGeom prst="rect">
                <a:avLst/>
              </a:prstGeom>
              <a:solidFill>
                <a:srgbClr val="777777"/>
              </a:solidFill>
              <a:ln>
                <a:noFill/>
              </a:ln>
              <a:effectLst/>
            </p:spPr>
            <p:txBody>
              <a:bodyPr rtlCol="0" anchor="ctr"/>
              <a:lstStyle/>
              <a:p>
                <a:pPr algn="ctr"/>
              </a:p>
            </p:txBody>
          </p:sp>
          <p:sp>
            <p:nvSpPr>
              <p:cNvPr id="2032" name="Noise cell"/>
              <p:cNvSpPr/>
              <p:nvPr/>
            </p:nvSpPr>
            <p:spPr>
              <a:xfrm>
                <a:off x="10147948" y="7790688"/>
                <a:ext cx="18770" cy="18928"/>
              </a:xfrm>
              <a:prstGeom prst="rect">
                <a:avLst/>
              </a:prstGeom>
              <a:solidFill>
                <a:srgbClr val="878787"/>
              </a:solidFill>
              <a:ln>
                <a:noFill/>
              </a:ln>
              <a:effectLst/>
            </p:spPr>
            <p:txBody>
              <a:bodyPr rtlCol="0" anchor="ctr"/>
              <a:lstStyle/>
              <a:p>
                <a:pPr algn="ctr"/>
              </a:p>
            </p:txBody>
          </p:sp>
          <p:sp>
            <p:nvSpPr>
              <p:cNvPr id="2033" name="Noise cell"/>
              <p:cNvSpPr/>
              <p:nvPr/>
            </p:nvSpPr>
            <p:spPr>
              <a:xfrm>
                <a:off x="10166078" y="7790688"/>
                <a:ext cx="18770" cy="18928"/>
              </a:xfrm>
              <a:prstGeom prst="rect">
                <a:avLst/>
              </a:prstGeom>
              <a:solidFill>
                <a:srgbClr val="727272"/>
              </a:solidFill>
              <a:ln>
                <a:noFill/>
              </a:ln>
              <a:effectLst/>
            </p:spPr>
            <p:txBody>
              <a:bodyPr rtlCol="0" anchor="ctr"/>
              <a:lstStyle/>
              <a:p>
                <a:pPr algn="ctr"/>
              </a:p>
            </p:txBody>
          </p:sp>
          <p:sp>
            <p:nvSpPr>
              <p:cNvPr id="2034" name="Noise cell"/>
              <p:cNvSpPr/>
              <p:nvPr/>
            </p:nvSpPr>
            <p:spPr>
              <a:xfrm>
                <a:off x="10184209" y="7790688"/>
                <a:ext cx="18770" cy="18928"/>
              </a:xfrm>
              <a:prstGeom prst="rect">
                <a:avLst/>
              </a:prstGeom>
              <a:solidFill>
                <a:srgbClr val="7D7D7D"/>
              </a:solidFill>
              <a:ln>
                <a:noFill/>
              </a:ln>
              <a:effectLst/>
            </p:spPr>
            <p:txBody>
              <a:bodyPr rtlCol="0" anchor="ctr"/>
              <a:lstStyle/>
              <a:p>
                <a:pPr algn="ctr"/>
              </a:p>
            </p:txBody>
          </p:sp>
          <p:sp>
            <p:nvSpPr>
              <p:cNvPr id="2035" name="Noise cell"/>
              <p:cNvSpPr/>
              <p:nvPr/>
            </p:nvSpPr>
            <p:spPr>
              <a:xfrm>
                <a:off x="10202339" y="7790688"/>
                <a:ext cx="18770" cy="18928"/>
              </a:xfrm>
              <a:prstGeom prst="rect">
                <a:avLst/>
              </a:prstGeom>
              <a:solidFill>
                <a:srgbClr val="868686"/>
              </a:solidFill>
              <a:ln>
                <a:noFill/>
              </a:ln>
              <a:effectLst/>
            </p:spPr>
            <p:txBody>
              <a:bodyPr rtlCol="0" anchor="ctr"/>
              <a:lstStyle/>
              <a:p>
                <a:pPr algn="ctr"/>
              </a:p>
            </p:txBody>
          </p:sp>
          <p:sp>
            <p:nvSpPr>
              <p:cNvPr id="2036" name="Noise cell"/>
              <p:cNvSpPr/>
              <p:nvPr/>
            </p:nvSpPr>
            <p:spPr>
              <a:xfrm>
                <a:off x="10220470" y="7790688"/>
                <a:ext cx="18770" cy="18928"/>
              </a:xfrm>
              <a:prstGeom prst="rect">
                <a:avLst/>
              </a:prstGeom>
              <a:solidFill>
                <a:srgbClr val="979797"/>
              </a:solidFill>
              <a:ln>
                <a:noFill/>
              </a:ln>
              <a:effectLst/>
            </p:spPr>
            <p:txBody>
              <a:bodyPr rtlCol="0" anchor="ctr"/>
              <a:lstStyle/>
              <a:p>
                <a:pPr algn="ctr"/>
              </a:p>
            </p:txBody>
          </p:sp>
          <p:sp>
            <p:nvSpPr>
              <p:cNvPr id="2037" name="Noise cell"/>
              <p:cNvSpPr/>
              <p:nvPr/>
            </p:nvSpPr>
            <p:spPr>
              <a:xfrm>
                <a:off x="10238600" y="7790688"/>
                <a:ext cx="18770" cy="18928"/>
              </a:xfrm>
              <a:prstGeom prst="rect">
                <a:avLst/>
              </a:prstGeom>
              <a:solidFill>
                <a:srgbClr val="878787"/>
              </a:solidFill>
              <a:ln>
                <a:noFill/>
              </a:ln>
              <a:effectLst/>
            </p:spPr>
            <p:txBody>
              <a:bodyPr rtlCol="0" anchor="ctr"/>
              <a:lstStyle/>
              <a:p>
                <a:pPr algn="ctr"/>
              </a:p>
            </p:txBody>
          </p:sp>
          <p:sp>
            <p:nvSpPr>
              <p:cNvPr id="2038" name="Noise cell"/>
              <p:cNvSpPr/>
              <p:nvPr/>
            </p:nvSpPr>
            <p:spPr>
              <a:xfrm>
                <a:off x="10256730" y="7790688"/>
                <a:ext cx="18770" cy="18928"/>
              </a:xfrm>
              <a:prstGeom prst="rect">
                <a:avLst/>
              </a:prstGeom>
              <a:solidFill>
                <a:srgbClr val="838383"/>
              </a:solidFill>
              <a:ln>
                <a:noFill/>
              </a:ln>
              <a:effectLst/>
            </p:spPr>
            <p:txBody>
              <a:bodyPr rtlCol="0" anchor="ctr"/>
              <a:lstStyle/>
              <a:p>
                <a:pPr algn="ctr"/>
              </a:p>
            </p:txBody>
          </p:sp>
          <p:sp>
            <p:nvSpPr>
              <p:cNvPr id="2039" name="Noise cell"/>
              <p:cNvSpPr/>
              <p:nvPr/>
            </p:nvSpPr>
            <p:spPr>
              <a:xfrm>
                <a:off x="10274861" y="7790688"/>
                <a:ext cx="18770" cy="18928"/>
              </a:xfrm>
              <a:prstGeom prst="rect">
                <a:avLst/>
              </a:prstGeom>
              <a:solidFill>
                <a:srgbClr val="909090"/>
              </a:solidFill>
              <a:ln>
                <a:noFill/>
              </a:ln>
              <a:effectLst/>
            </p:spPr>
            <p:txBody>
              <a:bodyPr rtlCol="0" anchor="ctr"/>
              <a:lstStyle/>
              <a:p>
                <a:pPr algn="ctr"/>
              </a:p>
            </p:txBody>
          </p:sp>
          <p:sp>
            <p:nvSpPr>
              <p:cNvPr id="2040" name="Noise cell"/>
              <p:cNvSpPr/>
              <p:nvPr/>
            </p:nvSpPr>
            <p:spPr>
              <a:xfrm>
                <a:off x="10292991" y="7790688"/>
                <a:ext cx="18770" cy="18928"/>
              </a:xfrm>
              <a:prstGeom prst="rect">
                <a:avLst/>
              </a:prstGeom>
              <a:solidFill>
                <a:srgbClr val="6E6E6E"/>
              </a:solidFill>
              <a:ln>
                <a:noFill/>
              </a:ln>
              <a:effectLst/>
            </p:spPr>
            <p:txBody>
              <a:bodyPr rtlCol="0" anchor="ctr"/>
              <a:lstStyle/>
              <a:p>
                <a:pPr algn="ctr"/>
              </a:p>
            </p:txBody>
          </p:sp>
          <p:sp>
            <p:nvSpPr>
              <p:cNvPr id="2041" name="Noise cell"/>
              <p:cNvSpPr/>
              <p:nvPr/>
            </p:nvSpPr>
            <p:spPr>
              <a:xfrm>
                <a:off x="10311121" y="7790688"/>
                <a:ext cx="18770" cy="18928"/>
              </a:xfrm>
              <a:prstGeom prst="rect">
                <a:avLst/>
              </a:prstGeom>
              <a:solidFill>
                <a:srgbClr val="919191"/>
              </a:solidFill>
              <a:ln>
                <a:noFill/>
              </a:ln>
              <a:effectLst/>
            </p:spPr>
            <p:txBody>
              <a:bodyPr rtlCol="0" anchor="ctr"/>
              <a:lstStyle/>
              <a:p>
                <a:pPr algn="ctr"/>
              </a:p>
            </p:txBody>
          </p:sp>
          <p:sp>
            <p:nvSpPr>
              <p:cNvPr id="2042" name="Noise cell"/>
              <p:cNvSpPr/>
              <p:nvPr/>
            </p:nvSpPr>
            <p:spPr>
              <a:xfrm>
                <a:off x="10329252" y="7790688"/>
                <a:ext cx="18770" cy="18928"/>
              </a:xfrm>
              <a:prstGeom prst="rect">
                <a:avLst/>
              </a:prstGeom>
              <a:solidFill>
                <a:srgbClr val="858585"/>
              </a:solidFill>
              <a:ln>
                <a:noFill/>
              </a:ln>
              <a:effectLst/>
            </p:spPr>
            <p:txBody>
              <a:bodyPr rtlCol="0" anchor="ctr"/>
              <a:lstStyle/>
              <a:p>
                <a:pPr algn="ctr"/>
              </a:p>
            </p:txBody>
          </p:sp>
          <p:sp>
            <p:nvSpPr>
              <p:cNvPr id="2043" name="Noise cell"/>
              <p:cNvSpPr/>
              <p:nvPr/>
            </p:nvSpPr>
            <p:spPr>
              <a:xfrm>
                <a:off x="10347382" y="7790688"/>
                <a:ext cx="18770" cy="18928"/>
              </a:xfrm>
              <a:prstGeom prst="rect">
                <a:avLst/>
              </a:prstGeom>
              <a:solidFill>
                <a:srgbClr val="797979"/>
              </a:solidFill>
              <a:ln>
                <a:noFill/>
              </a:ln>
              <a:effectLst/>
            </p:spPr>
            <p:txBody>
              <a:bodyPr rtlCol="0" anchor="ctr"/>
              <a:lstStyle/>
              <a:p>
                <a:pPr algn="ctr"/>
              </a:p>
            </p:txBody>
          </p:sp>
          <p:sp>
            <p:nvSpPr>
              <p:cNvPr id="2044" name="Noise cell"/>
              <p:cNvSpPr/>
              <p:nvPr/>
            </p:nvSpPr>
            <p:spPr>
              <a:xfrm>
                <a:off x="10365512" y="7790688"/>
                <a:ext cx="18770" cy="18928"/>
              </a:xfrm>
              <a:prstGeom prst="rect">
                <a:avLst/>
              </a:prstGeom>
              <a:solidFill>
                <a:srgbClr val="979797"/>
              </a:solidFill>
              <a:ln>
                <a:noFill/>
              </a:ln>
              <a:effectLst/>
            </p:spPr>
            <p:txBody>
              <a:bodyPr rtlCol="0" anchor="ctr"/>
              <a:lstStyle/>
              <a:p>
                <a:pPr algn="ctr"/>
              </a:p>
            </p:txBody>
          </p:sp>
          <p:sp>
            <p:nvSpPr>
              <p:cNvPr id="2045" name="Noise cell"/>
              <p:cNvSpPr/>
              <p:nvPr/>
            </p:nvSpPr>
            <p:spPr>
              <a:xfrm>
                <a:off x="10383643" y="7790688"/>
                <a:ext cx="18770" cy="18928"/>
              </a:xfrm>
              <a:prstGeom prst="rect">
                <a:avLst/>
              </a:prstGeom>
              <a:solidFill>
                <a:srgbClr val="777777"/>
              </a:solidFill>
              <a:ln>
                <a:noFill/>
              </a:ln>
              <a:effectLst/>
            </p:spPr>
            <p:txBody>
              <a:bodyPr rtlCol="0" anchor="ctr"/>
              <a:lstStyle/>
              <a:p>
                <a:pPr algn="ctr"/>
              </a:p>
            </p:txBody>
          </p:sp>
          <p:sp>
            <p:nvSpPr>
              <p:cNvPr id="2046" name="Noise cell"/>
              <p:cNvSpPr/>
              <p:nvPr/>
            </p:nvSpPr>
            <p:spPr>
              <a:xfrm>
                <a:off x="10401773" y="7790688"/>
                <a:ext cx="18770" cy="18928"/>
              </a:xfrm>
              <a:prstGeom prst="rect">
                <a:avLst/>
              </a:prstGeom>
              <a:solidFill>
                <a:srgbClr val="8A8A8A"/>
              </a:solidFill>
              <a:ln>
                <a:noFill/>
              </a:ln>
              <a:effectLst/>
            </p:spPr>
            <p:txBody>
              <a:bodyPr rtlCol="0" anchor="ctr"/>
              <a:lstStyle/>
              <a:p>
                <a:pPr algn="ctr"/>
              </a:p>
            </p:txBody>
          </p:sp>
          <p:sp>
            <p:nvSpPr>
              <p:cNvPr id="2047" name="Noise cell"/>
              <p:cNvSpPr/>
              <p:nvPr/>
            </p:nvSpPr>
            <p:spPr>
              <a:xfrm>
                <a:off x="10419903" y="7790688"/>
                <a:ext cx="18770" cy="18928"/>
              </a:xfrm>
              <a:prstGeom prst="rect">
                <a:avLst/>
              </a:prstGeom>
              <a:solidFill>
                <a:srgbClr val="858585"/>
              </a:solidFill>
              <a:ln>
                <a:noFill/>
              </a:ln>
              <a:effectLst/>
            </p:spPr>
            <p:txBody>
              <a:bodyPr rtlCol="0" anchor="ctr"/>
              <a:lstStyle/>
              <a:p>
                <a:pPr algn="ctr"/>
              </a:p>
            </p:txBody>
          </p:sp>
          <p:sp>
            <p:nvSpPr>
              <p:cNvPr id="2048" name="Noise cell"/>
              <p:cNvSpPr/>
              <p:nvPr/>
            </p:nvSpPr>
            <p:spPr>
              <a:xfrm>
                <a:off x="10438034" y="7790688"/>
                <a:ext cx="18770" cy="18928"/>
              </a:xfrm>
              <a:prstGeom prst="rect">
                <a:avLst/>
              </a:prstGeom>
              <a:solidFill>
                <a:srgbClr val="959595"/>
              </a:solidFill>
              <a:ln>
                <a:noFill/>
              </a:ln>
              <a:effectLst/>
            </p:spPr>
            <p:txBody>
              <a:bodyPr rtlCol="0" anchor="ctr"/>
              <a:lstStyle/>
              <a:p>
                <a:pPr algn="ctr"/>
              </a:p>
            </p:txBody>
          </p:sp>
          <p:sp>
            <p:nvSpPr>
              <p:cNvPr id="2049" name="Noise cell"/>
              <p:cNvSpPr/>
              <p:nvPr/>
            </p:nvSpPr>
            <p:spPr>
              <a:xfrm>
                <a:off x="10456164" y="7790688"/>
                <a:ext cx="18770" cy="18928"/>
              </a:xfrm>
              <a:prstGeom prst="rect">
                <a:avLst/>
              </a:prstGeom>
              <a:solidFill>
                <a:srgbClr val="959595"/>
              </a:solidFill>
              <a:ln>
                <a:noFill/>
              </a:ln>
              <a:effectLst/>
            </p:spPr>
            <p:txBody>
              <a:bodyPr rtlCol="0" anchor="ctr"/>
              <a:lstStyle/>
              <a:p>
                <a:pPr algn="ctr"/>
              </a:p>
            </p:txBody>
          </p:sp>
          <p:sp>
            <p:nvSpPr>
              <p:cNvPr id="2050" name="Noise cell"/>
              <p:cNvSpPr/>
              <p:nvPr/>
            </p:nvSpPr>
            <p:spPr>
              <a:xfrm>
                <a:off x="10474294" y="7790688"/>
                <a:ext cx="18770" cy="18928"/>
              </a:xfrm>
              <a:prstGeom prst="rect">
                <a:avLst/>
              </a:prstGeom>
              <a:solidFill>
                <a:srgbClr val="6F6F6F"/>
              </a:solidFill>
              <a:ln>
                <a:noFill/>
              </a:ln>
              <a:effectLst/>
            </p:spPr>
            <p:txBody>
              <a:bodyPr rtlCol="0" anchor="ctr"/>
              <a:lstStyle/>
              <a:p>
                <a:pPr algn="ctr"/>
              </a:p>
            </p:txBody>
          </p:sp>
          <p:sp>
            <p:nvSpPr>
              <p:cNvPr id="2051" name="Noise cell"/>
              <p:cNvSpPr/>
              <p:nvPr/>
            </p:nvSpPr>
            <p:spPr>
              <a:xfrm>
                <a:off x="10492425" y="7790688"/>
                <a:ext cx="18770" cy="18928"/>
              </a:xfrm>
              <a:prstGeom prst="rect">
                <a:avLst/>
              </a:prstGeom>
              <a:solidFill>
                <a:srgbClr val="828282"/>
              </a:solidFill>
              <a:ln>
                <a:noFill/>
              </a:ln>
              <a:effectLst/>
            </p:spPr>
            <p:txBody>
              <a:bodyPr rtlCol="0" anchor="ctr"/>
              <a:lstStyle/>
              <a:p>
                <a:pPr algn="ctr"/>
              </a:p>
            </p:txBody>
          </p:sp>
          <p:sp>
            <p:nvSpPr>
              <p:cNvPr id="2052" name="Noise cell"/>
              <p:cNvSpPr/>
              <p:nvPr/>
            </p:nvSpPr>
            <p:spPr>
              <a:xfrm>
                <a:off x="10510555" y="7790688"/>
                <a:ext cx="18770" cy="18928"/>
              </a:xfrm>
              <a:prstGeom prst="rect">
                <a:avLst/>
              </a:prstGeom>
              <a:solidFill>
                <a:srgbClr val="767676"/>
              </a:solidFill>
              <a:ln>
                <a:noFill/>
              </a:ln>
              <a:effectLst/>
            </p:spPr>
            <p:txBody>
              <a:bodyPr rtlCol="0" anchor="ctr"/>
              <a:lstStyle/>
              <a:p>
                <a:pPr algn="ctr"/>
              </a:p>
            </p:txBody>
          </p:sp>
          <p:sp>
            <p:nvSpPr>
              <p:cNvPr id="2053" name="Noise cell"/>
              <p:cNvSpPr/>
              <p:nvPr/>
            </p:nvSpPr>
            <p:spPr>
              <a:xfrm>
                <a:off x="10528685" y="7790688"/>
                <a:ext cx="18770" cy="18928"/>
              </a:xfrm>
              <a:prstGeom prst="rect">
                <a:avLst/>
              </a:prstGeom>
              <a:solidFill>
                <a:srgbClr val="838383"/>
              </a:solidFill>
              <a:ln>
                <a:noFill/>
              </a:ln>
              <a:effectLst/>
            </p:spPr>
            <p:txBody>
              <a:bodyPr rtlCol="0" anchor="ctr"/>
              <a:lstStyle/>
              <a:p>
                <a:pPr algn="ctr"/>
              </a:p>
            </p:txBody>
          </p:sp>
          <p:sp>
            <p:nvSpPr>
              <p:cNvPr id="2054" name="Noise cell"/>
              <p:cNvSpPr/>
              <p:nvPr/>
            </p:nvSpPr>
            <p:spPr>
              <a:xfrm>
                <a:off x="10546816" y="7790688"/>
                <a:ext cx="18770" cy="18928"/>
              </a:xfrm>
              <a:prstGeom prst="rect">
                <a:avLst/>
              </a:prstGeom>
              <a:solidFill>
                <a:srgbClr val="8F8F8F"/>
              </a:solidFill>
              <a:ln>
                <a:noFill/>
              </a:ln>
              <a:effectLst/>
            </p:spPr>
            <p:txBody>
              <a:bodyPr rtlCol="0" anchor="ctr"/>
              <a:lstStyle/>
              <a:p>
                <a:pPr algn="ctr"/>
              </a:p>
            </p:txBody>
          </p:sp>
          <p:sp>
            <p:nvSpPr>
              <p:cNvPr id="2055" name="Noise cell"/>
              <p:cNvSpPr/>
              <p:nvPr/>
            </p:nvSpPr>
            <p:spPr>
              <a:xfrm>
                <a:off x="10564946" y="7790688"/>
                <a:ext cx="18770" cy="18928"/>
              </a:xfrm>
              <a:prstGeom prst="rect">
                <a:avLst/>
              </a:prstGeom>
              <a:solidFill>
                <a:srgbClr val="808080"/>
              </a:solidFill>
              <a:ln>
                <a:noFill/>
              </a:ln>
              <a:effectLst/>
            </p:spPr>
            <p:txBody>
              <a:bodyPr rtlCol="0" anchor="ctr"/>
              <a:lstStyle/>
              <a:p>
                <a:pPr algn="ctr"/>
              </a:p>
            </p:txBody>
          </p:sp>
          <p:sp>
            <p:nvSpPr>
              <p:cNvPr id="2056" name="Noise cell"/>
              <p:cNvSpPr/>
              <p:nvPr/>
            </p:nvSpPr>
            <p:spPr>
              <a:xfrm>
                <a:off x="10583076" y="7790688"/>
                <a:ext cx="18770" cy="18928"/>
              </a:xfrm>
              <a:prstGeom prst="rect">
                <a:avLst/>
              </a:prstGeom>
              <a:solidFill>
                <a:srgbClr val="949494"/>
              </a:solidFill>
              <a:ln>
                <a:noFill/>
              </a:ln>
              <a:effectLst/>
            </p:spPr>
            <p:txBody>
              <a:bodyPr rtlCol="0" anchor="ctr"/>
              <a:lstStyle/>
              <a:p>
                <a:pPr algn="ctr"/>
              </a:p>
            </p:txBody>
          </p:sp>
          <p:sp>
            <p:nvSpPr>
              <p:cNvPr id="2057" name="Noise cell"/>
              <p:cNvSpPr/>
              <p:nvPr/>
            </p:nvSpPr>
            <p:spPr>
              <a:xfrm>
                <a:off x="10601207" y="7790688"/>
                <a:ext cx="18770" cy="18928"/>
              </a:xfrm>
              <a:prstGeom prst="rect">
                <a:avLst/>
              </a:prstGeom>
              <a:solidFill>
                <a:srgbClr val="777777"/>
              </a:solidFill>
              <a:ln>
                <a:noFill/>
              </a:ln>
              <a:effectLst/>
            </p:spPr>
            <p:txBody>
              <a:bodyPr rtlCol="0" anchor="ctr"/>
              <a:lstStyle/>
              <a:p>
                <a:pPr algn="ctr"/>
              </a:p>
            </p:txBody>
          </p:sp>
          <p:sp>
            <p:nvSpPr>
              <p:cNvPr id="2058" name="Noise cell"/>
              <p:cNvSpPr/>
              <p:nvPr/>
            </p:nvSpPr>
            <p:spPr>
              <a:xfrm>
                <a:off x="10619337" y="7790688"/>
                <a:ext cx="18770" cy="18928"/>
              </a:xfrm>
              <a:prstGeom prst="rect">
                <a:avLst/>
              </a:prstGeom>
              <a:solidFill>
                <a:srgbClr val="5F5F5F"/>
              </a:solidFill>
              <a:ln>
                <a:noFill/>
              </a:ln>
              <a:effectLst/>
            </p:spPr>
            <p:txBody>
              <a:bodyPr rtlCol="0" anchor="ctr"/>
              <a:lstStyle/>
              <a:p>
                <a:pPr algn="ctr"/>
              </a:p>
            </p:txBody>
          </p:sp>
          <p:sp>
            <p:nvSpPr>
              <p:cNvPr id="2059" name="Noise cell"/>
              <p:cNvSpPr/>
              <p:nvPr/>
            </p:nvSpPr>
            <p:spPr>
              <a:xfrm>
                <a:off x="10637467" y="7790688"/>
                <a:ext cx="18770" cy="18928"/>
              </a:xfrm>
              <a:prstGeom prst="rect">
                <a:avLst/>
              </a:prstGeom>
              <a:solidFill>
                <a:srgbClr val="838383"/>
              </a:solidFill>
              <a:ln>
                <a:noFill/>
              </a:ln>
              <a:effectLst/>
            </p:spPr>
            <p:txBody>
              <a:bodyPr rtlCol="0" anchor="ctr"/>
              <a:lstStyle/>
              <a:p>
                <a:pPr algn="ctr"/>
              </a:p>
            </p:txBody>
          </p:sp>
          <p:sp>
            <p:nvSpPr>
              <p:cNvPr id="2060" name="Noise cell"/>
              <p:cNvSpPr/>
              <p:nvPr/>
            </p:nvSpPr>
            <p:spPr>
              <a:xfrm>
                <a:off x="10655598" y="7790688"/>
                <a:ext cx="18770" cy="18928"/>
              </a:xfrm>
              <a:prstGeom prst="rect">
                <a:avLst/>
              </a:prstGeom>
              <a:solidFill>
                <a:srgbClr val="818181"/>
              </a:solidFill>
              <a:ln>
                <a:noFill/>
              </a:ln>
              <a:effectLst/>
            </p:spPr>
            <p:txBody>
              <a:bodyPr rtlCol="0" anchor="ctr"/>
              <a:lstStyle/>
              <a:p>
                <a:pPr algn="ctr"/>
              </a:p>
            </p:txBody>
          </p:sp>
          <p:sp>
            <p:nvSpPr>
              <p:cNvPr id="2061" name="Noise cell"/>
              <p:cNvSpPr/>
              <p:nvPr/>
            </p:nvSpPr>
            <p:spPr>
              <a:xfrm>
                <a:off x="10673728" y="7790688"/>
                <a:ext cx="18770" cy="18928"/>
              </a:xfrm>
              <a:prstGeom prst="rect">
                <a:avLst/>
              </a:prstGeom>
              <a:solidFill>
                <a:srgbClr val="7E7E7E"/>
              </a:solidFill>
              <a:ln>
                <a:noFill/>
              </a:ln>
              <a:effectLst/>
            </p:spPr>
            <p:txBody>
              <a:bodyPr rtlCol="0" anchor="ctr"/>
              <a:lstStyle/>
              <a:p>
                <a:pPr algn="ctr"/>
              </a:p>
            </p:txBody>
          </p:sp>
          <p:sp>
            <p:nvSpPr>
              <p:cNvPr id="2062" name="Noise cell"/>
              <p:cNvSpPr/>
              <p:nvPr/>
            </p:nvSpPr>
            <p:spPr>
              <a:xfrm>
                <a:off x="10691858" y="7790688"/>
                <a:ext cx="18770" cy="18928"/>
              </a:xfrm>
              <a:prstGeom prst="rect">
                <a:avLst/>
              </a:prstGeom>
              <a:solidFill>
                <a:srgbClr val="676767"/>
              </a:solidFill>
              <a:ln>
                <a:noFill/>
              </a:ln>
              <a:effectLst/>
            </p:spPr>
            <p:txBody>
              <a:bodyPr rtlCol="0" anchor="ctr"/>
              <a:lstStyle/>
              <a:p>
                <a:pPr algn="ctr"/>
              </a:p>
            </p:txBody>
          </p:sp>
          <p:sp>
            <p:nvSpPr>
              <p:cNvPr id="2063" name="Noise cell"/>
              <p:cNvSpPr/>
              <p:nvPr/>
            </p:nvSpPr>
            <p:spPr>
              <a:xfrm>
                <a:off x="10709989" y="7790688"/>
                <a:ext cx="18770" cy="18928"/>
              </a:xfrm>
              <a:prstGeom prst="rect">
                <a:avLst/>
              </a:prstGeom>
              <a:solidFill>
                <a:srgbClr val="8A8A8A"/>
              </a:solidFill>
              <a:ln>
                <a:noFill/>
              </a:ln>
              <a:effectLst/>
            </p:spPr>
            <p:txBody>
              <a:bodyPr rtlCol="0" anchor="ctr"/>
              <a:lstStyle/>
              <a:p>
                <a:pPr algn="ctr"/>
              </a:p>
            </p:txBody>
          </p:sp>
          <p:sp>
            <p:nvSpPr>
              <p:cNvPr id="2064" name="Noise cell"/>
              <p:cNvSpPr/>
              <p:nvPr/>
            </p:nvSpPr>
            <p:spPr>
              <a:xfrm>
                <a:off x="10728119" y="7790688"/>
                <a:ext cx="18770" cy="18928"/>
              </a:xfrm>
              <a:prstGeom prst="rect">
                <a:avLst/>
              </a:prstGeom>
              <a:solidFill>
                <a:srgbClr val="929292"/>
              </a:solidFill>
              <a:ln>
                <a:noFill/>
              </a:ln>
              <a:effectLst/>
            </p:spPr>
            <p:txBody>
              <a:bodyPr rtlCol="0" anchor="ctr"/>
              <a:lstStyle/>
              <a:p>
                <a:pPr algn="ctr"/>
              </a:p>
            </p:txBody>
          </p:sp>
          <p:sp>
            <p:nvSpPr>
              <p:cNvPr id="2065" name="Noise cell"/>
              <p:cNvSpPr/>
              <p:nvPr/>
            </p:nvSpPr>
            <p:spPr>
              <a:xfrm>
                <a:off x="10746250" y="7790688"/>
                <a:ext cx="18770" cy="18928"/>
              </a:xfrm>
              <a:prstGeom prst="rect">
                <a:avLst/>
              </a:prstGeom>
              <a:solidFill>
                <a:srgbClr val="A4A4A4"/>
              </a:solidFill>
              <a:ln>
                <a:noFill/>
              </a:ln>
              <a:effectLst/>
            </p:spPr>
            <p:txBody>
              <a:bodyPr rtlCol="0" anchor="ctr"/>
              <a:lstStyle/>
              <a:p>
                <a:pPr algn="ctr"/>
              </a:p>
            </p:txBody>
          </p:sp>
          <p:sp>
            <p:nvSpPr>
              <p:cNvPr id="2066" name="Noise cell"/>
              <p:cNvSpPr/>
              <p:nvPr/>
            </p:nvSpPr>
            <p:spPr>
              <a:xfrm>
                <a:off x="10764380" y="7790688"/>
                <a:ext cx="18770" cy="18928"/>
              </a:xfrm>
              <a:prstGeom prst="rect">
                <a:avLst/>
              </a:prstGeom>
              <a:solidFill>
                <a:srgbClr val="858585"/>
              </a:solidFill>
              <a:ln>
                <a:noFill/>
              </a:ln>
              <a:effectLst/>
            </p:spPr>
            <p:txBody>
              <a:bodyPr rtlCol="0" anchor="ctr"/>
              <a:lstStyle/>
              <a:p>
                <a:pPr algn="ctr"/>
              </a:p>
            </p:txBody>
          </p:sp>
          <p:sp>
            <p:nvSpPr>
              <p:cNvPr id="2067" name="Noise cell"/>
              <p:cNvSpPr/>
              <p:nvPr/>
            </p:nvSpPr>
            <p:spPr>
              <a:xfrm>
                <a:off x="10782510" y="7790688"/>
                <a:ext cx="18770" cy="18928"/>
              </a:xfrm>
              <a:prstGeom prst="rect">
                <a:avLst/>
              </a:prstGeom>
              <a:solidFill>
                <a:srgbClr val="939393"/>
              </a:solidFill>
              <a:ln>
                <a:noFill/>
              </a:ln>
              <a:effectLst/>
            </p:spPr>
            <p:txBody>
              <a:bodyPr rtlCol="0" anchor="ctr"/>
              <a:lstStyle/>
              <a:p>
                <a:pPr algn="ctr"/>
              </a:p>
            </p:txBody>
          </p:sp>
          <p:sp>
            <p:nvSpPr>
              <p:cNvPr id="2068" name="Noise cell"/>
              <p:cNvSpPr/>
              <p:nvPr/>
            </p:nvSpPr>
            <p:spPr>
              <a:xfrm>
                <a:off x="10800641" y="7790688"/>
                <a:ext cx="18770" cy="18928"/>
              </a:xfrm>
              <a:prstGeom prst="rect">
                <a:avLst/>
              </a:prstGeom>
              <a:solidFill>
                <a:srgbClr val="8B8B8B"/>
              </a:solidFill>
              <a:ln>
                <a:noFill/>
              </a:ln>
              <a:effectLst/>
            </p:spPr>
            <p:txBody>
              <a:bodyPr rtlCol="0" anchor="ctr"/>
              <a:lstStyle/>
              <a:p>
                <a:pPr algn="ctr"/>
              </a:p>
            </p:txBody>
          </p:sp>
          <p:sp>
            <p:nvSpPr>
              <p:cNvPr id="2069" name="Noise cell"/>
              <p:cNvSpPr/>
              <p:nvPr/>
            </p:nvSpPr>
            <p:spPr>
              <a:xfrm>
                <a:off x="10818771" y="7790688"/>
                <a:ext cx="18770" cy="18928"/>
              </a:xfrm>
              <a:prstGeom prst="rect">
                <a:avLst/>
              </a:prstGeom>
              <a:solidFill>
                <a:srgbClr val="898989"/>
              </a:solidFill>
              <a:ln>
                <a:noFill/>
              </a:ln>
              <a:effectLst/>
            </p:spPr>
            <p:txBody>
              <a:bodyPr rtlCol="0" anchor="ctr"/>
              <a:lstStyle/>
              <a:p>
                <a:pPr algn="ctr"/>
              </a:p>
            </p:txBody>
          </p:sp>
          <p:sp>
            <p:nvSpPr>
              <p:cNvPr id="2070" name="Noise cell"/>
              <p:cNvSpPr/>
              <p:nvPr/>
            </p:nvSpPr>
            <p:spPr>
              <a:xfrm>
                <a:off x="10836901" y="7790688"/>
                <a:ext cx="18770" cy="18928"/>
              </a:xfrm>
              <a:prstGeom prst="rect">
                <a:avLst/>
              </a:prstGeom>
              <a:solidFill>
                <a:srgbClr val="6F6F6F"/>
              </a:solidFill>
              <a:ln>
                <a:noFill/>
              </a:ln>
              <a:effectLst/>
            </p:spPr>
            <p:txBody>
              <a:bodyPr rtlCol="0" anchor="ctr"/>
              <a:lstStyle/>
              <a:p>
                <a:pPr algn="ctr"/>
              </a:p>
            </p:txBody>
          </p:sp>
          <p:sp>
            <p:nvSpPr>
              <p:cNvPr id="2071" name="Noise cell"/>
              <p:cNvSpPr/>
              <p:nvPr/>
            </p:nvSpPr>
            <p:spPr>
              <a:xfrm>
                <a:off x="10855032" y="7790688"/>
                <a:ext cx="18770" cy="18928"/>
              </a:xfrm>
              <a:prstGeom prst="rect">
                <a:avLst/>
              </a:prstGeom>
              <a:solidFill>
                <a:srgbClr val="929292"/>
              </a:solidFill>
              <a:ln>
                <a:noFill/>
              </a:ln>
              <a:effectLst/>
            </p:spPr>
            <p:txBody>
              <a:bodyPr rtlCol="0" anchor="ctr"/>
              <a:lstStyle/>
              <a:p>
                <a:pPr algn="ctr"/>
              </a:p>
            </p:txBody>
          </p:sp>
          <p:sp>
            <p:nvSpPr>
              <p:cNvPr id="2072" name="Noise cell"/>
              <p:cNvSpPr/>
              <p:nvPr/>
            </p:nvSpPr>
            <p:spPr>
              <a:xfrm>
                <a:off x="10873162" y="7790688"/>
                <a:ext cx="18770" cy="18928"/>
              </a:xfrm>
              <a:prstGeom prst="rect">
                <a:avLst/>
              </a:prstGeom>
              <a:solidFill>
                <a:srgbClr val="929292"/>
              </a:solidFill>
              <a:ln>
                <a:noFill/>
              </a:ln>
              <a:effectLst/>
            </p:spPr>
            <p:txBody>
              <a:bodyPr rtlCol="0" anchor="ctr"/>
              <a:lstStyle/>
              <a:p>
                <a:pPr algn="ctr"/>
              </a:p>
            </p:txBody>
          </p:sp>
          <p:sp>
            <p:nvSpPr>
              <p:cNvPr id="2073" name="Noise cell"/>
              <p:cNvSpPr/>
              <p:nvPr/>
            </p:nvSpPr>
            <p:spPr>
              <a:xfrm>
                <a:off x="10891292" y="7790688"/>
                <a:ext cx="18770" cy="18928"/>
              </a:xfrm>
              <a:prstGeom prst="rect">
                <a:avLst/>
              </a:prstGeom>
              <a:solidFill>
                <a:srgbClr val="929292"/>
              </a:solidFill>
              <a:ln>
                <a:noFill/>
              </a:ln>
              <a:effectLst/>
            </p:spPr>
            <p:txBody>
              <a:bodyPr rtlCol="0" anchor="ctr"/>
              <a:lstStyle/>
              <a:p>
                <a:pPr algn="ctr"/>
              </a:p>
            </p:txBody>
          </p:sp>
          <p:sp>
            <p:nvSpPr>
              <p:cNvPr id="2074" name="Noise cell"/>
              <p:cNvSpPr/>
              <p:nvPr/>
            </p:nvSpPr>
            <p:spPr>
              <a:xfrm>
                <a:off x="10909423" y="7790688"/>
                <a:ext cx="18770" cy="18928"/>
              </a:xfrm>
              <a:prstGeom prst="rect">
                <a:avLst/>
              </a:prstGeom>
              <a:solidFill>
                <a:srgbClr val="7A7A7A"/>
              </a:solidFill>
              <a:ln>
                <a:noFill/>
              </a:ln>
              <a:effectLst/>
            </p:spPr>
            <p:txBody>
              <a:bodyPr rtlCol="0" anchor="ctr"/>
              <a:lstStyle/>
              <a:p>
                <a:pPr algn="ctr"/>
              </a:p>
            </p:txBody>
          </p:sp>
          <p:sp>
            <p:nvSpPr>
              <p:cNvPr id="2075" name="Noise cell"/>
              <p:cNvSpPr/>
              <p:nvPr/>
            </p:nvSpPr>
            <p:spPr>
              <a:xfrm>
                <a:off x="10927553" y="7790688"/>
                <a:ext cx="18770" cy="18928"/>
              </a:xfrm>
              <a:prstGeom prst="rect">
                <a:avLst/>
              </a:prstGeom>
              <a:solidFill>
                <a:srgbClr val="747474"/>
              </a:solidFill>
              <a:ln>
                <a:noFill/>
              </a:ln>
              <a:effectLst/>
            </p:spPr>
            <p:txBody>
              <a:bodyPr rtlCol="0" anchor="ctr"/>
              <a:lstStyle/>
              <a:p>
                <a:pPr algn="ctr"/>
              </a:p>
            </p:txBody>
          </p:sp>
          <p:sp>
            <p:nvSpPr>
              <p:cNvPr id="2076" name="Noise cell"/>
              <p:cNvSpPr/>
              <p:nvPr/>
            </p:nvSpPr>
            <p:spPr>
              <a:xfrm>
                <a:off x="10945683" y="7790688"/>
                <a:ext cx="18770" cy="18928"/>
              </a:xfrm>
              <a:prstGeom prst="rect">
                <a:avLst/>
              </a:prstGeom>
              <a:solidFill>
                <a:srgbClr val="7A7A7A"/>
              </a:solidFill>
              <a:ln>
                <a:noFill/>
              </a:ln>
              <a:effectLst/>
            </p:spPr>
            <p:txBody>
              <a:bodyPr rtlCol="0" anchor="ctr"/>
              <a:lstStyle/>
              <a:p>
                <a:pPr algn="ctr"/>
              </a:p>
            </p:txBody>
          </p:sp>
          <p:sp>
            <p:nvSpPr>
              <p:cNvPr id="2077" name="Noise cell"/>
              <p:cNvSpPr/>
              <p:nvPr/>
            </p:nvSpPr>
            <p:spPr>
              <a:xfrm>
                <a:off x="10963814" y="7790688"/>
                <a:ext cx="18770" cy="18928"/>
              </a:xfrm>
              <a:prstGeom prst="rect">
                <a:avLst/>
              </a:prstGeom>
              <a:solidFill>
                <a:srgbClr val="7A7A7A"/>
              </a:solidFill>
              <a:ln>
                <a:noFill/>
              </a:ln>
              <a:effectLst/>
            </p:spPr>
            <p:txBody>
              <a:bodyPr rtlCol="0" anchor="ctr"/>
              <a:lstStyle/>
              <a:p>
                <a:pPr algn="ctr"/>
              </a:p>
            </p:txBody>
          </p:sp>
          <p:sp>
            <p:nvSpPr>
              <p:cNvPr id="2078" name="Noise cell"/>
              <p:cNvSpPr/>
              <p:nvPr/>
            </p:nvSpPr>
            <p:spPr>
              <a:xfrm>
                <a:off x="9930384" y="7808976"/>
                <a:ext cx="18770" cy="18928"/>
              </a:xfrm>
              <a:prstGeom prst="rect">
                <a:avLst/>
              </a:prstGeom>
              <a:solidFill>
                <a:srgbClr val="828282"/>
              </a:solidFill>
              <a:ln>
                <a:noFill/>
              </a:ln>
              <a:effectLst/>
            </p:spPr>
            <p:txBody>
              <a:bodyPr rtlCol="0" anchor="ctr"/>
              <a:lstStyle/>
              <a:p>
                <a:pPr algn="ctr"/>
              </a:p>
            </p:txBody>
          </p:sp>
          <p:sp>
            <p:nvSpPr>
              <p:cNvPr id="2079" name="Noise cell"/>
              <p:cNvSpPr/>
              <p:nvPr/>
            </p:nvSpPr>
            <p:spPr>
              <a:xfrm>
                <a:off x="9948514" y="7808976"/>
                <a:ext cx="18770" cy="18928"/>
              </a:xfrm>
              <a:prstGeom prst="rect">
                <a:avLst/>
              </a:prstGeom>
              <a:solidFill>
                <a:srgbClr val="9A9A9A"/>
              </a:solidFill>
              <a:ln>
                <a:noFill/>
              </a:ln>
              <a:effectLst/>
            </p:spPr>
            <p:txBody>
              <a:bodyPr rtlCol="0" anchor="ctr"/>
              <a:lstStyle/>
              <a:p>
                <a:pPr algn="ctr"/>
              </a:p>
            </p:txBody>
          </p:sp>
          <p:sp>
            <p:nvSpPr>
              <p:cNvPr id="2080" name="Noise cell"/>
              <p:cNvSpPr/>
              <p:nvPr/>
            </p:nvSpPr>
            <p:spPr>
              <a:xfrm>
                <a:off x="9966645" y="7808976"/>
                <a:ext cx="18770" cy="18928"/>
              </a:xfrm>
              <a:prstGeom prst="rect">
                <a:avLst/>
              </a:prstGeom>
              <a:solidFill>
                <a:srgbClr val="979797"/>
              </a:solidFill>
              <a:ln>
                <a:noFill/>
              </a:ln>
              <a:effectLst/>
            </p:spPr>
            <p:txBody>
              <a:bodyPr rtlCol="0" anchor="ctr"/>
              <a:lstStyle/>
              <a:p>
                <a:pPr algn="ctr"/>
              </a:p>
            </p:txBody>
          </p:sp>
          <p:sp>
            <p:nvSpPr>
              <p:cNvPr id="2081" name="Noise cell"/>
              <p:cNvSpPr/>
              <p:nvPr/>
            </p:nvSpPr>
            <p:spPr>
              <a:xfrm>
                <a:off x="9984775" y="7808976"/>
                <a:ext cx="18770" cy="18928"/>
              </a:xfrm>
              <a:prstGeom prst="rect">
                <a:avLst/>
              </a:prstGeom>
              <a:solidFill>
                <a:srgbClr val="818181"/>
              </a:solidFill>
              <a:ln>
                <a:noFill/>
              </a:ln>
              <a:effectLst/>
            </p:spPr>
            <p:txBody>
              <a:bodyPr rtlCol="0" anchor="ctr"/>
              <a:lstStyle/>
              <a:p>
                <a:pPr algn="ctr"/>
              </a:p>
            </p:txBody>
          </p:sp>
          <p:sp>
            <p:nvSpPr>
              <p:cNvPr id="2082" name="Noise cell"/>
              <p:cNvSpPr/>
              <p:nvPr/>
            </p:nvSpPr>
            <p:spPr>
              <a:xfrm>
                <a:off x="10002905" y="7808976"/>
                <a:ext cx="18770" cy="18928"/>
              </a:xfrm>
              <a:prstGeom prst="rect">
                <a:avLst/>
              </a:prstGeom>
              <a:solidFill>
                <a:srgbClr val="868686"/>
              </a:solidFill>
              <a:ln>
                <a:noFill/>
              </a:ln>
              <a:effectLst/>
            </p:spPr>
            <p:txBody>
              <a:bodyPr rtlCol="0" anchor="ctr"/>
              <a:lstStyle/>
              <a:p>
                <a:pPr algn="ctr"/>
              </a:p>
            </p:txBody>
          </p:sp>
          <p:sp>
            <p:nvSpPr>
              <p:cNvPr id="2083" name="Noise cell"/>
              <p:cNvSpPr/>
              <p:nvPr/>
            </p:nvSpPr>
            <p:spPr>
              <a:xfrm>
                <a:off x="10021036" y="7808976"/>
                <a:ext cx="18770" cy="18928"/>
              </a:xfrm>
              <a:prstGeom prst="rect">
                <a:avLst/>
              </a:prstGeom>
              <a:solidFill>
                <a:srgbClr val="909090"/>
              </a:solidFill>
              <a:ln>
                <a:noFill/>
              </a:ln>
              <a:effectLst/>
            </p:spPr>
            <p:txBody>
              <a:bodyPr rtlCol="0" anchor="ctr"/>
              <a:lstStyle/>
              <a:p>
                <a:pPr algn="ctr"/>
              </a:p>
            </p:txBody>
          </p:sp>
          <p:sp>
            <p:nvSpPr>
              <p:cNvPr id="2084" name="Noise cell"/>
              <p:cNvSpPr/>
              <p:nvPr/>
            </p:nvSpPr>
            <p:spPr>
              <a:xfrm>
                <a:off x="10039166" y="7808976"/>
                <a:ext cx="18770" cy="18928"/>
              </a:xfrm>
              <a:prstGeom prst="rect">
                <a:avLst/>
              </a:prstGeom>
              <a:solidFill>
                <a:srgbClr val="828282"/>
              </a:solidFill>
              <a:ln>
                <a:noFill/>
              </a:ln>
              <a:effectLst/>
            </p:spPr>
            <p:txBody>
              <a:bodyPr rtlCol="0" anchor="ctr"/>
              <a:lstStyle/>
              <a:p>
                <a:pPr algn="ctr"/>
              </a:p>
            </p:txBody>
          </p:sp>
          <p:sp>
            <p:nvSpPr>
              <p:cNvPr id="2085" name="Noise cell"/>
              <p:cNvSpPr/>
              <p:nvPr/>
            </p:nvSpPr>
            <p:spPr>
              <a:xfrm>
                <a:off x="10057296" y="7808976"/>
                <a:ext cx="18770" cy="18928"/>
              </a:xfrm>
              <a:prstGeom prst="rect">
                <a:avLst/>
              </a:prstGeom>
              <a:solidFill>
                <a:srgbClr val="9E9E9E"/>
              </a:solidFill>
              <a:ln>
                <a:noFill/>
              </a:ln>
              <a:effectLst/>
            </p:spPr>
            <p:txBody>
              <a:bodyPr rtlCol="0" anchor="ctr"/>
              <a:lstStyle/>
              <a:p>
                <a:pPr algn="ctr"/>
              </a:p>
            </p:txBody>
          </p:sp>
          <p:sp>
            <p:nvSpPr>
              <p:cNvPr id="2086" name="Noise cell"/>
              <p:cNvSpPr/>
              <p:nvPr/>
            </p:nvSpPr>
            <p:spPr>
              <a:xfrm>
                <a:off x="10075427" y="7808976"/>
                <a:ext cx="18770" cy="18928"/>
              </a:xfrm>
              <a:prstGeom prst="rect">
                <a:avLst/>
              </a:prstGeom>
              <a:solidFill>
                <a:srgbClr val="7C7C7C"/>
              </a:solidFill>
              <a:ln>
                <a:noFill/>
              </a:ln>
              <a:effectLst/>
            </p:spPr>
            <p:txBody>
              <a:bodyPr rtlCol="0" anchor="ctr"/>
              <a:lstStyle/>
              <a:p>
                <a:pPr algn="ctr"/>
              </a:p>
            </p:txBody>
          </p:sp>
          <p:sp>
            <p:nvSpPr>
              <p:cNvPr id="2087" name="Noise cell"/>
              <p:cNvSpPr/>
              <p:nvPr/>
            </p:nvSpPr>
            <p:spPr>
              <a:xfrm>
                <a:off x="10093557" y="7808976"/>
                <a:ext cx="18770" cy="18928"/>
              </a:xfrm>
              <a:prstGeom prst="rect">
                <a:avLst/>
              </a:prstGeom>
              <a:solidFill>
                <a:srgbClr val="767676"/>
              </a:solidFill>
              <a:ln>
                <a:noFill/>
              </a:ln>
              <a:effectLst/>
            </p:spPr>
            <p:txBody>
              <a:bodyPr rtlCol="0" anchor="ctr"/>
              <a:lstStyle/>
              <a:p>
                <a:pPr algn="ctr"/>
              </a:p>
            </p:txBody>
          </p:sp>
          <p:sp>
            <p:nvSpPr>
              <p:cNvPr id="2088" name="Noise cell"/>
              <p:cNvSpPr/>
              <p:nvPr/>
            </p:nvSpPr>
            <p:spPr>
              <a:xfrm>
                <a:off x="10111687" y="7808976"/>
                <a:ext cx="18770" cy="18928"/>
              </a:xfrm>
              <a:prstGeom prst="rect">
                <a:avLst/>
              </a:prstGeom>
              <a:solidFill>
                <a:srgbClr val="808080"/>
              </a:solidFill>
              <a:ln>
                <a:noFill/>
              </a:ln>
              <a:effectLst/>
            </p:spPr>
            <p:txBody>
              <a:bodyPr rtlCol="0" anchor="ctr"/>
              <a:lstStyle/>
              <a:p>
                <a:pPr algn="ctr"/>
              </a:p>
            </p:txBody>
          </p:sp>
          <p:sp>
            <p:nvSpPr>
              <p:cNvPr id="2089" name="Noise cell"/>
              <p:cNvSpPr/>
              <p:nvPr/>
            </p:nvSpPr>
            <p:spPr>
              <a:xfrm>
                <a:off x="10129818" y="7808976"/>
                <a:ext cx="18770" cy="18928"/>
              </a:xfrm>
              <a:prstGeom prst="rect">
                <a:avLst/>
              </a:prstGeom>
              <a:solidFill>
                <a:srgbClr val="757575"/>
              </a:solidFill>
              <a:ln>
                <a:noFill/>
              </a:ln>
              <a:effectLst/>
            </p:spPr>
            <p:txBody>
              <a:bodyPr rtlCol="0" anchor="ctr"/>
              <a:lstStyle/>
              <a:p>
                <a:pPr algn="ctr"/>
              </a:p>
            </p:txBody>
          </p:sp>
          <p:sp>
            <p:nvSpPr>
              <p:cNvPr id="2090" name="Noise cell"/>
              <p:cNvSpPr/>
              <p:nvPr/>
            </p:nvSpPr>
            <p:spPr>
              <a:xfrm>
                <a:off x="10147948" y="7808976"/>
                <a:ext cx="18770" cy="18928"/>
              </a:xfrm>
              <a:prstGeom prst="rect">
                <a:avLst/>
              </a:prstGeom>
              <a:solidFill>
                <a:srgbClr val="959595"/>
              </a:solidFill>
              <a:ln>
                <a:noFill/>
              </a:ln>
              <a:effectLst/>
            </p:spPr>
            <p:txBody>
              <a:bodyPr rtlCol="0" anchor="ctr"/>
              <a:lstStyle/>
              <a:p>
                <a:pPr algn="ctr"/>
              </a:p>
            </p:txBody>
          </p:sp>
          <p:sp>
            <p:nvSpPr>
              <p:cNvPr id="2091" name="Noise cell"/>
              <p:cNvSpPr/>
              <p:nvPr/>
            </p:nvSpPr>
            <p:spPr>
              <a:xfrm>
                <a:off x="10166078" y="7808976"/>
                <a:ext cx="18770" cy="18928"/>
              </a:xfrm>
              <a:prstGeom prst="rect">
                <a:avLst/>
              </a:prstGeom>
              <a:solidFill>
                <a:srgbClr val="7F7F7F"/>
              </a:solidFill>
              <a:ln>
                <a:noFill/>
              </a:ln>
              <a:effectLst/>
            </p:spPr>
            <p:txBody>
              <a:bodyPr rtlCol="0" anchor="ctr"/>
              <a:lstStyle/>
              <a:p>
                <a:pPr algn="ctr"/>
              </a:p>
            </p:txBody>
          </p:sp>
          <p:sp>
            <p:nvSpPr>
              <p:cNvPr id="2092" name="Noise cell"/>
              <p:cNvSpPr/>
              <p:nvPr/>
            </p:nvSpPr>
            <p:spPr>
              <a:xfrm>
                <a:off x="10184209" y="7808976"/>
                <a:ext cx="18770" cy="18928"/>
              </a:xfrm>
              <a:prstGeom prst="rect">
                <a:avLst/>
              </a:prstGeom>
              <a:solidFill>
                <a:srgbClr val="636363"/>
              </a:solidFill>
              <a:ln>
                <a:noFill/>
              </a:ln>
              <a:effectLst/>
            </p:spPr>
            <p:txBody>
              <a:bodyPr rtlCol="0" anchor="ctr"/>
              <a:lstStyle/>
              <a:p>
                <a:pPr algn="ctr"/>
              </a:p>
            </p:txBody>
          </p:sp>
          <p:sp>
            <p:nvSpPr>
              <p:cNvPr id="2093" name="Noise cell"/>
              <p:cNvSpPr/>
              <p:nvPr/>
            </p:nvSpPr>
            <p:spPr>
              <a:xfrm>
                <a:off x="10202339" y="7808976"/>
                <a:ext cx="18770" cy="18928"/>
              </a:xfrm>
              <a:prstGeom prst="rect">
                <a:avLst/>
              </a:prstGeom>
              <a:solidFill>
                <a:srgbClr val="737373"/>
              </a:solidFill>
              <a:ln>
                <a:noFill/>
              </a:ln>
              <a:effectLst/>
            </p:spPr>
            <p:txBody>
              <a:bodyPr rtlCol="0" anchor="ctr"/>
              <a:lstStyle/>
              <a:p>
                <a:pPr algn="ctr"/>
              </a:p>
            </p:txBody>
          </p:sp>
          <p:sp>
            <p:nvSpPr>
              <p:cNvPr id="2094" name="Noise cell"/>
              <p:cNvSpPr/>
              <p:nvPr/>
            </p:nvSpPr>
            <p:spPr>
              <a:xfrm>
                <a:off x="10220470" y="7808976"/>
                <a:ext cx="18770" cy="18928"/>
              </a:xfrm>
              <a:prstGeom prst="rect">
                <a:avLst/>
              </a:prstGeom>
              <a:solidFill>
                <a:srgbClr val="7F7F7F"/>
              </a:solidFill>
              <a:ln>
                <a:noFill/>
              </a:ln>
              <a:effectLst/>
            </p:spPr>
            <p:txBody>
              <a:bodyPr rtlCol="0" anchor="ctr"/>
              <a:lstStyle/>
              <a:p>
                <a:pPr algn="ctr"/>
              </a:p>
            </p:txBody>
          </p:sp>
          <p:sp>
            <p:nvSpPr>
              <p:cNvPr id="2095" name="Noise cell"/>
              <p:cNvSpPr/>
              <p:nvPr/>
            </p:nvSpPr>
            <p:spPr>
              <a:xfrm>
                <a:off x="10238600" y="7808976"/>
                <a:ext cx="18770" cy="18928"/>
              </a:xfrm>
              <a:prstGeom prst="rect">
                <a:avLst/>
              </a:prstGeom>
              <a:solidFill>
                <a:srgbClr val="7F7F7F"/>
              </a:solidFill>
              <a:ln>
                <a:noFill/>
              </a:ln>
              <a:effectLst/>
            </p:spPr>
            <p:txBody>
              <a:bodyPr rtlCol="0" anchor="ctr"/>
              <a:lstStyle/>
              <a:p>
                <a:pPr algn="ctr"/>
              </a:p>
            </p:txBody>
          </p:sp>
          <p:sp>
            <p:nvSpPr>
              <p:cNvPr id="2096" name="Noise cell"/>
              <p:cNvSpPr/>
              <p:nvPr/>
            </p:nvSpPr>
            <p:spPr>
              <a:xfrm>
                <a:off x="10256730" y="7808976"/>
                <a:ext cx="18770" cy="18928"/>
              </a:xfrm>
              <a:prstGeom prst="rect">
                <a:avLst/>
              </a:prstGeom>
              <a:solidFill>
                <a:srgbClr val="818181"/>
              </a:solidFill>
              <a:ln>
                <a:noFill/>
              </a:ln>
              <a:effectLst/>
            </p:spPr>
            <p:txBody>
              <a:bodyPr rtlCol="0" anchor="ctr"/>
              <a:lstStyle/>
              <a:p>
                <a:pPr algn="ctr"/>
              </a:p>
            </p:txBody>
          </p:sp>
          <p:sp>
            <p:nvSpPr>
              <p:cNvPr id="2097" name="Noise cell"/>
              <p:cNvSpPr/>
              <p:nvPr/>
            </p:nvSpPr>
            <p:spPr>
              <a:xfrm>
                <a:off x="10274861" y="7808976"/>
                <a:ext cx="18770" cy="18928"/>
              </a:xfrm>
              <a:prstGeom prst="rect">
                <a:avLst/>
              </a:prstGeom>
              <a:solidFill>
                <a:srgbClr val="919191"/>
              </a:solidFill>
              <a:ln>
                <a:noFill/>
              </a:ln>
              <a:effectLst/>
            </p:spPr>
            <p:txBody>
              <a:bodyPr rtlCol="0" anchor="ctr"/>
              <a:lstStyle/>
              <a:p>
                <a:pPr algn="ctr"/>
              </a:p>
            </p:txBody>
          </p:sp>
          <p:sp>
            <p:nvSpPr>
              <p:cNvPr id="2098" name="Noise cell"/>
              <p:cNvSpPr/>
              <p:nvPr/>
            </p:nvSpPr>
            <p:spPr>
              <a:xfrm>
                <a:off x="10292991" y="7808976"/>
                <a:ext cx="18770" cy="18928"/>
              </a:xfrm>
              <a:prstGeom prst="rect">
                <a:avLst/>
              </a:prstGeom>
              <a:solidFill>
                <a:srgbClr val="6A6A6A"/>
              </a:solidFill>
              <a:ln>
                <a:noFill/>
              </a:ln>
              <a:effectLst/>
            </p:spPr>
            <p:txBody>
              <a:bodyPr rtlCol="0" anchor="ctr"/>
              <a:lstStyle/>
              <a:p>
                <a:pPr algn="ctr"/>
              </a:p>
            </p:txBody>
          </p:sp>
          <p:sp>
            <p:nvSpPr>
              <p:cNvPr id="2099" name="Noise cell"/>
              <p:cNvSpPr/>
              <p:nvPr/>
            </p:nvSpPr>
            <p:spPr>
              <a:xfrm>
                <a:off x="10311121" y="7808976"/>
                <a:ext cx="18770" cy="18928"/>
              </a:xfrm>
              <a:prstGeom prst="rect">
                <a:avLst/>
              </a:prstGeom>
              <a:solidFill>
                <a:srgbClr val="909090"/>
              </a:solidFill>
              <a:ln>
                <a:noFill/>
              </a:ln>
              <a:effectLst/>
            </p:spPr>
            <p:txBody>
              <a:bodyPr rtlCol="0" anchor="ctr"/>
              <a:lstStyle/>
              <a:p>
                <a:pPr algn="ctr"/>
              </a:p>
            </p:txBody>
          </p:sp>
          <p:sp>
            <p:nvSpPr>
              <p:cNvPr id="2100" name="Noise cell"/>
              <p:cNvSpPr/>
              <p:nvPr/>
            </p:nvSpPr>
            <p:spPr>
              <a:xfrm>
                <a:off x="10329252" y="7808976"/>
                <a:ext cx="18770" cy="18928"/>
              </a:xfrm>
              <a:prstGeom prst="rect">
                <a:avLst/>
              </a:prstGeom>
              <a:solidFill>
                <a:srgbClr val="6F6F6F"/>
              </a:solidFill>
              <a:ln>
                <a:noFill/>
              </a:ln>
              <a:effectLst/>
            </p:spPr>
            <p:txBody>
              <a:bodyPr rtlCol="0" anchor="ctr"/>
              <a:lstStyle/>
              <a:p>
                <a:pPr algn="ctr"/>
              </a:p>
            </p:txBody>
          </p:sp>
          <p:sp>
            <p:nvSpPr>
              <p:cNvPr id="2101" name="Noise cell"/>
              <p:cNvSpPr/>
              <p:nvPr/>
            </p:nvSpPr>
            <p:spPr>
              <a:xfrm>
                <a:off x="10347382" y="7808976"/>
                <a:ext cx="18770" cy="18928"/>
              </a:xfrm>
              <a:prstGeom prst="rect">
                <a:avLst/>
              </a:prstGeom>
              <a:solidFill>
                <a:srgbClr val="6D6D6D"/>
              </a:solidFill>
              <a:ln>
                <a:noFill/>
              </a:ln>
              <a:effectLst/>
            </p:spPr>
            <p:txBody>
              <a:bodyPr rtlCol="0" anchor="ctr"/>
              <a:lstStyle/>
              <a:p>
                <a:pPr algn="ctr"/>
              </a:p>
            </p:txBody>
          </p:sp>
          <p:sp>
            <p:nvSpPr>
              <p:cNvPr id="2102" name="Noise cell"/>
              <p:cNvSpPr/>
              <p:nvPr/>
            </p:nvSpPr>
            <p:spPr>
              <a:xfrm>
                <a:off x="10365512" y="7808976"/>
                <a:ext cx="18770" cy="18928"/>
              </a:xfrm>
              <a:prstGeom prst="rect">
                <a:avLst/>
              </a:prstGeom>
              <a:solidFill>
                <a:srgbClr val="838383"/>
              </a:solidFill>
              <a:ln>
                <a:noFill/>
              </a:ln>
              <a:effectLst/>
            </p:spPr>
            <p:txBody>
              <a:bodyPr rtlCol="0" anchor="ctr"/>
              <a:lstStyle/>
              <a:p>
                <a:pPr algn="ctr"/>
              </a:p>
            </p:txBody>
          </p:sp>
          <p:sp>
            <p:nvSpPr>
              <p:cNvPr id="2103" name="Noise cell"/>
              <p:cNvSpPr/>
              <p:nvPr/>
            </p:nvSpPr>
            <p:spPr>
              <a:xfrm>
                <a:off x="10383643" y="7808976"/>
                <a:ext cx="18770" cy="18928"/>
              </a:xfrm>
              <a:prstGeom prst="rect">
                <a:avLst/>
              </a:prstGeom>
              <a:solidFill>
                <a:srgbClr val="8F8F8F"/>
              </a:solidFill>
              <a:ln>
                <a:noFill/>
              </a:ln>
              <a:effectLst/>
            </p:spPr>
            <p:txBody>
              <a:bodyPr rtlCol="0" anchor="ctr"/>
              <a:lstStyle/>
              <a:p>
                <a:pPr algn="ctr"/>
              </a:p>
            </p:txBody>
          </p:sp>
          <p:sp>
            <p:nvSpPr>
              <p:cNvPr id="2104" name="Noise cell"/>
              <p:cNvSpPr/>
              <p:nvPr/>
            </p:nvSpPr>
            <p:spPr>
              <a:xfrm>
                <a:off x="10401773" y="7808976"/>
                <a:ext cx="18770" cy="18928"/>
              </a:xfrm>
              <a:prstGeom prst="rect">
                <a:avLst/>
              </a:prstGeom>
              <a:solidFill>
                <a:srgbClr val="8C8C8C"/>
              </a:solidFill>
              <a:ln>
                <a:noFill/>
              </a:ln>
              <a:effectLst/>
            </p:spPr>
            <p:txBody>
              <a:bodyPr rtlCol="0" anchor="ctr"/>
              <a:lstStyle/>
              <a:p>
                <a:pPr algn="ctr"/>
              </a:p>
            </p:txBody>
          </p:sp>
          <p:sp>
            <p:nvSpPr>
              <p:cNvPr id="2105" name="Noise cell"/>
              <p:cNvSpPr/>
              <p:nvPr/>
            </p:nvSpPr>
            <p:spPr>
              <a:xfrm>
                <a:off x="10419903" y="7808976"/>
                <a:ext cx="18770" cy="18928"/>
              </a:xfrm>
              <a:prstGeom prst="rect">
                <a:avLst/>
              </a:prstGeom>
              <a:solidFill>
                <a:srgbClr val="727272"/>
              </a:solidFill>
              <a:ln>
                <a:noFill/>
              </a:ln>
              <a:effectLst/>
            </p:spPr>
            <p:txBody>
              <a:bodyPr rtlCol="0" anchor="ctr"/>
              <a:lstStyle/>
              <a:p>
                <a:pPr algn="ctr"/>
              </a:p>
            </p:txBody>
          </p:sp>
          <p:sp>
            <p:nvSpPr>
              <p:cNvPr id="2106" name="Noise cell"/>
              <p:cNvSpPr/>
              <p:nvPr/>
            </p:nvSpPr>
            <p:spPr>
              <a:xfrm>
                <a:off x="10438034" y="7808976"/>
                <a:ext cx="18770" cy="18928"/>
              </a:xfrm>
              <a:prstGeom prst="rect">
                <a:avLst/>
              </a:prstGeom>
              <a:solidFill>
                <a:srgbClr val="7C7C7C"/>
              </a:solidFill>
              <a:ln>
                <a:noFill/>
              </a:ln>
              <a:effectLst/>
            </p:spPr>
            <p:txBody>
              <a:bodyPr rtlCol="0" anchor="ctr"/>
              <a:lstStyle/>
              <a:p>
                <a:pPr algn="ctr"/>
              </a:p>
            </p:txBody>
          </p:sp>
          <p:sp>
            <p:nvSpPr>
              <p:cNvPr id="2107" name="Noise cell"/>
              <p:cNvSpPr/>
              <p:nvPr/>
            </p:nvSpPr>
            <p:spPr>
              <a:xfrm>
                <a:off x="10456164" y="7808976"/>
                <a:ext cx="18770" cy="18928"/>
              </a:xfrm>
              <a:prstGeom prst="rect">
                <a:avLst/>
              </a:prstGeom>
              <a:solidFill>
                <a:srgbClr val="929292"/>
              </a:solidFill>
              <a:ln>
                <a:noFill/>
              </a:ln>
              <a:effectLst/>
            </p:spPr>
            <p:txBody>
              <a:bodyPr rtlCol="0" anchor="ctr"/>
              <a:lstStyle/>
              <a:p>
                <a:pPr algn="ctr"/>
              </a:p>
            </p:txBody>
          </p:sp>
          <p:sp>
            <p:nvSpPr>
              <p:cNvPr id="2108" name="Noise cell"/>
              <p:cNvSpPr/>
              <p:nvPr/>
            </p:nvSpPr>
            <p:spPr>
              <a:xfrm>
                <a:off x="10474294" y="7808976"/>
                <a:ext cx="18770" cy="18928"/>
              </a:xfrm>
              <a:prstGeom prst="rect">
                <a:avLst/>
              </a:prstGeom>
              <a:solidFill>
                <a:srgbClr val="818181"/>
              </a:solidFill>
              <a:ln>
                <a:noFill/>
              </a:ln>
              <a:effectLst/>
            </p:spPr>
            <p:txBody>
              <a:bodyPr rtlCol="0" anchor="ctr"/>
              <a:lstStyle/>
              <a:p>
                <a:pPr algn="ctr"/>
              </a:p>
            </p:txBody>
          </p:sp>
          <p:sp>
            <p:nvSpPr>
              <p:cNvPr id="2109" name="Noise cell"/>
              <p:cNvSpPr/>
              <p:nvPr/>
            </p:nvSpPr>
            <p:spPr>
              <a:xfrm>
                <a:off x="10492425" y="7808976"/>
                <a:ext cx="18770" cy="18928"/>
              </a:xfrm>
              <a:prstGeom prst="rect">
                <a:avLst/>
              </a:prstGeom>
              <a:solidFill>
                <a:srgbClr val="8F8F8F"/>
              </a:solidFill>
              <a:ln>
                <a:noFill/>
              </a:ln>
              <a:effectLst/>
            </p:spPr>
            <p:txBody>
              <a:bodyPr rtlCol="0" anchor="ctr"/>
              <a:lstStyle/>
              <a:p>
                <a:pPr algn="ctr"/>
              </a:p>
            </p:txBody>
          </p:sp>
          <p:sp>
            <p:nvSpPr>
              <p:cNvPr id="2110" name="Noise cell"/>
              <p:cNvSpPr/>
              <p:nvPr/>
            </p:nvSpPr>
            <p:spPr>
              <a:xfrm>
                <a:off x="10510555" y="7808976"/>
                <a:ext cx="18770" cy="18928"/>
              </a:xfrm>
              <a:prstGeom prst="rect">
                <a:avLst/>
              </a:prstGeom>
              <a:solidFill>
                <a:srgbClr val="7A7A7A"/>
              </a:solidFill>
              <a:ln>
                <a:noFill/>
              </a:ln>
              <a:effectLst/>
            </p:spPr>
            <p:txBody>
              <a:bodyPr rtlCol="0" anchor="ctr"/>
              <a:lstStyle/>
              <a:p>
                <a:pPr algn="ctr"/>
              </a:p>
            </p:txBody>
          </p:sp>
          <p:sp>
            <p:nvSpPr>
              <p:cNvPr id="2111" name="Noise cell"/>
              <p:cNvSpPr/>
              <p:nvPr/>
            </p:nvSpPr>
            <p:spPr>
              <a:xfrm>
                <a:off x="10528685" y="7808976"/>
                <a:ext cx="18770" cy="18928"/>
              </a:xfrm>
              <a:prstGeom prst="rect">
                <a:avLst/>
              </a:prstGeom>
              <a:solidFill>
                <a:srgbClr val="A3A3A3"/>
              </a:solidFill>
              <a:ln>
                <a:noFill/>
              </a:ln>
              <a:effectLst/>
            </p:spPr>
            <p:txBody>
              <a:bodyPr rtlCol="0" anchor="ctr"/>
              <a:lstStyle/>
              <a:p>
                <a:pPr algn="ctr"/>
              </a:p>
            </p:txBody>
          </p:sp>
          <p:sp>
            <p:nvSpPr>
              <p:cNvPr id="2112" name="Noise cell"/>
              <p:cNvSpPr/>
              <p:nvPr/>
            </p:nvSpPr>
            <p:spPr>
              <a:xfrm>
                <a:off x="10546816" y="7808976"/>
                <a:ext cx="18770" cy="18928"/>
              </a:xfrm>
              <a:prstGeom prst="rect">
                <a:avLst/>
              </a:prstGeom>
              <a:solidFill>
                <a:srgbClr val="787878"/>
              </a:solidFill>
              <a:ln>
                <a:noFill/>
              </a:ln>
              <a:effectLst/>
            </p:spPr>
            <p:txBody>
              <a:bodyPr rtlCol="0" anchor="ctr"/>
              <a:lstStyle/>
              <a:p>
                <a:pPr algn="ctr"/>
              </a:p>
            </p:txBody>
          </p:sp>
          <p:sp>
            <p:nvSpPr>
              <p:cNvPr id="2113" name="Noise cell"/>
              <p:cNvSpPr/>
              <p:nvPr/>
            </p:nvSpPr>
            <p:spPr>
              <a:xfrm>
                <a:off x="10564946" y="7808976"/>
                <a:ext cx="18770" cy="18928"/>
              </a:xfrm>
              <a:prstGeom prst="rect">
                <a:avLst/>
              </a:prstGeom>
              <a:solidFill>
                <a:srgbClr val="7E7E7E"/>
              </a:solidFill>
              <a:ln>
                <a:noFill/>
              </a:ln>
              <a:effectLst/>
            </p:spPr>
            <p:txBody>
              <a:bodyPr rtlCol="0" anchor="ctr"/>
              <a:lstStyle/>
              <a:p>
                <a:pPr algn="ctr"/>
              </a:p>
            </p:txBody>
          </p:sp>
          <p:sp>
            <p:nvSpPr>
              <p:cNvPr id="2114" name="Noise cell"/>
              <p:cNvSpPr/>
              <p:nvPr/>
            </p:nvSpPr>
            <p:spPr>
              <a:xfrm>
                <a:off x="10583076" y="7808976"/>
                <a:ext cx="18770" cy="18928"/>
              </a:xfrm>
              <a:prstGeom prst="rect">
                <a:avLst/>
              </a:prstGeom>
              <a:solidFill>
                <a:srgbClr val="858585"/>
              </a:solidFill>
              <a:ln>
                <a:noFill/>
              </a:ln>
              <a:effectLst/>
            </p:spPr>
            <p:txBody>
              <a:bodyPr rtlCol="0" anchor="ctr"/>
              <a:lstStyle/>
              <a:p>
                <a:pPr algn="ctr"/>
              </a:p>
            </p:txBody>
          </p:sp>
          <p:sp>
            <p:nvSpPr>
              <p:cNvPr id="2115" name="Noise cell"/>
              <p:cNvSpPr/>
              <p:nvPr/>
            </p:nvSpPr>
            <p:spPr>
              <a:xfrm>
                <a:off x="10601207" y="7808976"/>
                <a:ext cx="18770" cy="18928"/>
              </a:xfrm>
              <a:prstGeom prst="rect">
                <a:avLst/>
              </a:prstGeom>
              <a:solidFill>
                <a:srgbClr val="979797"/>
              </a:solidFill>
              <a:ln>
                <a:noFill/>
              </a:ln>
              <a:effectLst/>
            </p:spPr>
            <p:txBody>
              <a:bodyPr rtlCol="0" anchor="ctr"/>
              <a:lstStyle/>
              <a:p>
                <a:pPr algn="ctr"/>
              </a:p>
            </p:txBody>
          </p:sp>
          <p:sp>
            <p:nvSpPr>
              <p:cNvPr id="2116" name="Noise cell"/>
              <p:cNvSpPr/>
              <p:nvPr/>
            </p:nvSpPr>
            <p:spPr>
              <a:xfrm>
                <a:off x="10619337" y="7808976"/>
                <a:ext cx="18770" cy="18928"/>
              </a:xfrm>
              <a:prstGeom prst="rect">
                <a:avLst/>
              </a:prstGeom>
              <a:solidFill>
                <a:srgbClr val="909090"/>
              </a:solidFill>
              <a:ln>
                <a:noFill/>
              </a:ln>
              <a:effectLst/>
            </p:spPr>
            <p:txBody>
              <a:bodyPr rtlCol="0" anchor="ctr"/>
              <a:lstStyle/>
              <a:p>
                <a:pPr algn="ctr"/>
              </a:p>
            </p:txBody>
          </p:sp>
          <p:sp>
            <p:nvSpPr>
              <p:cNvPr id="2117" name="Noise cell"/>
              <p:cNvSpPr/>
              <p:nvPr/>
            </p:nvSpPr>
            <p:spPr>
              <a:xfrm>
                <a:off x="10637467" y="7808976"/>
                <a:ext cx="18770" cy="18928"/>
              </a:xfrm>
              <a:prstGeom prst="rect">
                <a:avLst/>
              </a:prstGeom>
              <a:solidFill>
                <a:srgbClr val="959595"/>
              </a:solidFill>
              <a:ln>
                <a:noFill/>
              </a:ln>
              <a:effectLst/>
            </p:spPr>
            <p:txBody>
              <a:bodyPr rtlCol="0" anchor="ctr"/>
              <a:lstStyle/>
              <a:p>
                <a:pPr algn="ctr"/>
              </a:p>
            </p:txBody>
          </p:sp>
          <p:sp>
            <p:nvSpPr>
              <p:cNvPr id="2118" name="Noise cell"/>
              <p:cNvSpPr/>
              <p:nvPr/>
            </p:nvSpPr>
            <p:spPr>
              <a:xfrm>
                <a:off x="10655598" y="7808976"/>
                <a:ext cx="18770" cy="18928"/>
              </a:xfrm>
              <a:prstGeom prst="rect">
                <a:avLst/>
              </a:prstGeom>
              <a:solidFill>
                <a:srgbClr val="8A8A8A"/>
              </a:solidFill>
              <a:ln>
                <a:noFill/>
              </a:ln>
              <a:effectLst/>
            </p:spPr>
            <p:txBody>
              <a:bodyPr rtlCol="0" anchor="ctr"/>
              <a:lstStyle/>
              <a:p>
                <a:pPr algn="ctr"/>
              </a:p>
            </p:txBody>
          </p:sp>
          <p:sp>
            <p:nvSpPr>
              <p:cNvPr id="2119" name="Noise cell"/>
              <p:cNvSpPr/>
              <p:nvPr/>
            </p:nvSpPr>
            <p:spPr>
              <a:xfrm>
                <a:off x="10673728" y="7808976"/>
                <a:ext cx="18770" cy="18928"/>
              </a:xfrm>
              <a:prstGeom prst="rect">
                <a:avLst/>
              </a:prstGeom>
              <a:solidFill>
                <a:srgbClr val="868686"/>
              </a:solidFill>
              <a:ln>
                <a:noFill/>
              </a:ln>
              <a:effectLst/>
            </p:spPr>
            <p:txBody>
              <a:bodyPr rtlCol="0" anchor="ctr"/>
              <a:lstStyle/>
              <a:p>
                <a:pPr algn="ctr"/>
              </a:p>
            </p:txBody>
          </p:sp>
          <p:sp>
            <p:nvSpPr>
              <p:cNvPr id="2120" name="Noise cell"/>
              <p:cNvSpPr/>
              <p:nvPr/>
            </p:nvSpPr>
            <p:spPr>
              <a:xfrm>
                <a:off x="10691858" y="7808976"/>
                <a:ext cx="18770" cy="18928"/>
              </a:xfrm>
              <a:prstGeom prst="rect">
                <a:avLst/>
              </a:prstGeom>
              <a:solidFill>
                <a:srgbClr val="707070"/>
              </a:solidFill>
              <a:ln>
                <a:noFill/>
              </a:ln>
              <a:effectLst/>
            </p:spPr>
            <p:txBody>
              <a:bodyPr rtlCol="0" anchor="ctr"/>
              <a:lstStyle/>
              <a:p>
                <a:pPr algn="ctr"/>
              </a:p>
            </p:txBody>
          </p:sp>
          <p:sp>
            <p:nvSpPr>
              <p:cNvPr id="2121" name="Noise cell"/>
              <p:cNvSpPr/>
              <p:nvPr/>
            </p:nvSpPr>
            <p:spPr>
              <a:xfrm>
                <a:off x="10709989" y="7808976"/>
                <a:ext cx="18770" cy="18928"/>
              </a:xfrm>
              <a:prstGeom prst="rect">
                <a:avLst/>
              </a:prstGeom>
              <a:solidFill>
                <a:srgbClr val="767676"/>
              </a:solidFill>
              <a:ln>
                <a:noFill/>
              </a:ln>
              <a:effectLst/>
            </p:spPr>
            <p:txBody>
              <a:bodyPr rtlCol="0" anchor="ctr"/>
              <a:lstStyle/>
              <a:p>
                <a:pPr algn="ctr"/>
              </a:p>
            </p:txBody>
          </p:sp>
          <p:sp>
            <p:nvSpPr>
              <p:cNvPr id="2122" name="Noise cell"/>
              <p:cNvSpPr/>
              <p:nvPr/>
            </p:nvSpPr>
            <p:spPr>
              <a:xfrm>
                <a:off x="10728119" y="7808976"/>
                <a:ext cx="18770" cy="18928"/>
              </a:xfrm>
              <a:prstGeom prst="rect">
                <a:avLst/>
              </a:prstGeom>
              <a:solidFill>
                <a:srgbClr val="969696"/>
              </a:solidFill>
              <a:ln>
                <a:noFill/>
              </a:ln>
              <a:effectLst/>
            </p:spPr>
            <p:txBody>
              <a:bodyPr rtlCol="0" anchor="ctr"/>
              <a:lstStyle/>
              <a:p>
                <a:pPr algn="ctr"/>
              </a:p>
            </p:txBody>
          </p:sp>
          <p:sp>
            <p:nvSpPr>
              <p:cNvPr id="2123" name="Noise cell"/>
              <p:cNvSpPr/>
              <p:nvPr/>
            </p:nvSpPr>
            <p:spPr>
              <a:xfrm>
                <a:off x="10746250" y="7808976"/>
                <a:ext cx="18770" cy="18928"/>
              </a:xfrm>
              <a:prstGeom prst="rect">
                <a:avLst/>
              </a:prstGeom>
              <a:solidFill>
                <a:srgbClr val="878787"/>
              </a:solidFill>
              <a:ln>
                <a:noFill/>
              </a:ln>
              <a:effectLst/>
            </p:spPr>
            <p:txBody>
              <a:bodyPr rtlCol="0" anchor="ctr"/>
              <a:lstStyle/>
              <a:p>
                <a:pPr algn="ctr"/>
              </a:p>
            </p:txBody>
          </p:sp>
          <p:sp>
            <p:nvSpPr>
              <p:cNvPr id="2124" name="Noise cell"/>
              <p:cNvSpPr/>
              <p:nvPr/>
            </p:nvSpPr>
            <p:spPr>
              <a:xfrm>
                <a:off x="10764380" y="7808976"/>
                <a:ext cx="18770" cy="18928"/>
              </a:xfrm>
              <a:prstGeom prst="rect">
                <a:avLst/>
              </a:prstGeom>
              <a:solidFill>
                <a:srgbClr val="7D7D7D"/>
              </a:solidFill>
              <a:ln>
                <a:noFill/>
              </a:ln>
              <a:effectLst/>
            </p:spPr>
            <p:txBody>
              <a:bodyPr rtlCol="0" anchor="ctr"/>
              <a:lstStyle/>
              <a:p>
                <a:pPr algn="ctr"/>
              </a:p>
            </p:txBody>
          </p:sp>
          <p:sp>
            <p:nvSpPr>
              <p:cNvPr id="2125" name="Noise cell"/>
              <p:cNvSpPr/>
              <p:nvPr/>
            </p:nvSpPr>
            <p:spPr>
              <a:xfrm>
                <a:off x="10782510" y="7808976"/>
                <a:ext cx="18770" cy="18928"/>
              </a:xfrm>
              <a:prstGeom prst="rect">
                <a:avLst/>
              </a:prstGeom>
              <a:solidFill>
                <a:srgbClr val="808080"/>
              </a:solidFill>
              <a:ln>
                <a:noFill/>
              </a:ln>
              <a:effectLst/>
            </p:spPr>
            <p:txBody>
              <a:bodyPr rtlCol="0" anchor="ctr"/>
              <a:lstStyle/>
              <a:p>
                <a:pPr algn="ctr"/>
              </a:p>
            </p:txBody>
          </p:sp>
          <p:sp>
            <p:nvSpPr>
              <p:cNvPr id="2126" name="Noise cell"/>
              <p:cNvSpPr/>
              <p:nvPr/>
            </p:nvSpPr>
            <p:spPr>
              <a:xfrm>
                <a:off x="10800641" y="7808976"/>
                <a:ext cx="18770" cy="18928"/>
              </a:xfrm>
              <a:prstGeom prst="rect">
                <a:avLst/>
              </a:prstGeom>
              <a:solidFill>
                <a:srgbClr val="727272"/>
              </a:solidFill>
              <a:ln>
                <a:noFill/>
              </a:ln>
              <a:effectLst/>
            </p:spPr>
            <p:txBody>
              <a:bodyPr rtlCol="0" anchor="ctr"/>
              <a:lstStyle/>
              <a:p>
                <a:pPr algn="ctr"/>
              </a:p>
            </p:txBody>
          </p:sp>
          <p:sp>
            <p:nvSpPr>
              <p:cNvPr id="2127" name="Noise cell"/>
              <p:cNvSpPr/>
              <p:nvPr/>
            </p:nvSpPr>
            <p:spPr>
              <a:xfrm>
                <a:off x="10818771" y="7808976"/>
                <a:ext cx="18770" cy="18928"/>
              </a:xfrm>
              <a:prstGeom prst="rect">
                <a:avLst/>
              </a:prstGeom>
              <a:solidFill>
                <a:srgbClr val="7D7D7D"/>
              </a:solidFill>
              <a:ln>
                <a:noFill/>
              </a:ln>
              <a:effectLst/>
            </p:spPr>
            <p:txBody>
              <a:bodyPr rtlCol="0" anchor="ctr"/>
              <a:lstStyle/>
              <a:p>
                <a:pPr algn="ctr"/>
              </a:p>
            </p:txBody>
          </p:sp>
          <p:sp>
            <p:nvSpPr>
              <p:cNvPr id="2128" name="Noise cell"/>
              <p:cNvSpPr/>
              <p:nvPr/>
            </p:nvSpPr>
            <p:spPr>
              <a:xfrm>
                <a:off x="10836901" y="7808976"/>
                <a:ext cx="18770" cy="18928"/>
              </a:xfrm>
              <a:prstGeom prst="rect">
                <a:avLst/>
              </a:prstGeom>
              <a:solidFill>
                <a:srgbClr val="949494"/>
              </a:solidFill>
              <a:ln>
                <a:noFill/>
              </a:ln>
              <a:effectLst/>
            </p:spPr>
            <p:txBody>
              <a:bodyPr rtlCol="0" anchor="ctr"/>
              <a:lstStyle/>
              <a:p>
                <a:pPr algn="ctr"/>
              </a:p>
            </p:txBody>
          </p:sp>
          <p:sp>
            <p:nvSpPr>
              <p:cNvPr id="2129" name="Noise cell"/>
              <p:cNvSpPr/>
              <p:nvPr/>
            </p:nvSpPr>
            <p:spPr>
              <a:xfrm>
                <a:off x="10855032" y="7808976"/>
                <a:ext cx="18770" cy="18928"/>
              </a:xfrm>
              <a:prstGeom prst="rect">
                <a:avLst/>
              </a:prstGeom>
              <a:solidFill>
                <a:srgbClr val="949494"/>
              </a:solidFill>
              <a:ln>
                <a:noFill/>
              </a:ln>
              <a:effectLst/>
            </p:spPr>
            <p:txBody>
              <a:bodyPr rtlCol="0" anchor="ctr"/>
              <a:lstStyle/>
              <a:p>
                <a:pPr algn="ctr"/>
              </a:p>
            </p:txBody>
          </p:sp>
          <p:sp>
            <p:nvSpPr>
              <p:cNvPr id="2130" name="Noise cell"/>
              <p:cNvSpPr/>
              <p:nvPr/>
            </p:nvSpPr>
            <p:spPr>
              <a:xfrm>
                <a:off x="10873162" y="7808976"/>
                <a:ext cx="18770" cy="18928"/>
              </a:xfrm>
              <a:prstGeom prst="rect">
                <a:avLst/>
              </a:prstGeom>
              <a:solidFill>
                <a:srgbClr val="8E8E8E"/>
              </a:solidFill>
              <a:ln>
                <a:noFill/>
              </a:ln>
              <a:effectLst/>
            </p:spPr>
            <p:txBody>
              <a:bodyPr rtlCol="0" anchor="ctr"/>
              <a:lstStyle/>
              <a:p>
                <a:pPr algn="ctr"/>
              </a:p>
            </p:txBody>
          </p:sp>
          <p:sp>
            <p:nvSpPr>
              <p:cNvPr id="2131" name="Noise cell"/>
              <p:cNvSpPr/>
              <p:nvPr/>
            </p:nvSpPr>
            <p:spPr>
              <a:xfrm>
                <a:off x="10891292" y="7808976"/>
                <a:ext cx="18770" cy="18928"/>
              </a:xfrm>
              <a:prstGeom prst="rect">
                <a:avLst/>
              </a:prstGeom>
              <a:solidFill>
                <a:srgbClr val="8A8A8A"/>
              </a:solidFill>
              <a:ln>
                <a:noFill/>
              </a:ln>
              <a:effectLst/>
            </p:spPr>
            <p:txBody>
              <a:bodyPr rtlCol="0" anchor="ctr"/>
              <a:lstStyle/>
              <a:p>
                <a:pPr algn="ctr"/>
              </a:p>
            </p:txBody>
          </p:sp>
          <p:sp>
            <p:nvSpPr>
              <p:cNvPr id="2132" name="Noise cell"/>
              <p:cNvSpPr/>
              <p:nvPr/>
            </p:nvSpPr>
            <p:spPr>
              <a:xfrm>
                <a:off x="10909423" y="7808976"/>
                <a:ext cx="18770" cy="18928"/>
              </a:xfrm>
              <a:prstGeom prst="rect">
                <a:avLst/>
              </a:prstGeom>
              <a:solidFill>
                <a:srgbClr val="898989"/>
              </a:solidFill>
              <a:ln>
                <a:noFill/>
              </a:ln>
              <a:effectLst/>
            </p:spPr>
            <p:txBody>
              <a:bodyPr rtlCol="0" anchor="ctr"/>
              <a:lstStyle/>
              <a:p>
                <a:pPr algn="ctr"/>
              </a:p>
            </p:txBody>
          </p:sp>
          <p:sp>
            <p:nvSpPr>
              <p:cNvPr id="2133" name="Noise cell"/>
              <p:cNvSpPr/>
              <p:nvPr/>
            </p:nvSpPr>
            <p:spPr>
              <a:xfrm>
                <a:off x="10927553" y="7808976"/>
                <a:ext cx="18770" cy="18928"/>
              </a:xfrm>
              <a:prstGeom prst="rect">
                <a:avLst/>
              </a:prstGeom>
              <a:solidFill>
                <a:srgbClr val="898989"/>
              </a:solidFill>
              <a:ln>
                <a:noFill/>
              </a:ln>
              <a:effectLst/>
            </p:spPr>
            <p:txBody>
              <a:bodyPr rtlCol="0" anchor="ctr"/>
              <a:lstStyle/>
              <a:p>
                <a:pPr algn="ctr"/>
              </a:p>
            </p:txBody>
          </p:sp>
          <p:sp>
            <p:nvSpPr>
              <p:cNvPr id="2134" name="Noise cell"/>
              <p:cNvSpPr/>
              <p:nvPr/>
            </p:nvSpPr>
            <p:spPr>
              <a:xfrm>
                <a:off x="10945683" y="7808976"/>
                <a:ext cx="18770" cy="18928"/>
              </a:xfrm>
              <a:prstGeom prst="rect">
                <a:avLst/>
              </a:prstGeom>
              <a:solidFill>
                <a:srgbClr val="828282"/>
              </a:solidFill>
              <a:ln>
                <a:noFill/>
              </a:ln>
              <a:effectLst/>
            </p:spPr>
            <p:txBody>
              <a:bodyPr rtlCol="0" anchor="ctr"/>
              <a:lstStyle/>
              <a:p>
                <a:pPr algn="ctr"/>
              </a:p>
            </p:txBody>
          </p:sp>
          <p:sp>
            <p:nvSpPr>
              <p:cNvPr id="2135" name="Noise cell"/>
              <p:cNvSpPr/>
              <p:nvPr/>
            </p:nvSpPr>
            <p:spPr>
              <a:xfrm>
                <a:off x="10963814" y="7808976"/>
                <a:ext cx="18770" cy="18928"/>
              </a:xfrm>
              <a:prstGeom prst="rect">
                <a:avLst/>
              </a:prstGeom>
              <a:solidFill>
                <a:srgbClr val="8D8D8D"/>
              </a:solidFill>
              <a:ln>
                <a:noFill/>
              </a:ln>
              <a:effectLst/>
            </p:spPr>
            <p:txBody>
              <a:bodyPr rtlCol="0" anchor="ctr"/>
              <a:lstStyle/>
              <a:p>
                <a:pPr algn="ctr"/>
              </a:p>
            </p:txBody>
          </p:sp>
          <p:sp>
            <p:nvSpPr>
              <p:cNvPr id="2136" name="Noise cell"/>
              <p:cNvSpPr/>
              <p:nvPr/>
            </p:nvSpPr>
            <p:spPr>
              <a:xfrm>
                <a:off x="9930384" y="7827264"/>
                <a:ext cx="18770" cy="18928"/>
              </a:xfrm>
              <a:prstGeom prst="rect">
                <a:avLst/>
              </a:prstGeom>
              <a:solidFill>
                <a:srgbClr val="989898"/>
              </a:solidFill>
              <a:ln>
                <a:noFill/>
              </a:ln>
              <a:effectLst/>
            </p:spPr>
            <p:txBody>
              <a:bodyPr rtlCol="0" anchor="ctr"/>
              <a:lstStyle/>
              <a:p>
                <a:pPr algn="ctr"/>
              </a:p>
            </p:txBody>
          </p:sp>
          <p:sp>
            <p:nvSpPr>
              <p:cNvPr id="2137" name="Noise cell"/>
              <p:cNvSpPr/>
              <p:nvPr/>
            </p:nvSpPr>
            <p:spPr>
              <a:xfrm>
                <a:off x="9948514" y="7827264"/>
                <a:ext cx="18770" cy="18928"/>
              </a:xfrm>
              <a:prstGeom prst="rect">
                <a:avLst/>
              </a:prstGeom>
              <a:solidFill>
                <a:srgbClr val="6D6D6D"/>
              </a:solidFill>
              <a:ln>
                <a:noFill/>
              </a:ln>
              <a:effectLst/>
            </p:spPr>
            <p:txBody>
              <a:bodyPr rtlCol="0" anchor="ctr"/>
              <a:lstStyle/>
              <a:p>
                <a:pPr algn="ctr"/>
              </a:p>
            </p:txBody>
          </p:sp>
          <p:sp>
            <p:nvSpPr>
              <p:cNvPr id="2138" name="Noise cell"/>
              <p:cNvSpPr/>
              <p:nvPr/>
            </p:nvSpPr>
            <p:spPr>
              <a:xfrm>
                <a:off x="9966645" y="7827264"/>
                <a:ext cx="18770" cy="18928"/>
              </a:xfrm>
              <a:prstGeom prst="rect">
                <a:avLst/>
              </a:prstGeom>
              <a:solidFill>
                <a:srgbClr val="757575"/>
              </a:solidFill>
              <a:ln>
                <a:noFill/>
              </a:ln>
              <a:effectLst/>
            </p:spPr>
            <p:txBody>
              <a:bodyPr rtlCol="0" anchor="ctr"/>
              <a:lstStyle/>
              <a:p>
                <a:pPr algn="ctr"/>
              </a:p>
            </p:txBody>
          </p:sp>
          <p:sp>
            <p:nvSpPr>
              <p:cNvPr id="2139" name="Noise cell"/>
              <p:cNvSpPr/>
              <p:nvPr/>
            </p:nvSpPr>
            <p:spPr>
              <a:xfrm>
                <a:off x="9984775" y="7827264"/>
                <a:ext cx="18770" cy="18928"/>
              </a:xfrm>
              <a:prstGeom prst="rect">
                <a:avLst/>
              </a:prstGeom>
              <a:solidFill>
                <a:srgbClr val="9C9C9C"/>
              </a:solidFill>
              <a:ln>
                <a:noFill/>
              </a:ln>
              <a:effectLst/>
            </p:spPr>
            <p:txBody>
              <a:bodyPr rtlCol="0" anchor="ctr"/>
              <a:lstStyle/>
              <a:p>
                <a:pPr algn="ctr"/>
              </a:p>
            </p:txBody>
          </p:sp>
          <p:sp>
            <p:nvSpPr>
              <p:cNvPr id="2140" name="Noise cell"/>
              <p:cNvSpPr/>
              <p:nvPr/>
            </p:nvSpPr>
            <p:spPr>
              <a:xfrm>
                <a:off x="10002905" y="7827264"/>
                <a:ext cx="18770" cy="18928"/>
              </a:xfrm>
              <a:prstGeom prst="rect">
                <a:avLst/>
              </a:prstGeom>
              <a:solidFill>
                <a:srgbClr val="8E8E8E"/>
              </a:solidFill>
              <a:ln>
                <a:noFill/>
              </a:ln>
              <a:effectLst/>
            </p:spPr>
            <p:txBody>
              <a:bodyPr rtlCol="0" anchor="ctr"/>
              <a:lstStyle/>
              <a:p>
                <a:pPr algn="ctr"/>
              </a:p>
            </p:txBody>
          </p:sp>
          <p:sp>
            <p:nvSpPr>
              <p:cNvPr id="2141" name="Noise cell"/>
              <p:cNvSpPr/>
              <p:nvPr/>
            </p:nvSpPr>
            <p:spPr>
              <a:xfrm>
                <a:off x="10021036" y="7827264"/>
                <a:ext cx="18770" cy="18928"/>
              </a:xfrm>
              <a:prstGeom prst="rect">
                <a:avLst/>
              </a:prstGeom>
              <a:solidFill>
                <a:srgbClr val="8D8D8D"/>
              </a:solidFill>
              <a:ln>
                <a:noFill/>
              </a:ln>
              <a:effectLst/>
            </p:spPr>
            <p:txBody>
              <a:bodyPr rtlCol="0" anchor="ctr"/>
              <a:lstStyle/>
              <a:p>
                <a:pPr algn="ctr"/>
              </a:p>
            </p:txBody>
          </p:sp>
          <p:sp>
            <p:nvSpPr>
              <p:cNvPr id="2142" name="Noise cell"/>
              <p:cNvSpPr/>
              <p:nvPr/>
            </p:nvSpPr>
            <p:spPr>
              <a:xfrm>
                <a:off x="10039166" y="7827264"/>
                <a:ext cx="18770" cy="18928"/>
              </a:xfrm>
              <a:prstGeom prst="rect">
                <a:avLst/>
              </a:prstGeom>
              <a:solidFill>
                <a:srgbClr val="7B7B7B"/>
              </a:solidFill>
              <a:ln>
                <a:noFill/>
              </a:ln>
              <a:effectLst/>
            </p:spPr>
            <p:txBody>
              <a:bodyPr rtlCol="0" anchor="ctr"/>
              <a:lstStyle/>
              <a:p>
                <a:pPr algn="ctr"/>
              </a:p>
            </p:txBody>
          </p:sp>
          <p:sp>
            <p:nvSpPr>
              <p:cNvPr id="2143" name="Noise cell"/>
              <p:cNvSpPr/>
              <p:nvPr/>
            </p:nvSpPr>
            <p:spPr>
              <a:xfrm>
                <a:off x="10057296" y="7827264"/>
                <a:ext cx="18770" cy="18928"/>
              </a:xfrm>
              <a:prstGeom prst="rect">
                <a:avLst/>
              </a:prstGeom>
              <a:solidFill>
                <a:srgbClr val="858585"/>
              </a:solidFill>
              <a:ln>
                <a:noFill/>
              </a:ln>
              <a:effectLst/>
            </p:spPr>
            <p:txBody>
              <a:bodyPr rtlCol="0" anchor="ctr"/>
              <a:lstStyle/>
              <a:p>
                <a:pPr algn="ctr"/>
              </a:p>
            </p:txBody>
          </p:sp>
          <p:sp>
            <p:nvSpPr>
              <p:cNvPr id="2144" name="Noise cell"/>
              <p:cNvSpPr/>
              <p:nvPr/>
            </p:nvSpPr>
            <p:spPr>
              <a:xfrm>
                <a:off x="10075427" y="7827264"/>
                <a:ext cx="18770" cy="18928"/>
              </a:xfrm>
              <a:prstGeom prst="rect">
                <a:avLst/>
              </a:prstGeom>
              <a:solidFill>
                <a:srgbClr val="8A8A8A"/>
              </a:solidFill>
              <a:ln>
                <a:noFill/>
              </a:ln>
              <a:effectLst/>
            </p:spPr>
            <p:txBody>
              <a:bodyPr rtlCol="0" anchor="ctr"/>
              <a:lstStyle/>
              <a:p>
                <a:pPr algn="ctr"/>
              </a:p>
            </p:txBody>
          </p:sp>
          <p:sp>
            <p:nvSpPr>
              <p:cNvPr id="2145" name="Noise cell"/>
              <p:cNvSpPr/>
              <p:nvPr/>
            </p:nvSpPr>
            <p:spPr>
              <a:xfrm>
                <a:off x="10093557" y="7827264"/>
                <a:ext cx="18770" cy="18928"/>
              </a:xfrm>
              <a:prstGeom prst="rect">
                <a:avLst/>
              </a:prstGeom>
              <a:solidFill>
                <a:srgbClr val="8D8D8D"/>
              </a:solidFill>
              <a:ln>
                <a:noFill/>
              </a:ln>
              <a:effectLst/>
            </p:spPr>
            <p:txBody>
              <a:bodyPr rtlCol="0" anchor="ctr"/>
              <a:lstStyle/>
              <a:p>
                <a:pPr algn="ctr"/>
              </a:p>
            </p:txBody>
          </p:sp>
          <p:sp>
            <p:nvSpPr>
              <p:cNvPr id="2146" name="Noise cell"/>
              <p:cNvSpPr/>
              <p:nvPr/>
            </p:nvSpPr>
            <p:spPr>
              <a:xfrm>
                <a:off x="10111687" y="7827264"/>
                <a:ext cx="18770" cy="18928"/>
              </a:xfrm>
              <a:prstGeom prst="rect">
                <a:avLst/>
              </a:prstGeom>
              <a:solidFill>
                <a:srgbClr val="757575"/>
              </a:solidFill>
              <a:ln>
                <a:noFill/>
              </a:ln>
              <a:effectLst/>
            </p:spPr>
            <p:txBody>
              <a:bodyPr rtlCol="0" anchor="ctr"/>
              <a:lstStyle/>
              <a:p>
                <a:pPr algn="ctr"/>
              </a:p>
            </p:txBody>
          </p:sp>
          <p:sp>
            <p:nvSpPr>
              <p:cNvPr id="2147" name="Noise cell"/>
              <p:cNvSpPr/>
              <p:nvPr/>
            </p:nvSpPr>
            <p:spPr>
              <a:xfrm>
                <a:off x="10129818" y="7827264"/>
                <a:ext cx="18770" cy="18928"/>
              </a:xfrm>
              <a:prstGeom prst="rect">
                <a:avLst/>
              </a:prstGeom>
              <a:solidFill>
                <a:srgbClr val="939393"/>
              </a:solidFill>
              <a:ln>
                <a:noFill/>
              </a:ln>
              <a:effectLst/>
            </p:spPr>
            <p:txBody>
              <a:bodyPr rtlCol="0" anchor="ctr"/>
              <a:lstStyle/>
              <a:p>
                <a:pPr algn="ctr"/>
              </a:p>
            </p:txBody>
          </p:sp>
          <p:sp>
            <p:nvSpPr>
              <p:cNvPr id="2148" name="Noise cell"/>
              <p:cNvSpPr/>
              <p:nvPr/>
            </p:nvSpPr>
            <p:spPr>
              <a:xfrm>
                <a:off x="10147948" y="7827264"/>
                <a:ext cx="18770" cy="18928"/>
              </a:xfrm>
              <a:prstGeom prst="rect">
                <a:avLst/>
              </a:prstGeom>
              <a:solidFill>
                <a:srgbClr val="6E6E6E"/>
              </a:solidFill>
              <a:ln>
                <a:noFill/>
              </a:ln>
              <a:effectLst/>
            </p:spPr>
            <p:txBody>
              <a:bodyPr rtlCol="0" anchor="ctr"/>
              <a:lstStyle/>
              <a:p>
                <a:pPr algn="ctr"/>
              </a:p>
            </p:txBody>
          </p:sp>
          <p:sp>
            <p:nvSpPr>
              <p:cNvPr id="2149" name="Noise cell"/>
              <p:cNvSpPr/>
              <p:nvPr/>
            </p:nvSpPr>
            <p:spPr>
              <a:xfrm>
                <a:off x="10166078" y="7827264"/>
                <a:ext cx="18770" cy="18928"/>
              </a:xfrm>
              <a:prstGeom prst="rect">
                <a:avLst/>
              </a:prstGeom>
              <a:solidFill>
                <a:srgbClr val="676767"/>
              </a:solidFill>
              <a:ln>
                <a:noFill/>
              </a:ln>
              <a:effectLst/>
            </p:spPr>
            <p:txBody>
              <a:bodyPr rtlCol="0" anchor="ctr"/>
              <a:lstStyle/>
              <a:p>
                <a:pPr algn="ctr"/>
              </a:p>
            </p:txBody>
          </p:sp>
          <p:sp>
            <p:nvSpPr>
              <p:cNvPr id="2150" name="Noise cell"/>
              <p:cNvSpPr/>
              <p:nvPr/>
            </p:nvSpPr>
            <p:spPr>
              <a:xfrm>
                <a:off x="10184209" y="7827264"/>
                <a:ext cx="18770" cy="18928"/>
              </a:xfrm>
              <a:prstGeom prst="rect">
                <a:avLst/>
              </a:prstGeom>
              <a:solidFill>
                <a:srgbClr val="838383"/>
              </a:solidFill>
              <a:ln>
                <a:noFill/>
              </a:ln>
              <a:effectLst/>
            </p:spPr>
            <p:txBody>
              <a:bodyPr rtlCol="0" anchor="ctr"/>
              <a:lstStyle/>
              <a:p>
                <a:pPr algn="ctr"/>
              </a:p>
            </p:txBody>
          </p:sp>
          <p:sp>
            <p:nvSpPr>
              <p:cNvPr id="2151" name="Noise cell"/>
              <p:cNvSpPr/>
              <p:nvPr/>
            </p:nvSpPr>
            <p:spPr>
              <a:xfrm>
                <a:off x="10202339" y="7827264"/>
                <a:ext cx="18770" cy="18928"/>
              </a:xfrm>
              <a:prstGeom prst="rect">
                <a:avLst/>
              </a:prstGeom>
              <a:solidFill>
                <a:srgbClr val="999999"/>
              </a:solidFill>
              <a:ln>
                <a:noFill/>
              </a:ln>
              <a:effectLst/>
            </p:spPr>
            <p:txBody>
              <a:bodyPr rtlCol="0" anchor="ctr"/>
              <a:lstStyle/>
              <a:p>
                <a:pPr algn="ctr"/>
              </a:p>
            </p:txBody>
          </p:sp>
          <p:sp>
            <p:nvSpPr>
              <p:cNvPr id="2152" name="Noise cell"/>
              <p:cNvSpPr/>
              <p:nvPr/>
            </p:nvSpPr>
            <p:spPr>
              <a:xfrm>
                <a:off x="10220470" y="7827264"/>
                <a:ext cx="18770" cy="18928"/>
              </a:xfrm>
              <a:prstGeom prst="rect">
                <a:avLst/>
              </a:prstGeom>
              <a:solidFill>
                <a:srgbClr val="999999"/>
              </a:solidFill>
              <a:ln>
                <a:noFill/>
              </a:ln>
              <a:effectLst/>
            </p:spPr>
            <p:txBody>
              <a:bodyPr rtlCol="0" anchor="ctr"/>
              <a:lstStyle/>
              <a:p>
                <a:pPr algn="ctr"/>
              </a:p>
            </p:txBody>
          </p:sp>
          <p:sp>
            <p:nvSpPr>
              <p:cNvPr id="2153" name="Noise cell"/>
              <p:cNvSpPr/>
              <p:nvPr/>
            </p:nvSpPr>
            <p:spPr>
              <a:xfrm>
                <a:off x="10238600" y="7827264"/>
                <a:ext cx="18770" cy="18928"/>
              </a:xfrm>
              <a:prstGeom prst="rect">
                <a:avLst/>
              </a:prstGeom>
              <a:solidFill>
                <a:srgbClr val="909090"/>
              </a:solidFill>
              <a:ln>
                <a:noFill/>
              </a:ln>
              <a:effectLst/>
            </p:spPr>
            <p:txBody>
              <a:bodyPr rtlCol="0" anchor="ctr"/>
              <a:lstStyle/>
              <a:p>
                <a:pPr algn="ctr"/>
              </a:p>
            </p:txBody>
          </p:sp>
          <p:sp>
            <p:nvSpPr>
              <p:cNvPr id="2154" name="Noise cell"/>
              <p:cNvSpPr/>
              <p:nvPr/>
            </p:nvSpPr>
            <p:spPr>
              <a:xfrm>
                <a:off x="10256730" y="7827264"/>
                <a:ext cx="18770" cy="18928"/>
              </a:xfrm>
              <a:prstGeom prst="rect">
                <a:avLst/>
              </a:prstGeom>
              <a:solidFill>
                <a:srgbClr val="8E8E8E"/>
              </a:solidFill>
              <a:ln>
                <a:noFill/>
              </a:ln>
              <a:effectLst/>
            </p:spPr>
            <p:txBody>
              <a:bodyPr rtlCol="0" anchor="ctr"/>
              <a:lstStyle/>
              <a:p>
                <a:pPr algn="ctr"/>
              </a:p>
            </p:txBody>
          </p:sp>
          <p:sp>
            <p:nvSpPr>
              <p:cNvPr id="2155" name="Noise cell"/>
              <p:cNvSpPr/>
              <p:nvPr/>
            </p:nvSpPr>
            <p:spPr>
              <a:xfrm>
                <a:off x="10274861" y="7827264"/>
                <a:ext cx="18770" cy="18928"/>
              </a:xfrm>
              <a:prstGeom prst="rect">
                <a:avLst/>
              </a:prstGeom>
              <a:solidFill>
                <a:srgbClr val="767676"/>
              </a:solidFill>
              <a:ln>
                <a:noFill/>
              </a:ln>
              <a:effectLst/>
            </p:spPr>
            <p:txBody>
              <a:bodyPr rtlCol="0" anchor="ctr"/>
              <a:lstStyle/>
              <a:p>
                <a:pPr algn="ctr"/>
              </a:p>
            </p:txBody>
          </p:sp>
          <p:sp>
            <p:nvSpPr>
              <p:cNvPr id="2156" name="Noise cell"/>
              <p:cNvSpPr/>
              <p:nvPr/>
            </p:nvSpPr>
            <p:spPr>
              <a:xfrm>
                <a:off x="10292991" y="7827264"/>
                <a:ext cx="18770" cy="18928"/>
              </a:xfrm>
              <a:prstGeom prst="rect">
                <a:avLst/>
              </a:prstGeom>
              <a:solidFill>
                <a:srgbClr val="939393"/>
              </a:solidFill>
              <a:ln>
                <a:noFill/>
              </a:ln>
              <a:effectLst/>
            </p:spPr>
            <p:txBody>
              <a:bodyPr rtlCol="0" anchor="ctr"/>
              <a:lstStyle/>
              <a:p>
                <a:pPr algn="ctr"/>
              </a:p>
            </p:txBody>
          </p:sp>
          <p:sp>
            <p:nvSpPr>
              <p:cNvPr id="2157" name="Noise cell"/>
              <p:cNvSpPr/>
              <p:nvPr/>
            </p:nvSpPr>
            <p:spPr>
              <a:xfrm>
                <a:off x="10311121" y="7827264"/>
                <a:ext cx="18770" cy="18928"/>
              </a:xfrm>
              <a:prstGeom prst="rect">
                <a:avLst/>
              </a:prstGeom>
              <a:solidFill>
                <a:srgbClr val="818181"/>
              </a:solidFill>
              <a:ln>
                <a:noFill/>
              </a:ln>
              <a:effectLst/>
            </p:spPr>
            <p:txBody>
              <a:bodyPr rtlCol="0" anchor="ctr"/>
              <a:lstStyle/>
              <a:p>
                <a:pPr algn="ctr"/>
              </a:p>
            </p:txBody>
          </p:sp>
          <p:sp>
            <p:nvSpPr>
              <p:cNvPr id="2158" name="Noise cell"/>
              <p:cNvSpPr/>
              <p:nvPr/>
            </p:nvSpPr>
            <p:spPr>
              <a:xfrm>
                <a:off x="10329252" y="7827264"/>
                <a:ext cx="18770" cy="18928"/>
              </a:xfrm>
              <a:prstGeom prst="rect">
                <a:avLst/>
              </a:prstGeom>
              <a:solidFill>
                <a:srgbClr val="858585"/>
              </a:solidFill>
              <a:ln>
                <a:noFill/>
              </a:ln>
              <a:effectLst/>
            </p:spPr>
            <p:txBody>
              <a:bodyPr rtlCol="0" anchor="ctr"/>
              <a:lstStyle/>
              <a:p>
                <a:pPr algn="ctr"/>
              </a:p>
            </p:txBody>
          </p:sp>
          <p:sp>
            <p:nvSpPr>
              <p:cNvPr id="2159" name="Noise cell"/>
              <p:cNvSpPr/>
              <p:nvPr/>
            </p:nvSpPr>
            <p:spPr>
              <a:xfrm>
                <a:off x="10347382" y="7827264"/>
                <a:ext cx="18770" cy="18928"/>
              </a:xfrm>
              <a:prstGeom prst="rect">
                <a:avLst/>
              </a:prstGeom>
              <a:solidFill>
                <a:srgbClr val="868686"/>
              </a:solidFill>
              <a:ln>
                <a:noFill/>
              </a:ln>
              <a:effectLst/>
            </p:spPr>
            <p:txBody>
              <a:bodyPr rtlCol="0" anchor="ctr"/>
              <a:lstStyle/>
              <a:p>
                <a:pPr algn="ctr"/>
              </a:p>
            </p:txBody>
          </p:sp>
          <p:sp>
            <p:nvSpPr>
              <p:cNvPr id="2160" name="Noise cell"/>
              <p:cNvSpPr/>
              <p:nvPr/>
            </p:nvSpPr>
            <p:spPr>
              <a:xfrm>
                <a:off x="10365512" y="7827264"/>
                <a:ext cx="18770" cy="18928"/>
              </a:xfrm>
              <a:prstGeom prst="rect">
                <a:avLst/>
              </a:prstGeom>
              <a:solidFill>
                <a:srgbClr val="858585"/>
              </a:solidFill>
              <a:ln>
                <a:noFill/>
              </a:ln>
              <a:effectLst/>
            </p:spPr>
            <p:txBody>
              <a:bodyPr rtlCol="0" anchor="ctr"/>
              <a:lstStyle/>
              <a:p>
                <a:pPr algn="ctr"/>
              </a:p>
            </p:txBody>
          </p:sp>
          <p:sp>
            <p:nvSpPr>
              <p:cNvPr id="2161" name="Noise cell"/>
              <p:cNvSpPr/>
              <p:nvPr/>
            </p:nvSpPr>
            <p:spPr>
              <a:xfrm>
                <a:off x="10383643" y="7827264"/>
                <a:ext cx="18770" cy="18928"/>
              </a:xfrm>
              <a:prstGeom prst="rect">
                <a:avLst/>
              </a:prstGeom>
              <a:solidFill>
                <a:srgbClr val="979797"/>
              </a:solidFill>
              <a:ln>
                <a:noFill/>
              </a:ln>
              <a:effectLst/>
            </p:spPr>
            <p:txBody>
              <a:bodyPr rtlCol="0" anchor="ctr"/>
              <a:lstStyle/>
              <a:p>
                <a:pPr algn="ctr"/>
              </a:p>
            </p:txBody>
          </p:sp>
          <p:sp>
            <p:nvSpPr>
              <p:cNvPr id="2162" name="Noise cell"/>
              <p:cNvSpPr/>
              <p:nvPr/>
            </p:nvSpPr>
            <p:spPr>
              <a:xfrm>
                <a:off x="10401773" y="7827264"/>
                <a:ext cx="18770" cy="18928"/>
              </a:xfrm>
              <a:prstGeom prst="rect">
                <a:avLst/>
              </a:prstGeom>
              <a:solidFill>
                <a:srgbClr val="939393"/>
              </a:solidFill>
              <a:ln>
                <a:noFill/>
              </a:ln>
              <a:effectLst/>
            </p:spPr>
            <p:txBody>
              <a:bodyPr rtlCol="0" anchor="ctr"/>
              <a:lstStyle/>
              <a:p>
                <a:pPr algn="ctr"/>
              </a:p>
            </p:txBody>
          </p:sp>
          <p:sp>
            <p:nvSpPr>
              <p:cNvPr id="2163" name="Noise cell"/>
              <p:cNvSpPr/>
              <p:nvPr/>
            </p:nvSpPr>
            <p:spPr>
              <a:xfrm>
                <a:off x="10419903" y="7827264"/>
                <a:ext cx="18770" cy="18928"/>
              </a:xfrm>
              <a:prstGeom prst="rect">
                <a:avLst/>
              </a:prstGeom>
              <a:solidFill>
                <a:srgbClr val="7E7E7E"/>
              </a:solidFill>
              <a:ln>
                <a:noFill/>
              </a:ln>
              <a:effectLst/>
            </p:spPr>
            <p:txBody>
              <a:bodyPr rtlCol="0" anchor="ctr"/>
              <a:lstStyle/>
              <a:p>
                <a:pPr algn="ctr"/>
              </a:p>
            </p:txBody>
          </p:sp>
          <p:sp>
            <p:nvSpPr>
              <p:cNvPr id="2164" name="Noise cell"/>
              <p:cNvSpPr/>
              <p:nvPr/>
            </p:nvSpPr>
            <p:spPr>
              <a:xfrm>
                <a:off x="10438034" y="7827264"/>
                <a:ext cx="18770" cy="18928"/>
              </a:xfrm>
              <a:prstGeom prst="rect">
                <a:avLst/>
              </a:prstGeom>
              <a:solidFill>
                <a:srgbClr val="7C7C7C"/>
              </a:solidFill>
              <a:ln>
                <a:noFill/>
              </a:ln>
              <a:effectLst/>
            </p:spPr>
            <p:txBody>
              <a:bodyPr rtlCol="0" anchor="ctr"/>
              <a:lstStyle/>
              <a:p>
                <a:pPr algn="ctr"/>
              </a:p>
            </p:txBody>
          </p:sp>
          <p:sp>
            <p:nvSpPr>
              <p:cNvPr id="2165" name="Noise cell"/>
              <p:cNvSpPr/>
              <p:nvPr/>
            </p:nvSpPr>
            <p:spPr>
              <a:xfrm>
                <a:off x="10456164" y="7827264"/>
                <a:ext cx="18770" cy="18928"/>
              </a:xfrm>
              <a:prstGeom prst="rect">
                <a:avLst/>
              </a:prstGeom>
              <a:solidFill>
                <a:srgbClr val="818181"/>
              </a:solidFill>
              <a:ln>
                <a:noFill/>
              </a:ln>
              <a:effectLst/>
            </p:spPr>
            <p:txBody>
              <a:bodyPr rtlCol="0" anchor="ctr"/>
              <a:lstStyle/>
              <a:p>
                <a:pPr algn="ctr"/>
              </a:p>
            </p:txBody>
          </p:sp>
          <p:sp>
            <p:nvSpPr>
              <p:cNvPr id="2166" name="Noise cell"/>
              <p:cNvSpPr/>
              <p:nvPr/>
            </p:nvSpPr>
            <p:spPr>
              <a:xfrm>
                <a:off x="10474294" y="7827264"/>
                <a:ext cx="18770" cy="18928"/>
              </a:xfrm>
              <a:prstGeom prst="rect">
                <a:avLst/>
              </a:prstGeom>
              <a:solidFill>
                <a:srgbClr val="6A6A6A"/>
              </a:solidFill>
              <a:ln>
                <a:noFill/>
              </a:ln>
              <a:effectLst/>
            </p:spPr>
            <p:txBody>
              <a:bodyPr rtlCol="0" anchor="ctr"/>
              <a:lstStyle/>
              <a:p>
                <a:pPr algn="ctr"/>
              </a:p>
            </p:txBody>
          </p:sp>
          <p:sp>
            <p:nvSpPr>
              <p:cNvPr id="2167" name="Noise cell"/>
              <p:cNvSpPr/>
              <p:nvPr/>
            </p:nvSpPr>
            <p:spPr>
              <a:xfrm>
                <a:off x="10492425" y="7827264"/>
                <a:ext cx="18770" cy="18928"/>
              </a:xfrm>
              <a:prstGeom prst="rect">
                <a:avLst/>
              </a:prstGeom>
              <a:solidFill>
                <a:srgbClr val="7E7E7E"/>
              </a:solidFill>
              <a:ln>
                <a:noFill/>
              </a:ln>
              <a:effectLst/>
            </p:spPr>
            <p:txBody>
              <a:bodyPr rtlCol="0" anchor="ctr"/>
              <a:lstStyle/>
              <a:p>
                <a:pPr algn="ctr"/>
              </a:p>
            </p:txBody>
          </p:sp>
          <p:sp>
            <p:nvSpPr>
              <p:cNvPr id="2168" name="Noise cell"/>
              <p:cNvSpPr/>
              <p:nvPr/>
            </p:nvSpPr>
            <p:spPr>
              <a:xfrm>
                <a:off x="10510555" y="7827264"/>
                <a:ext cx="18770" cy="18928"/>
              </a:xfrm>
              <a:prstGeom prst="rect">
                <a:avLst/>
              </a:prstGeom>
              <a:solidFill>
                <a:srgbClr val="7B7B7B"/>
              </a:solidFill>
              <a:ln>
                <a:noFill/>
              </a:ln>
              <a:effectLst/>
            </p:spPr>
            <p:txBody>
              <a:bodyPr rtlCol="0" anchor="ctr"/>
              <a:lstStyle/>
              <a:p>
                <a:pPr algn="ctr"/>
              </a:p>
            </p:txBody>
          </p:sp>
          <p:sp>
            <p:nvSpPr>
              <p:cNvPr id="2169" name="Noise cell"/>
              <p:cNvSpPr/>
              <p:nvPr/>
            </p:nvSpPr>
            <p:spPr>
              <a:xfrm>
                <a:off x="10528685" y="7827264"/>
                <a:ext cx="18770" cy="18928"/>
              </a:xfrm>
              <a:prstGeom prst="rect">
                <a:avLst/>
              </a:prstGeom>
              <a:solidFill>
                <a:srgbClr val="8B8B8B"/>
              </a:solidFill>
              <a:ln>
                <a:noFill/>
              </a:ln>
              <a:effectLst/>
            </p:spPr>
            <p:txBody>
              <a:bodyPr rtlCol="0" anchor="ctr"/>
              <a:lstStyle/>
              <a:p>
                <a:pPr algn="ctr"/>
              </a:p>
            </p:txBody>
          </p:sp>
          <p:sp>
            <p:nvSpPr>
              <p:cNvPr id="2170" name="Noise cell"/>
              <p:cNvSpPr/>
              <p:nvPr/>
            </p:nvSpPr>
            <p:spPr>
              <a:xfrm>
                <a:off x="10546816" y="7827264"/>
                <a:ext cx="18770" cy="18928"/>
              </a:xfrm>
              <a:prstGeom prst="rect">
                <a:avLst/>
              </a:prstGeom>
              <a:solidFill>
                <a:srgbClr val="888888"/>
              </a:solidFill>
              <a:ln>
                <a:noFill/>
              </a:ln>
              <a:effectLst/>
            </p:spPr>
            <p:txBody>
              <a:bodyPr rtlCol="0" anchor="ctr"/>
              <a:lstStyle/>
              <a:p>
                <a:pPr algn="ctr"/>
              </a:p>
            </p:txBody>
          </p:sp>
          <p:sp>
            <p:nvSpPr>
              <p:cNvPr id="2171" name="Noise cell"/>
              <p:cNvSpPr/>
              <p:nvPr/>
            </p:nvSpPr>
            <p:spPr>
              <a:xfrm>
                <a:off x="10564946" y="7827264"/>
                <a:ext cx="18770" cy="18928"/>
              </a:xfrm>
              <a:prstGeom prst="rect">
                <a:avLst/>
              </a:prstGeom>
              <a:solidFill>
                <a:srgbClr val="898989"/>
              </a:solidFill>
              <a:ln>
                <a:noFill/>
              </a:ln>
              <a:effectLst/>
            </p:spPr>
            <p:txBody>
              <a:bodyPr rtlCol="0" anchor="ctr"/>
              <a:lstStyle/>
              <a:p>
                <a:pPr algn="ctr"/>
              </a:p>
            </p:txBody>
          </p:sp>
          <p:sp>
            <p:nvSpPr>
              <p:cNvPr id="2172" name="Noise cell"/>
              <p:cNvSpPr/>
              <p:nvPr/>
            </p:nvSpPr>
            <p:spPr>
              <a:xfrm>
                <a:off x="10583076" y="7827264"/>
                <a:ext cx="18770" cy="18928"/>
              </a:xfrm>
              <a:prstGeom prst="rect">
                <a:avLst/>
              </a:prstGeom>
              <a:solidFill>
                <a:srgbClr val="929292"/>
              </a:solidFill>
              <a:ln>
                <a:noFill/>
              </a:ln>
              <a:effectLst/>
            </p:spPr>
            <p:txBody>
              <a:bodyPr rtlCol="0" anchor="ctr"/>
              <a:lstStyle/>
              <a:p>
                <a:pPr algn="ctr"/>
              </a:p>
            </p:txBody>
          </p:sp>
          <p:sp>
            <p:nvSpPr>
              <p:cNvPr id="2173" name="Noise cell"/>
              <p:cNvSpPr/>
              <p:nvPr/>
            </p:nvSpPr>
            <p:spPr>
              <a:xfrm>
                <a:off x="10601207" y="7827264"/>
                <a:ext cx="18770" cy="18928"/>
              </a:xfrm>
              <a:prstGeom prst="rect">
                <a:avLst/>
              </a:prstGeom>
              <a:solidFill>
                <a:srgbClr val="696969"/>
              </a:solidFill>
              <a:ln>
                <a:noFill/>
              </a:ln>
              <a:effectLst/>
            </p:spPr>
            <p:txBody>
              <a:bodyPr rtlCol="0" anchor="ctr"/>
              <a:lstStyle/>
              <a:p>
                <a:pPr algn="ctr"/>
              </a:p>
            </p:txBody>
          </p:sp>
          <p:sp>
            <p:nvSpPr>
              <p:cNvPr id="2174" name="Noise cell"/>
              <p:cNvSpPr/>
              <p:nvPr/>
            </p:nvSpPr>
            <p:spPr>
              <a:xfrm>
                <a:off x="10619337" y="7827264"/>
                <a:ext cx="18770" cy="18928"/>
              </a:xfrm>
              <a:prstGeom prst="rect">
                <a:avLst/>
              </a:prstGeom>
              <a:solidFill>
                <a:srgbClr val="7D7D7D"/>
              </a:solidFill>
              <a:ln>
                <a:noFill/>
              </a:ln>
              <a:effectLst/>
            </p:spPr>
            <p:txBody>
              <a:bodyPr rtlCol="0" anchor="ctr"/>
              <a:lstStyle/>
              <a:p>
                <a:pPr algn="ctr"/>
              </a:p>
            </p:txBody>
          </p:sp>
          <p:sp>
            <p:nvSpPr>
              <p:cNvPr id="2175" name="Noise cell"/>
              <p:cNvSpPr/>
              <p:nvPr/>
            </p:nvSpPr>
            <p:spPr>
              <a:xfrm>
                <a:off x="10637467" y="7827264"/>
                <a:ext cx="18770" cy="18928"/>
              </a:xfrm>
              <a:prstGeom prst="rect">
                <a:avLst/>
              </a:prstGeom>
              <a:solidFill>
                <a:srgbClr val="9B9B9B"/>
              </a:solidFill>
              <a:ln>
                <a:noFill/>
              </a:ln>
              <a:effectLst/>
            </p:spPr>
            <p:txBody>
              <a:bodyPr rtlCol="0" anchor="ctr"/>
              <a:lstStyle/>
              <a:p>
                <a:pPr algn="ctr"/>
              </a:p>
            </p:txBody>
          </p:sp>
          <p:sp>
            <p:nvSpPr>
              <p:cNvPr id="2176" name="Noise cell"/>
              <p:cNvSpPr/>
              <p:nvPr/>
            </p:nvSpPr>
            <p:spPr>
              <a:xfrm>
                <a:off x="10655598" y="7827264"/>
                <a:ext cx="18770" cy="18928"/>
              </a:xfrm>
              <a:prstGeom prst="rect">
                <a:avLst/>
              </a:prstGeom>
              <a:solidFill>
                <a:srgbClr val="727272"/>
              </a:solidFill>
              <a:ln>
                <a:noFill/>
              </a:ln>
              <a:effectLst/>
            </p:spPr>
            <p:txBody>
              <a:bodyPr rtlCol="0" anchor="ctr"/>
              <a:lstStyle/>
              <a:p>
                <a:pPr algn="ctr"/>
              </a:p>
            </p:txBody>
          </p:sp>
          <p:sp>
            <p:nvSpPr>
              <p:cNvPr id="2177" name="Noise cell"/>
              <p:cNvSpPr/>
              <p:nvPr/>
            </p:nvSpPr>
            <p:spPr>
              <a:xfrm>
                <a:off x="10673728" y="7827264"/>
                <a:ext cx="18770" cy="18928"/>
              </a:xfrm>
              <a:prstGeom prst="rect">
                <a:avLst/>
              </a:prstGeom>
              <a:solidFill>
                <a:srgbClr val="747474"/>
              </a:solidFill>
              <a:ln>
                <a:noFill/>
              </a:ln>
              <a:effectLst/>
            </p:spPr>
            <p:txBody>
              <a:bodyPr rtlCol="0" anchor="ctr"/>
              <a:lstStyle/>
              <a:p>
                <a:pPr algn="ctr"/>
              </a:p>
            </p:txBody>
          </p:sp>
          <p:sp>
            <p:nvSpPr>
              <p:cNvPr id="2178" name="Noise cell"/>
              <p:cNvSpPr/>
              <p:nvPr/>
            </p:nvSpPr>
            <p:spPr>
              <a:xfrm>
                <a:off x="10691858" y="7827264"/>
                <a:ext cx="18770" cy="18928"/>
              </a:xfrm>
              <a:prstGeom prst="rect">
                <a:avLst/>
              </a:prstGeom>
              <a:solidFill>
                <a:srgbClr val="737373"/>
              </a:solidFill>
              <a:ln>
                <a:noFill/>
              </a:ln>
              <a:effectLst/>
            </p:spPr>
            <p:txBody>
              <a:bodyPr rtlCol="0" anchor="ctr"/>
              <a:lstStyle/>
              <a:p>
                <a:pPr algn="ctr"/>
              </a:p>
            </p:txBody>
          </p:sp>
          <p:sp>
            <p:nvSpPr>
              <p:cNvPr id="2179" name="Noise cell"/>
              <p:cNvSpPr/>
              <p:nvPr/>
            </p:nvSpPr>
            <p:spPr>
              <a:xfrm>
                <a:off x="10709989" y="7827264"/>
                <a:ext cx="18770" cy="18928"/>
              </a:xfrm>
              <a:prstGeom prst="rect">
                <a:avLst/>
              </a:prstGeom>
              <a:solidFill>
                <a:srgbClr val="767676"/>
              </a:solidFill>
              <a:ln>
                <a:noFill/>
              </a:ln>
              <a:effectLst/>
            </p:spPr>
            <p:txBody>
              <a:bodyPr rtlCol="0" anchor="ctr"/>
              <a:lstStyle/>
              <a:p>
                <a:pPr algn="ctr"/>
              </a:p>
            </p:txBody>
          </p:sp>
          <p:sp>
            <p:nvSpPr>
              <p:cNvPr id="2180" name="Noise cell"/>
              <p:cNvSpPr/>
              <p:nvPr/>
            </p:nvSpPr>
            <p:spPr>
              <a:xfrm>
                <a:off x="10728119" y="7827264"/>
                <a:ext cx="18770" cy="18928"/>
              </a:xfrm>
              <a:prstGeom prst="rect">
                <a:avLst/>
              </a:prstGeom>
              <a:solidFill>
                <a:srgbClr val="737373"/>
              </a:solidFill>
              <a:ln>
                <a:noFill/>
              </a:ln>
              <a:effectLst/>
            </p:spPr>
            <p:txBody>
              <a:bodyPr rtlCol="0" anchor="ctr"/>
              <a:lstStyle/>
              <a:p>
                <a:pPr algn="ctr"/>
              </a:p>
            </p:txBody>
          </p:sp>
          <p:sp>
            <p:nvSpPr>
              <p:cNvPr id="2181" name="Noise cell"/>
              <p:cNvSpPr/>
              <p:nvPr/>
            </p:nvSpPr>
            <p:spPr>
              <a:xfrm>
                <a:off x="10746250" y="7827264"/>
                <a:ext cx="18770" cy="18928"/>
              </a:xfrm>
              <a:prstGeom prst="rect">
                <a:avLst/>
              </a:prstGeom>
              <a:solidFill>
                <a:srgbClr val="6B6B6B"/>
              </a:solidFill>
              <a:ln>
                <a:noFill/>
              </a:ln>
              <a:effectLst/>
            </p:spPr>
            <p:txBody>
              <a:bodyPr rtlCol="0" anchor="ctr"/>
              <a:lstStyle/>
              <a:p>
                <a:pPr algn="ctr"/>
              </a:p>
            </p:txBody>
          </p:sp>
          <p:sp>
            <p:nvSpPr>
              <p:cNvPr id="2182" name="Noise cell"/>
              <p:cNvSpPr/>
              <p:nvPr/>
            </p:nvSpPr>
            <p:spPr>
              <a:xfrm>
                <a:off x="10764380" y="7827264"/>
                <a:ext cx="18770" cy="18928"/>
              </a:xfrm>
              <a:prstGeom prst="rect">
                <a:avLst/>
              </a:prstGeom>
              <a:solidFill>
                <a:srgbClr val="848484"/>
              </a:solidFill>
              <a:ln>
                <a:noFill/>
              </a:ln>
              <a:effectLst/>
            </p:spPr>
            <p:txBody>
              <a:bodyPr rtlCol="0" anchor="ctr"/>
              <a:lstStyle/>
              <a:p>
                <a:pPr algn="ctr"/>
              </a:p>
            </p:txBody>
          </p:sp>
          <p:sp>
            <p:nvSpPr>
              <p:cNvPr id="2183" name="Noise cell"/>
              <p:cNvSpPr/>
              <p:nvPr/>
            </p:nvSpPr>
            <p:spPr>
              <a:xfrm>
                <a:off x="10782510" y="7827264"/>
                <a:ext cx="18770" cy="18928"/>
              </a:xfrm>
              <a:prstGeom prst="rect">
                <a:avLst/>
              </a:prstGeom>
              <a:solidFill>
                <a:srgbClr val="787878"/>
              </a:solidFill>
              <a:ln>
                <a:noFill/>
              </a:ln>
              <a:effectLst/>
            </p:spPr>
            <p:txBody>
              <a:bodyPr rtlCol="0" anchor="ctr"/>
              <a:lstStyle/>
              <a:p>
                <a:pPr algn="ctr"/>
              </a:p>
            </p:txBody>
          </p:sp>
          <p:sp>
            <p:nvSpPr>
              <p:cNvPr id="2184" name="Noise cell"/>
              <p:cNvSpPr/>
              <p:nvPr/>
            </p:nvSpPr>
            <p:spPr>
              <a:xfrm>
                <a:off x="10800641" y="7827264"/>
                <a:ext cx="18770" cy="18928"/>
              </a:xfrm>
              <a:prstGeom prst="rect">
                <a:avLst/>
              </a:prstGeom>
              <a:solidFill>
                <a:srgbClr val="6A6A6A"/>
              </a:solidFill>
              <a:ln>
                <a:noFill/>
              </a:ln>
              <a:effectLst/>
            </p:spPr>
            <p:txBody>
              <a:bodyPr rtlCol="0" anchor="ctr"/>
              <a:lstStyle/>
              <a:p>
                <a:pPr algn="ctr"/>
              </a:p>
            </p:txBody>
          </p:sp>
          <p:sp>
            <p:nvSpPr>
              <p:cNvPr id="2185" name="Noise cell"/>
              <p:cNvSpPr/>
              <p:nvPr/>
            </p:nvSpPr>
            <p:spPr>
              <a:xfrm>
                <a:off x="10818771" y="7827264"/>
                <a:ext cx="18770" cy="18928"/>
              </a:xfrm>
              <a:prstGeom prst="rect">
                <a:avLst/>
              </a:prstGeom>
              <a:solidFill>
                <a:srgbClr val="797979"/>
              </a:solidFill>
              <a:ln>
                <a:noFill/>
              </a:ln>
              <a:effectLst/>
            </p:spPr>
            <p:txBody>
              <a:bodyPr rtlCol="0" anchor="ctr"/>
              <a:lstStyle/>
              <a:p>
                <a:pPr algn="ctr"/>
              </a:p>
            </p:txBody>
          </p:sp>
          <p:sp>
            <p:nvSpPr>
              <p:cNvPr id="2186" name="Noise cell"/>
              <p:cNvSpPr/>
              <p:nvPr/>
            </p:nvSpPr>
            <p:spPr>
              <a:xfrm>
                <a:off x="10836901" y="7827264"/>
                <a:ext cx="18770" cy="18928"/>
              </a:xfrm>
              <a:prstGeom prst="rect">
                <a:avLst/>
              </a:prstGeom>
              <a:solidFill>
                <a:srgbClr val="626262"/>
              </a:solidFill>
              <a:ln>
                <a:noFill/>
              </a:ln>
              <a:effectLst/>
            </p:spPr>
            <p:txBody>
              <a:bodyPr rtlCol="0" anchor="ctr"/>
              <a:lstStyle/>
              <a:p>
                <a:pPr algn="ctr"/>
              </a:p>
            </p:txBody>
          </p:sp>
          <p:sp>
            <p:nvSpPr>
              <p:cNvPr id="2187" name="Noise cell"/>
              <p:cNvSpPr/>
              <p:nvPr/>
            </p:nvSpPr>
            <p:spPr>
              <a:xfrm>
                <a:off x="10855032" y="7827264"/>
                <a:ext cx="18770" cy="18928"/>
              </a:xfrm>
              <a:prstGeom prst="rect">
                <a:avLst/>
              </a:prstGeom>
              <a:solidFill>
                <a:srgbClr val="797979"/>
              </a:solidFill>
              <a:ln>
                <a:noFill/>
              </a:ln>
              <a:effectLst/>
            </p:spPr>
            <p:txBody>
              <a:bodyPr rtlCol="0" anchor="ctr"/>
              <a:lstStyle/>
              <a:p>
                <a:pPr algn="ctr"/>
              </a:p>
            </p:txBody>
          </p:sp>
          <p:sp>
            <p:nvSpPr>
              <p:cNvPr id="2188" name="Noise cell"/>
              <p:cNvSpPr/>
              <p:nvPr/>
            </p:nvSpPr>
            <p:spPr>
              <a:xfrm>
                <a:off x="10873162" y="7827264"/>
                <a:ext cx="18770" cy="18928"/>
              </a:xfrm>
              <a:prstGeom prst="rect">
                <a:avLst/>
              </a:prstGeom>
              <a:solidFill>
                <a:srgbClr val="8B8B8B"/>
              </a:solidFill>
              <a:ln>
                <a:noFill/>
              </a:ln>
              <a:effectLst/>
            </p:spPr>
            <p:txBody>
              <a:bodyPr rtlCol="0" anchor="ctr"/>
              <a:lstStyle/>
              <a:p>
                <a:pPr algn="ctr"/>
              </a:p>
            </p:txBody>
          </p:sp>
          <p:sp>
            <p:nvSpPr>
              <p:cNvPr id="2189" name="Noise cell"/>
              <p:cNvSpPr/>
              <p:nvPr/>
            </p:nvSpPr>
            <p:spPr>
              <a:xfrm>
                <a:off x="10891292" y="7827264"/>
                <a:ext cx="18770" cy="18928"/>
              </a:xfrm>
              <a:prstGeom prst="rect">
                <a:avLst/>
              </a:prstGeom>
              <a:solidFill>
                <a:srgbClr val="7A7A7A"/>
              </a:solidFill>
              <a:ln>
                <a:noFill/>
              </a:ln>
              <a:effectLst/>
            </p:spPr>
            <p:txBody>
              <a:bodyPr rtlCol="0" anchor="ctr"/>
              <a:lstStyle/>
              <a:p>
                <a:pPr algn="ctr"/>
              </a:p>
            </p:txBody>
          </p:sp>
          <p:sp>
            <p:nvSpPr>
              <p:cNvPr id="2190" name="Noise cell"/>
              <p:cNvSpPr/>
              <p:nvPr/>
            </p:nvSpPr>
            <p:spPr>
              <a:xfrm>
                <a:off x="10909423" y="7827264"/>
                <a:ext cx="18770" cy="18928"/>
              </a:xfrm>
              <a:prstGeom prst="rect">
                <a:avLst/>
              </a:prstGeom>
              <a:solidFill>
                <a:srgbClr val="888888"/>
              </a:solidFill>
              <a:ln>
                <a:noFill/>
              </a:ln>
              <a:effectLst/>
            </p:spPr>
            <p:txBody>
              <a:bodyPr rtlCol="0" anchor="ctr"/>
              <a:lstStyle/>
              <a:p>
                <a:pPr algn="ctr"/>
              </a:p>
            </p:txBody>
          </p:sp>
          <p:sp>
            <p:nvSpPr>
              <p:cNvPr id="2191" name="Noise cell"/>
              <p:cNvSpPr/>
              <p:nvPr/>
            </p:nvSpPr>
            <p:spPr>
              <a:xfrm>
                <a:off x="10927553" y="7827264"/>
                <a:ext cx="18770" cy="18928"/>
              </a:xfrm>
              <a:prstGeom prst="rect">
                <a:avLst/>
              </a:prstGeom>
              <a:solidFill>
                <a:srgbClr val="818181"/>
              </a:solidFill>
              <a:ln>
                <a:noFill/>
              </a:ln>
              <a:effectLst/>
            </p:spPr>
            <p:txBody>
              <a:bodyPr rtlCol="0" anchor="ctr"/>
              <a:lstStyle/>
              <a:p>
                <a:pPr algn="ctr"/>
              </a:p>
            </p:txBody>
          </p:sp>
          <p:sp>
            <p:nvSpPr>
              <p:cNvPr id="2192" name="Noise cell"/>
              <p:cNvSpPr/>
              <p:nvPr/>
            </p:nvSpPr>
            <p:spPr>
              <a:xfrm>
                <a:off x="10945683" y="7827264"/>
                <a:ext cx="18770" cy="18928"/>
              </a:xfrm>
              <a:prstGeom prst="rect">
                <a:avLst/>
              </a:prstGeom>
              <a:solidFill>
                <a:srgbClr val="6A6A6A"/>
              </a:solidFill>
              <a:ln>
                <a:noFill/>
              </a:ln>
              <a:effectLst/>
            </p:spPr>
            <p:txBody>
              <a:bodyPr rtlCol="0" anchor="ctr"/>
              <a:lstStyle/>
              <a:p>
                <a:pPr algn="ctr"/>
              </a:p>
            </p:txBody>
          </p:sp>
          <p:sp>
            <p:nvSpPr>
              <p:cNvPr id="2193" name="Noise cell"/>
              <p:cNvSpPr/>
              <p:nvPr/>
            </p:nvSpPr>
            <p:spPr>
              <a:xfrm>
                <a:off x="10963814" y="7827264"/>
                <a:ext cx="18770" cy="18928"/>
              </a:xfrm>
              <a:prstGeom prst="rect">
                <a:avLst/>
              </a:prstGeom>
              <a:solidFill>
                <a:srgbClr val="7D7D7D"/>
              </a:solidFill>
              <a:ln>
                <a:noFill/>
              </a:ln>
              <a:effectLst/>
            </p:spPr>
            <p:txBody>
              <a:bodyPr rtlCol="0" anchor="ctr"/>
              <a:lstStyle/>
              <a:p>
                <a:pPr algn="ctr"/>
              </a:p>
            </p:txBody>
          </p:sp>
          <p:sp>
            <p:nvSpPr>
              <p:cNvPr id="2194" name="Noise cell"/>
              <p:cNvSpPr/>
              <p:nvPr/>
            </p:nvSpPr>
            <p:spPr>
              <a:xfrm>
                <a:off x="9930384" y="7845552"/>
                <a:ext cx="18770" cy="18928"/>
              </a:xfrm>
              <a:prstGeom prst="rect">
                <a:avLst/>
              </a:prstGeom>
              <a:solidFill>
                <a:srgbClr val="6C6C6C"/>
              </a:solidFill>
              <a:ln>
                <a:noFill/>
              </a:ln>
              <a:effectLst/>
            </p:spPr>
            <p:txBody>
              <a:bodyPr rtlCol="0" anchor="ctr"/>
              <a:lstStyle/>
              <a:p>
                <a:pPr algn="ctr"/>
              </a:p>
            </p:txBody>
          </p:sp>
          <p:sp>
            <p:nvSpPr>
              <p:cNvPr id="2195" name="Noise cell"/>
              <p:cNvSpPr/>
              <p:nvPr/>
            </p:nvSpPr>
            <p:spPr>
              <a:xfrm>
                <a:off x="9948514" y="7845552"/>
                <a:ext cx="18770" cy="18928"/>
              </a:xfrm>
              <a:prstGeom prst="rect">
                <a:avLst/>
              </a:prstGeom>
              <a:solidFill>
                <a:srgbClr val="999999"/>
              </a:solidFill>
              <a:ln>
                <a:noFill/>
              </a:ln>
              <a:effectLst/>
            </p:spPr>
            <p:txBody>
              <a:bodyPr rtlCol="0" anchor="ctr"/>
              <a:lstStyle/>
              <a:p>
                <a:pPr algn="ctr"/>
              </a:p>
            </p:txBody>
          </p:sp>
          <p:sp>
            <p:nvSpPr>
              <p:cNvPr id="2196" name="Noise cell"/>
              <p:cNvSpPr/>
              <p:nvPr/>
            </p:nvSpPr>
            <p:spPr>
              <a:xfrm>
                <a:off x="9966645" y="7845552"/>
                <a:ext cx="18770" cy="18928"/>
              </a:xfrm>
              <a:prstGeom prst="rect">
                <a:avLst/>
              </a:prstGeom>
              <a:solidFill>
                <a:srgbClr val="878787"/>
              </a:solidFill>
              <a:ln>
                <a:noFill/>
              </a:ln>
              <a:effectLst/>
            </p:spPr>
            <p:txBody>
              <a:bodyPr rtlCol="0" anchor="ctr"/>
              <a:lstStyle/>
              <a:p>
                <a:pPr algn="ctr"/>
              </a:p>
            </p:txBody>
          </p:sp>
          <p:sp>
            <p:nvSpPr>
              <p:cNvPr id="2197" name="Noise cell"/>
              <p:cNvSpPr/>
              <p:nvPr/>
            </p:nvSpPr>
            <p:spPr>
              <a:xfrm>
                <a:off x="9984775" y="7845552"/>
                <a:ext cx="18770" cy="18928"/>
              </a:xfrm>
              <a:prstGeom prst="rect">
                <a:avLst/>
              </a:prstGeom>
              <a:solidFill>
                <a:srgbClr val="838383"/>
              </a:solidFill>
              <a:ln>
                <a:noFill/>
              </a:ln>
              <a:effectLst/>
            </p:spPr>
            <p:txBody>
              <a:bodyPr rtlCol="0" anchor="ctr"/>
              <a:lstStyle/>
              <a:p>
                <a:pPr algn="ctr"/>
              </a:p>
            </p:txBody>
          </p:sp>
          <p:sp>
            <p:nvSpPr>
              <p:cNvPr id="2198" name="Noise cell"/>
              <p:cNvSpPr/>
              <p:nvPr/>
            </p:nvSpPr>
            <p:spPr>
              <a:xfrm>
                <a:off x="10002905" y="7845552"/>
                <a:ext cx="18770" cy="18928"/>
              </a:xfrm>
              <a:prstGeom prst="rect">
                <a:avLst/>
              </a:prstGeom>
              <a:solidFill>
                <a:srgbClr val="666666"/>
              </a:solidFill>
              <a:ln>
                <a:noFill/>
              </a:ln>
              <a:effectLst/>
            </p:spPr>
            <p:txBody>
              <a:bodyPr rtlCol="0" anchor="ctr"/>
              <a:lstStyle/>
              <a:p>
                <a:pPr algn="ctr"/>
              </a:p>
            </p:txBody>
          </p:sp>
          <p:sp>
            <p:nvSpPr>
              <p:cNvPr id="2199" name="Noise cell"/>
              <p:cNvSpPr/>
              <p:nvPr/>
            </p:nvSpPr>
            <p:spPr>
              <a:xfrm>
                <a:off x="10021036" y="7845552"/>
                <a:ext cx="18770" cy="18928"/>
              </a:xfrm>
              <a:prstGeom prst="rect">
                <a:avLst/>
              </a:prstGeom>
              <a:solidFill>
                <a:srgbClr val="646464"/>
              </a:solidFill>
              <a:ln>
                <a:noFill/>
              </a:ln>
              <a:effectLst/>
            </p:spPr>
            <p:txBody>
              <a:bodyPr rtlCol="0" anchor="ctr"/>
              <a:lstStyle/>
              <a:p>
                <a:pPr algn="ctr"/>
              </a:p>
            </p:txBody>
          </p:sp>
          <p:sp>
            <p:nvSpPr>
              <p:cNvPr id="2200" name="Noise cell"/>
              <p:cNvSpPr/>
              <p:nvPr/>
            </p:nvSpPr>
            <p:spPr>
              <a:xfrm>
                <a:off x="10039166" y="7845552"/>
                <a:ext cx="18770" cy="18928"/>
              </a:xfrm>
              <a:prstGeom prst="rect">
                <a:avLst/>
              </a:prstGeom>
              <a:solidFill>
                <a:srgbClr val="6E6E6E"/>
              </a:solidFill>
              <a:ln>
                <a:noFill/>
              </a:ln>
              <a:effectLst/>
            </p:spPr>
            <p:txBody>
              <a:bodyPr rtlCol="0" anchor="ctr"/>
              <a:lstStyle/>
              <a:p>
                <a:pPr algn="ctr"/>
              </a:p>
            </p:txBody>
          </p:sp>
          <p:sp>
            <p:nvSpPr>
              <p:cNvPr id="2201" name="Noise cell"/>
              <p:cNvSpPr/>
              <p:nvPr/>
            </p:nvSpPr>
            <p:spPr>
              <a:xfrm>
                <a:off x="10057296" y="7845552"/>
                <a:ext cx="18770" cy="18928"/>
              </a:xfrm>
              <a:prstGeom prst="rect">
                <a:avLst/>
              </a:prstGeom>
              <a:solidFill>
                <a:srgbClr val="8D8D8D"/>
              </a:solidFill>
              <a:ln>
                <a:noFill/>
              </a:ln>
              <a:effectLst/>
            </p:spPr>
            <p:txBody>
              <a:bodyPr rtlCol="0" anchor="ctr"/>
              <a:lstStyle/>
              <a:p>
                <a:pPr algn="ctr"/>
              </a:p>
            </p:txBody>
          </p:sp>
          <p:sp>
            <p:nvSpPr>
              <p:cNvPr id="2202" name="Noise cell"/>
              <p:cNvSpPr/>
              <p:nvPr/>
            </p:nvSpPr>
            <p:spPr>
              <a:xfrm>
                <a:off x="10075427" y="7845552"/>
                <a:ext cx="18770" cy="18928"/>
              </a:xfrm>
              <a:prstGeom prst="rect">
                <a:avLst/>
              </a:prstGeom>
              <a:solidFill>
                <a:srgbClr val="747474"/>
              </a:solidFill>
              <a:ln>
                <a:noFill/>
              </a:ln>
              <a:effectLst/>
            </p:spPr>
            <p:txBody>
              <a:bodyPr rtlCol="0" anchor="ctr"/>
              <a:lstStyle/>
              <a:p>
                <a:pPr algn="ctr"/>
              </a:p>
            </p:txBody>
          </p:sp>
          <p:sp>
            <p:nvSpPr>
              <p:cNvPr id="2203" name="Noise cell"/>
              <p:cNvSpPr/>
              <p:nvPr/>
            </p:nvSpPr>
            <p:spPr>
              <a:xfrm>
                <a:off x="10093557" y="7845552"/>
                <a:ext cx="18770" cy="18928"/>
              </a:xfrm>
              <a:prstGeom prst="rect">
                <a:avLst/>
              </a:prstGeom>
              <a:solidFill>
                <a:srgbClr val="7D7D7D"/>
              </a:solidFill>
              <a:ln>
                <a:noFill/>
              </a:ln>
              <a:effectLst/>
            </p:spPr>
            <p:txBody>
              <a:bodyPr rtlCol="0" anchor="ctr"/>
              <a:lstStyle/>
              <a:p>
                <a:pPr algn="ctr"/>
              </a:p>
            </p:txBody>
          </p:sp>
          <p:sp>
            <p:nvSpPr>
              <p:cNvPr id="2204" name="Noise cell"/>
              <p:cNvSpPr/>
              <p:nvPr/>
            </p:nvSpPr>
            <p:spPr>
              <a:xfrm>
                <a:off x="10111687" y="7845552"/>
                <a:ext cx="18770" cy="18928"/>
              </a:xfrm>
              <a:prstGeom prst="rect">
                <a:avLst/>
              </a:prstGeom>
              <a:solidFill>
                <a:srgbClr val="9E9E9E"/>
              </a:solidFill>
              <a:ln>
                <a:noFill/>
              </a:ln>
              <a:effectLst/>
            </p:spPr>
            <p:txBody>
              <a:bodyPr rtlCol="0" anchor="ctr"/>
              <a:lstStyle/>
              <a:p>
                <a:pPr algn="ctr"/>
              </a:p>
            </p:txBody>
          </p:sp>
          <p:sp>
            <p:nvSpPr>
              <p:cNvPr id="2205" name="Noise cell"/>
              <p:cNvSpPr/>
              <p:nvPr/>
            </p:nvSpPr>
            <p:spPr>
              <a:xfrm>
                <a:off x="10129818" y="7845552"/>
                <a:ext cx="18770" cy="18928"/>
              </a:xfrm>
              <a:prstGeom prst="rect">
                <a:avLst/>
              </a:prstGeom>
              <a:solidFill>
                <a:srgbClr val="8A8A8A"/>
              </a:solidFill>
              <a:ln>
                <a:noFill/>
              </a:ln>
              <a:effectLst/>
            </p:spPr>
            <p:txBody>
              <a:bodyPr rtlCol="0" anchor="ctr"/>
              <a:lstStyle/>
              <a:p>
                <a:pPr algn="ctr"/>
              </a:p>
            </p:txBody>
          </p:sp>
          <p:sp>
            <p:nvSpPr>
              <p:cNvPr id="2206" name="Noise cell"/>
              <p:cNvSpPr/>
              <p:nvPr/>
            </p:nvSpPr>
            <p:spPr>
              <a:xfrm>
                <a:off x="10147948" y="7845552"/>
                <a:ext cx="18770" cy="18928"/>
              </a:xfrm>
              <a:prstGeom prst="rect">
                <a:avLst/>
              </a:prstGeom>
              <a:solidFill>
                <a:srgbClr val="7F7F7F"/>
              </a:solidFill>
              <a:ln>
                <a:noFill/>
              </a:ln>
              <a:effectLst/>
            </p:spPr>
            <p:txBody>
              <a:bodyPr rtlCol="0" anchor="ctr"/>
              <a:lstStyle/>
              <a:p>
                <a:pPr algn="ctr"/>
              </a:p>
            </p:txBody>
          </p:sp>
          <p:sp>
            <p:nvSpPr>
              <p:cNvPr id="2207" name="Noise cell"/>
              <p:cNvSpPr/>
              <p:nvPr/>
            </p:nvSpPr>
            <p:spPr>
              <a:xfrm>
                <a:off x="10166078" y="7845552"/>
                <a:ext cx="18770" cy="18928"/>
              </a:xfrm>
              <a:prstGeom prst="rect">
                <a:avLst/>
              </a:prstGeom>
              <a:solidFill>
                <a:srgbClr val="8F8F8F"/>
              </a:solidFill>
              <a:ln>
                <a:noFill/>
              </a:ln>
              <a:effectLst/>
            </p:spPr>
            <p:txBody>
              <a:bodyPr rtlCol="0" anchor="ctr"/>
              <a:lstStyle/>
              <a:p>
                <a:pPr algn="ctr"/>
              </a:p>
            </p:txBody>
          </p:sp>
          <p:sp>
            <p:nvSpPr>
              <p:cNvPr id="2208" name="Noise cell"/>
              <p:cNvSpPr/>
              <p:nvPr/>
            </p:nvSpPr>
            <p:spPr>
              <a:xfrm>
                <a:off x="10184209" y="7845552"/>
                <a:ext cx="18770" cy="18928"/>
              </a:xfrm>
              <a:prstGeom prst="rect">
                <a:avLst/>
              </a:prstGeom>
              <a:solidFill>
                <a:srgbClr val="747474"/>
              </a:solidFill>
              <a:ln>
                <a:noFill/>
              </a:ln>
              <a:effectLst/>
            </p:spPr>
            <p:txBody>
              <a:bodyPr rtlCol="0" anchor="ctr"/>
              <a:lstStyle/>
              <a:p>
                <a:pPr algn="ctr"/>
              </a:p>
            </p:txBody>
          </p:sp>
          <p:sp>
            <p:nvSpPr>
              <p:cNvPr id="2209" name="Noise cell"/>
              <p:cNvSpPr/>
              <p:nvPr/>
            </p:nvSpPr>
            <p:spPr>
              <a:xfrm>
                <a:off x="10202339" y="7845552"/>
                <a:ext cx="18770" cy="18928"/>
              </a:xfrm>
              <a:prstGeom prst="rect">
                <a:avLst/>
              </a:prstGeom>
              <a:solidFill>
                <a:srgbClr val="7A7A7A"/>
              </a:solidFill>
              <a:ln>
                <a:noFill/>
              </a:ln>
              <a:effectLst/>
            </p:spPr>
            <p:txBody>
              <a:bodyPr rtlCol="0" anchor="ctr"/>
              <a:lstStyle/>
              <a:p>
                <a:pPr algn="ctr"/>
              </a:p>
            </p:txBody>
          </p:sp>
          <p:sp>
            <p:nvSpPr>
              <p:cNvPr id="2210" name="Noise cell"/>
              <p:cNvSpPr/>
              <p:nvPr/>
            </p:nvSpPr>
            <p:spPr>
              <a:xfrm>
                <a:off x="10220470" y="7845552"/>
                <a:ext cx="18770" cy="18928"/>
              </a:xfrm>
              <a:prstGeom prst="rect">
                <a:avLst/>
              </a:prstGeom>
              <a:solidFill>
                <a:srgbClr val="8B8B8B"/>
              </a:solidFill>
              <a:ln>
                <a:noFill/>
              </a:ln>
              <a:effectLst/>
            </p:spPr>
            <p:txBody>
              <a:bodyPr rtlCol="0" anchor="ctr"/>
              <a:lstStyle/>
              <a:p>
                <a:pPr algn="ctr"/>
              </a:p>
            </p:txBody>
          </p:sp>
          <p:sp>
            <p:nvSpPr>
              <p:cNvPr id="2211" name="Noise cell"/>
              <p:cNvSpPr/>
              <p:nvPr/>
            </p:nvSpPr>
            <p:spPr>
              <a:xfrm>
                <a:off x="10238600" y="7845552"/>
                <a:ext cx="18770" cy="18928"/>
              </a:xfrm>
              <a:prstGeom prst="rect">
                <a:avLst/>
              </a:prstGeom>
              <a:solidFill>
                <a:srgbClr val="969696"/>
              </a:solidFill>
              <a:ln>
                <a:noFill/>
              </a:ln>
              <a:effectLst/>
            </p:spPr>
            <p:txBody>
              <a:bodyPr rtlCol="0" anchor="ctr"/>
              <a:lstStyle/>
              <a:p>
                <a:pPr algn="ctr"/>
              </a:p>
            </p:txBody>
          </p:sp>
          <p:sp>
            <p:nvSpPr>
              <p:cNvPr id="2212" name="Noise cell"/>
              <p:cNvSpPr/>
              <p:nvPr/>
            </p:nvSpPr>
            <p:spPr>
              <a:xfrm>
                <a:off x="10256730" y="7845552"/>
                <a:ext cx="18770" cy="18928"/>
              </a:xfrm>
              <a:prstGeom prst="rect">
                <a:avLst/>
              </a:prstGeom>
              <a:solidFill>
                <a:srgbClr val="7F7F7F"/>
              </a:solidFill>
              <a:ln>
                <a:noFill/>
              </a:ln>
              <a:effectLst/>
            </p:spPr>
            <p:txBody>
              <a:bodyPr rtlCol="0" anchor="ctr"/>
              <a:lstStyle/>
              <a:p>
                <a:pPr algn="ctr"/>
              </a:p>
            </p:txBody>
          </p:sp>
          <p:sp>
            <p:nvSpPr>
              <p:cNvPr id="2213" name="Noise cell"/>
              <p:cNvSpPr/>
              <p:nvPr/>
            </p:nvSpPr>
            <p:spPr>
              <a:xfrm>
                <a:off x="10274861" y="7845552"/>
                <a:ext cx="18770" cy="18928"/>
              </a:xfrm>
              <a:prstGeom prst="rect">
                <a:avLst/>
              </a:prstGeom>
              <a:solidFill>
                <a:srgbClr val="959595"/>
              </a:solidFill>
              <a:ln>
                <a:noFill/>
              </a:ln>
              <a:effectLst/>
            </p:spPr>
            <p:txBody>
              <a:bodyPr rtlCol="0" anchor="ctr"/>
              <a:lstStyle/>
              <a:p>
                <a:pPr algn="ctr"/>
              </a:p>
            </p:txBody>
          </p:sp>
          <p:sp>
            <p:nvSpPr>
              <p:cNvPr id="2214" name="Noise cell"/>
              <p:cNvSpPr/>
              <p:nvPr/>
            </p:nvSpPr>
            <p:spPr>
              <a:xfrm>
                <a:off x="10292991" y="7845552"/>
                <a:ext cx="18770" cy="18928"/>
              </a:xfrm>
              <a:prstGeom prst="rect">
                <a:avLst/>
              </a:prstGeom>
              <a:solidFill>
                <a:srgbClr val="7C7C7C"/>
              </a:solidFill>
              <a:ln>
                <a:noFill/>
              </a:ln>
              <a:effectLst/>
            </p:spPr>
            <p:txBody>
              <a:bodyPr rtlCol="0" anchor="ctr"/>
              <a:lstStyle/>
              <a:p>
                <a:pPr algn="ctr"/>
              </a:p>
            </p:txBody>
          </p:sp>
          <p:sp>
            <p:nvSpPr>
              <p:cNvPr id="2215" name="Noise cell"/>
              <p:cNvSpPr/>
              <p:nvPr/>
            </p:nvSpPr>
            <p:spPr>
              <a:xfrm>
                <a:off x="10311121" y="7845552"/>
                <a:ext cx="18770" cy="18928"/>
              </a:xfrm>
              <a:prstGeom prst="rect">
                <a:avLst/>
              </a:prstGeom>
              <a:solidFill>
                <a:srgbClr val="737373"/>
              </a:solidFill>
              <a:ln>
                <a:noFill/>
              </a:ln>
              <a:effectLst/>
            </p:spPr>
            <p:txBody>
              <a:bodyPr rtlCol="0" anchor="ctr"/>
              <a:lstStyle/>
              <a:p>
                <a:pPr algn="ctr"/>
              </a:p>
            </p:txBody>
          </p:sp>
          <p:sp>
            <p:nvSpPr>
              <p:cNvPr id="2216" name="Noise cell"/>
              <p:cNvSpPr/>
              <p:nvPr/>
            </p:nvSpPr>
            <p:spPr>
              <a:xfrm>
                <a:off x="10329252" y="7845552"/>
                <a:ext cx="18770" cy="18928"/>
              </a:xfrm>
              <a:prstGeom prst="rect">
                <a:avLst/>
              </a:prstGeom>
              <a:solidFill>
                <a:srgbClr val="7C7C7C"/>
              </a:solidFill>
              <a:ln>
                <a:noFill/>
              </a:ln>
              <a:effectLst/>
            </p:spPr>
            <p:txBody>
              <a:bodyPr rtlCol="0" anchor="ctr"/>
              <a:lstStyle/>
              <a:p>
                <a:pPr algn="ctr"/>
              </a:p>
            </p:txBody>
          </p:sp>
          <p:sp>
            <p:nvSpPr>
              <p:cNvPr id="2217" name="Noise cell"/>
              <p:cNvSpPr/>
              <p:nvPr/>
            </p:nvSpPr>
            <p:spPr>
              <a:xfrm>
                <a:off x="10347382" y="7845552"/>
                <a:ext cx="18770" cy="18928"/>
              </a:xfrm>
              <a:prstGeom prst="rect">
                <a:avLst/>
              </a:prstGeom>
              <a:solidFill>
                <a:srgbClr val="8C8C8C"/>
              </a:solidFill>
              <a:ln>
                <a:noFill/>
              </a:ln>
              <a:effectLst/>
            </p:spPr>
            <p:txBody>
              <a:bodyPr rtlCol="0" anchor="ctr"/>
              <a:lstStyle/>
              <a:p>
                <a:pPr algn="ctr"/>
              </a:p>
            </p:txBody>
          </p:sp>
          <p:sp>
            <p:nvSpPr>
              <p:cNvPr id="2218" name="Noise cell"/>
              <p:cNvSpPr/>
              <p:nvPr/>
            </p:nvSpPr>
            <p:spPr>
              <a:xfrm>
                <a:off x="10365512" y="7845552"/>
                <a:ext cx="18770" cy="18928"/>
              </a:xfrm>
              <a:prstGeom prst="rect">
                <a:avLst/>
              </a:prstGeom>
              <a:solidFill>
                <a:srgbClr val="7B7B7B"/>
              </a:solidFill>
              <a:ln>
                <a:noFill/>
              </a:ln>
              <a:effectLst/>
            </p:spPr>
            <p:txBody>
              <a:bodyPr rtlCol="0" anchor="ctr"/>
              <a:lstStyle/>
              <a:p>
                <a:pPr algn="ctr"/>
              </a:p>
            </p:txBody>
          </p:sp>
          <p:sp>
            <p:nvSpPr>
              <p:cNvPr id="2219" name="Noise cell"/>
              <p:cNvSpPr/>
              <p:nvPr/>
            </p:nvSpPr>
            <p:spPr>
              <a:xfrm>
                <a:off x="10383643" y="7845552"/>
                <a:ext cx="18770" cy="18928"/>
              </a:xfrm>
              <a:prstGeom prst="rect">
                <a:avLst/>
              </a:prstGeom>
              <a:solidFill>
                <a:srgbClr val="878787"/>
              </a:solidFill>
              <a:ln>
                <a:noFill/>
              </a:ln>
              <a:effectLst/>
            </p:spPr>
            <p:txBody>
              <a:bodyPr rtlCol="0" anchor="ctr"/>
              <a:lstStyle/>
              <a:p>
                <a:pPr algn="ctr"/>
              </a:p>
            </p:txBody>
          </p:sp>
          <p:sp>
            <p:nvSpPr>
              <p:cNvPr id="2220" name="Noise cell"/>
              <p:cNvSpPr/>
              <p:nvPr/>
            </p:nvSpPr>
            <p:spPr>
              <a:xfrm>
                <a:off x="10401773" y="7845552"/>
                <a:ext cx="18770" cy="18928"/>
              </a:xfrm>
              <a:prstGeom prst="rect">
                <a:avLst/>
              </a:prstGeom>
              <a:solidFill>
                <a:srgbClr val="A1A1A1"/>
              </a:solidFill>
              <a:ln>
                <a:noFill/>
              </a:ln>
              <a:effectLst/>
            </p:spPr>
            <p:txBody>
              <a:bodyPr rtlCol="0" anchor="ctr"/>
              <a:lstStyle/>
              <a:p>
                <a:pPr algn="ctr"/>
              </a:p>
            </p:txBody>
          </p:sp>
          <p:sp>
            <p:nvSpPr>
              <p:cNvPr id="2221" name="Noise cell"/>
              <p:cNvSpPr/>
              <p:nvPr/>
            </p:nvSpPr>
            <p:spPr>
              <a:xfrm>
                <a:off x="10419903" y="7845552"/>
                <a:ext cx="18770" cy="18928"/>
              </a:xfrm>
              <a:prstGeom prst="rect">
                <a:avLst/>
              </a:prstGeom>
              <a:solidFill>
                <a:srgbClr val="686868"/>
              </a:solidFill>
              <a:ln>
                <a:noFill/>
              </a:ln>
              <a:effectLst/>
            </p:spPr>
            <p:txBody>
              <a:bodyPr rtlCol="0" anchor="ctr"/>
              <a:lstStyle/>
              <a:p>
                <a:pPr algn="ctr"/>
              </a:p>
            </p:txBody>
          </p:sp>
          <p:sp>
            <p:nvSpPr>
              <p:cNvPr id="2222" name="Noise cell"/>
              <p:cNvSpPr/>
              <p:nvPr/>
            </p:nvSpPr>
            <p:spPr>
              <a:xfrm>
                <a:off x="10438034" y="7845552"/>
                <a:ext cx="18770" cy="18928"/>
              </a:xfrm>
              <a:prstGeom prst="rect">
                <a:avLst/>
              </a:prstGeom>
              <a:solidFill>
                <a:srgbClr val="8A8A8A"/>
              </a:solidFill>
              <a:ln>
                <a:noFill/>
              </a:ln>
              <a:effectLst/>
            </p:spPr>
            <p:txBody>
              <a:bodyPr rtlCol="0" anchor="ctr"/>
              <a:lstStyle/>
              <a:p>
                <a:pPr algn="ctr"/>
              </a:p>
            </p:txBody>
          </p:sp>
          <p:sp>
            <p:nvSpPr>
              <p:cNvPr id="2223" name="Noise cell"/>
              <p:cNvSpPr/>
              <p:nvPr/>
            </p:nvSpPr>
            <p:spPr>
              <a:xfrm>
                <a:off x="10456164" y="7845552"/>
                <a:ext cx="18770" cy="18928"/>
              </a:xfrm>
              <a:prstGeom prst="rect">
                <a:avLst/>
              </a:prstGeom>
              <a:solidFill>
                <a:srgbClr val="8E8E8E"/>
              </a:solidFill>
              <a:ln>
                <a:noFill/>
              </a:ln>
              <a:effectLst/>
            </p:spPr>
            <p:txBody>
              <a:bodyPr rtlCol="0" anchor="ctr"/>
              <a:lstStyle/>
              <a:p>
                <a:pPr algn="ctr"/>
              </a:p>
            </p:txBody>
          </p:sp>
          <p:sp>
            <p:nvSpPr>
              <p:cNvPr id="2224" name="Noise cell"/>
              <p:cNvSpPr/>
              <p:nvPr/>
            </p:nvSpPr>
            <p:spPr>
              <a:xfrm>
                <a:off x="10474294" y="7845552"/>
                <a:ext cx="18770" cy="18928"/>
              </a:xfrm>
              <a:prstGeom prst="rect">
                <a:avLst/>
              </a:prstGeom>
              <a:solidFill>
                <a:srgbClr val="8E8E8E"/>
              </a:solidFill>
              <a:ln>
                <a:noFill/>
              </a:ln>
              <a:effectLst/>
            </p:spPr>
            <p:txBody>
              <a:bodyPr rtlCol="0" anchor="ctr"/>
              <a:lstStyle/>
              <a:p>
                <a:pPr algn="ctr"/>
              </a:p>
            </p:txBody>
          </p:sp>
          <p:sp>
            <p:nvSpPr>
              <p:cNvPr id="2225" name="Noise cell"/>
              <p:cNvSpPr/>
              <p:nvPr/>
            </p:nvSpPr>
            <p:spPr>
              <a:xfrm>
                <a:off x="10492425" y="7845552"/>
                <a:ext cx="18770" cy="18928"/>
              </a:xfrm>
              <a:prstGeom prst="rect">
                <a:avLst/>
              </a:prstGeom>
              <a:solidFill>
                <a:srgbClr val="828282"/>
              </a:solidFill>
              <a:ln>
                <a:noFill/>
              </a:ln>
              <a:effectLst/>
            </p:spPr>
            <p:txBody>
              <a:bodyPr rtlCol="0" anchor="ctr"/>
              <a:lstStyle/>
              <a:p>
                <a:pPr algn="ctr"/>
              </a:p>
            </p:txBody>
          </p:sp>
          <p:sp>
            <p:nvSpPr>
              <p:cNvPr id="2226" name="Noise cell"/>
              <p:cNvSpPr/>
              <p:nvPr/>
            </p:nvSpPr>
            <p:spPr>
              <a:xfrm>
                <a:off x="10510555" y="7845552"/>
                <a:ext cx="18770" cy="18928"/>
              </a:xfrm>
              <a:prstGeom prst="rect">
                <a:avLst/>
              </a:prstGeom>
              <a:solidFill>
                <a:srgbClr val="6E6E6E"/>
              </a:solidFill>
              <a:ln>
                <a:noFill/>
              </a:ln>
              <a:effectLst/>
            </p:spPr>
            <p:txBody>
              <a:bodyPr rtlCol="0" anchor="ctr"/>
              <a:lstStyle/>
              <a:p>
                <a:pPr algn="ctr"/>
              </a:p>
            </p:txBody>
          </p:sp>
          <p:sp>
            <p:nvSpPr>
              <p:cNvPr id="2227" name="Noise cell"/>
              <p:cNvSpPr/>
              <p:nvPr/>
            </p:nvSpPr>
            <p:spPr>
              <a:xfrm>
                <a:off x="10528685" y="7845552"/>
                <a:ext cx="18770" cy="18928"/>
              </a:xfrm>
              <a:prstGeom prst="rect">
                <a:avLst/>
              </a:prstGeom>
              <a:solidFill>
                <a:srgbClr val="858585"/>
              </a:solidFill>
              <a:ln>
                <a:noFill/>
              </a:ln>
              <a:effectLst/>
            </p:spPr>
            <p:txBody>
              <a:bodyPr rtlCol="0" anchor="ctr"/>
              <a:lstStyle/>
              <a:p>
                <a:pPr algn="ctr"/>
              </a:p>
            </p:txBody>
          </p:sp>
          <p:sp>
            <p:nvSpPr>
              <p:cNvPr id="2228" name="Noise cell"/>
              <p:cNvSpPr/>
              <p:nvPr/>
            </p:nvSpPr>
            <p:spPr>
              <a:xfrm>
                <a:off x="10546816" y="7845552"/>
                <a:ext cx="18770" cy="18928"/>
              </a:xfrm>
              <a:prstGeom prst="rect">
                <a:avLst/>
              </a:prstGeom>
              <a:solidFill>
                <a:srgbClr val="8F8F8F"/>
              </a:solidFill>
              <a:ln>
                <a:noFill/>
              </a:ln>
              <a:effectLst/>
            </p:spPr>
            <p:txBody>
              <a:bodyPr rtlCol="0" anchor="ctr"/>
              <a:lstStyle/>
              <a:p>
                <a:pPr algn="ctr"/>
              </a:p>
            </p:txBody>
          </p:sp>
          <p:sp>
            <p:nvSpPr>
              <p:cNvPr id="2229" name="Noise cell"/>
              <p:cNvSpPr/>
              <p:nvPr/>
            </p:nvSpPr>
            <p:spPr>
              <a:xfrm>
                <a:off x="10564946" y="7845552"/>
                <a:ext cx="18770" cy="18928"/>
              </a:xfrm>
              <a:prstGeom prst="rect">
                <a:avLst/>
              </a:prstGeom>
              <a:solidFill>
                <a:srgbClr val="888888"/>
              </a:solidFill>
              <a:ln>
                <a:noFill/>
              </a:ln>
              <a:effectLst/>
            </p:spPr>
            <p:txBody>
              <a:bodyPr rtlCol="0" anchor="ctr"/>
              <a:lstStyle/>
              <a:p>
                <a:pPr algn="ctr"/>
              </a:p>
            </p:txBody>
          </p:sp>
          <p:sp>
            <p:nvSpPr>
              <p:cNvPr id="2230" name="Noise cell"/>
              <p:cNvSpPr/>
              <p:nvPr/>
            </p:nvSpPr>
            <p:spPr>
              <a:xfrm>
                <a:off x="10583076" y="7845552"/>
                <a:ext cx="18770" cy="18928"/>
              </a:xfrm>
              <a:prstGeom prst="rect">
                <a:avLst/>
              </a:prstGeom>
              <a:solidFill>
                <a:srgbClr val="808080"/>
              </a:solidFill>
              <a:ln>
                <a:noFill/>
              </a:ln>
              <a:effectLst/>
            </p:spPr>
            <p:txBody>
              <a:bodyPr rtlCol="0" anchor="ctr"/>
              <a:lstStyle/>
              <a:p>
                <a:pPr algn="ctr"/>
              </a:p>
            </p:txBody>
          </p:sp>
          <p:sp>
            <p:nvSpPr>
              <p:cNvPr id="2231" name="Noise cell"/>
              <p:cNvSpPr/>
              <p:nvPr/>
            </p:nvSpPr>
            <p:spPr>
              <a:xfrm>
                <a:off x="10601207" y="7845552"/>
                <a:ext cx="18770" cy="18928"/>
              </a:xfrm>
              <a:prstGeom prst="rect">
                <a:avLst/>
              </a:prstGeom>
              <a:solidFill>
                <a:srgbClr val="7F7F7F"/>
              </a:solidFill>
              <a:ln>
                <a:noFill/>
              </a:ln>
              <a:effectLst/>
            </p:spPr>
            <p:txBody>
              <a:bodyPr rtlCol="0" anchor="ctr"/>
              <a:lstStyle/>
              <a:p>
                <a:pPr algn="ctr"/>
              </a:p>
            </p:txBody>
          </p:sp>
          <p:sp>
            <p:nvSpPr>
              <p:cNvPr id="2232" name="Noise cell"/>
              <p:cNvSpPr/>
              <p:nvPr/>
            </p:nvSpPr>
            <p:spPr>
              <a:xfrm>
                <a:off x="10619337" y="7845552"/>
                <a:ext cx="18770" cy="18928"/>
              </a:xfrm>
              <a:prstGeom prst="rect">
                <a:avLst/>
              </a:prstGeom>
              <a:solidFill>
                <a:srgbClr val="969696"/>
              </a:solidFill>
              <a:ln>
                <a:noFill/>
              </a:ln>
              <a:effectLst/>
            </p:spPr>
            <p:txBody>
              <a:bodyPr rtlCol="0" anchor="ctr"/>
              <a:lstStyle/>
              <a:p>
                <a:pPr algn="ctr"/>
              </a:p>
            </p:txBody>
          </p:sp>
          <p:sp>
            <p:nvSpPr>
              <p:cNvPr id="2233" name="Noise cell"/>
              <p:cNvSpPr/>
              <p:nvPr/>
            </p:nvSpPr>
            <p:spPr>
              <a:xfrm>
                <a:off x="10637467" y="7845552"/>
                <a:ext cx="18770" cy="18928"/>
              </a:xfrm>
              <a:prstGeom prst="rect">
                <a:avLst/>
              </a:prstGeom>
              <a:solidFill>
                <a:srgbClr val="8B8B8B"/>
              </a:solidFill>
              <a:ln>
                <a:noFill/>
              </a:ln>
              <a:effectLst/>
            </p:spPr>
            <p:txBody>
              <a:bodyPr rtlCol="0" anchor="ctr"/>
              <a:lstStyle/>
              <a:p>
                <a:pPr algn="ctr"/>
              </a:p>
            </p:txBody>
          </p:sp>
          <p:sp>
            <p:nvSpPr>
              <p:cNvPr id="2234" name="Noise cell"/>
              <p:cNvSpPr/>
              <p:nvPr/>
            </p:nvSpPr>
            <p:spPr>
              <a:xfrm>
                <a:off x="10655598" y="7845552"/>
                <a:ext cx="18770" cy="18928"/>
              </a:xfrm>
              <a:prstGeom prst="rect">
                <a:avLst/>
              </a:prstGeom>
              <a:solidFill>
                <a:srgbClr val="8B8B8B"/>
              </a:solidFill>
              <a:ln>
                <a:noFill/>
              </a:ln>
              <a:effectLst/>
            </p:spPr>
            <p:txBody>
              <a:bodyPr rtlCol="0" anchor="ctr"/>
              <a:lstStyle/>
              <a:p>
                <a:pPr algn="ctr"/>
              </a:p>
            </p:txBody>
          </p:sp>
          <p:sp>
            <p:nvSpPr>
              <p:cNvPr id="2235" name="Noise cell"/>
              <p:cNvSpPr/>
              <p:nvPr/>
            </p:nvSpPr>
            <p:spPr>
              <a:xfrm>
                <a:off x="10673728" y="7845552"/>
                <a:ext cx="18770" cy="18928"/>
              </a:xfrm>
              <a:prstGeom prst="rect">
                <a:avLst/>
              </a:prstGeom>
              <a:solidFill>
                <a:srgbClr val="818181"/>
              </a:solidFill>
              <a:ln>
                <a:noFill/>
              </a:ln>
              <a:effectLst/>
            </p:spPr>
            <p:txBody>
              <a:bodyPr rtlCol="0" anchor="ctr"/>
              <a:lstStyle/>
              <a:p>
                <a:pPr algn="ctr"/>
              </a:p>
            </p:txBody>
          </p:sp>
          <p:sp>
            <p:nvSpPr>
              <p:cNvPr id="2236" name="Noise cell"/>
              <p:cNvSpPr/>
              <p:nvPr/>
            </p:nvSpPr>
            <p:spPr>
              <a:xfrm>
                <a:off x="10691858" y="7845552"/>
                <a:ext cx="18770" cy="18928"/>
              </a:xfrm>
              <a:prstGeom prst="rect">
                <a:avLst/>
              </a:prstGeom>
              <a:solidFill>
                <a:srgbClr val="777777"/>
              </a:solidFill>
              <a:ln>
                <a:noFill/>
              </a:ln>
              <a:effectLst/>
            </p:spPr>
            <p:txBody>
              <a:bodyPr rtlCol="0" anchor="ctr"/>
              <a:lstStyle/>
              <a:p>
                <a:pPr algn="ctr"/>
              </a:p>
            </p:txBody>
          </p:sp>
          <p:sp>
            <p:nvSpPr>
              <p:cNvPr id="2237" name="Noise cell"/>
              <p:cNvSpPr/>
              <p:nvPr/>
            </p:nvSpPr>
            <p:spPr>
              <a:xfrm>
                <a:off x="10709989" y="7845552"/>
                <a:ext cx="18770" cy="18928"/>
              </a:xfrm>
              <a:prstGeom prst="rect">
                <a:avLst/>
              </a:prstGeom>
              <a:solidFill>
                <a:srgbClr val="7B7B7B"/>
              </a:solidFill>
              <a:ln>
                <a:noFill/>
              </a:ln>
              <a:effectLst/>
            </p:spPr>
            <p:txBody>
              <a:bodyPr rtlCol="0" anchor="ctr"/>
              <a:lstStyle/>
              <a:p>
                <a:pPr algn="ctr"/>
              </a:p>
            </p:txBody>
          </p:sp>
          <p:sp>
            <p:nvSpPr>
              <p:cNvPr id="2238" name="Noise cell"/>
              <p:cNvSpPr/>
              <p:nvPr/>
            </p:nvSpPr>
            <p:spPr>
              <a:xfrm>
                <a:off x="10728119" y="7845552"/>
                <a:ext cx="18770" cy="18928"/>
              </a:xfrm>
              <a:prstGeom prst="rect">
                <a:avLst/>
              </a:prstGeom>
              <a:solidFill>
                <a:srgbClr val="767676"/>
              </a:solidFill>
              <a:ln>
                <a:noFill/>
              </a:ln>
              <a:effectLst/>
            </p:spPr>
            <p:txBody>
              <a:bodyPr rtlCol="0" anchor="ctr"/>
              <a:lstStyle/>
              <a:p>
                <a:pPr algn="ctr"/>
              </a:p>
            </p:txBody>
          </p:sp>
          <p:sp>
            <p:nvSpPr>
              <p:cNvPr id="2239" name="Noise cell"/>
              <p:cNvSpPr/>
              <p:nvPr/>
            </p:nvSpPr>
            <p:spPr>
              <a:xfrm>
                <a:off x="10746250" y="7845552"/>
                <a:ext cx="18770" cy="18928"/>
              </a:xfrm>
              <a:prstGeom prst="rect">
                <a:avLst/>
              </a:prstGeom>
              <a:solidFill>
                <a:srgbClr val="858585"/>
              </a:solidFill>
              <a:ln>
                <a:noFill/>
              </a:ln>
              <a:effectLst/>
            </p:spPr>
            <p:txBody>
              <a:bodyPr rtlCol="0" anchor="ctr"/>
              <a:lstStyle/>
              <a:p>
                <a:pPr algn="ctr"/>
              </a:p>
            </p:txBody>
          </p:sp>
          <p:sp>
            <p:nvSpPr>
              <p:cNvPr id="2240" name="Noise cell"/>
              <p:cNvSpPr/>
              <p:nvPr/>
            </p:nvSpPr>
            <p:spPr>
              <a:xfrm>
                <a:off x="10764380" y="7845552"/>
                <a:ext cx="18770" cy="18928"/>
              </a:xfrm>
              <a:prstGeom prst="rect">
                <a:avLst/>
              </a:prstGeom>
              <a:solidFill>
                <a:srgbClr val="8F8F8F"/>
              </a:solidFill>
              <a:ln>
                <a:noFill/>
              </a:ln>
              <a:effectLst/>
            </p:spPr>
            <p:txBody>
              <a:bodyPr rtlCol="0" anchor="ctr"/>
              <a:lstStyle/>
              <a:p>
                <a:pPr algn="ctr"/>
              </a:p>
            </p:txBody>
          </p:sp>
          <p:sp>
            <p:nvSpPr>
              <p:cNvPr id="2241" name="Noise cell"/>
              <p:cNvSpPr/>
              <p:nvPr/>
            </p:nvSpPr>
            <p:spPr>
              <a:xfrm>
                <a:off x="10782510" y="7845552"/>
                <a:ext cx="18770" cy="18928"/>
              </a:xfrm>
              <a:prstGeom prst="rect">
                <a:avLst/>
              </a:prstGeom>
              <a:solidFill>
                <a:srgbClr val="6C6C6C"/>
              </a:solidFill>
              <a:ln>
                <a:noFill/>
              </a:ln>
              <a:effectLst/>
            </p:spPr>
            <p:txBody>
              <a:bodyPr rtlCol="0" anchor="ctr"/>
              <a:lstStyle/>
              <a:p>
                <a:pPr algn="ctr"/>
              </a:p>
            </p:txBody>
          </p:sp>
          <p:sp>
            <p:nvSpPr>
              <p:cNvPr id="2242" name="Noise cell"/>
              <p:cNvSpPr/>
              <p:nvPr/>
            </p:nvSpPr>
            <p:spPr>
              <a:xfrm>
                <a:off x="10800641" y="7845552"/>
                <a:ext cx="18770" cy="18928"/>
              </a:xfrm>
              <a:prstGeom prst="rect">
                <a:avLst/>
              </a:prstGeom>
              <a:solidFill>
                <a:srgbClr val="909090"/>
              </a:solidFill>
              <a:ln>
                <a:noFill/>
              </a:ln>
              <a:effectLst/>
            </p:spPr>
            <p:txBody>
              <a:bodyPr rtlCol="0" anchor="ctr"/>
              <a:lstStyle/>
              <a:p>
                <a:pPr algn="ctr"/>
              </a:p>
            </p:txBody>
          </p:sp>
          <p:sp>
            <p:nvSpPr>
              <p:cNvPr id="2243" name="Noise cell"/>
              <p:cNvSpPr/>
              <p:nvPr/>
            </p:nvSpPr>
            <p:spPr>
              <a:xfrm>
                <a:off x="10818771" y="7845552"/>
                <a:ext cx="18770" cy="18928"/>
              </a:xfrm>
              <a:prstGeom prst="rect">
                <a:avLst/>
              </a:prstGeom>
              <a:solidFill>
                <a:srgbClr val="7A7A7A"/>
              </a:solidFill>
              <a:ln>
                <a:noFill/>
              </a:ln>
              <a:effectLst/>
            </p:spPr>
            <p:txBody>
              <a:bodyPr rtlCol="0" anchor="ctr"/>
              <a:lstStyle/>
              <a:p>
                <a:pPr algn="ctr"/>
              </a:p>
            </p:txBody>
          </p:sp>
          <p:sp>
            <p:nvSpPr>
              <p:cNvPr id="2244" name="Noise cell"/>
              <p:cNvSpPr/>
              <p:nvPr/>
            </p:nvSpPr>
            <p:spPr>
              <a:xfrm>
                <a:off x="10836901" y="7845552"/>
                <a:ext cx="18770" cy="18928"/>
              </a:xfrm>
              <a:prstGeom prst="rect">
                <a:avLst/>
              </a:prstGeom>
              <a:solidFill>
                <a:srgbClr val="727272"/>
              </a:solidFill>
              <a:ln>
                <a:noFill/>
              </a:ln>
              <a:effectLst/>
            </p:spPr>
            <p:txBody>
              <a:bodyPr rtlCol="0" anchor="ctr"/>
              <a:lstStyle/>
              <a:p>
                <a:pPr algn="ctr"/>
              </a:p>
            </p:txBody>
          </p:sp>
          <p:sp>
            <p:nvSpPr>
              <p:cNvPr id="2245" name="Noise cell"/>
              <p:cNvSpPr/>
              <p:nvPr/>
            </p:nvSpPr>
            <p:spPr>
              <a:xfrm>
                <a:off x="10855032" y="7845552"/>
                <a:ext cx="18770" cy="18928"/>
              </a:xfrm>
              <a:prstGeom prst="rect">
                <a:avLst/>
              </a:prstGeom>
              <a:solidFill>
                <a:srgbClr val="8F8F8F"/>
              </a:solidFill>
              <a:ln>
                <a:noFill/>
              </a:ln>
              <a:effectLst/>
            </p:spPr>
            <p:txBody>
              <a:bodyPr rtlCol="0" anchor="ctr"/>
              <a:lstStyle/>
              <a:p>
                <a:pPr algn="ctr"/>
              </a:p>
            </p:txBody>
          </p:sp>
          <p:sp>
            <p:nvSpPr>
              <p:cNvPr id="2246" name="Noise cell"/>
              <p:cNvSpPr/>
              <p:nvPr/>
            </p:nvSpPr>
            <p:spPr>
              <a:xfrm>
                <a:off x="10873162" y="7845552"/>
                <a:ext cx="18770" cy="18928"/>
              </a:xfrm>
              <a:prstGeom prst="rect">
                <a:avLst/>
              </a:prstGeom>
              <a:solidFill>
                <a:srgbClr val="7B7B7B"/>
              </a:solidFill>
              <a:ln>
                <a:noFill/>
              </a:ln>
              <a:effectLst/>
            </p:spPr>
            <p:txBody>
              <a:bodyPr rtlCol="0" anchor="ctr"/>
              <a:lstStyle/>
              <a:p>
                <a:pPr algn="ctr"/>
              </a:p>
            </p:txBody>
          </p:sp>
          <p:sp>
            <p:nvSpPr>
              <p:cNvPr id="2247" name="Noise cell"/>
              <p:cNvSpPr/>
              <p:nvPr/>
            </p:nvSpPr>
            <p:spPr>
              <a:xfrm>
                <a:off x="10891292" y="7845552"/>
                <a:ext cx="18770" cy="18928"/>
              </a:xfrm>
              <a:prstGeom prst="rect">
                <a:avLst/>
              </a:prstGeom>
              <a:solidFill>
                <a:srgbClr val="888888"/>
              </a:solidFill>
              <a:ln>
                <a:noFill/>
              </a:ln>
              <a:effectLst/>
            </p:spPr>
            <p:txBody>
              <a:bodyPr rtlCol="0" anchor="ctr"/>
              <a:lstStyle/>
              <a:p>
                <a:pPr algn="ctr"/>
              </a:p>
            </p:txBody>
          </p:sp>
          <p:sp>
            <p:nvSpPr>
              <p:cNvPr id="2248" name="Noise cell"/>
              <p:cNvSpPr/>
              <p:nvPr/>
            </p:nvSpPr>
            <p:spPr>
              <a:xfrm>
                <a:off x="10909423" y="7845552"/>
                <a:ext cx="18770" cy="18928"/>
              </a:xfrm>
              <a:prstGeom prst="rect">
                <a:avLst/>
              </a:prstGeom>
              <a:solidFill>
                <a:srgbClr val="8D8D8D"/>
              </a:solidFill>
              <a:ln>
                <a:noFill/>
              </a:ln>
              <a:effectLst/>
            </p:spPr>
            <p:txBody>
              <a:bodyPr rtlCol="0" anchor="ctr"/>
              <a:lstStyle/>
              <a:p>
                <a:pPr algn="ctr"/>
              </a:p>
            </p:txBody>
          </p:sp>
          <p:sp>
            <p:nvSpPr>
              <p:cNvPr id="2249" name="Noise cell"/>
              <p:cNvSpPr/>
              <p:nvPr/>
            </p:nvSpPr>
            <p:spPr>
              <a:xfrm>
                <a:off x="10927553" y="7845552"/>
                <a:ext cx="18770" cy="18928"/>
              </a:xfrm>
              <a:prstGeom prst="rect">
                <a:avLst/>
              </a:prstGeom>
              <a:solidFill>
                <a:srgbClr val="7A7A7A"/>
              </a:solidFill>
              <a:ln>
                <a:noFill/>
              </a:ln>
              <a:effectLst/>
            </p:spPr>
            <p:txBody>
              <a:bodyPr rtlCol="0" anchor="ctr"/>
              <a:lstStyle/>
              <a:p>
                <a:pPr algn="ctr"/>
              </a:p>
            </p:txBody>
          </p:sp>
          <p:sp>
            <p:nvSpPr>
              <p:cNvPr id="2250" name="Noise cell"/>
              <p:cNvSpPr/>
              <p:nvPr/>
            </p:nvSpPr>
            <p:spPr>
              <a:xfrm>
                <a:off x="10945683" y="7845552"/>
                <a:ext cx="18770" cy="18928"/>
              </a:xfrm>
              <a:prstGeom prst="rect">
                <a:avLst/>
              </a:prstGeom>
              <a:solidFill>
                <a:srgbClr val="686868"/>
              </a:solidFill>
              <a:ln>
                <a:noFill/>
              </a:ln>
              <a:effectLst/>
            </p:spPr>
            <p:txBody>
              <a:bodyPr rtlCol="0" anchor="ctr"/>
              <a:lstStyle/>
              <a:p>
                <a:pPr algn="ctr"/>
              </a:p>
            </p:txBody>
          </p:sp>
          <p:sp>
            <p:nvSpPr>
              <p:cNvPr id="2251" name="Noise cell"/>
              <p:cNvSpPr/>
              <p:nvPr/>
            </p:nvSpPr>
            <p:spPr>
              <a:xfrm>
                <a:off x="10963814" y="7845552"/>
                <a:ext cx="18770" cy="18928"/>
              </a:xfrm>
              <a:prstGeom prst="rect">
                <a:avLst/>
              </a:prstGeom>
              <a:solidFill>
                <a:srgbClr val="818181"/>
              </a:solidFill>
              <a:ln>
                <a:noFill/>
              </a:ln>
              <a:effectLst/>
            </p:spPr>
            <p:txBody>
              <a:bodyPr rtlCol="0" anchor="ctr"/>
              <a:lstStyle/>
              <a:p>
                <a:pPr algn="ctr"/>
              </a:p>
            </p:txBody>
          </p:sp>
          <p:sp>
            <p:nvSpPr>
              <p:cNvPr id="2252" name="Noise cell"/>
              <p:cNvSpPr/>
              <p:nvPr/>
            </p:nvSpPr>
            <p:spPr>
              <a:xfrm>
                <a:off x="9930384" y="7863840"/>
                <a:ext cx="18770" cy="18928"/>
              </a:xfrm>
              <a:prstGeom prst="rect">
                <a:avLst/>
              </a:prstGeom>
              <a:solidFill>
                <a:srgbClr val="7D7D7D"/>
              </a:solidFill>
              <a:ln>
                <a:noFill/>
              </a:ln>
              <a:effectLst/>
            </p:spPr>
            <p:txBody>
              <a:bodyPr rtlCol="0" anchor="ctr"/>
              <a:lstStyle/>
              <a:p>
                <a:pPr algn="ctr"/>
              </a:p>
            </p:txBody>
          </p:sp>
          <p:sp>
            <p:nvSpPr>
              <p:cNvPr id="2253" name="Noise cell"/>
              <p:cNvSpPr/>
              <p:nvPr/>
            </p:nvSpPr>
            <p:spPr>
              <a:xfrm>
                <a:off x="9948514" y="7863840"/>
                <a:ext cx="18770" cy="18928"/>
              </a:xfrm>
              <a:prstGeom prst="rect">
                <a:avLst/>
              </a:prstGeom>
              <a:solidFill>
                <a:srgbClr val="757575"/>
              </a:solidFill>
              <a:ln>
                <a:noFill/>
              </a:ln>
              <a:effectLst/>
            </p:spPr>
            <p:txBody>
              <a:bodyPr rtlCol="0" anchor="ctr"/>
              <a:lstStyle/>
              <a:p>
                <a:pPr algn="ctr"/>
              </a:p>
            </p:txBody>
          </p:sp>
          <p:sp>
            <p:nvSpPr>
              <p:cNvPr id="2254" name="Noise cell"/>
              <p:cNvSpPr/>
              <p:nvPr/>
            </p:nvSpPr>
            <p:spPr>
              <a:xfrm>
                <a:off x="9966645" y="7863840"/>
                <a:ext cx="18770" cy="18928"/>
              </a:xfrm>
              <a:prstGeom prst="rect">
                <a:avLst/>
              </a:prstGeom>
              <a:solidFill>
                <a:srgbClr val="6F6F6F"/>
              </a:solidFill>
              <a:ln>
                <a:noFill/>
              </a:ln>
              <a:effectLst/>
            </p:spPr>
            <p:txBody>
              <a:bodyPr rtlCol="0" anchor="ctr"/>
              <a:lstStyle/>
              <a:p>
                <a:pPr algn="ctr"/>
              </a:p>
            </p:txBody>
          </p:sp>
          <p:sp>
            <p:nvSpPr>
              <p:cNvPr id="2255" name="Noise cell"/>
              <p:cNvSpPr/>
              <p:nvPr/>
            </p:nvSpPr>
            <p:spPr>
              <a:xfrm>
                <a:off x="9984775" y="7863840"/>
                <a:ext cx="18770" cy="18928"/>
              </a:xfrm>
              <a:prstGeom prst="rect">
                <a:avLst/>
              </a:prstGeom>
              <a:solidFill>
                <a:srgbClr val="848484"/>
              </a:solidFill>
              <a:ln>
                <a:noFill/>
              </a:ln>
              <a:effectLst/>
            </p:spPr>
            <p:txBody>
              <a:bodyPr rtlCol="0" anchor="ctr"/>
              <a:lstStyle/>
              <a:p>
                <a:pPr algn="ctr"/>
              </a:p>
            </p:txBody>
          </p:sp>
          <p:sp>
            <p:nvSpPr>
              <p:cNvPr id="2256" name="Noise cell"/>
              <p:cNvSpPr/>
              <p:nvPr/>
            </p:nvSpPr>
            <p:spPr>
              <a:xfrm>
                <a:off x="10002905" y="7863840"/>
                <a:ext cx="18770" cy="18928"/>
              </a:xfrm>
              <a:prstGeom prst="rect">
                <a:avLst/>
              </a:prstGeom>
              <a:solidFill>
                <a:srgbClr val="737373"/>
              </a:solidFill>
              <a:ln>
                <a:noFill/>
              </a:ln>
              <a:effectLst/>
            </p:spPr>
            <p:txBody>
              <a:bodyPr rtlCol="0" anchor="ctr"/>
              <a:lstStyle/>
              <a:p>
                <a:pPr algn="ctr"/>
              </a:p>
            </p:txBody>
          </p:sp>
          <p:sp>
            <p:nvSpPr>
              <p:cNvPr id="2257" name="Noise cell"/>
              <p:cNvSpPr/>
              <p:nvPr/>
            </p:nvSpPr>
            <p:spPr>
              <a:xfrm>
                <a:off x="10021036" y="7863840"/>
                <a:ext cx="18770" cy="18928"/>
              </a:xfrm>
              <a:prstGeom prst="rect">
                <a:avLst/>
              </a:prstGeom>
              <a:solidFill>
                <a:srgbClr val="808080"/>
              </a:solidFill>
              <a:ln>
                <a:noFill/>
              </a:ln>
              <a:effectLst/>
            </p:spPr>
            <p:txBody>
              <a:bodyPr rtlCol="0" anchor="ctr"/>
              <a:lstStyle/>
              <a:p>
                <a:pPr algn="ctr"/>
              </a:p>
            </p:txBody>
          </p:sp>
          <p:sp>
            <p:nvSpPr>
              <p:cNvPr id="2258" name="Noise cell"/>
              <p:cNvSpPr/>
              <p:nvPr/>
            </p:nvSpPr>
            <p:spPr>
              <a:xfrm>
                <a:off x="10039166" y="7863840"/>
                <a:ext cx="18770" cy="18928"/>
              </a:xfrm>
              <a:prstGeom prst="rect">
                <a:avLst/>
              </a:prstGeom>
              <a:solidFill>
                <a:srgbClr val="757575"/>
              </a:solidFill>
              <a:ln>
                <a:noFill/>
              </a:ln>
              <a:effectLst/>
            </p:spPr>
            <p:txBody>
              <a:bodyPr rtlCol="0" anchor="ctr"/>
              <a:lstStyle/>
              <a:p>
                <a:pPr algn="ctr"/>
              </a:p>
            </p:txBody>
          </p:sp>
          <p:sp>
            <p:nvSpPr>
              <p:cNvPr id="2259" name="Noise cell"/>
              <p:cNvSpPr/>
              <p:nvPr/>
            </p:nvSpPr>
            <p:spPr>
              <a:xfrm>
                <a:off x="10057296" y="7863840"/>
                <a:ext cx="18770" cy="18928"/>
              </a:xfrm>
              <a:prstGeom prst="rect">
                <a:avLst/>
              </a:prstGeom>
              <a:solidFill>
                <a:srgbClr val="7E7E7E"/>
              </a:solidFill>
              <a:ln>
                <a:noFill/>
              </a:ln>
              <a:effectLst/>
            </p:spPr>
            <p:txBody>
              <a:bodyPr rtlCol="0" anchor="ctr"/>
              <a:lstStyle/>
              <a:p>
                <a:pPr algn="ctr"/>
              </a:p>
            </p:txBody>
          </p:sp>
          <p:sp>
            <p:nvSpPr>
              <p:cNvPr id="2260" name="Noise cell"/>
              <p:cNvSpPr/>
              <p:nvPr/>
            </p:nvSpPr>
            <p:spPr>
              <a:xfrm>
                <a:off x="10075427" y="7863840"/>
                <a:ext cx="18770" cy="18928"/>
              </a:xfrm>
              <a:prstGeom prst="rect">
                <a:avLst/>
              </a:prstGeom>
              <a:solidFill>
                <a:srgbClr val="797979"/>
              </a:solidFill>
              <a:ln>
                <a:noFill/>
              </a:ln>
              <a:effectLst/>
            </p:spPr>
            <p:txBody>
              <a:bodyPr rtlCol="0" anchor="ctr"/>
              <a:lstStyle/>
              <a:p>
                <a:pPr algn="ctr"/>
              </a:p>
            </p:txBody>
          </p:sp>
          <p:sp>
            <p:nvSpPr>
              <p:cNvPr id="2261" name="Noise cell"/>
              <p:cNvSpPr/>
              <p:nvPr/>
            </p:nvSpPr>
            <p:spPr>
              <a:xfrm>
                <a:off x="10093557" y="7863840"/>
                <a:ext cx="18770" cy="18928"/>
              </a:xfrm>
              <a:prstGeom prst="rect">
                <a:avLst/>
              </a:prstGeom>
              <a:solidFill>
                <a:srgbClr val="848484"/>
              </a:solidFill>
              <a:ln>
                <a:noFill/>
              </a:ln>
              <a:effectLst/>
            </p:spPr>
            <p:txBody>
              <a:bodyPr rtlCol="0" anchor="ctr"/>
              <a:lstStyle/>
              <a:p>
                <a:pPr algn="ctr"/>
              </a:p>
            </p:txBody>
          </p:sp>
          <p:sp>
            <p:nvSpPr>
              <p:cNvPr id="2262" name="Noise cell"/>
              <p:cNvSpPr/>
              <p:nvPr/>
            </p:nvSpPr>
            <p:spPr>
              <a:xfrm>
                <a:off x="10111687" y="7863840"/>
                <a:ext cx="18770" cy="18928"/>
              </a:xfrm>
              <a:prstGeom prst="rect">
                <a:avLst/>
              </a:prstGeom>
              <a:solidFill>
                <a:srgbClr val="898989"/>
              </a:solidFill>
              <a:ln>
                <a:noFill/>
              </a:ln>
              <a:effectLst/>
            </p:spPr>
            <p:txBody>
              <a:bodyPr rtlCol="0" anchor="ctr"/>
              <a:lstStyle/>
              <a:p>
                <a:pPr algn="ctr"/>
              </a:p>
            </p:txBody>
          </p:sp>
          <p:sp>
            <p:nvSpPr>
              <p:cNvPr id="2263" name="Noise cell"/>
              <p:cNvSpPr/>
              <p:nvPr/>
            </p:nvSpPr>
            <p:spPr>
              <a:xfrm>
                <a:off x="10129818" y="7863840"/>
                <a:ext cx="18770" cy="18928"/>
              </a:xfrm>
              <a:prstGeom prst="rect">
                <a:avLst/>
              </a:prstGeom>
              <a:solidFill>
                <a:srgbClr val="838383"/>
              </a:solidFill>
              <a:ln>
                <a:noFill/>
              </a:ln>
              <a:effectLst/>
            </p:spPr>
            <p:txBody>
              <a:bodyPr rtlCol="0" anchor="ctr"/>
              <a:lstStyle/>
              <a:p>
                <a:pPr algn="ctr"/>
              </a:p>
            </p:txBody>
          </p:sp>
          <p:sp>
            <p:nvSpPr>
              <p:cNvPr id="2264" name="Noise cell"/>
              <p:cNvSpPr/>
              <p:nvPr/>
            </p:nvSpPr>
            <p:spPr>
              <a:xfrm>
                <a:off x="10147948" y="7863840"/>
                <a:ext cx="18770" cy="18928"/>
              </a:xfrm>
              <a:prstGeom prst="rect">
                <a:avLst/>
              </a:prstGeom>
              <a:solidFill>
                <a:srgbClr val="969696"/>
              </a:solidFill>
              <a:ln>
                <a:noFill/>
              </a:ln>
              <a:effectLst/>
            </p:spPr>
            <p:txBody>
              <a:bodyPr rtlCol="0" anchor="ctr"/>
              <a:lstStyle/>
              <a:p>
                <a:pPr algn="ctr"/>
              </a:p>
            </p:txBody>
          </p:sp>
          <p:sp>
            <p:nvSpPr>
              <p:cNvPr id="2265" name="Noise cell"/>
              <p:cNvSpPr/>
              <p:nvPr/>
            </p:nvSpPr>
            <p:spPr>
              <a:xfrm>
                <a:off x="10166078" y="7863840"/>
                <a:ext cx="18770" cy="18928"/>
              </a:xfrm>
              <a:prstGeom prst="rect">
                <a:avLst/>
              </a:prstGeom>
              <a:solidFill>
                <a:srgbClr val="747474"/>
              </a:solidFill>
              <a:ln>
                <a:noFill/>
              </a:ln>
              <a:effectLst/>
            </p:spPr>
            <p:txBody>
              <a:bodyPr rtlCol="0" anchor="ctr"/>
              <a:lstStyle/>
              <a:p>
                <a:pPr algn="ctr"/>
              </a:p>
            </p:txBody>
          </p:sp>
          <p:sp>
            <p:nvSpPr>
              <p:cNvPr id="2266" name="Noise cell"/>
              <p:cNvSpPr/>
              <p:nvPr/>
            </p:nvSpPr>
            <p:spPr>
              <a:xfrm>
                <a:off x="10184209" y="7863840"/>
                <a:ext cx="18770" cy="18928"/>
              </a:xfrm>
              <a:prstGeom prst="rect">
                <a:avLst/>
              </a:prstGeom>
              <a:solidFill>
                <a:srgbClr val="737373"/>
              </a:solidFill>
              <a:ln>
                <a:noFill/>
              </a:ln>
              <a:effectLst/>
            </p:spPr>
            <p:txBody>
              <a:bodyPr rtlCol="0" anchor="ctr"/>
              <a:lstStyle/>
              <a:p>
                <a:pPr algn="ctr"/>
              </a:p>
            </p:txBody>
          </p:sp>
          <p:sp>
            <p:nvSpPr>
              <p:cNvPr id="2267" name="Noise cell"/>
              <p:cNvSpPr/>
              <p:nvPr/>
            </p:nvSpPr>
            <p:spPr>
              <a:xfrm>
                <a:off x="10202339" y="7863840"/>
                <a:ext cx="18770" cy="18928"/>
              </a:xfrm>
              <a:prstGeom prst="rect">
                <a:avLst/>
              </a:prstGeom>
              <a:solidFill>
                <a:srgbClr val="757575"/>
              </a:solidFill>
              <a:ln>
                <a:noFill/>
              </a:ln>
              <a:effectLst/>
            </p:spPr>
            <p:txBody>
              <a:bodyPr rtlCol="0" anchor="ctr"/>
              <a:lstStyle/>
              <a:p>
                <a:pPr algn="ctr"/>
              </a:p>
            </p:txBody>
          </p:sp>
          <p:sp>
            <p:nvSpPr>
              <p:cNvPr id="2268" name="Noise cell"/>
              <p:cNvSpPr/>
              <p:nvPr/>
            </p:nvSpPr>
            <p:spPr>
              <a:xfrm>
                <a:off x="10220470" y="7863840"/>
                <a:ext cx="18770" cy="18928"/>
              </a:xfrm>
              <a:prstGeom prst="rect">
                <a:avLst/>
              </a:prstGeom>
              <a:solidFill>
                <a:srgbClr val="878787"/>
              </a:solidFill>
              <a:ln>
                <a:noFill/>
              </a:ln>
              <a:effectLst/>
            </p:spPr>
            <p:txBody>
              <a:bodyPr rtlCol="0" anchor="ctr"/>
              <a:lstStyle/>
              <a:p>
                <a:pPr algn="ctr"/>
              </a:p>
            </p:txBody>
          </p:sp>
          <p:sp>
            <p:nvSpPr>
              <p:cNvPr id="2269" name="Noise cell"/>
              <p:cNvSpPr/>
              <p:nvPr/>
            </p:nvSpPr>
            <p:spPr>
              <a:xfrm>
                <a:off x="10238600" y="7863840"/>
                <a:ext cx="18770" cy="18928"/>
              </a:xfrm>
              <a:prstGeom prst="rect">
                <a:avLst/>
              </a:prstGeom>
              <a:solidFill>
                <a:srgbClr val="707070"/>
              </a:solidFill>
              <a:ln>
                <a:noFill/>
              </a:ln>
              <a:effectLst/>
            </p:spPr>
            <p:txBody>
              <a:bodyPr rtlCol="0" anchor="ctr"/>
              <a:lstStyle/>
              <a:p>
                <a:pPr algn="ctr"/>
              </a:p>
            </p:txBody>
          </p:sp>
          <p:sp>
            <p:nvSpPr>
              <p:cNvPr id="2270" name="Noise cell"/>
              <p:cNvSpPr/>
              <p:nvPr/>
            </p:nvSpPr>
            <p:spPr>
              <a:xfrm>
                <a:off x="10256730" y="7863840"/>
                <a:ext cx="18770" cy="18928"/>
              </a:xfrm>
              <a:prstGeom prst="rect">
                <a:avLst/>
              </a:prstGeom>
              <a:solidFill>
                <a:srgbClr val="828282"/>
              </a:solidFill>
              <a:ln>
                <a:noFill/>
              </a:ln>
              <a:effectLst/>
            </p:spPr>
            <p:txBody>
              <a:bodyPr rtlCol="0" anchor="ctr"/>
              <a:lstStyle/>
              <a:p>
                <a:pPr algn="ctr"/>
              </a:p>
            </p:txBody>
          </p:sp>
          <p:sp>
            <p:nvSpPr>
              <p:cNvPr id="2271" name="Noise cell"/>
              <p:cNvSpPr/>
              <p:nvPr/>
            </p:nvSpPr>
            <p:spPr>
              <a:xfrm>
                <a:off x="10274861" y="7863840"/>
                <a:ext cx="18770" cy="18928"/>
              </a:xfrm>
              <a:prstGeom prst="rect">
                <a:avLst/>
              </a:prstGeom>
              <a:solidFill>
                <a:srgbClr val="787878"/>
              </a:solidFill>
              <a:ln>
                <a:noFill/>
              </a:ln>
              <a:effectLst/>
            </p:spPr>
            <p:txBody>
              <a:bodyPr rtlCol="0" anchor="ctr"/>
              <a:lstStyle/>
              <a:p>
                <a:pPr algn="ctr"/>
              </a:p>
            </p:txBody>
          </p:sp>
          <p:sp>
            <p:nvSpPr>
              <p:cNvPr id="2272" name="Noise cell"/>
              <p:cNvSpPr/>
              <p:nvPr/>
            </p:nvSpPr>
            <p:spPr>
              <a:xfrm>
                <a:off x="10292991" y="7863840"/>
                <a:ext cx="18770" cy="18928"/>
              </a:xfrm>
              <a:prstGeom prst="rect">
                <a:avLst/>
              </a:prstGeom>
              <a:solidFill>
                <a:srgbClr val="848484"/>
              </a:solidFill>
              <a:ln>
                <a:noFill/>
              </a:ln>
              <a:effectLst/>
            </p:spPr>
            <p:txBody>
              <a:bodyPr rtlCol="0" anchor="ctr"/>
              <a:lstStyle/>
              <a:p>
                <a:pPr algn="ctr"/>
              </a:p>
            </p:txBody>
          </p:sp>
          <p:sp>
            <p:nvSpPr>
              <p:cNvPr id="2273" name="Noise cell"/>
              <p:cNvSpPr/>
              <p:nvPr/>
            </p:nvSpPr>
            <p:spPr>
              <a:xfrm>
                <a:off x="10311121" y="7863840"/>
                <a:ext cx="18770" cy="18928"/>
              </a:xfrm>
              <a:prstGeom prst="rect">
                <a:avLst/>
              </a:prstGeom>
              <a:solidFill>
                <a:srgbClr val="7E7E7E"/>
              </a:solidFill>
              <a:ln>
                <a:noFill/>
              </a:ln>
              <a:effectLst/>
            </p:spPr>
            <p:txBody>
              <a:bodyPr rtlCol="0" anchor="ctr"/>
              <a:lstStyle/>
              <a:p>
                <a:pPr algn="ctr"/>
              </a:p>
            </p:txBody>
          </p:sp>
          <p:sp>
            <p:nvSpPr>
              <p:cNvPr id="2274" name="Noise cell"/>
              <p:cNvSpPr/>
              <p:nvPr/>
            </p:nvSpPr>
            <p:spPr>
              <a:xfrm>
                <a:off x="10329252" y="7863840"/>
                <a:ext cx="18770" cy="18928"/>
              </a:xfrm>
              <a:prstGeom prst="rect">
                <a:avLst/>
              </a:prstGeom>
              <a:solidFill>
                <a:srgbClr val="878787"/>
              </a:solidFill>
              <a:ln>
                <a:noFill/>
              </a:ln>
              <a:effectLst/>
            </p:spPr>
            <p:txBody>
              <a:bodyPr rtlCol="0" anchor="ctr"/>
              <a:lstStyle/>
              <a:p>
                <a:pPr algn="ctr"/>
              </a:p>
            </p:txBody>
          </p:sp>
          <p:sp>
            <p:nvSpPr>
              <p:cNvPr id="2275" name="Noise cell"/>
              <p:cNvSpPr/>
              <p:nvPr/>
            </p:nvSpPr>
            <p:spPr>
              <a:xfrm>
                <a:off x="10347382" y="7863840"/>
                <a:ext cx="18770" cy="18928"/>
              </a:xfrm>
              <a:prstGeom prst="rect">
                <a:avLst/>
              </a:prstGeom>
              <a:solidFill>
                <a:srgbClr val="959595"/>
              </a:solidFill>
              <a:ln>
                <a:noFill/>
              </a:ln>
              <a:effectLst/>
            </p:spPr>
            <p:txBody>
              <a:bodyPr rtlCol="0" anchor="ctr"/>
              <a:lstStyle/>
              <a:p>
                <a:pPr algn="ctr"/>
              </a:p>
            </p:txBody>
          </p:sp>
          <p:sp>
            <p:nvSpPr>
              <p:cNvPr id="2276" name="Noise cell"/>
              <p:cNvSpPr/>
              <p:nvPr/>
            </p:nvSpPr>
            <p:spPr>
              <a:xfrm>
                <a:off x="10365512" y="7863840"/>
                <a:ext cx="18770" cy="18928"/>
              </a:xfrm>
              <a:prstGeom prst="rect">
                <a:avLst/>
              </a:prstGeom>
              <a:solidFill>
                <a:srgbClr val="868686"/>
              </a:solidFill>
              <a:ln>
                <a:noFill/>
              </a:ln>
              <a:effectLst/>
            </p:spPr>
            <p:txBody>
              <a:bodyPr rtlCol="0" anchor="ctr"/>
              <a:lstStyle/>
              <a:p>
                <a:pPr algn="ctr"/>
              </a:p>
            </p:txBody>
          </p:sp>
          <p:sp>
            <p:nvSpPr>
              <p:cNvPr id="2277" name="Noise cell"/>
              <p:cNvSpPr/>
              <p:nvPr/>
            </p:nvSpPr>
            <p:spPr>
              <a:xfrm>
                <a:off x="10383643" y="7863840"/>
                <a:ext cx="18770" cy="18928"/>
              </a:xfrm>
              <a:prstGeom prst="rect">
                <a:avLst/>
              </a:prstGeom>
              <a:solidFill>
                <a:srgbClr val="888888"/>
              </a:solidFill>
              <a:ln>
                <a:noFill/>
              </a:ln>
              <a:effectLst/>
            </p:spPr>
            <p:txBody>
              <a:bodyPr rtlCol="0" anchor="ctr"/>
              <a:lstStyle/>
              <a:p>
                <a:pPr algn="ctr"/>
              </a:p>
            </p:txBody>
          </p:sp>
          <p:sp>
            <p:nvSpPr>
              <p:cNvPr id="2278" name="Noise cell"/>
              <p:cNvSpPr/>
              <p:nvPr/>
            </p:nvSpPr>
            <p:spPr>
              <a:xfrm>
                <a:off x="10401773" y="7863840"/>
                <a:ext cx="18770" cy="18928"/>
              </a:xfrm>
              <a:prstGeom prst="rect">
                <a:avLst/>
              </a:prstGeom>
              <a:solidFill>
                <a:srgbClr val="818181"/>
              </a:solidFill>
              <a:ln>
                <a:noFill/>
              </a:ln>
              <a:effectLst/>
            </p:spPr>
            <p:txBody>
              <a:bodyPr rtlCol="0" anchor="ctr"/>
              <a:lstStyle/>
              <a:p>
                <a:pPr algn="ctr"/>
              </a:p>
            </p:txBody>
          </p:sp>
          <p:sp>
            <p:nvSpPr>
              <p:cNvPr id="2279" name="Noise cell"/>
              <p:cNvSpPr/>
              <p:nvPr/>
            </p:nvSpPr>
            <p:spPr>
              <a:xfrm>
                <a:off x="10419903" y="7863840"/>
                <a:ext cx="18770" cy="18928"/>
              </a:xfrm>
              <a:prstGeom prst="rect">
                <a:avLst/>
              </a:prstGeom>
              <a:solidFill>
                <a:srgbClr val="9E9E9E"/>
              </a:solidFill>
              <a:ln>
                <a:noFill/>
              </a:ln>
              <a:effectLst/>
            </p:spPr>
            <p:txBody>
              <a:bodyPr rtlCol="0" anchor="ctr"/>
              <a:lstStyle/>
              <a:p>
                <a:pPr algn="ctr"/>
              </a:p>
            </p:txBody>
          </p:sp>
          <p:sp>
            <p:nvSpPr>
              <p:cNvPr id="2280" name="Noise cell"/>
              <p:cNvSpPr/>
              <p:nvPr/>
            </p:nvSpPr>
            <p:spPr>
              <a:xfrm>
                <a:off x="10438034" y="7863840"/>
                <a:ext cx="18770" cy="18928"/>
              </a:xfrm>
              <a:prstGeom prst="rect">
                <a:avLst/>
              </a:prstGeom>
              <a:solidFill>
                <a:srgbClr val="767676"/>
              </a:solidFill>
              <a:ln>
                <a:noFill/>
              </a:ln>
              <a:effectLst/>
            </p:spPr>
            <p:txBody>
              <a:bodyPr rtlCol="0" anchor="ctr"/>
              <a:lstStyle/>
              <a:p>
                <a:pPr algn="ctr"/>
              </a:p>
            </p:txBody>
          </p:sp>
          <p:sp>
            <p:nvSpPr>
              <p:cNvPr id="2281" name="Noise cell"/>
              <p:cNvSpPr/>
              <p:nvPr/>
            </p:nvSpPr>
            <p:spPr>
              <a:xfrm>
                <a:off x="10456164" y="7863840"/>
                <a:ext cx="18770" cy="18928"/>
              </a:xfrm>
              <a:prstGeom prst="rect">
                <a:avLst/>
              </a:prstGeom>
              <a:solidFill>
                <a:srgbClr val="919191"/>
              </a:solidFill>
              <a:ln>
                <a:noFill/>
              </a:ln>
              <a:effectLst/>
            </p:spPr>
            <p:txBody>
              <a:bodyPr rtlCol="0" anchor="ctr"/>
              <a:lstStyle/>
              <a:p>
                <a:pPr algn="ctr"/>
              </a:p>
            </p:txBody>
          </p:sp>
          <p:sp>
            <p:nvSpPr>
              <p:cNvPr id="2282" name="Noise cell"/>
              <p:cNvSpPr/>
              <p:nvPr/>
            </p:nvSpPr>
            <p:spPr>
              <a:xfrm>
                <a:off x="10474294" y="7863840"/>
                <a:ext cx="18770" cy="18928"/>
              </a:xfrm>
              <a:prstGeom prst="rect">
                <a:avLst/>
              </a:prstGeom>
              <a:solidFill>
                <a:srgbClr val="858585"/>
              </a:solidFill>
              <a:ln>
                <a:noFill/>
              </a:ln>
              <a:effectLst/>
            </p:spPr>
            <p:txBody>
              <a:bodyPr rtlCol="0" anchor="ctr"/>
              <a:lstStyle/>
              <a:p>
                <a:pPr algn="ctr"/>
              </a:p>
            </p:txBody>
          </p:sp>
          <p:sp>
            <p:nvSpPr>
              <p:cNvPr id="2283" name="Noise cell"/>
              <p:cNvSpPr/>
              <p:nvPr/>
            </p:nvSpPr>
            <p:spPr>
              <a:xfrm>
                <a:off x="10492425" y="7863840"/>
                <a:ext cx="18770" cy="18928"/>
              </a:xfrm>
              <a:prstGeom prst="rect">
                <a:avLst/>
              </a:prstGeom>
              <a:solidFill>
                <a:srgbClr val="767676"/>
              </a:solidFill>
              <a:ln>
                <a:noFill/>
              </a:ln>
              <a:effectLst/>
            </p:spPr>
            <p:txBody>
              <a:bodyPr rtlCol="0" anchor="ctr"/>
              <a:lstStyle/>
              <a:p>
                <a:pPr algn="ctr"/>
              </a:p>
            </p:txBody>
          </p:sp>
          <p:sp>
            <p:nvSpPr>
              <p:cNvPr id="2284" name="Noise cell"/>
              <p:cNvSpPr/>
              <p:nvPr/>
            </p:nvSpPr>
            <p:spPr>
              <a:xfrm>
                <a:off x="10510555" y="7863840"/>
                <a:ext cx="18770" cy="18928"/>
              </a:xfrm>
              <a:prstGeom prst="rect">
                <a:avLst/>
              </a:prstGeom>
              <a:solidFill>
                <a:srgbClr val="8D8D8D"/>
              </a:solidFill>
              <a:ln>
                <a:noFill/>
              </a:ln>
              <a:effectLst/>
            </p:spPr>
            <p:txBody>
              <a:bodyPr rtlCol="0" anchor="ctr"/>
              <a:lstStyle/>
              <a:p>
                <a:pPr algn="ctr"/>
              </a:p>
            </p:txBody>
          </p:sp>
          <p:sp>
            <p:nvSpPr>
              <p:cNvPr id="2285" name="Noise cell"/>
              <p:cNvSpPr/>
              <p:nvPr/>
            </p:nvSpPr>
            <p:spPr>
              <a:xfrm>
                <a:off x="10528685" y="7863840"/>
                <a:ext cx="18770" cy="18928"/>
              </a:xfrm>
              <a:prstGeom prst="rect">
                <a:avLst/>
              </a:prstGeom>
              <a:solidFill>
                <a:srgbClr val="8F8F8F"/>
              </a:solidFill>
              <a:ln>
                <a:noFill/>
              </a:ln>
              <a:effectLst/>
            </p:spPr>
            <p:txBody>
              <a:bodyPr rtlCol="0" anchor="ctr"/>
              <a:lstStyle/>
              <a:p>
                <a:pPr algn="ctr"/>
              </a:p>
            </p:txBody>
          </p:sp>
          <p:sp>
            <p:nvSpPr>
              <p:cNvPr id="2286" name="Noise cell"/>
              <p:cNvSpPr/>
              <p:nvPr/>
            </p:nvSpPr>
            <p:spPr>
              <a:xfrm>
                <a:off x="10546816" y="7863840"/>
                <a:ext cx="18770" cy="18928"/>
              </a:xfrm>
              <a:prstGeom prst="rect">
                <a:avLst/>
              </a:prstGeom>
              <a:solidFill>
                <a:srgbClr val="6C6C6C"/>
              </a:solidFill>
              <a:ln>
                <a:noFill/>
              </a:ln>
              <a:effectLst/>
            </p:spPr>
            <p:txBody>
              <a:bodyPr rtlCol="0" anchor="ctr"/>
              <a:lstStyle/>
              <a:p>
                <a:pPr algn="ctr"/>
              </a:p>
            </p:txBody>
          </p:sp>
          <p:sp>
            <p:nvSpPr>
              <p:cNvPr id="2287" name="Noise cell"/>
              <p:cNvSpPr/>
              <p:nvPr/>
            </p:nvSpPr>
            <p:spPr>
              <a:xfrm>
                <a:off x="10564946" y="7863840"/>
                <a:ext cx="18770" cy="18928"/>
              </a:xfrm>
              <a:prstGeom prst="rect">
                <a:avLst/>
              </a:prstGeom>
              <a:solidFill>
                <a:srgbClr val="7C7C7C"/>
              </a:solidFill>
              <a:ln>
                <a:noFill/>
              </a:ln>
              <a:effectLst/>
            </p:spPr>
            <p:txBody>
              <a:bodyPr rtlCol="0" anchor="ctr"/>
              <a:lstStyle/>
              <a:p>
                <a:pPr algn="ctr"/>
              </a:p>
            </p:txBody>
          </p:sp>
          <p:sp>
            <p:nvSpPr>
              <p:cNvPr id="2288" name="Noise cell"/>
              <p:cNvSpPr/>
              <p:nvPr/>
            </p:nvSpPr>
            <p:spPr>
              <a:xfrm>
                <a:off x="10583076" y="7863840"/>
                <a:ext cx="18770" cy="18928"/>
              </a:xfrm>
              <a:prstGeom prst="rect">
                <a:avLst/>
              </a:prstGeom>
              <a:solidFill>
                <a:srgbClr val="9C9C9C"/>
              </a:solidFill>
              <a:ln>
                <a:noFill/>
              </a:ln>
              <a:effectLst/>
            </p:spPr>
            <p:txBody>
              <a:bodyPr rtlCol="0" anchor="ctr"/>
              <a:lstStyle/>
              <a:p>
                <a:pPr algn="ctr"/>
              </a:p>
            </p:txBody>
          </p:sp>
          <p:sp>
            <p:nvSpPr>
              <p:cNvPr id="2289" name="Noise cell"/>
              <p:cNvSpPr/>
              <p:nvPr/>
            </p:nvSpPr>
            <p:spPr>
              <a:xfrm>
                <a:off x="10601207" y="7863840"/>
                <a:ext cx="18770" cy="18928"/>
              </a:xfrm>
              <a:prstGeom prst="rect">
                <a:avLst/>
              </a:prstGeom>
              <a:solidFill>
                <a:srgbClr val="717171"/>
              </a:solidFill>
              <a:ln>
                <a:noFill/>
              </a:ln>
              <a:effectLst/>
            </p:spPr>
            <p:txBody>
              <a:bodyPr rtlCol="0" anchor="ctr"/>
              <a:lstStyle/>
              <a:p>
                <a:pPr algn="ctr"/>
              </a:p>
            </p:txBody>
          </p:sp>
          <p:sp>
            <p:nvSpPr>
              <p:cNvPr id="2290" name="Noise cell"/>
              <p:cNvSpPr/>
              <p:nvPr/>
            </p:nvSpPr>
            <p:spPr>
              <a:xfrm>
                <a:off x="10619337" y="7863840"/>
                <a:ext cx="18770" cy="18928"/>
              </a:xfrm>
              <a:prstGeom prst="rect">
                <a:avLst/>
              </a:prstGeom>
              <a:solidFill>
                <a:srgbClr val="919191"/>
              </a:solidFill>
              <a:ln>
                <a:noFill/>
              </a:ln>
              <a:effectLst/>
            </p:spPr>
            <p:txBody>
              <a:bodyPr rtlCol="0" anchor="ctr"/>
              <a:lstStyle/>
              <a:p>
                <a:pPr algn="ctr"/>
              </a:p>
            </p:txBody>
          </p:sp>
          <p:sp>
            <p:nvSpPr>
              <p:cNvPr id="2291" name="Noise cell"/>
              <p:cNvSpPr/>
              <p:nvPr/>
            </p:nvSpPr>
            <p:spPr>
              <a:xfrm>
                <a:off x="10637467" y="7863840"/>
                <a:ext cx="18770" cy="18928"/>
              </a:xfrm>
              <a:prstGeom prst="rect">
                <a:avLst/>
              </a:prstGeom>
              <a:solidFill>
                <a:srgbClr val="7F7F7F"/>
              </a:solidFill>
              <a:ln>
                <a:noFill/>
              </a:ln>
              <a:effectLst/>
            </p:spPr>
            <p:txBody>
              <a:bodyPr rtlCol="0" anchor="ctr"/>
              <a:lstStyle/>
              <a:p>
                <a:pPr algn="ctr"/>
              </a:p>
            </p:txBody>
          </p:sp>
          <p:sp>
            <p:nvSpPr>
              <p:cNvPr id="2292" name="Noise cell"/>
              <p:cNvSpPr/>
              <p:nvPr/>
            </p:nvSpPr>
            <p:spPr>
              <a:xfrm>
                <a:off x="10655598" y="7863840"/>
                <a:ext cx="18770" cy="18928"/>
              </a:xfrm>
              <a:prstGeom prst="rect">
                <a:avLst/>
              </a:prstGeom>
              <a:solidFill>
                <a:srgbClr val="898989"/>
              </a:solidFill>
              <a:ln>
                <a:noFill/>
              </a:ln>
              <a:effectLst/>
            </p:spPr>
            <p:txBody>
              <a:bodyPr rtlCol="0" anchor="ctr"/>
              <a:lstStyle/>
              <a:p>
                <a:pPr algn="ctr"/>
              </a:p>
            </p:txBody>
          </p:sp>
          <p:sp>
            <p:nvSpPr>
              <p:cNvPr id="2293" name="Noise cell"/>
              <p:cNvSpPr/>
              <p:nvPr/>
            </p:nvSpPr>
            <p:spPr>
              <a:xfrm>
                <a:off x="10673728" y="7863840"/>
                <a:ext cx="18770" cy="18928"/>
              </a:xfrm>
              <a:prstGeom prst="rect">
                <a:avLst/>
              </a:prstGeom>
              <a:solidFill>
                <a:srgbClr val="7C7C7C"/>
              </a:solidFill>
              <a:ln>
                <a:noFill/>
              </a:ln>
              <a:effectLst/>
            </p:spPr>
            <p:txBody>
              <a:bodyPr rtlCol="0" anchor="ctr"/>
              <a:lstStyle/>
              <a:p>
                <a:pPr algn="ctr"/>
              </a:p>
            </p:txBody>
          </p:sp>
          <p:sp>
            <p:nvSpPr>
              <p:cNvPr id="2294" name="Noise cell"/>
              <p:cNvSpPr/>
              <p:nvPr/>
            </p:nvSpPr>
            <p:spPr>
              <a:xfrm>
                <a:off x="10691858" y="7863840"/>
                <a:ext cx="18770" cy="18928"/>
              </a:xfrm>
              <a:prstGeom prst="rect">
                <a:avLst/>
              </a:prstGeom>
              <a:solidFill>
                <a:srgbClr val="939393"/>
              </a:solidFill>
              <a:ln>
                <a:noFill/>
              </a:ln>
              <a:effectLst/>
            </p:spPr>
            <p:txBody>
              <a:bodyPr rtlCol="0" anchor="ctr"/>
              <a:lstStyle/>
              <a:p>
                <a:pPr algn="ctr"/>
              </a:p>
            </p:txBody>
          </p:sp>
          <p:sp>
            <p:nvSpPr>
              <p:cNvPr id="2295" name="Noise cell"/>
              <p:cNvSpPr/>
              <p:nvPr/>
            </p:nvSpPr>
            <p:spPr>
              <a:xfrm>
                <a:off x="10709989" y="7863840"/>
                <a:ext cx="18770" cy="18928"/>
              </a:xfrm>
              <a:prstGeom prst="rect">
                <a:avLst/>
              </a:prstGeom>
              <a:solidFill>
                <a:srgbClr val="727272"/>
              </a:solidFill>
              <a:ln>
                <a:noFill/>
              </a:ln>
              <a:effectLst/>
            </p:spPr>
            <p:txBody>
              <a:bodyPr rtlCol="0" anchor="ctr"/>
              <a:lstStyle/>
              <a:p>
                <a:pPr algn="ctr"/>
              </a:p>
            </p:txBody>
          </p:sp>
          <p:sp>
            <p:nvSpPr>
              <p:cNvPr id="2296" name="Noise cell"/>
              <p:cNvSpPr/>
              <p:nvPr/>
            </p:nvSpPr>
            <p:spPr>
              <a:xfrm>
                <a:off x="10728119" y="7863840"/>
                <a:ext cx="18770" cy="18928"/>
              </a:xfrm>
              <a:prstGeom prst="rect">
                <a:avLst/>
              </a:prstGeom>
              <a:solidFill>
                <a:srgbClr val="999999"/>
              </a:solidFill>
              <a:ln>
                <a:noFill/>
              </a:ln>
              <a:effectLst/>
            </p:spPr>
            <p:txBody>
              <a:bodyPr rtlCol="0" anchor="ctr"/>
              <a:lstStyle/>
              <a:p>
                <a:pPr algn="ctr"/>
              </a:p>
            </p:txBody>
          </p:sp>
          <p:sp>
            <p:nvSpPr>
              <p:cNvPr id="2297" name="Noise cell"/>
              <p:cNvSpPr/>
              <p:nvPr/>
            </p:nvSpPr>
            <p:spPr>
              <a:xfrm>
                <a:off x="10746250" y="7863840"/>
                <a:ext cx="18770" cy="18928"/>
              </a:xfrm>
              <a:prstGeom prst="rect">
                <a:avLst/>
              </a:prstGeom>
              <a:solidFill>
                <a:srgbClr val="909090"/>
              </a:solidFill>
              <a:ln>
                <a:noFill/>
              </a:ln>
              <a:effectLst/>
            </p:spPr>
            <p:txBody>
              <a:bodyPr rtlCol="0" anchor="ctr"/>
              <a:lstStyle/>
              <a:p>
                <a:pPr algn="ctr"/>
              </a:p>
            </p:txBody>
          </p:sp>
          <p:sp>
            <p:nvSpPr>
              <p:cNvPr id="2298" name="Noise cell"/>
              <p:cNvSpPr/>
              <p:nvPr/>
            </p:nvSpPr>
            <p:spPr>
              <a:xfrm>
                <a:off x="10764380" y="7863840"/>
                <a:ext cx="18770" cy="18928"/>
              </a:xfrm>
              <a:prstGeom prst="rect">
                <a:avLst/>
              </a:prstGeom>
              <a:solidFill>
                <a:srgbClr val="929292"/>
              </a:solidFill>
              <a:ln>
                <a:noFill/>
              </a:ln>
              <a:effectLst/>
            </p:spPr>
            <p:txBody>
              <a:bodyPr rtlCol="0" anchor="ctr"/>
              <a:lstStyle/>
              <a:p>
                <a:pPr algn="ctr"/>
              </a:p>
            </p:txBody>
          </p:sp>
          <p:sp>
            <p:nvSpPr>
              <p:cNvPr id="2299" name="Noise cell"/>
              <p:cNvSpPr/>
              <p:nvPr/>
            </p:nvSpPr>
            <p:spPr>
              <a:xfrm>
                <a:off x="10782510" y="7863840"/>
                <a:ext cx="18770" cy="18928"/>
              </a:xfrm>
              <a:prstGeom prst="rect">
                <a:avLst/>
              </a:prstGeom>
              <a:solidFill>
                <a:srgbClr val="7C7C7C"/>
              </a:solidFill>
              <a:ln>
                <a:noFill/>
              </a:ln>
              <a:effectLst/>
            </p:spPr>
            <p:txBody>
              <a:bodyPr rtlCol="0" anchor="ctr"/>
              <a:lstStyle/>
              <a:p>
                <a:pPr algn="ctr"/>
              </a:p>
            </p:txBody>
          </p:sp>
          <p:sp>
            <p:nvSpPr>
              <p:cNvPr id="2300" name="Noise cell"/>
              <p:cNvSpPr/>
              <p:nvPr/>
            </p:nvSpPr>
            <p:spPr>
              <a:xfrm>
                <a:off x="10800641" y="7863840"/>
                <a:ext cx="18770" cy="18928"/>
              </a:xfrm>
              <a:prstGeom prst="rect">
                <a:avLst/>
              </a:prstGeom>
              <a:solidFill>
                <a:srgbClr val="959595"/>
              </a:solidFill>
              <a:ln>
                <a:noFill/>
              </a:ln>
              <a:effectLst/>
            </p:spPr>
            <p:txBody>
              <a:bodyPr rtlCol="0" anchor="ctr"/>
              <a:lstStyle/>
              <a:p>
                <a:pPr algn="ctr"/>
              </a:p>
            </p:txBody>
          </p:sp>
          <p:sp>
            <p:nvSpPr>
              <p:cNvPr id="2301" name="Noise cell"/>
              <p:cNvSpPr/>
              <p:nvPr/>
            </p:nvSpPr>
            <p:spPr>
              <a:xfrm>
                <a:off x="10818771" y="7863840"/>
                <a:ext cx="18770" cy="18928"/>
              </a:xfrm>
              <a:prstGeom prst="rect">
                <a:avLst/>
              </a:prstGeom>
              <a:solidFill>
                <a:srgbClr val="929292"/>
              </a:solidFill>
              <a:ln>
                <a:noFill/>
              </a:ln>
              <a:effectLst/>
            </p:spPr>
            <p:txBody>
              <a:bodyPr rtlCol="0" anchor="ctr"/>
              <a:lstStyle/>
              <a:p>
                <a:pPr algn="ctr"/>
              </a:p>
            </p:txBody>
          </p:sp>
          <p:sp>
            <p:nvSpPr>
              <p:cNvPr id="2302" name="Noise cell"/>
              <p:cNvSpPr/>
              <p:nvPr/>
            </p:nvSpPr>
            <p:spPr>
              <a:xfrm>
                <a:off x="10836901" y="7863840"/>
                <a:ext cx="18770" cy="18928"/>
              </a:xfrm>
              <a:prstGeom prst="rect">
                <a:avLst/>
              </a:prstGeom>
              <a:solidFill>
                <a:srgbClr val="909090"/>
              </a:solidFill>
              <a:ln>
                <a:noFill/>
              </a:ln>
              <a:effectLst/>
            </p:spPr>
            <p:txBody>
              <a:bodyPr rtlCol="0" anchor="ctr"/>
              <a:lstStyle/>
              <a:p>
                <a:pPr algn="ctr"/>
              </a:p>
            </p:txBody>
          </p:sp>
          <p:sp>
            <p:nvSpPr>
              <p:cNvPr id="2303" name="Noise cell"/>
              <p:cNvSpPr/>
              <p:nvPr/>
            </p:nvSpPr>
            <p:spPr>
              <a:xfrm>
                <a:off x="10855032" y="7863840"/>
                <a:ext cx="18770" cy="18928"/>
              </a:xfrm>
              <a:prstGeom prst="rect">
                <a:avLst/>
              </a:prstGeom>
              <a:solidFill>
                <a:srgbClr val="919191"/>
              </a:solidFill>
              <a:ln>
                <a:noFill/>
              </a:ln>
              <a:effectLst/>
            </p:spPr>
            <p:txBody>
              <a:bodyPr rtlCol="0" anchor="ctr"/>
              <a:lstStyle/>
              <a:p>
                <a:pPr algn="ctr"/>
              </a:p>
            </p:txBody>
          </p:sp>
          <p:sp>
            <p:nvSpPr>
              <p:cNvPr id="2304" name="Noise cell"/>
              <p:cNvSpPr/>
              <p:nvPr/>
            </p:nvSpPr>
            <p:spPr>
              <a:xfrm>
                <a:off x="10873162" y="7863840"/>
                <a:ext cx="18770" cy="18928"/>
              </a:xfrm>
              <a:prstGeom prst="rect">
                <a:avLst/>
              </a:prstGeom>
              <a:solidFill>
                <a:srgbClr val="848484"/>
              </a:solidFill>
              <a:ln>
                <a:noFill/>
              </a:ln>
              <a:effectLst/>
            </p:spPr>
            <p:txBody>
              <a:bodyPr rtlCol="0" anchor="ctr"/>
              <a:lstStyle/>
              <a:p>
                <a:pPr algn="ctr"/>
              </a:p>
            </p:txBody>
          </p:sp>
          <p:sp>
            <p:nvSpPr>
              <p:cNvPr id="2305" name="Noise cell"/>
              <p:cNvSpPr/>
              <p:nvPr/>
            </p:nvSpPr>
            <p:spPr>
              <a:xfrm>
                <a:off x="10891292" y="7863840"/>
                <a:ext cx="18770" cy="18928"/>
              </a:xfrm>
              <a:prstGeom prst="rect">
                <a:avLst/>
              </a:prstGeom>
              <a:solidFill>
                <a:srgbClr val="929292"/>
              </a:solidFill>
              <a:ln>
                <a:noFill/>
              </a:ln>
              <a:effectLst/>
            </p:spPr>
            <p:txBody>
              <a:bodyPr rtlCol="0" anchor="ctr"/>
              <a:lstStyle/>
              <a:p>
                <a:pPr algn="ctr"/>
              </a:p>
            </p:txBody>
          </p:sp>
          <p:sp>
            <p:nvSpPr>
              <p:cNvPr id="2306" name="Noise cell"/>
              <p:cNvSpPr/>
              <p:nvPr/>
            </p:nvSpPr>
            <p:spPr>
              <a:xfrm>
                <a:off x="10909423" y="7863840"/>
                <a:ext cx="18770" cy="18928"/>
              </a:xfrm>
              <a:prstGeom prst="rect">
                <a:avLst/>
              </a:prstGeom>
              <a:solidFill>
                <a:srgbClr val="7C7C7C"/>
              </a:solidFill>
              <a:ln>
                <a:noFill/>
              </a:ln>
              <a:effectLst/>
            </p:spPr>
            <p:txBody>
              <a:bodyPr rtlCol="0" anchor="ctr"/>
              <a:lstStyle/>
              <a:p>
                <a:pPr algn="ctr"/>
              </a:p>
            </p:txBody>
          </p:sp>
          <p:sp>
            <p:nvSpPr>
              <p:cNvPr id="2307" name="Noise cell"/>
              <p:cNvSpPr/>
              <p:nvPr/>
            </p:nvSpPr>
            <p:spPr>
              <a:xfrm>
                <a:off x="10927553" y="7863840"/>
                <a:ext cx="18770" cy="18928"/>
              </a:xfrm>
              <a:prstGeom prst="rect">
                <a:avLst/>
              </a:prstGeom>
              <a:solidFill>
                <a:srgbClr val="888888"/>
              </a:solidFill>
              <a:ln>
                <a:noFill/>
              </a:ln>
              <a:effectLst/>
            </p:spPr>
            <p:txBody>
              <a:bodyPr rtlCol="0" anchor="ctr"/>
              <a:lstStyle/>
              <a:p>
                <a:pPr algn="ctr"/>
              </a:p>
            </p:txBody>
          </p:sp>
          <p:sp>
            <p:nvSpPr>
              <p:cNvPr id="2308" name="Noise cell"/>
              <p:cNvSpPr/>
              <p:nvPr/>
            </p:nvSpPr>
            <p:spPr>
              <a:xfrm>
                <a:off x="10945683" y="7863840"/>
                <a:ext cx="18770" cy="18928"/>
              </a:xfrm>
              <a:prstGeom prst="rect">
                <a:avLst/>
              </a:prstGeom>
              <a:solidFill>
                <a:srgbClr val="7C7C7C"/>
              </a:solidFill>
              <a:ln>
                <a:noFill/>
              </a:ln>
              <a:effectLst/>
            </p:spPr>
            <p:txBody>
              <a:bodyPr rtlCol="0" anchor="ctr"/>
              <a:lstStyle/>
              <a:p>
                <a:pPr algn="ctr"/>
              </a:p>
            </p:txBody>
          </p:sp>
          <p:sp>
            <p:nvSpPr>
              <p:cNvPr id="2309" name="Noise cell"/>
              <p:cNvSpPr/>
              <p:nvPr/>
            </p:nvSpPr>
            <p:spPr>
              <a:xfrm>
                <a:off x="10963814" y="7863840"/>
                <a:ext cx="18770" cy="18928"/>
              </a:xfrm>
              <a:prstGeom prst="rect">
                <a:avLst/>
              </a:prstGeom>
              <a:solidFill>
                <a:srgbClr val="909090"/>
              </a:solidFill>
              <a:ln>
                <a:noFill/>
              </a:ln>
              <a:effectLst/>
            </p:spPr>
            <p:txBody>
              <a:bodyPr rtlCol="0" anchor="ctr"/>
              <a:lstStyle/>
              <a:p>
                <a:pPr algn="ctr"/>
              </a:p>
            </p:txBody>
          </p:sp>
          <p:sp>
            <p:nvSpPr>
              <p:cNvPr id="2310" name="Noise cell"/>
              <p:cNvSpPr/>
              <p:nvPr/>
            </p:nvSpPr>
            <p:spPr>
              <a:xfrm>
                <a:off x="9930384" y="7882128"/>
                <a:ext cx="18770" cy="18928"/>
              </a:xfrm>
              <a:prstGeom prst="rect">
                <a:avLst/>
              </a:prstGeom>
              <a:solidFill>
                <a:srgbClr val="848484"/>
              </a:solidFill>
              <a:ln>
                <a:noFill/>
              </a:ln>
              <a:effectLst/>
            </p:spPr>
            <p:txBody>
              <a:bodyPr rtlCol="0" anchor="ctr"/>
              <a:lstStyle/>
              <a:p>
                <a:pPr algn="ctr"/>
              </a:p>
            </p:txBody>
          </p:sp>
          <p:sp>
            <p:nvSpPr>
              <p:cNvPr id="2311" name="Noise cell"/>
              <p:cNvSpPr/>
              <p:nvPr/>
            </p:nvSpPr>
            <p:spPr>
              <a:xfrm>
                <a:off x="9948514" y="7882128"/>
                <a:ext cx="18770" cy="18928"/>
              </a:xfrm>
              <a:prstGeom prst="rect">
                <a:avLst/>
              </a:prstGeom>
              <a:solidFill>
                <a:srgbClr val="838383"/>
              </a:solidFill>
              <a:ln>
                <a:noFill/>
              </a:ln>
              <a:effectLst/>
            </p:spPr>
            <p:txBody>
              <a:bodyPr rtlCol="0" anchor="ctr"/>
              <a:lstStyle/>
              <a:p>
                <a:pPr algn="ctr"/>
              </a:p>
            </p:txBody>
          </p:sp>
          <p:sp>
            <p:nvSpPr>
              <p:cNvPr id="2312" name="Noise cell"/>
              <p:cNvSpPr/>
              <p:nvPr/>
            </p:nvSpPr>
            <p:spPr>
              <a:xfrm>
                <a:off x="9966645" y="7882128"/>
                <a:ext cx="18770" cy="18928"/>
              </a:xfrm>
              <a:prstGeom prst="rect">
                <a:avLst/>
              </a:prstGeom>
              <a:solidFill>
                <a:srgbClr val="8B8B8B"/>
              </a:solidFill>
              <a:ln>
                <a:noFill/>
              </a:ln>
              <a:effectLst/>
            </p:spPr>
            <p:txBody>
              <a:bodyPr rtlCol="0" anchor="ctr"/>
              <a:lstStyle/>
              <a:p>
                <a:pPr algn="ctr"/>
              </a:p>
            </p:txBody>
          </p:sp>
          <p:sp>
            <p:nvSpPr>
              <p:cNvPr id="2313" name="Noise cell"/>
              <p:cNvSpPr/>
              <p:nvPr/>
            </p:nvSpPr>
            <p:spPr>
              <a:xfrm>
                <a:off x="9984775" y="7882128"/>
                <a:ext cx="18770" cy="18928"/>
              </a:xfrm>
              <a:prstGeom prst="rect">
                <a:avLst/>
              </a:prstGeom>
              <a:solidFill>
                <a:srgbClr val="A1A1A1"/>
              </a:solidFill>
              <a:ln>
                <a:noFill/>
              </a:ln>
              <a:effectLst/>
            </p:spPr>
            <p:txBody>
              <a:bodyPr rtlCol="0" anchor="ctr"/>
              <a:lstStyle/>
              <a:p>
                <a:pPr algn="ctr"/>
              </a:p>
            </p:txBody>
          </p:sp>
          <p:sp>
            <p:nvSpPr>
              <p:cNvPr id="2314" name="Noise cell"/>
              <p:cNvSpPr/>
              <p:nvPr/>
            </p:nvSpPr>
            <p:spPr>
              <a:xfrm>
                <a:off x="10002905" y="7882128"/>
                <a:ext cx="18770" cy="18928"/>
              </a:xfrm>
              <a:prstGeom prst="rect">
                <a:avLst/>
              </a:prstGeom>
              <a:solidFill>
                <a:srgbClr val="727272"/>
              </a:solidFill>
              <a:ln>
                <a:noFill/>
              </a:ln>
              <a:effectLst/>
            </p:spPr>
            <p:txBody>
              <a:bodyPr rtlCol="0" anchor="ctr"/>
              <a:lstStyle/>
              <a:p>
                <a:pPr algn="ctr"/>
              </a:p>
            </p:txBody>
          </p:sp>
          <p:sp>
            <p:nvSpPr>
              <p:cNvPr id="2315" name="Noise cell"/>
              <p:cNvSpPr/>
              <p:nvPr/>
            </p:nvSpPr>
            <p:spPr>
              <a:xfrm>
                <a:off x="10021036" y="7882128"/>
                <a:ext cx="18770" cy="18928"/>
              </a:xfrm>
              <a:prstGeom prst="rect">
                <a:avLst/>
              </a:prstGeom>
              <a:solidFill>
                <a:srgbClr val="7C7C7C"/>
              </a:solidFill>
              <a:ln>
                <a:noFill/>
              </a:ln>
              <a:effectLst/>
            </p:spPr>
            <p:txBody>
              <a:bodyPr rtlCol="0" anchor="ctr"/>
              <a:lstStyle/>
              <a:p>
                <a:pPr algn="ctr"/>
              </a:p>
            </p:txBody>
          </p:sp>
          <p:sp>
            <p:nvSpPr>
              <p:cNvPr id="2316" name="Noise cell"/>
              <p:cNvSpPr/>
              <p:nvPr/>
            </p:nvSpPr>
            <p:spPr>
              <a:xfrm>
                <a:off x="10039166" y="7882128"/>
                <a:ext cx="18770" cy="18928"/>
              </a:xfrm>
              <a:prstGeom prst="rect">
                <a:avLst/>
              </a:prstGeom>
              <a:solidFill>
                <a:srgbClr val="888888"/>
              </a:solidFill>
              <a:ln>
                <a:noFill/>
              </a:ln>
              <a:effectLst/>
            </p:spPr>
            <p:txBody>
              <a:bodyPr rtlCol="0" anchor="ctr"/>
              <a:lstStyle/>
              <a:p>
                <a:pPr algn="ctr"/>
              </a:p>
            </p:txBody>
          </p:sp>
          <p:sp>
            <p:nvSpPr>
              <p:cNvPr id="2317" name="Noise cell"/>
              <p:cNvSpPr/>
              <p:nvPr/>
            </p:nvSpPr>
            <p:spPr>
              <a:xfrm>
                <a:off x="10057296" y="7882128"/>
                <a:ext cx="18770" cy="18928"/>
              </a:xfrm>
              <a:prstGeom prst="rect">
                <a:avLst/>
              </a:prstGeom>
              <a:solidFill>
                <a:srgbClr val="939393"/>
              </a:solidFill>
              <a:ln>
                <a:noFill/>
              </a:ln>
              <a:effectLst/>
            </p:spPr>
            <p:txBody>
              <a:bodyPr rtlCol="0" anchor="ctr"/>
              <a:lstStyle/>
              <a:p>
                <a:pPr algn="ctr"/>
              </a:p>
            </p:txBody>
          </p:sp>
          <p:sp>
            <p:nvSpPr>
              <p:cNvPr id="2318" name="Noise cell"/>
              <p:cNvSpPr/>
              <p:nvPr/>
            </p:nvSpPr>
            <p:spPr>
              <a:xfrm>
                <a:off x="10075427" y="7882128"/>
                <a:ext cx="18770" cy="18928"/>
              </a:xfrm>
              <a:prstGeom prst="rect">
                <a:avLst/>
              </a:prstGeom>
              <a:solidFill>
                <a:srgbClr val="808080"/>
              </a:solidFill>
              <a:ln>
                <a:noFill/>
              </a:ln>
              <a:effectLst/>
            </p:spPr>
            <p:txBody>
              <a:bodyPr rtlCol="0" anchor="ctr"/>
              <a:lstStyle/>
              <a:p>
                <a:pPr algn="ctr"/>
              </a:p>
            </p:txBody>
          </p:sp>
          <p:sp>
            <p:nvSpPr>
              <p:cNvPr id="2319" name="Noise cell"/>
              <p:cNvSpPr/>
              <p:nvPr/>
            </p:nvSpPr>
            <p:spPr>
              <a:xfrm>
                <a:off x="10093557" y="7882128"/>
                <a:ext cx="18770" cy="18928"/>
              </a:xfrm>
              <a:prstGeom prst="rect">
                <a:avLst/>
              </a:prstGeom>
              <a:solidFill>
                <a:srgbClr val="747474"/>
              </a:solidFill>
              <a:ln>
                <a:noFill/>
              </a:ln>
              <a:effectLst/>
            </p:spPr>
            <p:txBody>
              <a:bodyPr rtlCol="0" anchor="ctr"/>
              <a:lstStyle/>
              <a:p>
                <a:pPr algn="ctr"/>
              </a:p>
            </p:txBody>
          </p:sp>
          <p:sp>
            <p:nvSpPr>
              <p:cNvPr id="2320" name="Noise cell"/>
              <p:cNvSpPr/>
              <p:nvPr/>
            </p:nvSpPr>
            <p:spPr>
              <a:xfrm>
                <a:off x="10111687" y="7882128"/>
                <a:ext cx="18770" cy="18928"/>
              </a:xfrm>
              <a:prstGeom prst="rect">
                <a:avLst/>
              </a:prstGeom>
              <a:solidFill>
                <a:srgbClr val="7F7F7F"/>
              </a:solidFill>
              <a:ln>
                <a:noFill/>
              </a:ln>
              <a:effectLst/>
            </p:spPr>
            <p:txBody>
              <a:bodyPr rtlCol="0" anchor="ctr"/>
              <a:lstStyle/>
              <a:p>
                <a:pPr algn="ctr"/>
              </a:p>
            </p:txBody>
          </p:sp>
          <p:sp>
            <p:nvSpPr>
              <p:cNvPr id="2321" name="Noise cell"/>
              <p:cNvSpPr/>
              <p:nvPr/>
            </p:nvSpPr>
            <p:spPr>
              <a:xfrm>
                <a:off x="10129818" y="7882128"/>
                <a:ext cx="18770" cy="18928"/>
              </a:xfrm>
              <a:prstGeom prst="rect">
                <a:avLst/>
              </a:prstGeom>
              <a:solidFill>
                <a:srgbClr val="8F8F8F"/>
              </a:solidFill>
              <a:ln>
                <a:noFill/>
              </a:ln>
              <a:effectLst/>
            </p:spPr>
            <p:txBody>
              <a:bodyPr rtlCol="0" anchor="ctr"/>
              <a:lstStyle/>
              <a:p>
                <a:pPr algn="ctr"/>
              </a:p>
            </p:txBody>
          </p:sp>
          <p:sp>
            <p:nvSpPr>
              <p:cNvPr id="2322" name="Noise cell"/>
              <p:cNvSpPr/>
              <p:nvPr/>
            </p:nvSpPr>
            <p:spPr>
              <a:xfrm>
                <a:off x="10147948" y="7882128"/>
                <a:ext cx="18770" cy="18928"/>
              </a:xfrm>
              <a:prstGeom prst="rect">
                <a:avLst/>
              </a:prstGeom>
              <a:solidFill>
                <a:srgbClr val="808080"/>
              </a:solidFill>
              <a:ln>
                <a:noFill/>
              </a:ln>
              <a:effectLst/>
            </p:spPr>
            <p:txBody>
              <a:bodyPr rtlCol="0" anchor="ctr"/>
              <a:lstStyle/>
              <a:p>
                <a:pPr algn="ctr"/>
              </a:p>
            </p:txBody>
          </p:sp>
          <p:sp>
            <p:nvSpPr>
              <p:cNvPr id="2323" name="Noise cell"/>
              <p:cNvSpPr/>
              <p:nvPr/>
            </p:nvSpPr>
            <p:spPr>
              <a:xfrm>
                <a:off x="10166078" y="7882128"/>
                <a:ext cx="18770" cy="18928"/>
              </a:xfrm>
              <a:prstGeom prst="rect">
                <a:avLst/>
              </a:prstGeom>
              <a:solidFill>
                <a:srgbClr val="818181"/>
              </a:solidFill>
              <a:ln>
                <a:noFill/>
              </a:ln>
              <a:effectLst/>
            </p:spPr>
            <p:txBody>
              <a:bodyPr rtlCol="0" anchor="ctr"/>
              <a:lstStyle/>
              <a:p>
                <a:pPr algn="ctr"/>
              </a:p>
            </p:txBody>
          </p:sp>
          <p:sp>
            <p:nvSpPr>
              <p:cNvPr id="2324" name="Noise cell"/>
              <p:cNvSpPr/>
              <p:nvPr/>
            </p:nvSpPr>
            <p:spPr>
              <a:xfrm>
                <a:off x="10184209" y="7882128"/>
                <a:ext cx="18770" cy="18928"/>
              </a:xfrm>
              <a:prstGeom prst="rect">
                <a:avLst/>
              </a:prstGeom>
              <a:solidFill>
                <a:srgbClr val="898989"/>
              </a:solidFill>
              <a:ln>
                <a:noFill/>
              </a:ln>
              <a:effectLst/>
            </p:spPr>
            <p:txBody>
              <a:bodyPr rtlCol="0" anchor="ctr"/>
              <a:lstStyle/>
              <a:p>
                <a:pPr algn="ctr"/>
              </a:p>
            </p:txBody>
          </p:sp>
          <p:sp>
            <p:nvSpPr>
              <p:cNvPr id="2325" name="Noise cell"/>
              <p:cNvSpPr/>
              <p:nvPr/>
            </p:nvSpPr>
            <p:spPr>
              <a:xfrm>
                <a:off x="10202339" y="7882128"/>
                <a:ext cx="18770" cy="18928"/>
              </a:xfrm>
              <a:prstGeom prst="rect">
                <a:avLst/>
              </a:prstGeom>
              <a:solidFill>
                <a:srgbClr val="727272"/>
              </a:solidFill>
              <a:ln>
                <a:noFill/>
              </a:ln>
              <a:effectLst/>
            </p:spPr>
            <p:txBody>
              <a:bodyPr rtlCol="0" anchor="ctr"/>
              <a:lstStyle/>
              <a:p>
                <a:pPr algn="ctr"/>
              </a:p>
            </p:txBody>
          </p:sp>
          <p:sp>
            <p:nvSpPr>
              <p:cNvPr id="2326" name="Noise cell"/>
              <p:cNvSpPr/>
              <p:nvPr/>
            </p:nvSpPr>
            <p:spPr>
              <a:xfrm>
                <a:off x="10220470" y="7882128"/>
                <a:ext cx="18770" cy="18928"/>
              </a:xfrm>
              <a:prstGeom prst="rect">
                <a:avLst/>
              </a:prstGeom>
              <a:solidFill>
                <a:srgbClr val="878787"/>
              </a:solidFill>
              <a:ln>
                <a:noFill/>
              </a:ln>
              <a:effectLst/>
            </p:spPr>
            <p:txBody>
              <a:bodyPr rtlCol="0" anchor="ctr"/>
              <a:lstStyle/>
              <a:p>
                <a:pPr algn="ctr"/>
              </a:p>
            </p:txBody>
          </p:sp>
          <p:sp>
            <p:nvSpPr>
              <p:cNvPr id="2327" name="Noise cell"/>
              <p:cNvSpPr/>
              <p:nvPr/>
            </p:nvSpPr>
            <p:spPr>
              <a:xfrm>
                <a:off x="10238600" y="7882128"/>
                <a:ext cx="18770" cy="18928"/>
              </a:xfrm>
              <a:prstGeom prst="rect">
                <a:avLst/>
              </a:prstGeom>
              <a:solidFill>
                <a:srgbClr val="767676"/>
              </a:solidFill>
              <a:ln>
                <a:noFill/>
              </a:ln>
              <a:effectLst/>
            </p:spPr>
            <p:txBody>
              <a:bodyPr rtlCol="0" anchor="ctr"/>
              <a:lstStyle/>
              <a:p>
                <a:pPr algn="ctr"/>
              </a:p>
            </p:txBody>
          </p:sp>
          <p:sp>
            <p:nvSpPr>
              <p:cNvPr id="2328" name="Noise cell"/>
              <p:cNvSpPr/>
              <p:nvPr/>
            </p:nvSpPr>
            <p:spPr>
              <a:xfrm>
                <a:off x="10256730" y="7882128"/>
                <a:ext cx="18770" cy="18928"/>
              </a:xfrm>
              <a:prstGeom prst="rect">
                <a:avLst/>
              </a:prstGeom>
              <a:solidFill>
                <a:srgbClr val="8C8C8C"/>
              </a:solidFill>
              <a:ln>
                <a:noFill/>
              </a:ln>
              <a:effectLst/>
            </p:spPr>
            <p:txBody>
              <a:bodyPr rtlCol="0" anchor="ctr"/>
              <a:lstStyle/>
              <a:p>
                <a:pPr algn="ctr"/>
              </a:p>
            </p:txBody>
          </p:sp>
          <p:sp>
            <p:nvSpPr>
              <p:cNvPr id="2329" name="Noise cell"/>
              <p:cNvSpPr/>
              <p:nvPr/>
            </p:nvSpPr>
            <p:spPr>
              <a:xfrm>
                <a:off x="10274861" y="7882128"/>
                <a:ext cx="18770" cy="18928"/>
              </a:xfrm>
              <a:prstGeom prst="rect">
                <a:avLst/>
              </a:prstGeom>
              <a:solidFill>
                <a:srgbClr val="979797"/>
              </a:solidFill>
              <a:ln>
                <a:noFill/>
              </a:ln>
              <a:effectLst/>
            </p:spPr>
            <p:txBody>
              <a:bodyPr rtlCol="0" anchor="ctr"/>
              <a:lstStyle/>
              <a:p>
                <a:pPr algn="ctr"/>
              </a:p>
            </p:txBody>
          </p:sp>
          <p:sp>
            <p:nvSpPr>
              <p:cNvPr id="2330" name="Noise cell"/>
              <p:cNvSpPr/>
              <p:nvPr/>
            </p:nvSpPr>
            <p:spPr>
              <a:xfrm>
                <a:off x="10292991" y="7882128"/>
                <a:ext cx="18770" cy="18928"/>
              </a:xfrm>
              <a:prstGeom prst="rect">
                <a:avLst/>
              </a:prstGeom>
              <a:solidFill>
                <a:srgbClr val="909090"/>
              </a:solidFill>
              <a:ln>
                <a:noFill/>
              </a:ln>
              <a:effectLst/>
            </p:spPr>
            <p:txBody>
              <a:bodyPr rtlCol="0" anchor="ctr"/>
              <a:lstStyle/>
              <a:p>
                <a:pPr algn="ctr"/>
              </a:p>
            </p:txBody>
          </p:sp>
          <p:sp>
            <p:nvSpPr>
              <p:cNvPr id="2331" name="Noise cell"/>
              <p:cNvSpPr/>
              <p:nvPr/>
            </p:nvSpPr>
            <p:spPr>
              <a:xfrm>
                <a:off x="10311121" y="7882128"/>
                <a:ext cx="18770" cy="18928"/>
              </a:xfrm>
              <a:prstGeom prst="rect">
                <a:avLst/>
              </a:prstGeom>
              <a:solidFill>
                <a:srgbClr val="7F7F7F"/>
              </a:solidFill>
              <a:ln>
                <a:noFill/>
              </a:ln>
              <a:effectLst/>
            </p:spPr>
            <p:txBody>
              <a:bodyPr rtlCol="0" anchor="ctr"/>
              <a:lstStyle/>
              <a:p>
                <a:pPr algn="ctr"/>
              </a:p>
            </p:txBody>
          </p:sp>
          <p:sp>
            <p:nvSpPr>
              <p:cNvPr id="2332" name="Noise cell"/>
              <p:cNvSpPr/>
              <p:nvPr/>
            </p:nvSpPr>
            <p:spPr>
              <a:xfrm>
                <a:off x="10329252" y="7882128"/>
                <a:ext cx="18770" cy="18928"/>
              </a:xfrm>
              <a:prstGeom prst="rect">
                <a:avLst/>
              </a:prstGeom>
              <a:solidFill>
                <a:srgbClr val="818181"/>
              </a:solidFill>
              <a:ln>
                <a:noFill/>
              </a:ln>
              <a:effectLst/>
            </p:spPr>
            <p:txBody>
              <a:bodyPr rtlCol="0" anchor="ctr"/>
              <a:lstStyle/>
              <a:p>
                <a:pPr algn="ctr"/>
              </a:p>
            </p:txBody>
          </p:sp>
          <p:sp>
            <p:nvSpPr>
              <p:cNvPr id="2333" name="Noise cell"/>
              <p:cNvSpPr/>
              <p:nvPr/>
            </p:nvSpPr>
            <p:spPr>
              <a:xfrm>
                <a:off x="10347382" y="7882128"/>
                <a:ext cx="18770" cy="18928"/>
              </a:xfrm>
              <a:prstGeom prst="rect">
                <a:avLst/>
              </a:prstGeom>
              <a:solidFill>
                <a:srgbClr val="6E6E6E"/>
              </a:solidFill>
              <a:ln>
                <a:noFill/>
              </a:ln>
              <a:effectLst/>
            </p:spPr>
            <p:txBody>
              <a:bodyPr rtlCol="0" anchor="ctr"/>
              <a:lstStyle/>
              <a:p>
                <a:pPr algn="ctr"/>
              </a:p>
            </p:txBody>
          </p:sp>
          <p:sp>
            <p:nvSpPr>
              <p:cNvPr id="2334" name="Noise cell"/>
              <p:cNvSpPr/>
              <p:nvPr/>
            </p:nvSpPr>
            <p:spPr>
              <a:xfrm>
                <a:off x="10365512" y="7882128"/>
                <a:ext cx="18770" cy="18928"/>
              </a:xfrm>
              <a:prstGeom prst="rect">
                <a:avLst/>
              </a:prstGeom>
              <a:solidFill>
                <a:srgbClr val="888888"/>
              </a:solidFill>
              <a:ln>
                <a:noFill/>
              </a:ln>
              <a:effectLst/>
            </p:spPr>
            <p:txBody>
              <a:bodyPr rtlCol="0" anchor="ctr"/>
              <a:lstStyle/>
              <a:p>
                <a:pPr algn="ctr"/>
              </a:p>
            </p:txBody>
          </p:sp>
          <p:sp>
            <p:nvSpPr>
              <p:cNvPr id="2335" name="Noise cell"/>
              <p:cNvSpPr/>
              <p:nvPr/>
            </p:nvSpPr>
            <p:spPr>
              <a:xfrm>
                <a:off x="10383643" y="7882128"/>
                <a:ext cx="18770" cy="18928"/>
              </a:xfrm>
              <a:prstGeom prst="rect">
                <a:avLst/>
              </a:prstGeom>
              <a:solidFill>
                <a:srgbClr val="939393"/>
              </a:solidFill>
              <a:ln>
                <a:noFill/>
              </a:ln>
              <a:effectLst/>
            </p:spPr>
            <p:txBody>
              <a:bodyPr rtlCol="0" anchor="ctr"/>
              <a:lstStyle/>
              <a:p>
                <a:pPr algn="ctr"/>
              </a:p>
            </p:txBody>
          </p:sp>
          <p:sp>
            <p:nvSpPr>
              <p:cNvPr id="2336" name="Noise cell"/>
              <p:cNvSpPr/>
              <p:nvPr/>
            </p:nvSpPr>
            <p:spPr>
              <a:xfrm>
                <a:off x="10401773" y="7882128"/>
                <a:ext cx="18770" cy="18928"/>
              </a:xfrm>
              <a:prstGeom prst="rect">
                <a:avLst/>
              </a:prstGeom>
              <a:solidFill>
                <a:srgbClr val="919191"/>
              </a:solidFill>
              <a:ln>
                <a:noFill/>
              </a:ln>
              <a:effectLst/>
            </p:spPr>
            <p:txBody>
              <a:bodyPr rtlCol="0" anchor="ctr"/>
              <a:lstStyle/>
              <a:p>
                <a:pPr algn="ctr"/>
              </a:p>
            </p:txBody>
          </p:sp>
          <p:sp>
            <p:nvSpPr>
              <p:cNvPr id="2337" name="Noise cell"/>
              <p:cNvSpPr/>
              <p:nvPr/>
            </p:nvSpPr>
            <p:spPr>
              <a:xfrm>
                <a:off x="10419903" y="7882128"/>
                <a:ext cx="18770" cy="18928"/>
              </a:xfrm>
              <a:prstGeom prst="rect">
                <a:avLst/>
              </a:prstGeom>
              <a:solidFill>
                <a:srgbClr val="868686"/>
              </a:solidFill>
              <a:ln>
                <a:noFill/>
              </a:ln>
              <a:effectLst/>
            </p:spPr>
            <p:txBody>
              <a:bodyPr rtlCol="0" anchor="ctr"/>
              <a:lstStyle/>
              <a:p>
                <a:pPr algn="ctr"/>
              </a:p>
            </p:txBody>
          </p:sp>
          <p:sp>
            <p:nvSpPr>
              <p:cNvPr id="2338" name="Noise cell"/>
              <p:cNvSpPr/>
              <p:nvPr/>
            </p:nvSpPr>
            <p:spPr>
              <a:xfrm>
                <a:off x="10438034" y="7882128"/>
                <a:ext cx="18770" cy="18928"/>
              </a:xfrm>
              <a:prstGeom prst="rect">
                <a:avLst/>
              </a:prstGeom>
              <a:solidFill>
                <a:srgbClr val="5C5C5C"/>
              </a:solidFill>
              <a:ln>
                <a:noFill/>
              </a:ln>
              <a:effectLst/>
            </p:spPr>
            <p:txBody>
              <a:bodyPr rtlCol="0" anchor="ctr"/>
              <a:lstStyle/>
              <a:p>
                <a:pPr algn="ctr"/>
              </a:p>
            </p:txBody>
          </p:sp>
          <p:sp>
            <p:nvSpPr>
              <p:cNvPr id="2339" name="Noise cell"/>
              <p:cNvSpPr/>
              <p:nvPr/>
            </p:nvSpPr>
            <p:spPr>
              <a:xfrm>
                <a:off x="10456164" y="7882128"/>
                <a:ext cx="18770" cy="18928"/>
              </a:xfrm>
              <a:prstGeom prst="rect">
                <a:avLst/>
              </a:prstGeom>
              <a:solidFill>
                <a:srgbClr val="969696"/>
              </a:solidFill>
              <a:ln>
                <a:noFill/>
              </a:ln>
              <a:effectLst/>
            </p:spPr>
            <p:txBody>
              <a:bodyPr rtlCol="0" anchor="ctr"/>
              <a:lstStyle/>
              <a:p>
                <a:pPr algn="ctr"/>
              </a:p>
            </p:txBody>
          </p:sp>
          <p:sp>
            <p:nvSpPr>
              <p:cNvPr id="2340" name="Noise cell"/>
              <p:cNvSpPr/>
              <p:nvPr/>
            </p:nvSpPr>
            <p:spPr>
              <a:xfrm>
                <a:off x="10474294" y="7882128"/>
                <a:ext cx="18770" cy="18928"/>
              </a:xfrm>
              <a:prstGeom prst="rect">
                <a:avLst/>
              </a:prstGeom>
              <a:solidFill>
                <a:srgbClr val="8C8C8C"/>
              </a:solidFill>
              <a:ln>
                <a:noFill/>
              </a:ln>
              <a:effectLst/>
            </p:spPr>
            <p:txBody>
              <a:bodyPr rtlCol="0" anchor="ctr"/>
              <a:lstStyle/>
              <a:p>
                <a:pPr algn="ctr"/>
              </a:p>
            </p:txBody>
          </p:sp>
          <p:sp>
            <p:nvSpPr>
              <p:cNvPr id="2341" name="Noise cell"/>
              <p:cNvSpPr/>
              <p:nvPr/>
            </p:nvSpPr>
            <p:spPr>
              <a:xfrm>
                <a:off x="10492425" y="7882128"/>
                <a:ext cx="18770" cy="18928"/>
              </a:xfrm>
              <a:prstGeom prst="rect">
                <a:avLst/>
              </a:prstGeom>
              <a:solidFill>
                <a:srgbClr val="868686"/>
              </a:solidFill>
              <a:ln>
                <a:noFill/>
              </a:ln>
              <a:effectLst/>
            </p:spPr>
            <p:txBody>
              <a:bodyPr rtlCol="0" anchor="ctr"/>
              <a:lstStyle/>
              <a:p>
                <a:pPr algn="ctr"/>
              </a:p>
            </p:txBody>
          </p:sp>
          <p:sp>
            <p:nvSpPr>
              <p:cNvPr id="2342" name="Noise cell"/>
              <p:cNvSpPr/>
              <p:nvPr/>
            </p:nvSpPr>
            <p:spPr>
              <a:xfrm>
                <a:off x="10510555" y="7882128"/>
                <a:ext cx="18770" cy="18928"/>
              </a:xfrm>
              <a:prstGeom prst="rect">
                <a:avLst/>
              </a:prstGeom>
              <a:solidFill>
                <a:srgbClr val="848484"/>
              </a:solidFill>
              <a:ln>
                <a:noFill/>
              </a:ln>
              <a:effectLst/>
            </p:spPr>
            <p:txBody>
              <a:bodyPr rtlCol="0" anchor="ctr"/>
              <a:lstStyle/>
              <a:p>
                <a:pPr algn="ctr"/>
              </a:p>
            </p:txBody>
          </p:sp>
          <p:sp>
            <p:nvSpPr>
              <p:cNvPr id="2343" name="Noise cell"/>
              <p:cNvSpPr/>
              <p:nvPr/>
            </p:nvSpPr>
            <p:spPr>
              <a:xfrm>
                <a:off x="10528685" y="7882128"/>
                <a:ext cx="18770" cy="18928"/>
              </a:xfrm>
              <a:prstGeom prst="rect">
                <a:avLst/>
              </a:prstGeom>
              <a:solidFill>
                <a:srgbClr val="878787"/>
              </a:solidFill>
              <a:ln>
                <a:noFill/>
              </a:ln>
              <a:effectLst/>
            </p:spPr>
            <p:txBody>
              <a:bodyPr rtlCol="0" anchor="ctr"/>
              <a:lstStyle/>
              <a:p>
                <a:pPr algn="ctr"/>
              </a:p>
            </p:txBody>
          </p:sp>
          <p:sp>
            <p:nvSpPr>
              <p:cNvPr id="2344" name="Noise cell"/>
              <p:cNvSpPr/>
              <p:nvPr/>
            </p:nvSpPr>
            <p:spPr>
              <a:xfrm>
                <a:off x="10546816" y="7882128"/>
                <a:ext cx="18770" cy="18928"/>
              </a:xfrm>
              <a:prstGeom prst="rect">
                <a:avLst/>
              </a:prstGeom>
              <a:solidFill>
                <a:srgbClr val="868686"/>
              </a:solidFill>
              <a:ln>
                <a:noFill/>
              </a:ln>
              <a:effectLst/>
            </p:spPr>
            <p:txBody>
              <a:bodyPr rtlCol="0" anchor="ctr"/>
              <a:lstStyle/>
              <a:p>
                <a:pPr algn="ctr"/>
              </a:p>
            </p:txBody>
          </p:sp>
          <p:sp>
            <p:nvSpPr>
              <p:cNvPr id="2345" name="Noise cell"/>
              <p:cNvSpPr/>
              <p:nvPr/>
            </p:nvSpPr>
            <p:spPr>
              <a:xfrm>
                <a:off x="10564946" y="7882128"/>
                <a:ext cx="18770" cy="18928"/>
              </a:xfrm>
              <a:prstGeom prst="rect">
                <a:avLst/>
              </a:prstGeom>
              <a:solidFill>
                <a:srgbClr val="7E7E7E"/>
              </a:solidFill>
              <a:ln>
                <a:noFill/>
              </a:ln>
              <a:effectLst/>
            </p:spPr>
            <p:txBody>
              <a:bodyPr rtlCol="0" anchor="ctr"/>
              <a:lstStyle/>
              <a:p>
                <a:pPr algn="ctr"/>
              </a:p>
            </p:txBody>
          </p:sp>
          <p:sp>
            <p:nvSpPr>
              <p:cNvPr id="2346" name="Noise cell"/>
              <p:cNvSpPr/>
              <p:nvPr/>
            </p:nvSpPr>
            <p:spPr>
              <a:xfrm>
                <a:off x="10583076" y="7882128"/>
                <a:ext cx="18770" cy="18928"/>
              </a:xfrm>
              <a:prstGeom prst="rect">
                <a:avLst/>
              </a:prstGeom>
              <a:solidFill>
                <a:srgbClr val="898989"/>
              </a:solidFill>
              <a:ln>
                <a:noFill/>
              </a:ln>
              <a:effectLst/>
            </p:spPr>
            <p:txBody>
              <a:bodyPr rtlCol="0" anchor="ctr"/>
              <a:lstStyle/>
              <a:p>
                <a:pPr algn="ctr"/>
              </a:p>
            </p:txBody>
          </p:sp>
          <p:sp>
            <p:nvSpPr>
              <p:cNvPr id="2347" name="Noise cell"/>
              <p:cNvSpPr/>
              <p:nvPr/>
            </p:nvSpPr>
            <p:spPr>
              <a:xfrm>
                <a:off x="10601207" y="7882128"/>
                <a:ext cx="18770" cy="18928"/>
              </a:xfrm>
              <a:prstGeom prst="rect">
                <a:avLst/>
              </a:prstGeom>
              <a:solidFill>
                <a:srgbClr val="818181"/>
              </a:solidFill>
              <a:ln>
                <a:noFill/>
              </a:ln>
              <a:effectLst/>
            </p:spPr>
            <p:txBody>
              <a:bodyPr rtlCol="0" anchor="ctr"/>
              <a:lstStyle/>
              <a:p>
                <a:pPr algn="ctr"/>
              </a:p>
            </p:txBody>
          </p:sp>
          <p:sp>
            <p:nvSpPr>
              <p:cNvPr id="2348" name="Noise cell"/>
              <p:cNvSpPr/>
              <p:nvPr/>
            </p:nvSpPr>
            <p:spPr>
              <a:xfrm>
                <a:off x="10619337" y="7882128"/>
                <a:ext cx="18770" cy="18928"/>
              </a:xfrm>
              <a:prstGeom prst="rect">
                <a:avLst/>
              </a:prstGeom>
              <a:solidFill>
                <a:srgbClr val="838383"/>
              </a:solidFill>
              <a:ln>
                <a:noFill/>
              </a:ln>
              <a:effectLst/>
            </p:spPr>
            <p:txBody>
              <a:bodyPr rtlCol="0" anchor="ctr"/>
              <a:lstStyle/>
              <a:p>
                <a:pPr algn="ctr"/>
              </a:p>
            </p:txBody>
          </p:sp>
          <p:sp>
            <p:nvSpPr>
              <p:cNvPr id="2349" name="Noise cell"/>
              <p:cNvSpPr/>
              <p:nvPr/>
            </p:nvSpPr>
            <p:spPr>
              <a:xfrm>
                <a:off x="10637467" y="7882128"/>
                <a:ext cx="18770" cy="18928"/>
              </a:xfrm>
              <a:prstGeom prst="rect">
                <a:avLst/>
              </a:prstGeom>
              <a:solidFill>
                <a:srgbClr val="737373"/>
              </a:solidFill>
              <a:ln>
                <a:noFill/>
              </a:ln>
              <a:effectLst/>
            </p:spPr>
            <p:txBody>
              <a:bodyPr rtlCol="0" anchor="ctr"/>
              <a:lstStyle/>
              <a:p>
                <a:pPr algn="ctr"/>
              </a:p>
            </p:txBody>
          </p:sp>
          <p:sp>
            <p:nvSpPr>
              <p:cNvPr id="2350" name="Noise cell"/>
              <p:cNvSpPr/>
              <p:nvPr/>
            </p:nvSpPr>
            <p:spPr>
              <a:xfrm>
                <a:off x="10655598" y="7882128"/>
                <a:ext cx="18770" cy="18928"/>
              </a:xfrm>
              <a:prstGeom prst="rect">
                <a:avLst/>
              </a:prstGeom>
              <a:solidFill>
                <a:srgbClr val="838383"/>
              </a:solidFill>
              <a:ln>
                <a:noFill/>
              </a:ln>
              <a:effectLst/>
            </p:spPr>
            <p:txBody>
              <a:bodyPr rtlCol="0" anchor="ctr"/>
              <a:lstStyle/>
              <a:p>
                <a:pPr algn="ctr"/>
              </a:p>
            </p:txBody>
          </p:sp>
          <p:sp>
            <p:nvSpPr>
              <p:cNvPr id="2351" name="Noise cell"/>
              <p:cNvSpPr/>
              <p:nvPr/>
            </p:nvSpPr>
            <p:spPr>
              <a:xfrm>
                <a:off x="10673728" y="7882128"/>
                <a:ext cx="18770" cy="18928"/>
              </a:xfrm>
              <a:prstGeom prst="rect">
                <a:avLst/>
              </a:prstGeom>
              <a:solidFill>
                <a:srgbClr val="777777"/>
              </a:solidFill>
              <a:ln>
                <a:noFill/>
              </a:ln>
              <a:effectLst/>
            </p:spPr>
            <p:txBody>
              <a:bodyPr rtlCol="0" anchor="ctr"/>
              <a:lstStyle/>
              <a:p>
                <a:pPr algn="ctr"/>
              </a:p>
            </p:txBody>
          </p:sp>
          <p:sp>
            <p:nvSpPr>
              <p:cNvPr id="2352" name="Noise cell"/>
              <p:cNvSpPr/>
              <p:nvPr/>
            </p:nvSpPr>
            <p:spPr>
              <a:xfrm>
                <a:off x="10691858" y="7882128"/>
                <a:ext cx="18770" cy="18928"/>
              </a:xfrm>
              <a:prstGeom prst="rect">
                <a:avLst/>
              </a:prstGeom>
              <a:solidFill>
                <a:srgbClr val="858585"/>
              </a:solidFill>
              <a:ln>
                <a:noFill/>
              </a:ln>
              <a:effectLst/>
            </p:spPr>
            <p:txBody>
              <a:bodyPr rtlCol="0" anchor="ctr"/>
              <a:lstStyle/>
              <a:p>
                <a:pPr algn="ctr"/>
              </a:p>
            </p:txBody>
          </p:sp>
          <p:sp>
            <p:nvSpPr>
              <p:cNvPr id="2353" name="Noise cell"/>
              <p:cNvSpPr/>
              <p:nvPr/>
            </p:nvSpPr>
            <p:spPr>
              <a:xfrm>
                <a:off x="10709989" y="7882128"/>
                <a:ext cx="18770" cy="18928"/>
              </a:xfrm>
              <a:prstGeom prst="rect">
                <a:avLst/>
              </a:prstGeom>
              <a:solidFill>
                <a:srgbClr val="898989"/>
              </a:solidFill>
              <a:ln>
                <a:noFill/>
              </a:ln>
              <a:effectLst/>
            </p:spPr>
            <p:txBody>
              <a:bodyPr rtlCol="0" anchor="ctr"/>
              <a:lstStyle/>
              <a:p>
                <a:pPr algn="ctr"/>
              </a:p>
            </p:txBody>
          </p:sp>
          <p:sp>
            <p:nvSpPr>
              <p:cNvPr id="2354" name="Noise cell"/>
              <p:cNvSpPr/>
              <p:nvPr/>
            </p:nvSpPr>
            <p:spPr>
              <a:xfrm>
                <a:off x="10728119" y="7882128"/>
                <a:ext cx="18770" cy="18928"/>
              </a:xfrm>
              <a:prstGeom prst="rect">
                <a:avLst/>
              </a:prstGeom>
              <a:solidFill>
                <a:srgbClr val="818181"/>
              </a:solidFill>
              <a:ln>
                <a:noFill/>
              </a:ln>
              <a:effectLst/>
            </p:spPr>
            <p:txBody>
              <a:bodyPr rtlCol="0" anchor="ctr"/>
              <a:lstStyle/>
              <a:p>
                <a:pPr algn="ctr"/>
              </a:p>
            </p:txBody>
          </p:sp>
          <p:sp>
            <p:nvSpPr>
              <p:cNvPr id="2355" name="Noise cell"/>
              <p:cNvSpPr/>
              <p:nvPr/>
            </p:nvSpPr>
            <p:spPr>
              <a:xfrm>
                <a:off x="10746250" y="7882128"/>
                <a:ext cx="18770" cy="18928"/>
              </a:xfrm>
              <a:prstGeom prst="rect">
                <a:avLst/>
              </a:prstGeom>
              <a:solidFill>
                <a:srgbClr val="8C8C8C"/>
              </a:solidFill>
              <a:ln>
                <a:noFill/>
              </a:ln>
              <a:effectLst/>
            </p:spPr>
            <p:txBody>
              <a:bodyPr rtlCol="0" anchor="ctr"/>
              <a:lstStyle/>
              <a:p>
                <a:pPr algn="ctr"/>
              </a:p>
            </p:txBody>
          </p:sp>
          <p:sp>
            <p:nvSpPr>
              <p:cNvPr id="2356" name="Noise cell"/>
              <p:cNvSpPr/>
              <p:nvPr/>
            </p:nvSpPr>
            <p:spPr>
              <a:xfrm>
                <a:off x="10764380" y="7882128"/>
                <a:ext cx="18770" cy="18928"/>
              </a:xfrm>
              <a:prstGeom prst="rect">
                <a:avLst/>
              </a:prstGeom>
              <a:solidFill>
                <a:srgbClr val="7D7D7D"/>
              </a:solidFill>
              <a:ln>
                <a:noFill/>
              </a:ln>
              <a:effectLst/>
            </p:spPr>
            <p:txBody>
              <a:bodyPr rtlCol="0" anchor="ctr"/>
              <a:lstStyle/>
              <a:p>
                <a:pPr algn="ctr"/>
              </a:p>
            </p:txBody>
          </p:sp>
          <p:sp>
            <p:nvSpPr>
              <p:cNvPr id="2357" name="Noise cell"/>
              <p:cNvSpPr/>
              <p:nvPr/>
            </p:nvSpPr>
            <p:spPr>
              <a:xfrm>
                <a:off x="10782510" y="7882128"/>
                <a:ext cx="18770" cy="18928"/>
              </a:xfrm>
              <a:prstGeom prst="rect">
                <a:avLst/>
              </a:prstGeom>
              <a:solidFill>
                <a:srgbClr val="777777"/>
              </a:solidFill>
              <a:ln>
                <a:noFill/>
              </a:ln>
              <a:effectLst/>
            </p:spPr>
            <p:txBody>
              <a:bodyPr rtlCol="0" anchor="ctr"/>
              <a:lstStyle/>
              <a:p>
                <a:pPr algn="ctr"/>
              </a:p>
            </p:txBody>
          </p:sp>
          <p:sp>
            <p:nvSpPr>
              <p:cNvPr id="2358" name="Noise cell"/>
              <p:cNvSpPr/>
              <p:nvPr/>
            </p:nvSpPr>
            <p:spPr>
              <a:xfrm>
                <a:off x="10800641" y="7882128"/>
                <a:ext cx="18770" cy="18928"/>
              </a:xfrm>
              <a:prstGeom prst="rect">
                <a:avLst/>
              </a:prstGeom>
              <a:solidFill>
                <a:srgbClr val="909090"/>
              </a:solidFill>
              <a:ln>
                <a:noFill/>
              </a:ln>
              <a:effectLst/>
            </p:spPr>
            <p:txBody>
              <a:bodyPr rtlCol="0" anchor="ctr"/>
              <a:lstStyle/>
              <a:p>
                <a:pPr algn="ctr"/>
              </a:p>
            </p:txBody>
          </p:sp>
          <p:sp>
            <p:nvSpPr>
              <p:cNvPr id="2359" name="Noise cell"/>
              <p:cNvSpPr/>
              <p:nvPr/>
            </p:nvSpPr>
            <p:spPr>
              <a:xfrm>
                <a:off x="10818771" y="7882128"/>
                <a:ext cx="18770" cy="18928"/>
              </a:xfrm>
              <a:prstGeom prst="rect">
                <a:avLst/>
              </a:prstGeom>
              <a:solidFill>
                <a:srgbClr val="8A8A8A"/>
              </a:solidFill>
              <a:ln>
                <a:noFill/>
              </a:ln>
              <a:effectLst/>
            </p:spPr>
            <p:txBody>
              <a:bodyPr rtlCol="0" anchor="ctr"/>
              <a:lstStyle/>
              <a:p>
                <a:pPr algn="ctr"/>
              </a:p>
            </p:txBody>
          </p:sp>
          <p:sp>
            <p:nvSpPr>
              <p:cNvPr id="2360" name="Noise cell"/>
              <p:cNvSpPr/>
              <p:nvPr/>
            </p:nvSpPr>
            <p:spPr>
              <a:xfrm>
                <a:off x="10836901" y="7882128"/>
                <a:ext cx="18770" cy="18928"/>
              </a:xfrm>
              <a:prstGeom prst="rect">
                <a:avLst/>
              </a:prstGeom>
              <a:solidFill>
                <a:srgbClr val="767676"/>
              </a:solidFill>
              <a:ln>
                <a:noFill/>
              </a:ln>
              <a:effectLst/>
            </p:spPr>
            <p:txBody>
              <a:bodyPr rtlCol="0" anchor="ctr"/>
              <a:lstStyle/>
              <a:p>
                <a:pPr algn="ctr"/>
              </a:p>
            </p:txBody>
          </p:sp>
          <p:sp>
            <p:nvSpPr>
              <p:cNvPr id="2361" name="Noise cell"/>
              <p:cNvSpPr/>
              <p:nvPr/>
            </p:nvSpPr>
            <p:spPr>
              <a:xfrm>
                <a:off x="10855032" y="7882128"/>
                <a:ext cx="18770" cy="18928"/>
              </a:xfrm>
              <a:prstGeom prst="rect">
                <a:avLst/>
              </a:prstGeom>
              <a:solidFill>
                <a:srgbClr val="828282"/>
              </a:solidFill>
              <a:ln>
                <a:noFill/>
              </a:ln>
              <a:effectLst/>
            </p:spPr>
            <p:txBody>
              <a:bodyPr rtlCol="0" anchor="ctr"/>
              <a:lstStyle/>
              <a:p>
                <a:pPr algn="ctr"/>
              </a:p>
            </p:txBody>
          </p:sp>
          <p:sp>
            <p:nvSpPr>
              <p:cNvPr id="2362" name="Noise cell"/>
              <p:cNvSpPr/>
              <p:nvPr/>
            </p:nvSpPr>
            <p:spPr>
              <a:xfrm>
                <a:off x="10873162" y="7882128"/>
                <a:ext cx="18770" cy="18928"/>
              </a:xfrm>
              <a:prstGeom prst="rect">
                <a:avLst/>
              </a:prstGeom>
              <a:solidFill>
                <a:srgbClr val="7C7C7C"/>
              </a:solidFill>
              <a:ln>
                <a:noFill/>
              </a:ln>
              <a:effectLst/>
            </p:spPr>
            <p:txBody>
              <a:bodyPr rtlCol="0" anchor="ctr"/>
              <a:lstStyle/>
              <a:p>
                <a:pPr algn="ctr"/>
              </a:p>
            </p:txBody>
          </p:sp>
          <p:sp>
            <p:nvSpPr>
              <p:cNvPr id="2363" name="Noise cell"/>
              <p:cNvSpPr/>
              <p:nvPr/>
            </p:nvSpPr>
            <p:spPr>
              <a:xfrm>
                <a:off x="10891292" y="7882128"/>
                <a:ext cx="18770" cy="18928"/>
              </a:xfrm>
              <a:prstGeom prst="rect">
                <a:avLst/>
              </a:prstGeom>
              <a:solidFill>
                <a:srgbClr val="7F7F7F"/>
              </a:solidFill>
              <a:ln>
                <a:noFill/>
              </a:ln>
              <a:effectLst/>
            </p:spPr>
            <p:txBody>
              <a:bodyPr rtlCol="0" anchor="ctr"/>
              <a:lstStyle/>
              <a:p>
                <a:pPr algn="ctr"/>
              </a:p>
            </p:txBody>
          </p:sp>
          <p:sp>
            <p:nvSpPr>
              <p:cNvPr id="2364" name="Noise cell"/>
              <p:cNvSpPr/>
              <p:nvPr/>
            </p:nvSpPr>
            <p:spPr>
              <a:xfrm>
                <a:off x="10909423" y="7882128"/>
                <a:ext cx="18770" cy="18928"/>
              </a:xfrm>
              <a:prstGeom prst="rect">
                <a:avLst/>
              </a:prstGeom>
              <a:solidFill>
                <a:srgbClr val="8E8E8E"/>
              </a:solidFill>
              <a:ln>
                <a:noFill/>
              </a:ln>
              <a:effectLst/>
            </p:spPr>
            <p:txBody>
              <a:bodyPr rtlCol="0" anchor="ctr"/>
              <a:lstStyle/>
              <a:p>
                <a:pPr algn="ctr"/>
              </a:p>
            </p:txBody>
          </p:sp>
          <p:sp>
            <p:nvSpPr>
              <p:cNvPr id="2365" name="Noise cell"/>
              <p:cNvSpPr/>
              <p:nvPr/>
            </p:nvSpPr>
            <p:spPr>
              <a:xfrm>
                <a:off x="10927553" y="7882128"/>
                <a:ext cx="18770" cy="18928"/>
              </a:xfrm>
              <a:prstGeom prst="rect">
                <a:avLst/>
              </a:prstGeom>
              <a:solidFill>
                <a:srgbClr val="808080"/>
              </a:solidFill>
              <a:ln>
                <a:noFill/>
              </a:ln>
              <a:effectLst/>
            </p:spPr>
            <p:txBody>
              <a:bodyPr rtlCol="0" anchor="ctr"/>
              <a:lstStyle/>
              <a:p>
                <a:pPr algn="ctr"/>
              </a:p>
            </p:txBody>
          </p:sp>
          <p:sp>
            <p:nvSpPr>
              <p:cNvPr id="2366" name="Noise cell"/>
              <p:cNvSpPr/>
              <p:nvPr/>
            </p:nvSpPr>
            <p:spPr>
              <a:xfrm>
                <a:off x="10945683" y="7882128"/>
                <a:ext cx="18770" cy="18928"/>
              </a:xfrm>
              <a:prstGeom prst="rect">
                <a:avLst/>
              </a:prstGeom>
              <a:solidFill>
                <a:srgbClr val="979797"/>
              </a:solidFill>
              <a:ln>
                <a:noFill/>
              </a:ln>
              <a:effectLst/>
            </p:spPr>
            <p:txBody>
              <a:bodyPr rtlCol="0" anchor="ctr"/>
              <a:lstStyle/>
              <a:p>
                <a:pPr algn="ctr"/>
              </a:p>
            </p:txBody>
          </p:sp>
          <p:sp>
            <p:nvSpPr>
              <p:cNvPr id="2367" name="Noise cell"/>
              <p:cNvSpPr/>
              <p:nvPr/>
            </p:nvSpPr>
            <p:spPr>
              <a:xfrm>
                <a:off x="10963814" y="7882128"/>
                <a:ext cx="18770" cy="18928"/>
              </a:xfrm>
              <a:prstGeom prst="rect">
                <a:avLst/>
              </a:prstGeom>
              <a:solidFill>
                <a:srgbClr val="949494"/>
              </a:solidFill>
              <a:ln>
                <a:noFill/>
              </a:ln>
              <a:effectLst/>
            </p:spPr>
            <p:txBody>
              <a:bodyPr rtlCol="0" anchor="ctr"/>
              <a:lstStyle/>
              <a:p>
                <a:pPr algn="ctr"/>
              </a:p>
            </p:txBody>
          </p:sp>
          <p:sp>
            <p:nvSpPr>
              <p:cNvPr id="2368" name="Noise cell"/>
              <p:cNvSpPr/>
              <p:nvPr/>
            </p:nvSpPr>
            <p:spPr>
              <a:xfrm>
                <a:off x="9930384" y="7900416"/>
                <a:ext cx="18770" cy="18928"/>
              </a:xfrm>
              <a:prstGeom prst="rect">
                <a:avLst/>
              </a:prstGeom>
              <a:solidFill>
                <a:srgbClr val="7E7E7E"/>
              </a:solidFill>
              <a:ln>
                <a:noFill/>
              </a:ln>
              <a:effectLst/>
            </p:spPr>
            <p:txBody>
              <a:bodyPr rtlCol="0" anchor="ctr"/>
              <a:lstStyle/>
              <a:p>
                <a:pPr algn="ctr"/>
              </a:p>
            </p:txBody>
          </p:sp>
          <p:sp>
            <p:nvSpPr>
              <p:cNvPr id="2369" name="Noise cell"/>
              <p:cNvSpPr/>
              <p:nvPr/>
            </p:nvSpPr>
            <p:spPr>
              <a:xfrm>
                <a:off x="9948514" y="7900416"/>
                <a:ext cx="18770" cy="18928"/>
              </a:xfrm>
              <a:prstGeom prst="rect">
                <a:avLst/>
              </a:prstGeom>
              <a:solidFill>
                <a:srgbClr val="787878"/>
              </a:solidFill>
              <a:ln>
                <a:noFill/>
              </a:ln>
              <a:effectLst/>
            </p:spPr>
            <p:txBody>
              <a:bodyPr rtlCol="0" anchor="ctr"/>
              <a:lstStyle/>
              <a:p>
                <a:pPr algn="ctr"/>
              </a:p>
            </p:txBody>
          </p:sp>
          <p:sp>
            <p:nvSpPr>
              <p:cNvPr id="2370" name="Noise cell"/>
              <p:cNvSpPr/>
              <p:nvPr/>
            </p:nvSpPr>
            <p:spPr>
              <a:xfrm>
                <a:off x="9966645" y="7900416"/>
                <a:ext cx="18770" cy="18928"/>
              </a:xfrm>
              <a:prstGeom prst="rect">
                <a:avLst/>
              </a:prstGeom>
              <a:solidFill>
                <a:srgbClr val="8F8F8F"/>
              </a:solidFill>
              <a:ln>
                <a:noFill/>
              </a:ln>
              <a:effectLst/>
            </p:spPr>
            <p:txBody>
              <a:bodyPr rtlCol="0" anchor="ctr"/>
              <a:lstStyle/>
              <a:p>
                <a:pPr algn="ctr"/>
              </a:p>
            </p:txBody>
          </p:sp>
          <p:sp>
            <p:nvSpPr>
              <p:cNvPr id="2371" name="Noise cell"/>
              <p:cNvSpPr/>
              <p:nvPr/>
            </p:nvSpPr>
            <p:spPr>
              <a:xfrm>
                <a:off x="9984775" y="7900416"/>
                <a:ext cx="18770" cy="18928"/>
              </a:xfrm>
              <a:prstGeom prst="rect">
                <a:avLst/>
              </a:prstGeom>
              <a:solidFill>
                <a:srgbClr val="8F8F8F"/>
              </a:solidFill>
              <a:ln>
                <a:noFill/>
              </a:ln>
              <a:effectLst/>
            </p:spPr>
            <p:txBody>
              <a:bodyPr rtlCol="0" anchor="ctr"/>
              <a:lstStyle/>
              <a:p>
                <a:pPr algn="ctr"/>
              </a:p>
            </p:txBody>
          </p:sp>
          <p:sp>
            <p:nvSpPr>
              <p:cNvPr id="2372" name="Noise cell"/>
              <p:cNvSpPr/>
              <p:nvPr/>
            </p:nvSpPr>
            <p:spPr>
              <a:xfrm>
                <a:off x="10002905" y="7900416"/>
                <a:ext cx="18770" cy="18928"/>
              </a:xfrm>
              <a:prstGeom prst="rect">
                <a:avLst/>
              </a:prstGeom>
              <a:solidFill>
                <a:srgbClr val="828282"/>
              </a:solidFill>
              <a:ln>
                <a:noFill/>
              </a:ln>
              <a:effectLst/>
            </p:spPr>
            <p:txBody>
              <a:bodyPr rtlCol="0" anchor="ctr"/>
              <a:lstStyle/>
              <a:p>
                <a:pPr algn="ctr"/>
              </a:p>
            </p:txBody>
          </p:sp>
          <p:sp>
            <p:nvSpPr>
              <p:cNvPr id="2373" name="Noise cell"/>
              <p:cNvSpPr/>
              <p:nvPr/>
            </p:nvSpPr>
            <p:spPr>
              <a:xfrm>
                <a:off x="10021036" y="7900416"/>
                <a:ext cx="18770" cy="18928"/>
              </a:xfrm>
              <a:prstGeom prst="rect">
                <a:avLst/>
              </a:prstGeom>
              <a:solidFill>
                <a:srgbClr val="7B7B7B"/>
              </a:solidFill>
              <a:ln>
                <a:noFill/>
              </a:ln>
              <a:effectLst/>
            </p:spPr>
            <p:txBody>
              <a:bodyPr rtlCol="0" anchor="ctr"/>
              <a:lstStyle/>
              <a:p>
                <a:pPr algn="ctr"/>
              </a:p>
            </p:txBody>
          </p:sp>
          <p:sp>
            <p:nvSpPr>
              <p:cNvPr id="2374" name="Noise cell"/>
              <p:cNvSpPr/>
              <p:nvPr/>
            </p:nvSpPr>
            <p:spPr>
              <a:xfrm>
                <a:off x="10039166" y="7900416"/>
                <a:ext cx="18770" cy="18928"/>
              </a:xfrm>
              <a:prstGeom prst="rect">
                <a:avLst/>
              </a:prstGeom>
              <a:solidFill>
                <a:srgbClr val="808080"/>
              </a:solidFill>
              <a:ln>
                <a:noFill/>
              </a:ln>
              <a:effectLst/>
            </p:spPr>
            <p:txBody>
              <a:bodyPr rtlCol="0" anchor="ctr"/>
              <a:lstStyle/>
              <a:p>
                <a:pPr algn="ctr"/>
              </a:p>
            </p:txBody>
          </p:sp>
          <p:sp>
            <p:nvSpPr>
              <p:cNvPr id="2375" name="Noise cell"/>
              <p:cNvSpPr/>
              <p:nvPr/>
            </p:nvSpPr>
            <p:spPr>
              <a:xfrm>
                <a:off x="10057296" y="7900416"/>
                <a:ext cx="18770" cy="18928"/>
              </a:xfrm>
              <a:prstGeom prst="rect">
                <a:avLst/>
              </a:prstGeom>
              <a:solidFill>
                <a:srgbClr val="676767"/>
              </a:solidFill>
              <a:ln>
                <a:noFill/>
              </a:ln>
              <a:effectLst/>
            </p:spPr>
            <p:txBody>
              <a:bodyPr rtlCol="0" anchor="ctr"/>
              <a:lstStyle/>
              <a:p>
                <a:pPr algn="ctr"/>
              </a:p>
            </p:txBody>
          </p:sp>
          <p:sp>
            <p:nvSpPr>
              <p:cNvPr id="2376" name="Noise cell"/>
              <p:cNvSpPr/>
              <p:nvPr/>
            </p:nvSpPr>
            <p:spPr>
              <a:xfrm>
                <a:off x="10075427" y="7900416"/>
                <a:ext cx="18770" cy="18928"/>
              </a:xfrm>
              <a:prstGeom prst="rect">
                <a:avLst/>
              </a:prstGeom>
              <a:solidFill>
                <a:srgbClr val="707070"/>
              </a:solidFill>
              <a:ln>
                <a:noFill/>
              </a:ln>
              <a:effectLst/>
            </p:spPr>
            <p:txBody>
              <a:bodyPr rtlCol="0" anchor="ctr"/>
              <a:lstStyle/>
              <a:p>
                <a:pPr algn="ctr"/>
              </a:p>
            </p:txBody>
          </p:sp>
          <p:sp>
            <p:nvSpPr>
              <p:cNvPr id="2377" name="Noise cell"/>
              <p:cNvSpPr/>
              <p:nvPr/>
            </p:nvSpPr>
            <p:spPr>
              <a:xfrm>
                <a:off x="10093557" y="7900416"/>
                <a:ext cx="18770" cy="18928"/>
              </a:xfrm>
              <a:prstGeom prst="rect">
                <a:avLst/>
              </a:prstGeom>
              <a:solidFill>
                <a:srgbClr val="787878"/>
              </a:solidFill>
              <a:ln>
                <a:noFill/>
              </a:ln>
              <a:effectLst/>
            </p:spPr>
            <p:txBody>
              <a:bodyPr rtlCol="0" anchor="ctr"/>
              <a:lstStyle/>
              <a:p>
                <a:pPr algn="ctr"/>
              </a:p>
            </p:txBody>
          </p:sp>
          <p:sp>
            <p:nvSpPr>
              <p:cNvPr id="2378" name="Noise cell"/>
              <p:cNvSpPr/>
              <p:nvPr/>
            </p:nvSpPr>
            <p:spPr>
              <a:xfrm>
                <a:off x="10111687" y="7900416"/>
                <a:ext cx="18770" cy="18928"/>
              </a:xfrm>
              <a:prstGeom prst="rect">
                <a:avLst/>
              </a:prstGeom>
              <a:solidFill>
                <a:srgbClr val="8C8C8C"/>
              </a:solidFill>
              <a:ln>
                <a:noFill/>
              </a:ln>
              <a:effectLst/>
            </p:spPr>
            <p:txBody>
              <a:bodyPr rtlCol="0" anchor="ctr"/>
              <a:lstStyle/>
              <a:p>
                <a:pPr algn="ctr"/>
              </a:p>
            </p:txBody>
          </p:sp>
          <p:sp>
            <p:nvSpPr>
              <p:cNvPr id="2379" name="Noise cell"/>
              <p:cNvSpPr/>
              <p:nvPr/>
            </p:nvSpPr>
            <p:spPr>
              <a:xfrm>
                <a:off x="10129818" y="7900416"/>
                <a:ext cx="18770" cy="18928"/>
              </a:xfrm>
              <a:prstGeom prst="rect">
                <a:avLst/>
              </a:prstGeom>
              <a:solidFill>
                <a:srgbClr val="787878"/>
              </a:solidFill>
              <a:ln>
                <a:noFill/>
              </a:ln>
              <a:effectLst/>
            </p:spPr>
            <p:txBody>
              <a:bodyPr rtlCol="0" anchor="ctr"/>
              <a:lstStyle/>
              <a:p>
                <a:pPr algn="ctr"/>
              </a:p>
            </p:txBody>
          </p:sp>
          <p:sp>
            <p:nvSpPr>
              <p:cNvPr id="2380" name="Noise cell"/>
              <p:cNvSpPr/>
              <p:nvPr/>
            </p:nvSpPr>
            <p:spPr>
              <a:xfrm>
                <a:off x="10147948" y="7900416"/>
                <a:ext cx="18770" cy="18928"/>
              </a:xfrm>
              <a:prstGeom prst="rect">
                <a:avLst/>
              </a:prstGeom>
              <a:solidFill>
                <a:srgbClr val="878787"/>
              </a:solidFill>
              <a:ln>
                <a:noFill/>
              </a:ln>
              <a:effectLst/>
            </p:spPr>
            <p:txBody>
              <a:bodyPr rtlCol="0" anchor="ctr"/>
              <a:lstStyle/>
              <a:p>
                <a:pPr algn="ctr"/>
              </a:p>
            </p:txBody>
          </p:sp>
          <p:sp>
            <p:nvSpPr>
              <p:cNvPr id="2381" name="Noise cell"/>
              <p:cNvSpPr/>
              <p:nvPr/>
            </p:nvSpPr>
            <p:spPr>
              <a:xfrm>
                <a:off x="10166078" y="7900416"/>
                <a:ext cx="18770" cy="18928"/>
              </a:xfrm>
              <a:prstGeom prst="rect">
                <a:avLst/>
              </a:prstGeom>
              <a:solidFill>
                <a:srgbClr val="858585"/>
              </a:solidFill>
              <a:ln>
                <a:noFill/>
              </a:ln>
              <a:effectLst/>
            </p:spPr>
            <p:txBody>
              <a:bodyPr rtlCol="0" anchor="ctr"/>
              <a:lstStyle/>
              <a:p>
                <a:pPr algn="ctr"/>
              </a:p>
            </p:txBody>
          </p:sp>
          <p:sp>
            <p:nvSpPr>
              <p:cNvPr id="2382" name="Noise cell"/>
              <p:cNvSpPr/>
              <p:nvPr/>
            </p:nvSpPr>
            <p:spPr>
              <a:xfrm>
                <a:off x="10184209" y="7900416"/>
                <a:ext cx="18770" cy="18928"/>
              </a:xfrm>
              <a:prstGeom prst="rect">
                <a:avLst/>
              </a:prstGeom>
              <a:solidFill>
                <a:srgbClr val="858585"/>
              </a:solidFill>
              <a:ln>
                <a:noFill/>
              </a:ln>
              <a:effectLst/>
            </p:spPr>
            <p:txBody>
              <a:bodyPr rtlCol="0" anchor="ctr"/>
              <a:lstStyle/>
              <a:p>
                <a:pPr algn="ctr"/>
              </a:p>
            </p:txBody>
          </p:sp>
          <p:sp>
            <p:nvSpPr>
              <p:cNvPr id="2383" name="Noise cell"/>
              <p:cNvSpPr/>
              <p:nvPr/>
            </p:nvSpPr>
            <p:spPr>
              <a:xfrm>
                <a:off x="10202339" y="7900416"/>
                <a:ext cx="18770" cy="18928"/>
              </a:xfrm>
              <a:prstGeom prst="rect">
                <a:avLst/>
              </a:prstGeom>
              <a:solidFill>
                <a:srgbClr val="949494"/>
              </a:solidFill>
              <a:ln>
                <a:noFill/>
              </a:ln>
              <a:effectLst/>
            </p:spPr>
            <p:txBody>
              <a:bodyPr rtlCol="0" anchor="ctr"/>
              <a:lstStyle/>
              <a:p>
                <a:pPr algn="ctr"/>
              </a:p>
            </p:txBody>
          </p:sp>
          <p:sp>
            <p:nvSpPr>
              <p:cNvPr id="2384" name="Noise cell"/>
              <p:cNvSpPr/>
              <p:nvPr/>
            </p:nvSpPr>
            <p:spPr>
              <a:xfrm>
                <a:off x="10220470" y="7900416"/>
                <a:ext cx="18770" cy="18928"/>
              </a:xfrm>
              <a:prstGeom prst="rect">
                <a:avLst/>
              </a:prstGeom>
              <a:solidFill>
                <a:srgbClr val="818181"/>
              </a:solidFill>
              <a:ln>
                <a:noFill/>
              </a:ln>
              <a:effectLst/>
            </p:spPr>
            <p:txBody>
              <a:bodyPr rtlCol="0" anchor="ctr"/>
              <a:lstStyle/>
              <a:p>
                <a:pPr algn="ctr"/>
              </a:p>
            </p:txBody>
          </p:sp>
          <p:sp>
            <p:nvSpPr>
              <p:cNvPr id="2385" name="Noise cell"/>
              <p:cNvSpPr/>
              <p:nvPr/>
            </p:nvSpPr>
            <p:spPr>
              <a:xfrm>
                <a:off x="10238600" y="7900416"/>
                <a:ext cx="18770" cy="18928"/>
              </a:xfrm>
              <a:prstGeom prst="rect">
                <a:avLst/>
              </a:prstGeom>
              <a:solidFill>
                <a:srgbClr val="727272"/>
              </a:solidFill>
              <a:ln>
                <a:noFill/>
              </a:ln>
              <a:effectLst/>
            </p:spPr>
            <p:txBody>
              <a:bodyPr rtlCol="0" anchor="ctr"/>
              <a:lstStyle/>
              <a:p>
                <a:pPr algn="ctr"/>
              </a:p>
            </p:txBody>
          </p:sp>
          <p:sp>
            <p:nvSpPr>
              <p:cNvPr id="2386" name="Noise cell"/>
              <p:cNvSpPr/>
              <p:nvPr/>
            </p:nvSpPr>
            <p:spPr>
              <a:xfrm>
                <a:off x="10256730" y="7900416"/>
                <a:ext cx="18770" cy="18928"/>
              </a:xfrm>
              <a:prstGeom prst="rect">
                <a:avLst/>
              </a:prstGeom>
              <a:solidFill>
                <a:srgbClr val="9F9F9F"/>
              </a:solidFill>
              <a:ln>
                <a:noFill/>
              </a:ln>
              <a:effectLst/>
            </p:spPr>
            <p:txBody>
              <a:bodyPr rtlCol="0" anchor="ctr"/>
              <a:lstStyle/>
              <a:p>
                <a:pPr algn="ctr"/>
              </a:p>
            </p:txBody>
          </p:sp>
          <p:sp>
            <p:nvSpPr>
              <p:cNvPr id="2387" name="Noise cell"/>
              <p:cNvSpPr/>
              <p:nvPr/>
            </p:nvSpPr>
            <p:spPr>
              <a:xfrm>
                <a:off x="10274861" y="7900416"/>
                <a:ext cx="18770" cy="18928"/>
              </a:xfrm>
              <a:prstGeom prst="rect">
                <a:avLst/>
              </a:prstGeom>
              <a:solidFill>
                <a:srgbClr val="A5A5A5"/>
              </a:solidFill>
              <a:ln>
                <a:noFill/>
              </a:ln>
              <a:effectLst/>
            </p:spPr>
            <p:txBody>
              <a:bodyPr rtlCol="0" anchor="ctr"/>
              <a:lstStyle/>
              <a:p>
                <a:pPr algn="ctr"/>
              </a:p>
            </p:txBody>
          </p:sp>
          <p:sp>
            <p:nvSpPr>
              <p:cNvPr id="2388" name="Noise cell"/>
              <p:cNvSpPr/>
              <p:nvPr/>
            </p:nvSpPr>
            <p:spPr>
              <a:xfrm>
                <a:off x="10292991" y="7900416"/>
                <a:ext cx="18770" cy="18928"/>
              </a:xfrm>
              <a:prstGeom prst="rect">
                <a:avLst/>
              </a:prstGeom>
              <a:solidFill>
                <a:srgbClr val="818181"/>
              </a:solidFill>
              <a:ln>
                <a:noFill/>
              </a:ln>
              <a:effectLst/>
            </p:spPr>
            <p:txBody>
              <a:bodyPr rtlCol="0" anchor="ctr"/>
              <a:lstStyle/>
              <a:p>
                <a:pPr algn="ctr"/>
              </a:p>
            </p:txBody>
          </p:sp>
          <p:sp>
            <p:nvSpPr>
              <p:cNvPr id="2389" name="Noise cell"/>
              <p:cNvSpPr/>
              <p:nvPr/>
            </p:nvSpPr>
            <p:spPr>
              <a:xfrm>
                <a:off x="10311121" y="7900416"/>
                <a:ext cx="18770" cy="18928"/>
              </a:xfrm>
              <a:prstGeom prst="rect">
                <a:avLst/>
              </a:prstGeom>
              <a:solidFill>
                <a:srgbClr val="888888"/>
              </a:solidFill>
              <a:ln>
                <a:noFill/>
              </a:ln>
              <a:effectLst/>
            </p:spPr>
            <p:txBody>
              <a:bodyPr rtlCol="0" anchor="ctr"/>
              <a:lstStyle/>
              <a:p>
                <a:pPr algn="ctr"/>
              </a:p>
            </p:txBody>
          </p:sp>
          <p:sp>
            <p:nvSpPr>
              <p:cNvPr id="2390" name="Noise cell"/>
              <p:cNvSpPr/>
              <p:nvPr/>
            </p:nvSpPr>
            <p:spPr>
              <a:xfrm>
                <a:off x="10329252" y="7900416"/>
                <a:ext cx="18770" cy="18928"/>
              </a:xfrm>
              <a:prstGeom prst="rect">
                <a:avLst/>
              </a:prstGeom>
              <a:solidFill>
                <a:srgbClr val="919191"/>
              </a:solidFill>
              <a:ln>
                <a:noFill/>
              </a:ln>
              <a:effectLst/>
            </p:spPr>
            <p:txBody>
              <a:bodyPr rtlCol="0" anchor="ctr"/>
              <a:lstStyle/>
              <a:p>
                <a:pPr algn="ctr"/>
              </a:p>
            </p:txBody>
          </p:sp>
          <p:sp>
            <p:nvSpPr>
              <p:cNvPr id="2391" name="Noise cell"/>
              <p:cNvSpPr/>
              <p:nvPr/>
            </p:nvSpPr>
            <p:spPr>
              <a:xfrm>
                <a:off x="10347382" y="7900416"/>
                <a:ext cx="18770" cy="18928"/>
              </a:xfrm>
              <a:prstGeom prst="rect">
                <a:avLst/>
              </a:prstGeom>
              <a:solidFill>
                <a:srgbClr val="9F9F9F"/>
              </a:solidFill>
              <a:ln>
                <a:noFill/>
              </a:ln>
              <a:effectLst/>
            </p:spPr>
            <p:txBody>
              <a:bodyPr rtlCol="0" anchor="ctr"/>
              <a:lstStyle/>
              <a:p>
                <a:pPr algn="ctr"/>
              </a:p>
            </p:txBody>
          </p:sp>
          <p:sp>
            <p:nvSpPr>
              <p:cNvPr id="2392" name="Noise cell"/>
              <p:cNvSpPr/>
              <p:nvPr/>
            </p:nvSpPr>
            <p:spPr>
              <a:xfrm>
                <a:off x="10365512" y="7900416"/>
                <a:ext cx="18770" cy="18928"/>
              </a:xfrm>
              <a:prstGeom prst="rect">
                <a:avLst/>
              </a:prstGeom>
              <a:solidFill>
                <a:srgbClr val="737373"/>
              </a:solidFill>
              <a:ln>
                <a:noFill/>
              </a:ln>
              <a:effectLst/>
            </p:spPr>
            <p:txBody>
              <a:bodyPr rtlCol="0" anchor="ctr"/>
              <a:lstStyle/>
              <a:p>
                <a:pPr algn="ctr"/>
              </a:p>
            </p:txBody>
          </p:sp>
          <p:sp>
            <p:nvSpPr>
              <p:cNvPr id="2393" name="Noise cell"/>
              <p:cNvSpPr/>
              <p:nvPr/>
            </p:nvSpPr>
            <p:spPr>
              <a:xfrm>
                <a:off x="10383643" y="7900416"/>
                <a:ext cx="18770" cy="18928"/>
              </a:xfrm>
              <a:prstGeom prst="rect">
                <a:avLst/>
              </a:prstGeom>
              <a:solidFill>
                <a:srgbClr val="898989"/>
              </a:solidFill>
              <a:ln>
                <a:noFill/>
              </a:ln>
              <a:effectLst/>
            </p:spPr>
            <p:txBody>
              <a:bodyPr rtlCol="0" anchor="ctr"/>
              <a:lstStyle/>
              <a:p>
                <a:pPr algn="ctr"/>
              </a:p>
            </p:txBody>
          </p:sp>
          <p:sp>
            <p:nvSpPr>
              <p:cNvPr id="2394" name="Noise cell"/>
              <p:cNvSpPr/>
              <p:nvPr/>
            </p:nvSpPr>
            <p:spPr>
              <a:xfrm>
                <a:off x="10401773" y="7900416"/>
                <a:ext cx="18770" cy="18928"/>
              </a:xfrm>
              <a:prstGeom prst="rect">
                <a:avLst/>
              </a:prstGeom>
              <a:solidFill>
                <a:srgbClr val="6B6B6B"/>
              </a:solidFill>
              <a:ln>
                <a:noFill/>
              </a:ln>
              <a:effectLst/>
            </p:spPr>
            <p:txBody>
              <a:bodyPr rtlCol="0" anchor="ctr"/>
              <a:lstStyle/>
              <a:p>
                <a:pPr algn="ctr"/>
              </a:p>
            </p:txBody>
          </p:sp>
          <p:sp>
            <p:nvSpPr>
              <p:cNvPr id="2395" name="Noise cell"/>
              <p:cNvSpPr/>
              <p:nvPr/>
            </p:nvSpPr>
            <p:spPr>
              <a:xfrm>
                <a:off x="10419903" y="7900416"/>
                <a:ext cx="18770" cy="18928"/>
              </a:xfrm>
              <a:prstGeom prst="rect">
                <a:avLst/>
              </a:prstGeom>
              <a:solidFill>
                <a:srgbClr val="727272"/>
              </a:solidFill>
              <a:ln>
                <a:noFill/>
              </a:ln>
              <a:effectLst/>
            </p:spPr>
            <p:txBody>
              <a:bodyPr rtlCol="0" anchor="ctr"/>
              <a:lstStyle/>
              <a:p>
                <a:pPr algn="ctr"/>
              </a:p>
            </p:txBody>
          </p:sp>
          <p:sp>
            <p:nvSpPr>
              <p:cNvPr id="2396" name="Noise cell"/>
              <p:cNvSpPr/>
              <p:nvPr/>
            </p:nvSpPr>
            <p:spPr>
              <a:xfrm>
                <a:off x="10438034" y="7900416"/>
                <a:ext cx="18770" cy="18928"/>
              </a:xfrm>
              <a:prstGeom prst="rect">
                <a:avLst/>
              </a:prstGeom>
              <a:solidFill>
                <a:srgbClr val="828282"/>
              </a:solidFill>
              <a:ln>
                <a:noFill/>
              </a:ln>
              <a:effectLst/>
            </p:spPr>
            <p:txBody>
              <a:bodyPr rtlCol="0" anchor="ctr"/>
              <a:lstStyle/>
              <a:p>
                <a:pPr algn="ctr"/>
              </a:p>
            </p:txBody>
          </p:sp>
          <p:sp>
            <p:nvSpPr>
              <p:cNvPr id="2397" name="Noise cell"/>
              <p:cNvSpPr/>
              <p:nvPr/>
            </p:nvSpPr>
            <p:spPr>
              <a:xfrm>
                <a:off x="10456164" y="7900416"/>
                <a:ext cx="18770" cy="18928"/>
              </a:xfrm>
              <a:prstGeom prst="rect">
                <a:avLst/>
              </a:prstGeom>
              <a:solidFill>
                <a:srgbClr val="727272"/>
              </a:solidFill>
              <a:ln>
                <a:noFill/>
              </a:ln>
              <a:effectLst/>
            </p:spPr>
            <p:txBody>
              <a:bodyPr rtlCol="0" anchor="ctr"/>
              <a:lstStyle/>
              <a:p>
                <a:pPr algn="ctr"/>
              </a:p>
            </p:txBody>
          </p:sp>
          <p:sp>
            <p:nvSpPr>
              <p:cNvPr id="2398" name="Noise cell"/>
              <p:cNvSpPr/>
              <p:nvPr/>
            </p:nvSpPr>
            <p:spPr>
              <a:xfrm>
                <a:off x="10474294" y="7900416"/>
                <a:ext cx="18770" cy="18928"/>
              </a:xfrm>
              <a:prstGeom prst="rect">
                <a:avLst/>
              </a:prstGeom>
              <a:solidFill>
                <a:srgbClr val="8E8E8E"/>
              </a:solidFill>
              <a:ln>
                <a:noFill/>
              </a:ln>
              <a:effectLst/>
            </p:spPr>
            <p:txBody>
              <a:bodyPr rtlCol="0" anchor="ctr"/>
              <a:lstStyle/>
              <a:p>
                <a:pPr algn="ctr"/>
              </a:p>
            </p:txBody>
          </p:sp>
          <p:sp>
            <p:nvSpPr>
              <p:cNvPr id="2399" name="Noise cell"/>
              <p:cNvSpPr/>
              <p:nvPr/>
            </p:nvSpPr>
            <p:spPr>
              <a:xfrm>
                <a:off x="10492425" y="7900416"/>
                <a:ext cx="18770" cy="18928"/>
              </a:xfrm>
              <a:prstGeom prst="rect">
                <a:avLst/>
              </a:prstGeom>
              <a:solidFill>
                <a:srgbClr val="8A8A8A"/>
              </a:solidFill>
              <a:ln>
                <a:noFill/>
              </a:ln>
              <a:effectLst/>
            </p:spPr>
            <p:txBody>
              <a:bodyPr rtlCol="0" anchor="ctr"/>
              <a:lstStyle/>
              <a:p>
                <a:pPr algn="ctr"/>
              </a:p>
            </p:txBody>
          </p:sp>
          <p:sp>
            <p:nvSpPr>
              <p:cNvPr id="2400" name="Noise cell"/>
              <p:cNvSpPr/>
              <p:nvPr/>
            </p:nvSpPr>
            <p:spPr>
              <a:xfrm>
                <a:off x="10510555" y="7900416"/>
                <a:ext cx="18770" cy="18928"/>
              </a:xfrm>
              <a:prstGeom prst="rect">
                <a:avLst/>
              </a:prstGeom>
              <a:solidFill>
                <a:srgbClr val="7D7D7D"/>
              </a:solidFill>
              <a:ln>
                <a:noFill/>
              </a:ln>
              <a:effectLst/>
            </p:spPr>
            <p:txBody>
              <a:bodyPr rtlCol="0" anchor="ctr"/>
              <a:lstStyle/>
              <a:p>
                <a:pPr algn="ctr"/>
              </a:p>
            </p:txBody>
          </p:sp>
          <p:sp>
            <p:nvSpPr>
              <p:cNvPr id="2401" name="Noise cell"/>
              <p:cNvSpPr/>
              <p:nvPr/>
            </p:nvSpPr>
            <p:spPr>
              <a:xfrm>
                <a:off x="10528685" y="7900416"/>
                <a:ext cx="18770" cy="18928"/>
              </a:xfrm>
              <a:prstGeom prst="rect">
                <a:avLst/>
              </a:prstGeom>
              <a:solidFill>
                <a:srgbClr val="767676"/>
              </a:solidFill>
              <a:ln>
                <a:noFill/>
              </a:ln>
              <a:effectLst/>
            </p:spPr>
            <p:txBody>
              <a:bodyPr rtlCol="0" anchor="ctr"/>
              <a:lstStyle/>
              <a:p>
                <a:pPr algn="ctr"/>
              </a:p>
            </p:txBody>
          </p:sp>
          <p:sp>
            <p:nvSpPr>
              <p:cNvPr id="2402" name="Noise cell"/>
              <p:cNvSpPr/>
              <p:nvPr/>
            </p:nvSpPr>
            <p:spPr>
              <a:xfrm>
                <a:off x="10546816" y="7900416"/>
                <a:ext cx="18770" cy="18928"/>
              </a:xfrm>
              <a:prstGeom prst="rect">
                <a:avLst/>
              </a:prstGeom>
              <a:solidFill>
                <a:srgbClr val="828282"/>
              </a:solidFill>
              <a:ln>
                <a:noFill/>
              </a:ln>
              <a:effectLst/>
            </p:spPr>
            <p:txBody>
              <a:bodyPr rtlCol="0" anchor="ctr"/>
              <a:lstStyle/>
              <a:p>
                <a:pPr algn="ctr"/>
              </a:p>
            </p:txBody>
          </p:sp>
          <p:sp>
            <p:nvSpPr>
              <p:cNvPr id="2403" name="Noise cell"/>
              <p:cNvSpPr/>
              <p:nvPr/>
            </p:nvSpPr>
            <p:spPr>
              <a:xfrm>
                <a:off x="10564946" y="7900416"/>
                <a:ext cx="18770" cy="18928"/>
              </a:xfrm>
              <a:prstGeom prst="rect">
                <a:avLst/>
              </a:prstGeom>
              <a:solidFill>
                <a:srgbClr val="656565"/>
              </a:solidFill>
              <a:ln>
                <a:noFill/>
              </a:ln>
              <a:effectLst/>
            </p:spPr>
            <p:txBody>
              <a:bodyPr rtlCol="0" anchor="ctr"/>
              <a:lstStyle/>
              <a:p>
                <a:pPr algn="ctr"/>
              </a:p>
            </p:txBody>
          </p:sp>
          <p:sp>
            <p:nvSpPr>
              <p:cNvPr id="2404" name="Noise cell"/>
              <p:cNvSpPr/>
              <p:nvPr/>
            </p:nvSpPr>
            <p:spPr>
              <a:xfrm>
                <a:off x="10583076" y="7900416"/>
                <a:ext cx="18770" cy="18928"/>
              </a:xfrm>
              <a:prstGeom prst="rect">
                <a:avLst/>
              </a:prstGeom>
              <a:solidFill>
                <a:srgbClr val="A5A5A5"/>
              </a:solidFill>
              <a:ln>
                <a:noFill/>
              </a:ln>
              <a:effectLst/>
            </p:spPr>
            <p:txBody>
              <a:bodyPr rtlCol="0" anchor="ctr"/>
              <a:lstStyle/>
              <a:p>
                <a:pPr algn="ctr"/>
              </a:p>
            </p:txBody>
          </p:sp>
          <p:sp>
            <p:nvSpPr>
              <p:cNvPr id="2405" name="Noise cell"/>
              <p:cNvSpPr/>
              <p:nvPr/>
            </p:nvSpPr>
            <p:spPr>
              <a:xfrm>
                <a:off x="10601207" y="7900416"/>
                <a:ext cx="18770" cy="18928"/>
              </a:xfrm>
              <a:prstGeom prst="rect">
                <a:avLst/>
              </a:prstGeom>
              <a:solidFill>
                <a:srgbClr val="8B8B8B"/>
              </a:solidFill>
              <a:ln>
                <a:noFill/>
              </a:ln>
              <a:effectLst/>
            </p:spPr>
            <p:txBody>
              <a:bodyPr rtlCol="0" anchor="ctr"/>
              <a:lstStyle/>
              <a:p>
                <a:pPr algn="ctr"/>
              </a:p>
            </p:txBody>
          </p:sp>
          <p:sp>
            <p:nvSpPr>
              <p:cNvPr id="2406" name="Noise cell"/>
              <p:cNvSpPr/>
              <p:nvPr/>
            </p:nvSpPr>
            <p:spPr>
              <a:xfrm>
                <a:off x="10619337" y="7900416"/>
                <a:ext cx="18770" cy="18928"/>
              </a:xfrm>
              <a:prstGeom prst="rect">
                <a:avLst/>
              </a:prstGeom>
              <a:solidFill>
                <a:srgbClr val="979797"/>
              </a:solidFill>
              <a:ln>
                <a:noFill/>
              </a:ln>
              <a:effectLst/>
            </p:spPr>
            <p:txBody>
              <a:bodyPr rtlCol="0" anchor="ctr"/>
              <a:lstStyle/>
              <a:p>
                <a:pPr algn="ctr"/>
              </a:p>
            </p:txBody>
          </p:sp>
          <p:sp>
            <p:nvSpPr>
              <p:cNvPr id="2407" name="Noise cell"/>
              <p:cNvSpPr/>
              <p:nvPr/>
            </p:nvSpPr>
            <p:spPr>
              <a:xfrm>
                <a:off x="10637467" y="7900416"/>
                <a:ext cx="18770" cy="18928"/>
              </a:xfrm>
              <a:prstGeom prst="rect">
                <a:avLst/>
              </a:prstGeom>
              <a:solidFill>
                <a:srgbClr val="828282"/>
              </a:solidFill>
              <a:ln>
                <a:noFill/>
              </a:ln>
              <a:effectLst/>
            </p:spPr>
            <p:txBody>
              <a:bodyPr rtlCol="0" anchor="ctr"/>
              <a:lstStyle/>
              <a:p>
                <a:pPr algn="ctr"/>
              </a:p>
            </p:txBody>
          </p:sp>
          <p:sp>
            <p:nvSpPr>
              <p:cNvPr id="2408" name="Noise cell"/>
              <p:cNvSpPr/>
              <p:nvPr/>
            </p:nvSpPr>
            <p:spPr>
              <a:xfrm>
                <a:off x="10655598" y="7900416"/>
                <a:ext cx="18770" cy="18928"/>
              </a:xfrm>
              <a:prstGeom prst="rect">
                <a:avLst/>
              </a:prstGeom>
              <a:solidFill>
                <a:srgbClr val="797979"/>
              </a:solidFill>
              <a:ln>
                <a:noFill/>
              </a:ln>
              <a:effectLst/>
            </p:spPr>
            <p:txBody>
              <a:bodyPr rtlCol="0" anchor="ctr"/>
              <a:lstStyle/>
              <a:p>
                <a:pPr algn="ctr"/>
              </a:p>
            </p:txBody>
          </p:sp>
          <p:sp>
            <p:nvSpPr>
              <p:cNvPr id="2409" name="Noise cell"/>
              <p:cNvSpPr/>
              <p:nvPr/>
            </p:nvSpPr>
            <p:spPr>
              <a:xfrm>
                <a:off x="10673728" y="7900416"/>
                <a:ext cx="18770" cy="18928"/>
              </a:xfrm>
              <a:prstGeom prst="rect">
                <a:avLst/>
              </a:prstGeom>
              <a:solidFill>
                <a:srgbClr val="7B7B7B"/>
              </a:solidFill>
              <a:ln>
                <a:noFill/>
              </a:ln>
              <a:effectLst/>
            </p:spPr>
            <p:txBody>
              <a:bodyPr rtlCol="0" anchor="ctr"/>
              <a:lstStyle/>
              <a:p>
                <a:pPr algn="ctr"/>
              </a:p>
            </p:txBody>
          </p:sp>
          <p:sp>
            <p:nvSpPr>
              <p:cNvPr id="2410" name="Noise cell"/>
              <p:cNvSpPr/>
              <p:nvPr/>
            </p:nvSpPr>
            <p:spPr>
              <a:xfrm>
                <a:off x="10691858" y="7900416"/>
                <a:ext cx="18770" cy="18928"/>
              </a:xfrm>
              <a:prstGeom prst="rect">
                <a:avLst/>
              </a:prstGeom>
              <a:solidFill>
                <a:srgbClr val="898989"/>
              </a:solidFill>
              <a:ln>
                <a:noFill/>
              </a:ln>
              <a:effectLst/>
            </p:spPr>
            <p:txBody>
              <a:bodyPr rtlCol="0" anchor="ctr"/>
              <a:lstStyle/>
              <a:p>
                <a:pPr algn="ctr"/>
              </a:p>
            </p:txBody>
          </p:sp>
          <p:sp>
            <p:nvSpPr>
              <p:cNvPr id="2411" name="Noise cell"/>
              <p:cNvSpPr/>
              <p:nvPr/>
            </p:nvSpPr>
            <p:spPr>
              <a:xfrm>
                <a:off x="10709989" y="7900416"/>
                <a:ext cx="18770" cy="18928"/>
              </a:xfrm>
              <a:prstGeom prst="rect">
                <a:avLst/>
              </a:prstGeom>
              <a:solidFill>
                <a:srgbClr val="929292"/>
              </a:solidFill>
              <a:ln>
                <a:noFill/>
              </a:ln>
              <a:effectLst/>
            </p:spPr>
            <p:txBody>
              <a:bodyPr rtlCol="0" anchor="ctr"/>
              <a:lstStyle/>
              <a:p>
                <a:pPr algn="ctr"/>
              </a:p>
            </p:txBody>
          </p:sp>
          <p:sp>
            <p:nvSpPr>
              <p:cNvPr id="2412" name="Noise cell"/>
              <p:cNvSpPr/>
              <p:nvPr/>
            </p:nvSpPr>
            <p:spPr>
              <a:xfrm>
                <a:off x="10728119" y="7900416"/>
                <a:ext cx="18770" cy="18928"/>
              </a:xfrm>
              <a:prstGeom prst="rect">
                <a:avLst/>
              </a:prstGeom>
              <a:solidFill>
                <a:srgbClr val="8F8F8F"/>
              </a:solidFill>
              <a:ln>
                <a:noFill/>
              </a:ln>
              <a:effectLst/>
            </p:spPr>
            <p:txBody>
              <a:bodyPr rtlCol="0" anchor="ctr"/>
              <a:lstStyle/>
              <a:p>
                <a:pPr algn="ctr"/>
              </a:p>
            </p:txBody>
          </p:sp>
          <p:sp>
            <p:nvSpPr>
              <p:cNvPr id="2413" name="Noise cell"/>
              <p:cNvSpPr/>
              <p:nvPr/>
            </p:nvSpPr>
            <p:spPr>
              <a:xfrm>
                <a:off x="10746250" y="7900416"/>
                <a:ext cx="18770" cy="18928"/>
              </a:xfrm>
              <a:prstGeom prst="rect">
                <a:avLst/>
              </a:prstGeom>
              <a:solidFill>
                <a:srgbClr val="717171"/>
              </a:solidFill>
              <a:ln>
                <a:noFill/>
              </a:ln>
              <a:effectLst/>
            </p:spPr>
            <p:txBody>
              <a:bodyPr rtlCol="0" anchor="ctr"/>
              <a:lstStyle/>
              <a:p>
                <a:pPr algn="ctr"/>
              </a:p>
            </p:txBody>
          </p:sp>
          <p:sp>
            <p:nvSpPr>
              <p:cNvPr id="2414" name="Noise cell"/>
              <p:cNvSpPr/>
              <p:nvPr/>
            </p:nvSpPr>
            <p:spPr>
              <a:xfrm>
                <a:off x="10764380" y="7900416"/>
                <a:ext cx="18770" cy="18928"/>
              </a:xfrm>
              <a:prstGeom prst="rect">
                <a:avLst/>
              </a:prstGeom>
              <a:solidFill>
                <a:srgbClr val="A8A8A8"/>
              </a:solidFill>
              <a:ln>
                <a:noFill/>
              </a:ln>
              <a:effectLst/>
            </p:spPr>
            <p:txBody>
              <a:bodyPr rtlCol="0" anchor="ctr"/>
              <a:lstStyle/>
              <a:p>
                <a:pPr algn="ctr"/>
              </a:p>
            </p:txBody>
          </p:sp>
          <p:sp>
            <p:nvSpPr>
              <p:cNvPr id="2415" name="Noise cell"/>
              <p:cNvSpPr/>
              <p:nvPr/>
            </p:nvSpPr>
            <p:spPr>
              <a:xfrm>
                <a:off x="10782510" y="7900416"/>
                <a:ext cx="18770" cy="18928"/>
              </a:xfrm>
              <a:prstGeom prst="rect">
                <a:avLst/>
              </a:prstGeom>
              <a:solidFill>
                <a:srgbClr val="797979"/>
              </a:solidFill>
              <a:ln>
                <a:noFill/>
              </a:ln>
              <a:effectLst/>
            </p:spPr>
            <p:txBody>
              <a:bodyPr rtlCol="0" anchor="ctr"/>
              <a:lstStyle/>
              <a:p>
                <a:pPr algn="ctr"/>
              </a:p>
            </p:txBody>
          </p:sp>
          <p:sp>
            <p:nvSpPr>
              <p:cNvPr id="2416" name="Noise cell"/>
              <p:cNvSpPr/>
              <p:nvPr/>
            </p:nvSpPr>
            <p:spPr>
              <a:xfrm>
                <a:off x="10800641" y="7900416"/>
                <a:ext cx="18770" cy="18928"/>
              </a:xfrm>
              <a:prstGeom prst="rect">
                <a:avLst/>
              </a:prstGeom>
              <a:solidFill>
                <a:srgbClr val="8D8D8D"/>
              </a:solidFill>
              <a:ln>
                <a:noFill/>
              </a:ln>
              <a:effectLst/>
            </p:spPr>
            <p:txBody>
              <a:bodyPr rtlCol="0" anchor="ctr"/>
              <a:lstStyle/>
              <a:p>
                <a:pPr algn="ctr"/>
              </a:p>
            </p:txBody>
          </p:sp>
          <p:sp>
            <p:nvSpPr>
              <p:cNvPr id="2417" name="Noise cell"/>
              <p:cNvSpPr/>
              <p:nvPr/>
            </p:nvSpPr>
            <p:spPr>
              <a:xfrm>
                <a:off x="10818771" y="7900416"/>
                <a:ext cx="18770" cy="18928"/>
              </a:xfrm>
              <a:prstGeom prst="rect">
                <a:avLst/>
              </a:prstGeom>
              <a:solidFill>
                <a:srgbClr val="767676"/>
              </a:solidFill>
              <a:ln>
                <a:noFill/>
              </a:ln>
              <a:effectLst/>
            </p:spPr>
            <p:txBody>
              <a:bodyPr rtlCol="0" anchor="ctr"/>
              <a:lstStyle/>
              <a:p>
                <a:pPr algn="ctr"/>
              </a:p>
            </p:txBody>
          </p:sp>
          <p:sp>
            <p:nvSpPr>
              <p:cNvPr id="2418" name="Noise cell"/>
              <p:cNvSpPr/>
              <p:nvPr/>
            </p:nvSpPr>
            <p:spPr>
              <a:xfrm>
                <a:off x="10836901" y="7900416"/>
                <a:ext cx="18770" cy="18928"/>
              </a:xfrm>
              <a:prstGeom prst="rect">
                <a:avLst/>
              </a:prstGeom>
              <a:solidFill>
                <a:srgbClr val="757575"/>
              </a:solidFill>
              <a:ln>
                <a:noFill/>
              </a:ln>
              <a:effectLst/>
            </p:spPr>
            <p:txBody>
              <a:bodyPr rtlCol="0" anchor="ctr"/>
              <a:lstStyle/>
              <a:p>
                <a:pPr algn="ctr"/>
              </a:p>
            </p:txBody>
          </p:sp>
          <p:sp>
            <p:nvSpPr>
              <p:cNvPr id="2419" name="Noise cell"/>
              <p:cNvSpPr/>
              <p:nvPr/>
            </p:nvSpPr>
            <p:spPr>
              <a:xfrm>
                <a:off x="10855032" y="7900416"/>
                <a:ext cx="18770" cy="18928"/>
              </a:xfrm>
              <a:prstGeom prst="rect">
                <a:avLst/>
              </a:prstGeom>
              <a:solidFill>
                <a:srgbClr val="8F8F8F"/>
              </a:solidFill>
              <a:ln>
                <a:noFill/>
              </a:ln>
              <a:effectLst/>
            </p:spPr>
            <p:txBody>
              <a:bodyPr rtlCol="0" anchor="ctr"/>
              <a:lstStyle/>
              <a:p>
                <a:pPr algn="ctr"/>
              </a:p>
            </p:txBody>
          </p:sp>
          <p:sp>
            <p:nvSpPr>
              <p:cNvPr id="2420" name="Noise cell"/>
              <p:cNvSpPr/>
              <p:nvPr/>
            </p:nvSpPr>
            <p:spPr>
              <a:xfrm>
                <a:off x="10873162" y="7900416"/>
                <a:ext cx="18770" cy="18928"/>
              </a:xfrm>
              <a:prstGeom prst="rect">
                <a:avLst/>
              </a:prstGeom>
              <a:solidFill>
                <a:srgbClr val="868686"/>
              </a:solidFill>
              <a:ln>
                <a:noFill/>
              </a:ln>
              <a:effectLst/>
            </p:spPr>
            <p:txBody>
              <a:bodyPr rtlCol="0" anchor="ctr"/>
              <a:lstStyle/>
              <a:p>
                <a:pPr algn="ctr"/>
              </a:p>
            </p:txBody>
          </p:sp>
          <p:sp>
            <p:nvSpPr>
              <p:cNvPr id="2421" name="Noise cell"/>
              <p:cNvSpPr/>
              <p:nvPr/>
            </p:nvSpPr>
            <p:spPr>
              <a:xfrm>
                <a:off x="10891292" y="7900416"/>
                <a:ext cx="18770" cy="18928"/>
              </a:xfrm>
              <a:prstGeom prst="rect">
                <a:avLst/>
              </a:prstGeom>
              <a:solidFill>
                <a:srgbClr val="7C7C7C"/>
              </a:solidFill>
              <a:ln>
                <a:noFill/>
              </a:ln>
              <a:effectLst/>
            </p:spPr>
            <p:txBody>
              <a:bodyPr rtlCol="0" anchor="ctr"/>
              <a:lstStyle/>
              <a:p>
                <a:pPr algn="ctr"/>
              </a:p>
            </p:txBody>
          </p:sp>
          <p:sp>
            <p:nvSpPr>
              <p:cNvPr id="2422" name="Noise cell"/>
              <p:cNvSpPr/>
              <p:nvPr/>
            </p:nvSpPr>
            <p:spPr>
              <a:xfrm>
                <a:off x="10909423" y="7900416"/>
                <a:ext cx="18770" cy="18928"/>
              </a:xfrm>
              <a:prstGeom prst="rect">
                <a:avLst/>
              </a:prstGeom>
              <a:solidFill>
                <a:srgbClr val="787878"/>
              </a:solidFill>
              <a:ln>
                <a:noFill/>
              </a:ln>
              <a:effectLst/>
            </p:spPr>
            <p:txBody>
              <a:bodyPr rtlCol="0" anchor="ctr"/>
              <a:lstStyle/>
              <a:p>
                <a:pPr algn="ctr"/>
              </a:p>
            </p:txBody>
          </p:sp>
          <p:sp>
            <p:nvSpPr>
              <p:cNvPr id="2423" name="Noise cell"/>
              <p:cNvSpPr/>
              <p:nvPr/>
            </p:nvSpPr>
            <p:spPr>
              <a:xfrm>
                <a:off x="10927553" y="7900416"/>
                <a:ext cx="18770" cy="18928"/>
              </a:xfrm>
              <a:prstGeom prst="rect">
                <a:avLst/>
              </a:prstGeom>
              <a:solidFill>
                <a:srgbClr val="858585"/>
              </a:solidFill>
              <a:ln>
                <a:noFill/>
              </a:ln>
              <a:effectLst/>
            </p:spPr>
            <p:txBody>
              <a:bodyPr rtlCol="0" anchor="ctr"/>
              <a:lstStyle/>
              <a:p>
                <a:pPr algn="ctr"/>
              </a:p>
            </p:txBody>
          </p:sp>
          <p:sp>
            <p:nvSpPr>
              <p:cNvPr id="2424" name="Noise cell"/>
              <p:cNvSpPr/>
              <p:nvPr/>
            </p:nvSpPr>
            <p:spPr>
              <a:xfrm>
                <a:off x="10945683" y="7900416"/>
                <a:ext cx="18770" cy="18928"/>
              </a:xfrm>
              <a:prstGeom prst="rect">
                <a:avLst/>
              </a:prstGeom>
              <a:solidFill>
                <a:srgbClr val="939393"/>
              </a:solidFill>
              <a:ln>
                <a:noFill/>
              </a:ln>
              <a:effectLst/>
            </p:spPr>
            <p:txBody>
              <a:bodyPr rtlCol="0" anchor="ctr"/>
              <a:lstStyle/>
              <a:p>
                <a:pPr algn="ctr"/>
              </a:p>
            </p:txBody>
          </p:sp>
          <p:sp>
            <p:nvSpPr>
              <p:cNvPr id="2425" name="Noise cell"/>
              <p:cNvSpPr/>
              <p:nvPr/>
            </p:nvSpPr>
            <p:spPr>
              <a:xfrm>
                <a:off x="10963814" y="7900416"/>
                <a:ext cx="18770" cy="18928"/>
              </a:xfrm>
              <a:prstGeom prst="rect">
                <a:avLst/>
              </a:prstGeom>
              <a:solidFill>
                <a:srgbClr val="727272"/>
              </a:solidFill>
              <a:ln>
                <a:noFill/>
              </a:ln>
              <a:effectLst/>
            </p:spPr>
            <p:txBody>
              <a:bodyPr rtlCol="0" anchor="ctr"/>
              <a:lstStyle/>
              <a:p>
                <a:pPr algn="ctr"/>
              </a:p>
            </p:txBody>
          </p:sp>
          <p:sp>
            <p:nvSpPr>
              <p:cNvPr id="2426" name="Noise cell"/>
              <p:cNvSpPr/>
              <p:nvPr/>
            </p:nvSpPr>
            <p:spPr>
              <a:xfrm>
                <a:off x="9930384" y="7918704"/>
                <a:ext cx="18770" cy="18928"/>
              </a:xfrm>
              <a:prstGeom prst="rect">
                <a:avLst/>
              </a:prstGeom>
              <a:solidFill>
                <a:srgbClr val="999999"/>
              </a:solidFill>
              <a:ln>
                <a:noFill/>
              </a:ln>
              <a:effectLst/>
            </p:spPr>
            <p:txBody>
              <a:bodyPr rtlCol="0" anchor="ctr"/>
              <a:lstStyle/>
              <a:p>
                <a:pPr algn="ctr"/>
              </a:p>
            </p:txBody>
          </p:sp>
          <p:sp>
            <p:nvSpPr>
              <p:cNvPr id="2427" name="Noise cell"/>
              <p:cNvSpPr/>
              <p:nvPr/>
            </p:nvSpPr>
            <p:spPr>
              <a:xfrm>
                <a:off x="9948514" y="7918704"/>
                <a:ext cx="18770" cy="18928"/>
              </a:xfrm>
              <a:prstGeom prst="rect">
                <a:avLst/>
              </a:prstGeom>
              <a:solidFill>
                <a:srgbClr val="7F7F7F"/>
              </a:solidFill>
              <a:ln>
                <a:noFill/>
              </a:ln>
              <a:effectLst/>
            </p:spPr>
            <p:txBody>
              <a:bodyPr rtlCol="0" anchor="ctr"/>
              <a:lstStyle/>
              <a:p>
                <a:pPr algn="ctr"/>
              </a:p>
            </p:txBody>
          </p:sp>
          <p:sp>
            <p:nvSpPr>
              <p:cNvPr id="2428" name="Noise cell"/>
              <p:cNvSpPr/>
              <p:nvPr/>
            </p:nvSpPr>
            <p:spPr>
              <a:xfrm>
                <a:off x="9966645" y="7918704"/>
                <a:ext cx="18770" cy="18928"/>
              </a:xfrm>
              <a:prstGeom prst="rect">
                <a:avLst/>
              </a:prstGeom>
              <a:solidFill>
                <a:srgbClr val="757575"/>
              </a:solidFill>
              <a:ln>
                <a:noFill/>
              </a:ln>
              <a:effectLst/>
            </p:spPr>
            <p:txBody>
              <a:bodyPr rtlCol="0" anchor="ctr"/>
              <a:lstStyle/>
              <a:p>
                <a:pPr algn="ctr"/>
              </a:p>
            </p:txBody>
          </p:sp>
          <p:sp>
            <p:nvSpPr>
              <p:cNvPr id="2429" name="Noise cell"/>
              <p:cNvSpPr/>
              <p:nvPr/>
            </p:nvSpPr>
            <p:spPr>
              <a:xfrm>
                <a:off x="9984775" y="7918704"/>
                <a:ext cx="18770" cy="18928"/>
              </a:xfrm>
              <a:prstGeom prst="rect">
                <a:avLst/>
              </a:prstGeom>
              <a:solidFill>
                <a:srgbClr val="A4A4A4"/>
              </a:solidFill>
              <a:ln>
                <a:noFill/>
              </a:ln>
              <a:effectLst/>
            </p:spPr>
            <p:txBody>
              <a:bodyPr rtlCol="0" anchor="ctr"/>
              <a:lstStyle/>
              <a:p>
                <a:pPr algn="ctr"/>
              </a:p>
            </p:txBody>
          </p:sp>
          <p:sp>
            <p:nvSpPr>
              <p:cNvPr id="2430" name="Noise cell"/>
              <p:cNvSpPr/>
              <p:nvPr/>
            </p:nvSpPr>
            <p:spPr>
              <a:xfrm>
                <a:off x="10002905" y="7918704"/>
                <a:ext cx="18770" cy="18928"/>
              </a:xfrm>
              <a:prstGeom prst="rect">
                <a:avLst/>
              </a:prstGeom>
              <a:solidFill>
                <a:srgbClr val="939393"/>
              </a:solidFill>
              <a:ln>
                <a:noFill/>
              </a:ln>
              <a:effectLst/>
            </p:spPr>
            <p:txBody>
              <a:bodyPr rtlCol="0" anchor="ctr"/>
              <a:lstStyle/>
              <a:p>
                <a:pPr algn="ctr"/>
              </a:p>
            </p:txBody>
          </p:sp>
          <p:sp>
            <p:nvSpPr>
              <p:cNvPr id="2431" name="Noise cell"/>
              <p:cNvSpPr/>
              <p:nvPr/>
            </p:nvSpPr>
            <p:spPr>
              <a:xfrm>
                <a:off x="10021036" y="7918704"/>
                <a:ext cx="18770" cy="18928"/>
              </a:xfrm>
              <a:prstGeom prst="rect">
                <a:avLst/>
              </a:prstGeom>
              <a:solidFill>
                <a:srgbClr val="919191"/>
              </a:solidFill>
              <a:ln>
                <a:noFill/>
              </a:ln>
              <a:effectLst/>
            </p:spPr>
            <p:txBody>
              <a:bodyPr rtlCol="0" anchor="ctr"/>
              <a:lstStyle/>
              <a:p>
                <a:pPr algn="ctr"/>
              </a:p>
            </p:txBody>
          </p:sp>
          <p:sp>
            <p:nvSpPr>
              <p:cNvPr id="2432" name="Noise cell"/>
              <p:cNvSpPr/>
              <p:nvPr/>
            </p:nvSpPr>
            <p:spPr>
              <a:xfrm>
                <a:off x="10039166" y="7918704"/>
                <a:ext cx="18770" cy="18928"/>
              </a:xfrm>
              <a:prstGeom prst="rect">
                <a:avLst/>
              </a:prstGeom>
              <a:solidFill>
                <a:srgbClr val="686868"/>
              </a:solidFill>
              <a:ln>
                <a:noFill/>
              </a:ln>
              <a:effectLst/>
            </p:spPr>
            <p:txBody>
              <a:bodyPr rtlCol="0" anchor="ctr"/>
              <a:lstStyle/>
              <a:p>
                <a:pPr algn="ctr"/>
              </a:p>
            </p:txBody>
          </p:sp>
          <p:sp>
            <p:nvSpPr>
              <p:cNvPr id="2433" name="Noise cell"/>
              <p:cNvSpPr/>
              <p:nvPr/>
            </p:nvSpPr>
            <p:spPr>
              <a:xfrm>
                <a:off x="10057296" y="7918704"/>
                <a:ext cx="18770" cy="18928"/>
              </a:xfrm>
              <a:prstGeom prst="rect">
                <a:avLst/>
              </a:prstGeom>
              <a:solidFill>
                <a:srgbClr val="8D8D8D"/>
              </a:solidFill>
              <a:ln>
                <a:noFill/>
              </a:ln>
              <a:effectLst/>
            </p:spPr>
            <p:txBody>
              <a:bodyPr rtlCol="0" anchor="ctr"/>
              <a:lstStyle/>
              <a:p>
                <a:pPr algn="ctr"/>
              </a:p>
            </p:txBody>
          </p:sp>
          <p:sp>
            <p:nvSpPr>
              <p:cNvPr id="2434" name="Noise cell"/>
              <p:cNvSpPr/>
              <p:nvPr/>
            </p:nvSpPr>
            <p:spPr>
              <a:xfrm>
                <a:off x="10075427" y="7918704"/>
                <a:ext cx="18770" cy="18928"/>
              </a:xfrm>
              <a:prstGeom prst="rect">
                <a:avLst/>
              </a:prstGeom>
              <a:solidFill>
                <a:srgbClr val="6F6F6F"/>
              </a:solidFill>
              <a:ln>
                <a:noFill/>
              </a:ln>
              <a:effectLst/>
            </p:spPr>
            <p:txBody>
              <a:bodyPr rtlCol="0" anchor="ctr"/>
              <a:lstStyle/>
              <a:p>
                <a:pPr algn="ctr"/>
              </a:p>
            </p:txBody>
          </p:sp>
          <p:sp>
            <p:nvSpPr>
              <p:cNvPr id="2435" name="Noise cell"/>
              <p:cNvSpPr/>
              <p:nvPr/>
            </p:nvSpPr>
            <p:spPr>
              <a:xfrm>
                <a:off x="10093557" y="7918704"/>
                <a:ext cx="18770" cy="18928"/>
              </a:xfrm>
              <a:prstGeom prst="rect">
                <a:avLst/>
              </a:prstGeom>
              <a:solidFill>
                <a:srgbClr val="838383"/>
              </a:solidFill>
              <a:ln>
                <a:noFill/>
              </a:ln>
              <a:effectLst/>
            </p:spPr>
            <p:txBody>
              <a:bodyPr rtlCol="0" anchor="ctr"/>
              <a:lstStyle/>
              <a:p>
                <a:pPr algn="ctr"/>
              </a:p>
            </p:txBody>
          </p:sp>
          <p:sp>
            <p:nvSpPr>
              <p:cNvPr id="2436" name="Noise cell"/>
              <p:cNvSpPr/>
              <p:nvPr/>
            </p:nvSpPr>
            <p:spPr>
              <a:xfrm>
                <a:off x="10111687" y="7918704"/>
                <a:ext cx="18770" cy="18928"/>
              </a:xfrm>
              <a:prstGeom prst="rect">
                <a:avLst/>
              </a:prstGeom>
              <a:solidFill>
                <a:srgbClr val="888888"/>
              </a:solidFill>
              <a:ln>
                <a:noFill/>
              </a:ln>
              <a:effectLst/>
            </p:spPr>
            <p:txBody>
              <a:bodyPr rtlCol="0" anchor="ctr"/>
              <a:lstStyle/>
              <a:p>
                <a:pPr algn="ctr"/>
              </a:p>
            </p:txBody>
          </p:sp>
          <p:sp>
            <p:nvSpPr>
              <p:cNvPr id="2437" name="Noise cell"/>
              <p:cNvSpPr/>
              <p:nvPr/>
            </p:nvSpPr>
            <p:spPr>
              <a:xfrm>
                <a:off x="10129818" y="7918704"/>
                <a:ext cx="18770" cy="18928"/>
              </a:xfrm>
              <a:prstGeom prst="rect">
                <a:avLst/>
              </a:prstGeom>
              <a:solidFill>
                <a:srgbClr val="A6A6A6"/>
              </a:solidFill>
              <a:ln>
                <a:noFill/>
              </a:ln>
              <a:effectLst/>
            </p:spPr>
            <p:txBody>
              <a:bodyPr rtlCol="0" anchor="ctr"/>
              <a:lstStyle/>
              <a:p>
                <a:pPr algn="ctr"/>
              </a:p>
            </p:txBody>
          </p:sp>
          <p:sp>
            <p:nvSpPr>
              <p:cNvPr id="2438" name="Noise cell"/>
              <p:cNvSpPr/>
              <p:nvPr/>
            </p:nvSpPr>
            <p:spPr>
              <a:xfrm>
                <a:off x="10147948" y="7918704"/>
                <a:ext cx="18770" cy="18928"/>
              </a:xfrm>
              <a:prstGeom prst="rect">
                <a:avLst/>
              </a:prstGeom>
              <a:solidFill>
                <a:srgbClr val="767676"/>
              </a:solidFill>
              <a:ln>
                <a:noFill/>
              </a:ln>
              <a:effectLst/>
            </p:spPr>
            <p:txBody>
              <a:bodyPr rtlCol="0" anchor="ctr"/>
              <a:lstStyle/>
              <a:p>
                <a:pPr algn="ctr"/>
              </a:p>
            </p:txBody>
          </p:sp>
          <p:sp>
            <p:nvSpPr>
              <p:cNvPr id="2439" name="Noise cell"/>
              <p:cNvSpPr/>
              <p:nvPr/>
            </p:nvSpPr>
            <p:spPr>
              <a:xfrm>
                <a:off x="10166078" y="7918704"/>
                <a:ext cx="18770" cy="18928"/>
              </a:xfrm>
              <a:prstGeom prst="rect">
                <a:avLst/>
              </a:prstGeom>
              <a:solidFill>
                <a:srgbClr val="7A7A7A"/>
              </a:solidFill>
              <a:ln>
                <a:noFill/>
              </a:ln>
              <a:effectLst/>
            </p:spPr>
            <p:txBody>
              <a:bodyPr rtlCol="0" anchor="ctr"/>
              <a:lstStyle/>
              <a:p>
                <a:pPr algn="ctr"/>
              </a:p>
            </p:txBody>
          </p:sp>
          <p:sp>
            <p:nvSpPr>
              <p:cNvPr id="2440" name="Noise cell"/>
              <p:cNvSpPr/>
              <p:nvPr/>
            </p:nvSpPr>
            <p:spPr>
              <a:xfrm>
                <a:off x="10184209" y="7918704"/>
                <a:ext cx="18770" cy="18928"/>
              </a:xfrm>
              <a:prstGeom prst="rect">
                <a:avLst/>
              </a:prstGeom>
              <a:solidFill>
                <a:srgbClr val="909090"/>
              </a:solidFill>
              <a:ln>
                <a:noFill/>
              </a:ln>
              <a:effectLst/>
            </p:spPr>
            <p:txBody>
              <a:bodyPr rtlCol="0" anchor="ctr"/>
              <a:lstStyle/>
              <a:p>
                <a:pPr algn="ctr"/>
              </a:p>
            </p:txBody>
          </p:sp>
          <p:sp>
            <p:nvSpPr>
              <p:cNvPr id="2441" name="Noise cell"/>
              <p:cNvSpPr/>
              <p:nvPr/>
            </p:nvSpPr>
            <p:spPr>
              <a:xfrm>
                <a:off x="10202339" y="7918704"/>
                <a:ext cx="18770" cy="18928"/>
              </a:xfrm>
              <a:prstGeom prst="rect">
                <a:avLst/>
              </a:prstGeom>
              <a:solidFill>
                <a:srgbClr val="838383"/>
              </a:solidFill>
              <a:ln>
                <a:noFill/>
              </a:ln>
              <a:effectLst/>
            </p:spPr>
            <p:txBody>
              <a:bodyPr rtlCol="0" anchor="ctr"/>
              <a:lstStyle/>
              <a:p>
                <a:pPr algn="ctr"/>
              </a:p>
            </p:txBody>
          </p:sp>
          <p:sp>
            <p:nvSpPr>
              <p:cNvPr id="2442" name="Noise cell"/>
              <p:cNvSpPr/>
              <p:nvPr/>
            </p:nvSpPr>
            <p:spPr>
              <a:xfrm>
                <a:off x="10220470" y="7918704"/>
                <a:ext cx="18770" cy="18928"/>
              </a:xfrm>
              <a:prstGeom prst="rect">
                <a:avLst/>
              </a:prstGeom>
              <a:solidFill>
                <a:srgbClr val="969696"/>
              </a:solidFill>
              <a:ln>
                <a:noFill/>
              </a:ln>
              <a:effectLst/>
            </p:spPr>
            <p:txBody>
              <a:bodyPr rtlCol="0" anchor="ctr"/>
              <a:lstStyle/>
              <a:p>
                <a:pPr algn="ctr"/>
              </a:p>
            </p:txBody>
          </p:sp>
          <p:sp>
            <p:nvSpPr>
              <p:cNvPr id="2443" name="Noise cell"/>
              <p:cNvSpPr/>
              <p:nvPr/>
            </p:nvSpPr>
            <p:spPr>
              <a:xfrm>
                <a:off x="10238600" y="7918704"/>
                <a:ext cx="18770" cy="18928"/>
              </a:xfrm>
              <a:prstGeom prst="rect">
                <a:avLst/>
              </a:prstGeom>
              <a:solidFill>
                <a:srgbClr val="6B6B6B"/>
              </a:solidFill>
              <a:ln>
                <a:noFill/>
              </a:ln>
              <a:effectLst/>
            </p:spPr>
            <p:txBody>
              <a:bodyPr rtlCol="0" anchor="ctr"/>
              <a:lstStyle/>
              <a:p>
                <a:pPr algn="ctr"/>
              </a:p>
            </p:txBody>
          </p:sp>
          <p:sp>
            <p:nvSpPr>
              <p:cNvPr id="2444" name="Noise cell"/>
              <p:cNvSpPr/>
              <p:nvPr/>
            </p:nvSpPr>
            <p:spPr>
              <a:xfrm>
                <a:off x="10256730" y="7918704"/>
                <a:ext cx="18770" cy="18928"/>
              </a:xfrm>
              <a:prstGeom prst="rect">
                <a:avLst/>
              </a:prstGeom>
              <a:solidFill>
                <a:srgbClr val="7B7B7B"/>
              </a:solidFill>
              <a:ln>
                <a:noFill/>
              </a:ln>
              <a:effectLst/>
            </p:spPr>
            <p:txBody>
              <a:bodyPr rtlCol="0" anchor="ctr"/>
              <a:lstStyle/>
              <a:p>
                <a:pPr algn="ctr"/>
              </a:p>
            </p:txBody>
          </p:sp>
          <p:sp>
            <p:nvSpPr>
              <p:cNvPr id="2445" name="Noise cell"/>
              <p:cNvSpPr/>
              <p:nvPr/>
            </p:nvSpPr>
            <p:spPr>
              <a:xfrm>
                <a:off x="10274861" y="7918704"/>
                <a:ext cx="18770" cy="18928"/>
              </a:xfrm>
              <a:prstGeom prst="rect">
                <a:avLst/>
              </a:prstGeom>
              <a:solidFill>
                <a:srgbClr val="868686"/>
              </a:solidFill>
              <a:ln>
                <a:noFill/>
              </a:ln>
              <a:effectLst/>
            </p:spPr>
            <p:txBody>
              <a:bodyPr rtlCol="0" anchor="ctr"/>
              <a:lstStyle/>
              <a:p>
                <a:pPr algn="ctr"/>
              </a:p>
            </p:txBody>
          </p:sp>
          <p:sp>
            <p:nvSpPr>
              <p:cNvPr id="2446" name="Noise cell"/>
              <p:cNvSpPr/>
              <p:nvPr/>
            </p:nvSpPr>
            <p:spPr>
              <a:xfrm>
                <a:off x="10292991" y="7918704"/>
                <a:ext cx="18770" cy="18928"/>
              </a:xfrm>
              <a:prstGeom prst="rect">
                <a:avLst/>
              </a:prstGeom>
              <a:solidFill>
                <a:srgbClr val="717171"/>
              </a:solidFill>
              <a:ln>
                <a:noFill/>
              </a:ln>
              <a:effectLst/>
            </p:spPr>
            <p:txBody>
              <a:bodyPr rtlCol="0" anchor="ctr"/>
              <a:lstStyle/>
              <a:p>
                <a:pPr algn="ctr"/>
              </a:p>
            </p:txBody>
          </p:sp>
          <p:sp>
            <p:nvSpPr>
              <p:cNvPr id="2447" name="Noise cell"/>
              <p:cNvSpPr/>
              <p:nvPr/>
            </p:nvSpPr>
            <p:spPr>
              <a:xfrm>
                <a:off x="10311121" y="7918704"/>
                <a:ext cx="18770" cy="18928"/>
              </a:xfrm>
              <a:prstGeom prst="rect">
                <a:avLst/>
              </a:prstGeom>
              <a:solidFill>
                <a:srgbClr val="858585"/>
              </a:solidFill>
              <a:ln>
                <a:noFill/>
              </a:ln>
              <a:effectLst/>
            </p:spPr>
            <p:txBody>
              <a:bodyPr rtlCol="0" anchor="ctr"/>
              <a:lstStyle/>
              <a:p>
                <a:pPr algn="ctr"/>
              </a:p>
            </p:txBody>
          </p:sp>
          <p:sp>
            <p:nvSpPr>
              <p:cNvPr id="2448" name="Noise cell"/>
              <p:cNvSpPr/>
              <p:nvPr/>
            </p:nvSpPr>
            <p:spPr>
              <a:xfrm>
                <a:off x="10329252" y="7918704"/>
                <a:ext cx="18770" cy="18928"/>
              </a:xfrm>
              <a:prstGeom prst="rect">
                <a:avLst/>
              </a:prstGeom>
              <a:solidFill>
                <a:srgbClr val="828282"/>
              </a:solidFill>
              <a:ln>
                <a:noFill/>
              </a:ln>
              <a:effectLst/>
            </p:spPr>
            <p:txBody>
              <a:bodyPr rtlCol="0" anchor="ctr"/>
              <a:lstStyle/>
              <a:p>
                <a:pPr algn="ctr"/>
              </a:p>
            </p:txBody>
          </p:sp>
          <p:sp>
            <p:nvSpPr>
              <p:cNvPr id="2449" name="Noise cell"/>
              <p:cNvSpPr/>
              <p:nvPr/>
            </p:nvSpPr>
            <p:spPr>
              <a:xfrm>
                <a:off x="10347382" y="7918704"/>
                <a:ext cx="18770" cy="18928"/>
              </a:xfrm>
              <a:prstGeom prst="rect">
                <a:avLst/>
              </a:prstGeom>
              <a:solidFill>
                <a:srgbClr val="868686"/>
              </a:solidFill>
              <a:ln>
                <a:noFill/>
              </a:ln>
              <a:effectLst/>
            </p:spPr>
            <p:txBody>
              <a:bodyPr rtlCol="0" anchor="ctr"/>
              <a:lstStyle/>
              <a:p>
                <a:pPr algn="ctr"/>
              </a:p>
            </p:txBody>
          </p:sp>
          <p:sp>
            <p:nvSpPr>
              <p:cNvPr id="2450" name="Noise cell"/>
              <p:cNvSpPr/>
              <p:nvPr/>
            </p:nvSpPr>
            <p:spPr>
              <a:xfrm>
                <a:off x="10365512" y="7918704"/>
                <a:ext cx="18770" cy="18928"/>
              </a:xfrm>
              <a:prstGeom prst="rect">
                <a:avLst/>
              </a:prstGeom>
              <a:solidFill>
                <a:srgbClr val="8D8D8D"/>
              </a:solidFill>
              <a:ln>
                <a:noFill/>
              </a:ln>
              <a:effectLst/>
            </p:spPr>
            <p:txBody>
              <a:bodyPr rtlCol="0" anchor="ctr"/>
              <a:lstStyle/>
              <a:p>
                <a:pPr algn="ctr"/>
              </a:p>
            </p:txBody>
          </p:sp>
          <p:sp>
            <p:nvSpPr>
              <p:cNvPr id="2451" name="Noise cell"/>
              <p:cNvSpPr/>
              <p:nvPr/>
            </p:nvSpPr>
            <p:spPr>
              <a:xfrm>
                <a:off x="10383643" y="7918704"/>
                <a:ext cx="18770" cy="18928"/>
              </a:xfrm>
              <a:prstGeom prst="rect">
                <a:avLst/>
              </a:prstGeom>
              <a:solidFill>
                <a:srgbClr val="969696"/>
              </a:solidFill>
              <a:ln>
                <a:noFill/>
              </a:ln>
              <a:effectLst/>
            </p:spPr>
            <p:txBody>
              <a:bodyPr rtlCol="0" anchor="ctr"/>
              <a:lstStyle/>
              <a:p>
                <a:pPr algn="ctr"/>
              </a:p>
            </p:txBody>
          </p:sp>
          <p:sp>
            <p:nvSpPr>
              <p:cNvPr id="2452" name="Noise cell"/>
              <p:cNvSpPr/>
              <p:nvPr/>
            </p:nvSpPr>
            <p:spPr>
              <a:xfrm>
                <a:off x="10401773" y="7918704"/>
                <a:ext cx="18770" cy="18928"/>
              </a:xfrm>
              <a:prstGeom prst="rect">
                <a:avLst/>
              </a:prstGeom>
              <a:solidFill>
                <a:srgbClr val="888888"/>
              </a:solidFill>
              <a:ln>
                <a:noFill/>
              </a:ln>
              <a:effectLst/>
            </p:spPr>
            <p:txBody>
              <a:bodyPr rtlCol="0" anchor="ctr"/>
              <a:lstStyle/>
              <a:p>
                <a:pPr algn="ctr"/>
              </a:p>
            </p:txBody>
          </p:sp>
          <p:sp>
            <p:nvSpPr>
              <p:cNvPr id="2453" name="Noise cell"/>
              <p:cNvSpPr/>
              <p:nvPr/>
            </p:nvSpPr>
            <p:spPr>
              <a:xfrm>
                <a:off x="10419903" y="7918704"/>
                <a:ext cx="18770" cy="18928"/>
              </a:xfrm>
              <a:prstGeom prst="rect">
                <a:avLst/>
              </a:prstGeom>
              <a:solidFill>
                <a:srgbClr val="9D9D9D"/>
              </a:solidFill>
              <a:ln>
                <a:noFill/>
              </a:ln>
              <a:effectLst/>
            </p:spPr>
            <p:txBody>
              <a:bodyPr rtlCol="0" anchor="ctr"/>
              <a:lstStyle/>
              <a:p>
                <a:pPr algn="ctr"/>
              </a:p>
            </p:txBody>
          </p:sp>
          <p:sp>
            <p:nvSpPr>
              <p:cNvPr id="2454" name="Noise cell"/>
              <p:cNvSpPr/>
              <p:nvPr/>
            </p:nvSpPr>
            <p:spPr>
              <a:xfrm>
                <a:off x="10438034" y="7918704"/>
                <a:ext cx="18770" cy="18928"/>
              </a:xfrm>
              <a:prstGeom prst="rect">
                <a:avLst/>
              </a:prstGeom>
              <a:solidFill>
                <a:srgbClr val="9A9A9A"/>
              </a:solidFill>
              <a:ln>
                <a:noFill/>
              </a:ln>
              <a:effectLst/>
            </p:spPr>
            <p:txBody>
              <a:bodyPr rtlCol="0" anchor="ctr"/>
              <a:lstStyle/>
              <a:p>
                <a:pPr algn="ctr"/>
              </a:p>
            </p:txBody>
          </p:sp>
          <p:sp>
            <p:nvSpPr>
              <p:cNvPr id="2455" name="Noise cell"/>
              <p:cNvSpPr/>
              <p:nvPr/>
            </p:nvSpPr>
            <p:spPr>
              <a:xfrm>
                <a:off x="10456164" y="7918704"/>
                <a:ext cx="18770" cy="18928"/>
              </a:xfrm>
              <a:prstGeom prst="rect">
                <a:avLst/>
              </a:prstGeom>
              <a:solidFill>
                <a:srgbClr val="818181"/>
              </a:solidFill>
              <a:ln>
                <a:noFill/>
              </a:ln>
              <a:effectLst/>
            </p:spPr>
            <p:txBody>
              <a:bodyPr rtlCol="0" anchor="ctr"/>
              <a:lstStyle/>
              <a:p>
                <a:pPr algn="ctr"/>
              </a:p>
            </p:txBody>
          </p:sp>
          <p:sp>
            <p:nvSpPr>
              <p:cNvPr id="2456" name="Noise cell"/>
              <p:cNvSpPr/>
              <p:nvPr/>
            </p:nvSpPr>
            <p:spPr>
              <a:xfrm>
                <a:off x="10474294" y="7918704"/>
                <a:ext cx="18770" cy="18928"/>
              </a:xfrm>
              <a:prstGeom prst="rect">
                <a:avLst/>
              </a:prstGeom>
              <a:solidFill>
                <a:srgbClr val="7A7A7A"/>
              </a:solidFill>
              <a:ln>
                <a:noFill/>
              </a:ln>
              <a:effectLst/>
            </p:spPr>
            <p:txBody>
              <a:bodyPr rtlCol="0" anchor="ctr"/>
              <a:lstStyle/>
              <a:p>
                <a:pPr algn="ctr"/>
              </a:p>
            </p:txBody>
          </p:sp>
          <p:sp>
            <p:nvSpPr>
              <p:cNvPr id="2457" name="Noise cell"/>
              <p:cNvSpPr/>
              <p:nvPr/>
            </p:nvSpPr>
            <p:spPr>
              <a:xfrm>
                <a:off x="10492425" y="7918704"/>
                <a:ext cx="18770" cy="18928"/>
              </a:xfrm>
              <a:prstGeom prst="rect">
                <a:avLst/>
              </a:prstGeom>
              <a:solidFill>
                <a:srgbClr val="8F8F8F"/>
              </a:solidFill>
              <a:ln>
                <a:noFill/>
              </a:ln>
              <a:effectLst/>
            </p:spPr>
            <p:txBody>
              <a:bodyPr rtlCol="0" anchor="ctr"/>
              <a:lstStyle/>
              <a:p>
                <a:pPr algn="ctr"/>
              </a:p>
            </p:txBody>
          </p:sp>
          <p:sp>
            <p:nvSpPr>
              <p:cNvPr id="2458" name="Noise cell"/>
              <p:cNvSpPr/>
              <p:nvPr/>
            </p:nvSpPr>
            <p:spPr>
              <a:xfrm>
                <a:off x="10510555" y="7918704"/>
                <a:ext cx="18770" cy="18928"/>
              </a:xfrm>
              <a:prstGeom prst="rect">
                <a:avLst/>
              </a:prstGeom>
              <a:solidFill>
                <a:srgbClr val="8C8C8C"/>
              </a:solidFill>
              <a:ln>
                <a:noFill/>
              </a:ln>
              <a:effectLst/>
            </p:spPr>
            <p:txBody>
              <a:bodyPr rtlCol="0" anchor="ctr"/>
              <a:lstStyle/>
              <a:p>
                <a:pPr algn="ctr"/>
              </a:p>
            </p:txBody>
          </p:sp>
          <p:sp>
            <p:nvSpPr>
              <p:cNvPr id="2459" name="Noise cell"/>
              <p:cNvSpPr/>
              <p:nvPr/>
            </p:nvSpPr>
            <p:spPr>
              <a:xfrm>
                <a:off x="10528685" y="7918704"/>
                <a:ext cx="18770" cy="18928"/>
              </a:xfrm>
              <a:prstGeom prst="rect">
                <a:avLst/>
              </a:prstGeom>
              <a:solidFill>
                <a:srgbClr val="A6A6A6"/>
              </a:solidFill>
              <a:ln>
                <a:noFill/>
              </a:ln>
              <a:effectLst/>
            </p:spPr>
            <p:txBody>
              <a:bodyPr rtlCol="0" anchor="ctr"/>
              <a:lstStyle/>
              <a:p>
                <a:pPr algn="ctr"/>
              </a:p>
            </p:txBody>
          </p:sp>
          <p:sp>
            <p:nvSpPr>
              <p:cNvPr id="2460" name="Noise cell"/>
              <p:cNvSpPr/>
              <p:nvPr/>
            </p:nvSpPr>
            <p:spPr>
              <a:xfrm>
                <a:off x="10546816" y="7918704"/>
                <a:ext cx="18770" cy="18928"/>
              </a:xfrm>
              <a:prstGeom prst="rect">
                <a:avLst/>
              </a:prstGeom>
              <a:solidFill>
                <a:srgbClr val="7F7F7F"/>
              </a:solidFill>
              <a:ln>
                <a:noFill/>
              </a:ln>
              <a:effectLst/>
            </p:spPr>
            <p:txBody>
              <a:bodyPr rtlCol="0" anchor="ctr"/>
              <a:lstStyle/>
              <a:p>
                <a:pPr algn="ctr"/>
              </a:p>
            </p:txBody>
          </p:sp>
          <p:sp>
            <p:nvSpPr>
              <p:cNvPr id="2461" name="Noise cell"/>
              <p:cNvSpPr/>
              <p:nvPr/>
            </p:nvSpPr>
            <p:spPr>
              <a:xfrm>
                <a:off x="10564946" y="7918704"/>
                <a:ext cx="18770" cy="18928"/>
              </a:xfrm>
              <a:prstGeom prst="rect">
                <a:avLst/>
              </a:prstGeom>
              <a:solidFill>
                <a:srgbClr val="828282"/>
              </a:solidFill>
              <a:ln>
                <a:noFill/>
              </a:ln>
              <a:effectLst/>
            </p:spPr>
            <p:txBody>
              <a:bodyPr rtlCol="0" anchor="ctr"/>
              <a:lstStyle/>
              <a:p>
                <a:pPr algn="ctr"/>
              </a:p>
            </p:txBody>
          </p:sp>
          <p:sp>
            <p:nvSpPr>
              <p:cNvPr id="2462" name="Noise cell"/>
              <p:cNvSpPr/>
              <p:nvPr/>
            </p:nvSpPr>
            <p:spPr>
              <a:xfrm>
                <a:off x="10583076" y="7918704"/>
                <a:ext cx="18770" cy="18928"/>
              </a:xfrm>
              <a:prstGeom prst="rect">
                <a:avLst/>
              </a:prstGeom>
              <a:solidFill>
                <a:srgbClr val="787878"/>
              </a:solidFill>
              <a:ln>
                <a:noFill/>
              </a:ln>
              <a:effectLst/>
            </p:spPr>
            <p:txBody>
              <a:bodyPr rtlCol="0" anchor="ctr"/>
              <a:lstStyle/>
              <a:p>
                <a:pPr algn="ctr"/>
              </a:p>
            </p:txBody>
          </p:sp>
          <p:sp>
            <p:nvSpPr>
              <p:cNvPr id="2463" name="Noise cell"/>
              <p:cNvSpPr/>
              <p:nvPr/>
            </p:nvSpPr>
            <p:spPr>
              <a:xfrm>
                <a:off x="10601207" y="7918704"/>
                <a:ext cx="18770" cy="18928"/>
              </a:xfrm>
              <a:prstGeom prst="rect">
                <a:avLst/>
              </a:prstGeom>
              <a:solidFill>
                <a:srgbClr val="7E7E7E"/>
              </a:solidFill>
              <a:ln>
                <a:noFill/>
              </a:ln>
              <a:effectLst/>
            </p:spPr>
            <p:txBody>
              <a:bodyPr rtlCol="0" anchor="ctr"/>
              <a:lstStyle/>
              <a:p>
                <a:pPr algn="ctr"/>
              </a:p>
            </p:txBody>
          </p:sp>
          <p:sp>
            <p:nvSpPr>
              <p:cNvPr id="2464" name="Noise cell"/>
              <p:cNvSpPr/>
              <p:nvPr/>
            </p:nvSpPr>
            <p:spPr>
              <a:xfrm>
                <a:off x="10619337" y="7918704"/>
                <a:ext cx="18770" cy="18928"/>
              </a:xfrm>
              <a:prstGeom prst="rect">
                <a:avLst/>
              </a:prstGeom>
              <a:solidFill>
                <a:srgbClr val="707070"/>
              </a:solidFill>
              <a:ln>
                <a:noFill/>
              </a:ln>
              <a:effectLst/>
            </p:spPr>
            <p:txBody>
              <a:bodyPr rtlCol="0" anchor="ctr"/>
              <a:lstStyle/>
              <a:p>
                <a:pPr algn="ctr"/>
              </a:p>
            </p:txBody>
          </p:sp>
          <p:sp>
            <p:nvSpPr>
              <p:cNvPr id="2465" name="Noise cell"/>
              <p:cNvSpPr/>
              <p:nvPr/>
            </p:nvSpPr>
            <p:spPr>
              <a:xfrm>
                <a:off x="10637467" y="7918704"/>
                <a:ext cx="18770" cy="18928"/>
              </a:xfrm>
              <a:prstGeom prst="rect">
                <a:avLst/>
              </a:prstGeom>
              <a:solidFill>
                <a:srgbClr val="7F7F7F"/>
              </a:solidFill>
              <a:ln>
                <a:noFill/>
              </a:ln>
              <a:effectLst/>
            </p:spPr>
            <p:txBody>
              <a:bodyPr rtlCol="0" anchor="ctr"/>
              <a:lstStyle/>
              <a:p>
                <a:pPr algn="ctr"/>
              </a:p>
            </p:txBody>
          </p:sp>
          <p:sp>
            <p:nvSpPr>
              <p:cNvPr id="2466" name="Noise cell"/>
              <p:cNvSpPr/>
              <p:nvPr/>
            </p:nvSpPr>
            <p:spPr>
              <a:xfrm>
                <a:off x="10655598" y="7918704"/>
                <a:ext cx="18770" cy="18928"/>
              </a:xfrm>
              <a:prstGeom prst="rect">
                <a:avLst/>
              </a:prstGeom>
              <a:solidFill>
                <a:srgbClr val="6E6E6E"/>
              </a:solidFill>
              <a:ln>
                <a:noFill/>
              </a:ln>
              <a:effectLst/>
            </p:spPr>
            <p:txBody>
              <a:bodyPr rtlCol="0" anchor="ctr"/>
              <a:lstStyle/>
              <a:p>
                <a:pPr algn="ctr"/>
              </a:p>
            </p:txBody>
          </p:sp>
          <p:sp>
            <p:nvSpPr>
              <p:cNvPr id="2467" name="Noise cell"/>
              <p:cNvSpPr/>
              <p:nvPr/>
            </p:nvSpPr>
            <p:spPr>
              <a:xfrm>
                <a:off x="10673728" y="7918704"/>
                <a:ext cx="18770" cy="18928"/>
              </a:xfrm>
              <a:prstGeom prst="rect">
                <a:avLst/>
              </a:prstGeom>
              <a:solidFill>
                <a:srgbClr val="7E7E7E"/>
              </a:solidFill>
              <a:ln>
                <a:noFill/>
              </a:ln>
              <a:effectLst/>
            </p:spPr>
            <p:txBody>
              <a:bodyPr rtlCol="0" anchor="ctr"/>
              <a:lstStyle/>
              <a:p>
                <a:pPr algn="ctr"/>
              </a:p>
            </p:txBody>
          </p:sp>
          <p:sp>
            <p:nvSpPr>
              <p:cNvPr id="2468" name="Noise cell"/>
              <p:cNvSpPr/>
              <p:nvPr/>
            </p:nvSpPr>
            <p:spPr>
              <a:xfrm>
                <a:off x="10691858" y="7918704"/>
                <a:ext cx="18770" cy="18928"/>
              </a:xfrm>
              <a:prstGeom prst="rect">
                <a:avLst/>
              </a:prstGeom>
              <a:solidFill>
                <a:srgbClr val="979797"/>
              </a:solidFill>
              <a:ln>
                <a:noFill/>
              </a:ln>
              <a:effectLst/>
            </p:spPr>
            <p:txBody>
              <a:bodyPr rtlCol="0" anchor="ctr"/>
              <a:lstStyle/>
              <a:p>
                <a:pPr algn="ctr"/>
              </a:p>
            </p:txBody>
          </p:sp>
          <p:sp>
            <p:nvSpPr>
              <p:cNvPr id="2469" name="Noise cell"/>
              <p:cNvSpPr/>
              <p:nvPr/>
            </p:nvSpPr>
            <p:spPr>
              <a:xfrm>
                <a:off x="10709989" y="7918704"/>
                <a:ext cx="18770" cy="18928"/>
              </a:xfrm>
              <a:prstGeom prst="rect">
                <a:avLst/>
              </a:prstGeom>
              <a:solidFill>
                <a:srgbClr val="797979"/>
              </a:solidFill>
              <a:ln>
                <a:noFill/>
              </a:ln>
              <a:effectLst/>
            </p:spPr>
            <p:txBody>
              <a:bodyPr rtlCol="0" anchor="ctr"/>
              <a:lstStyle/>
              <a:p>
                <a:pPr algn="ctr"/>
              </a:p>
            </p:txBody>
          </p:sp>
          <p:sp>
            <p:nvSpPr>
              <p:cNvPr id="2470" name="Noise cell"/>
              <p:cNvSpPr/>
              <p:nvPr/>
            </p:nvSpPr>
            <p:spPr>
              <a:xfrm>
                <a:off x="10728119" y="7918704"/>
                <a:ext cx="18770" cy="18928"/>
              </a:xfrm>
              <a:prstGeom prst="rect">
                <a:avLst/>
              </a:prstGeom>
              <a:solidFill>
                <a:srgbClr val="A5A5A5"/>
              </a:solidFill>
              <a:ln>
                <a:noFill/>
              </a:ln>
              <a:effectLst/>
            </p:spPr>
            <p:txBody>
              <a:bodyPr rtlCol="0" anchor="ctr"/>
              <a:lstStyle/>
              <a:p>
                <a:pPr algn="ctr"/>
              </a:p>
            </p:txBody>
          </p:sp>
          <p:sp>
            <p:nvSpPr>
              <p:cNvPr id="2471" name="Noise cell"/>
              <p:cNvSpPr/>
              <p:nvPr/>
            </p:nvSpPr>
            <p:spPr>
              <a:xfrm>
                <a:off x="10746250" y="7918704"/>
                <a:ext cx="18770" cy="18928"/>
              </a:xfrm>
              <a:prstGeom prst="rect">
                <a:avLst/>
              </a:prstGeom>
              <a:solidFill>
                <a:srgbClr val="999999"/>
              </a:solidFill>
              <a:ln>
                <a:noFill/>
              </a:ln>
              <a:effectLst/>
            </p:spPr>
            <p:txBody>
              <a:bodyPr rtlCol="0" anchor="ctr"/>
              <a:lstStyle/>
              <a:p>
                <a:pPr algn="ctr"/>
              </a:p>
            </p:txBody>
          </p:sp>
          <p:sp>
            <p:nvSpPr>
              <p:cNvPr id="2472" name="Noise cell"/>
              <p:cNvSpPr/>
              <p:nvPr/>
            </p:nvSpPr>
            <p:spPr>
              <a:xfrm>
                <a:off x="10764380" y="7918704"/>
                <a:ext cx="18770" cy="18928"/>
              </a:xfrm>
              <a:prstGeom prst="rect">
                <a:avLst/>
              </a:prstGeom>
              <a:solidFill>
                <a:srgbClr val="868686"/>
              </a:solidFill>
              <a:ln>
                <a:noFill/>
              </a:ln>
              <a:effectLst/>
            </p:spPr>
            <p:txBody>
              <a:bodyPr rtlCol="0" anchor="ctr"/>
              <a:lstStyle/>
              <a:p>
                <a:pPr algn="ctr"/>
              </a:p>
            </p:txBody>
          </p:sp>
          <p:sp>
            <p:nvSpPr>
              <p:cNvPr id="2473" name="Noise cell"/>
              <p:cNvSpPr/>
              <p:nvPr/>
            </p:nvSpPr>
            <p:spPr>
              <a:xfrm>
                <a:off x="10782510" y="7918704"/>
                <a:ext cx="18770" cy="18928"/>
              </a:xfrm>
              <a:prstGeom prst="rect">
                <a:avLst/>
              </a:prstGeom>
              <a:solidFill>
                <a:srgbClr val="707070"/>
              </a:solidFill>
              <a:ln>
                <a:noFill/>
              </a:ln>
              <a:effectLst/>
            </p:spPr>
            <p:txBody>
              <a:bodyPr rtlCol="0" anchor="ctr"/>
              <a:lstStyle/>
              <a:p>
                <a:pPr algn="ctr"/>
              </a:p>
            </p:txBody>
          </p:sp>
          <p:sp>
            <p:nvSpPr>
              <p:cNvPr id="2474" name="Noise cell"/>
              <p:cNvSpPr/>
              <p:nvPr/>
            </p:nvSpPr>
            <p:spPr>
              <a:xfrm>
                <a:off x="10800641" y="7918704"/>
                <a:ext cx="18770" cy="18928"/>
              </a:xfrm>
              <a:prstGeom prst="rect">
                <a:avLst/>
              </a:prstGeom>
              <a:solidFill>
                <a:srgbClr val="797979"/>
              </a:solidFill>
              <a:ln>
                <a:noFill/>
              </a:ln>
              <a:effectLst/>
            </p:spPr>
            <p:txBody>
              <a:bodyPr rtlCol="0" anchor="ctr"/>
              <a:lstStyle/>
              <a:p>
                <a:pPr algn="ctr"/>
              </a:p>
            </p:txBody>
          </p:sp>
          <p:sp>
            <p:nvSpPr>
              <p:cNvPr id="2475" name="Noise cell"/>
              <p:cNvSpPr/>
              <p:nvPr/>
            </p:nvSpPr>
            <p:spPr>
              <a:xfrm>
                <a:off x="10818771" y="7918704"/>
                <a:ext cx="18770" cy="18928"/>
              </a:xfrm>
              <a:prstGeom prst="rect">
                <a:avLst/>
              </a:prstGeom>
              <a:solidFill>
                <a:srgbClr val="7E7E7E"/>
              </a:solidFill>
              <a:ln>
                <a:noFill/>
              </a:ln>
              <a:effectLst/>
            </p:spPr>
            <p:txBody>
              <a:bodyPr rtlCol="0" anchor="ctr"/>
              <a:lstStyle/>
              <a:p>
                <a:pPr algn="ctr"/>
              </a:p>
            </p:txBody>
          </p:sp>
          <p:sp>
            <p:nvSpPr>
              <p:cNvPr id="2476" name="Noise cell"/>
              <p:cNvSpPr/>
              <p:nvPr/>
            </p:nvSpPr>
            <p:spPr>
              <a:xfrm>
                <a:off x="10836901" y="7918704"/>
                <a:ext cx="18770" cy="18928"/>
              </a:xfrm>
              <a:prstGeom prst="rect">
                <a:avLst/>
              </a:prstGeom>
              <a:solidFill>
                <a:srgbClr val="999999"/>
              </a:solidFill>
              <a:ln>
                <a:noFill/>
              </a:ln>
              <a:effectLst/>
            </p:spPr>
            <p:txBody>
              <a:bodyPr rtlCol="0" anchor="ctr"/>
              <a:lstStyle/>
              <a:p>
                <a:pPr algn="ctr"/>
              </a:p>
            </p:txBody>
          </p:sp>
          <p:sp>
            <p:nvSpPr>
              <p:cNvPr id="2477" name="Noise cell"/>
              <p:cNvSpPr/>
              <p:nvPr/>
            </p:nvSpPr>
            <p:spPr>
              <a:xfrm>
                <a:off x="10855032" y="7918704"/>
                <a:ext cx="18770" cy="18928"/>
              </a:xfrm>
              <a:prstGeom prst="rect">
                <a:avLst/>
              </a:prstGeom>
              <a:solidFill>
                <a:srgbClr val="828282"/>
              </a:solidFill>
              <a:ln>
                <a:noFill/>
              </a:ln>
              <a:effectLst/>
            </p:spPr>
            <p:txBody>
              <a:bodyPr rtlCol="0" anchor="ctr"/>
              <a:lstStyle/>
              <a:p>
                <a:pPr algn="ctr"/>
              </a:p>
            </p:txBody>
          </p:sp>
          <p:sp>
            <p:nvSpPr>
              <p:cNvPr id="2478" name="Noise cell"/>
              <p:cNvSpPr/>
              <p:nvPr/>
            </p:nvSpPr>
            <p:spPr>
              <a:xfrm>
                <a:off x="10873162" y="7918704"/>
                <a:ext cx="18770" cy="18928"/>
              </a:xfrm>
              <a:prstGeom prst="rect">
                <a:avLst/>
              </a:prstGeom>
              <a:solidFill>
                <a:srgbClr val="9B9B9B"/>
              </a:solidFill>
              <a:ln>
                <a:noFill/>
              </a:ln>
              <a:effectLst/>
            </p:spPr>
            <p:txBody>
              <a:bodyPr rtlCol="0" anchor="ctr"/>
              <a:lstStyle/>
              <a:p>
                <a:pPr algn="ctr"/>
              </a:p>
            </p:txBody>
          </p:sp>
          <p:sp>
            <p:nvSpPr>
              <p:cNvPr id="2479" name="Noise cell"/>
              <p:cNvSpPr/>
              <p:nvPr/>
            </p:nvSpPr>
            <p:spPr>
              <a:xfrm>
                <a:off x="10891292" y="7918704"/>
                <a:ext cx="18770" cy="18928"/>
              </a:xfrm>
              <a:prstGeom prst="rect">
                <a:avLst/>
              </a:prstGeom>
              <a:solidFill>
                <a:srgbClr val="838383"/>
              </a:solidFill>
              <a:ln>
                <a:noFill/>
              </a:ln>
              <a:effectLst/>
            </p:spPr>
            <p:txBody>
              <a:bodyPr rtlCol="0" anchor="ctr"/>
              <a:lstStyle/>
              <a:p>
                <a:pPr algn="ctr"/>
              </a:p>
            </p:txBody>
          </p:sp>
          <p:sp>
            <p:nvSpPr>
              <p:cNvPr id="2480" name="Noise cell"/>
              <p:cNvSpPr/>
              <p:nvPr/>
            </p:nvSpPr>
            <p:spPr>
              <a:xfrm>
                <a:off x="10909423" y="7918704"/>
                <a:ext cx="18770" cy="18928"/>
              </a:xfrm>
              <a:prstGeom prst="rect">
                <a:avLst/>
              </a:prstGeom>
              <a:solidFill>
                <a:srgbClr val="848484"/>
              </a:solidFill>
              <a:ln>
                <a:noFill/>
              </a:ln>
              <a:effectLst/>
            </p:spPr>
            <p:txBody>
              <a:bodyPr rtlCol="0" anchor="ctr"/>
              <a:lstStyle/>
              <a:p>
                <a:pPr algn="ctr"/>
              </a:p>
            </p:txBody>
          </p:sp>
          <p:sp>
            <p:nvSpPr>
              <p:cNvPr id="2481" name="Noise cell"/>
              <p:cNvSpPr/>
              <p:nvPr/>
            </p:nvSpPr>
            <p:spPr>
              <a:xfrm>
                <a:off x="10927553" y="7918704"/>
                <a:ext cx="18770" cy="18928"/>
              </a:xfrm>
              <a:prstGeom prst="rect">
                <a:avLst/>
              </a:prstGeom>
              <a:solidFill>
                <a:srgbClr val="919191"/>
              </a:solidFill>
              <a:ln>
                <a:noFill/>
              </a:ln>
              <a:effectLst/>
            </p:spPr>
            <p:txBody>
              <a:bodyPr rtlCol="0" anchor="ctr"/>
              <a:lstStyle/>
              <a:p>
                <a:pPr algn="ctr"/>
              </a:p>
            </p:txBody>
          </p:sp>
          <p:sp>
            <p:nvSpPr>
              <p:cNvPr id="2482" name="Noise cell"/>
              <p:cNvSpPr/>
              <p:nvPr/>
            </p:nvSpPr>
            <p:spPr>
              <a:xfrm>
                <a:off x="10945683" y="7918704"/>
                <a:ext cx="18770" cy="18928"/>
              </a:xfrm>
              <a:prstGeom prst="rect">
                <a:avLst/>
              </a:prstGeom>
              <a:solidFill>
                <a:srgbClr val="757575"/>
              </a:solidFill>
              <a:ln>
                <a:noFill/>
              </a:ln>
              <a:effectLst/>
            </p:spPr>
            <p:txBody>
              <a:bodyPr rtlCol="0" anchor="ctr"/>
              <a:lstStyle/>
              <a:p>
                <a:pPr algn="ctr"/>
              </a:p>
            </p:txBody>
          </p:sp>
          <p:sp>
            <p:nvSpPr>
              <p:cNvPr id="2483" name="Noise cell"/>
              <p:cNvSpPr/>
              <p:nvPr/>
            </p:nvSpPr>
            <p:spPr>
              <a:xfrm>
                <a:off x="10963814" y="7918704"/>
                <a:ext cx="18770" cy="18928"/>
              </a:xfrm>
              <a:prstGeom prst="rect">
                <a:avLst/>
              </a:prstGeom>
              <a:solidFill>
                <a:srgbClr val="797979"/>
              </a:solidFill>
              <a:ln>
                <a:noFill/>
              </a:ln>
              <a:effectLst/>
            </p:spPr>
            <p:txBody>
              <a:bodyPr rtlCol="0" anchor="ctr"/>
              <a:lstStyle/>
              <a:p>
                <a:pPr algn="ctr"/>
              </a:p>
            </p:txBody>
          </p:sp>
          <p:sp>
            <p:nvSpPr>
              <p:cNvPr id="2484" name="Noise cell"/>
              <p:cNvSpPr/>
              <p:nvPr/>
            </p:nvSpPr>
            <p:spPr>
              <a:xfrm>
                <a:off x="9930384" y="7936992"/>
                <a:ext cx="18770" cy="18928"/>
              </a:xfrm>
              <a:prstGeom prst="rect">
                <a:avLst/>
              </a:prstGeom>
              <a:solidFill>
                <a:srgbClr val="787878"/>
              </a:solidFill>
              <a:ln>
                <a:noFill/>
              </a:ln>
              <a:effectLst/>
            </p:spPr>
            <p:txBody>
              <a:bodyPr rtlCol="0" anchor="ctr"/>
              <a:lstStyle/>
              <a:p>
                <a:pPr algn="ctr"/>
              </a:p>
            </p:txBody>
          </p:sp>
          <p:sp>
            <p:nvSpPr>
              <p:cNvPr id="2485" name="Noise cell"/>
              <p:cNvSpPr/>
              <p:nvPr/>
            </p:nvSpPr>
            <p:spPr>
              <a:xfrm>
                <a:off x="9948514" y="7936992"/>
                <a:ext cx="18770" cy="18928"/>
              </a:xfrm>
              <a:prstGeom prst="rect">
                <a:avLst/>
              </a:prstGeom>
              <a:solidFill>
                <a:srgbClr val="858585"/>
              </a:solidFill>
              <a:ln>
                <a:noFill/>
              </a:ln>
              <a:effectLst/>
            </p:spPr>
            <p:txBody>
              <a:bodyPr rtlCol="0" anchor="ctr"/>
              <a:lstStyle/>
              <a:p>
                <a:pPr algn="ctr"/>
              </a:p>
            </p:txBody>
          </p:sp>
          <p:sp>
            <p:nvSpPr>
              <p:cNvPr id="2486" name="Noise cell"/>
              <p:cNvSpPr/>
              <p:nvPr/>
            </p:nvSpPr>
            <p:spPr>
              <a:xfrm>
                <a:off x="9966645" y="7936992"/>
                <a:ext cx="18770" cy="18928"/>
              </a:xfrm>
              <a:prstGeom prst="rect">
                <a:avLst/>
              </a:prstGeom>
              <a:solidFill>
                <a:srgbClr val="929292"/>
              </a:solidFill>
              <a:ln>
                <a:noFill/>
              </a:ln>
              <a:effectLst/>
            </p:spPr>
            <p:txBody>
              <a:bodyPr rtlCol="0" anchor="ctr"/>
              <a:lstStyle/>
              <a:p>
                <a:pPr algn="ctr"/>
              </a:p>
            </p:txBody>
          </p:sp>
          <p:sp>
            <p:nvSpPr>
              <p:cNvPr id="2487" name="Noise cell"/>
              <p:cNvSpPr/>
              <p:nvPr/>
            </p:nvSpPr>
            <p:spPr>
              <a:xfrm>
                <a:off x="9984775" y="7936992"/>
                <a:ext cx="18770" cy="18928"/>
              </a:xfrm>
              <a:prstGeom prst="rect">
                <a:avLst/>
              </a:prstGeom>
              <a:solidFill>
                <a:srgbClr val="797979"/>
              </a:solidFill>
              <a:ln>
                <a:noFill/>
              </a:ln>
              <a:effectLst/>
            </p:spPr>
            <p:txBody>
              <a:bodyPr rtlCol="0" anchor="ctr"/>
              <a:lstStyle/>
              <a:p>
                <a:pPr algn="ctr"/>
              </a:p>
            </p:txBody>
          </p:sp>
          <p:sp>
            <p:nvSpPr>
              <p:cNvPr id="2488" name="Noise cell"/>
              <p:cNvSpPr/>
              <p:nvPr/>
            </p:nvSpPr>
            <p:spPr>
              <a:xfrm>
                <a:off x="10002905" y="7936992"/>
                <a:ext cx="18770" cy="18928"/>
              </a:xfrm>
              <a:prstGeom prst="rect">
                <a:avLst/>
              </a:prstGeom>
              <a:solidFill>
                <a:srgbClr val="9B9B9B"/>
              </a:solidFill>
              <a:ln>
                <a:noFill/>
              </a:ln>
              <a:effectLst/>
            </p:spPr>
            <p:txBody>
              <a:bodyPr rtlCol="0" anchor="ctr"/>
              <a:lstStyle/>
              <a:p>
                <a:pPr algn="ctr"/>
              </a:p>
            </p:txBody>
          </p:sp>
          <p:sp>
            <p:nvSpPr>
              <p:cNvPr id="2489" name="Noise cell"/>
              <p:cNvSpPr/>
              <p:nvPr/>
            </p:nvSpPr>
            <p:spPr>
              <a:xfrm>
                <a:off x="10021036" y="7936992"/>
                <a:ext cx="18770" cy="18928"/>
              </a:xfrm>
              <a:prstGeom prst="rect">
                <a:avLst/>
              </a:prstGeom>
              <a:solidFill>
                <a:srgbClr val="949494"/>
              </a:solidFill>
              <a:ln>
                <a:noFill/>
              </a:ln>
              <a:effectLst/>
            </p:spPr>
            <p:txBody>
              <a:bodyPr rtlCol="0" anchor="ctr"/>
              <a:lstStyle/>
              <a:p>
                <a:pPr algn="ctr"/>
              </a:p>
            </p:txBody>
          </p:sp>
          <p:sp>
            <p:nvSpPr>
              <p:cNvPr id="2490" name="Noise cell"/>
              <p:cNvSpPr/>
              <p:nvPr/>
            </p:nvSpPr>
            <p:spPr>
              <a:xfrm>
                <a:off x="10039166" y="7936992"/>
                <a:ext cx="18770" cy="18928"/>
              </a:xfrm>
              <a:prstGeom prst="rect">
                <a:avLst/>
              </a:prstGeom>
              <a:solidFill>
                <a:srgbClr val="9A9A9A"/>
              </a:solidFill>
              <a:ln>
                <a:noFill/>
              </a:ln>
              <a:effectLst/>
            </p:spPr>
            <p:txBody>
              <a:bodyPr rtlCol="0" anchor="ctr"/>
              <a:lstStyle/>
              <a:p>
                <a:pPr algn="ctr"/>
              </a:p>
            </p:txBody>
          </p:sp>
          <p:sp>
            <p:nvSpPr>
              <p:cNvPr id="2491" name="Noise cell"/>
              <p:cNvSpPr/>
              <p:nvPr/>
            </p:nvSpPr>
            <p:spPr>
              <a:xfrm>
                <a:off x="10057296" y="7936992"/>
                <a:ext cx="18770" cy="18928"/>
              </a:xfrm>
              <a:prstGeom prst="rect">
                <a:avLst/>
              </a:prstGeom>
              <a:solidFill>
                <a:srgbClr val="868686"/>
              </a:solidFill>
              <a:ln>
                <a:noFill/>
              </a:ln>
              <a:effectLst/>
            </p:spPr>
            <p:txBody>
              <a:bodyPr rtlCol="0" anchor="ctr"/>
              <a:lstStyle/>
              <a:p>
                <a:pPr algn="ctr"/>
              </a:p>
            </p:txBody>
          </p:sp>
          <p:sp>
            <p:nvSpPr>
              <p:cNvPr id="2492" name="Noise cell"/>
              <p:cNvSpPr/>
              <p:nvPr/>
            </p:nvSpPr>
            <p:spPr>
              <a:xfrm>
                <a:off x="10075427" y="7936992"/>
                <a:ext cx="18770" cy="18928"/>
              </a:xfrm>
              <a:prstGeom prst="rect">
                <a:avLst/>
              </a:prstGeom>
              <a:solidFill>
                <a:srgbClr val="888888"/>
              </a:solidFill>
              <a:ln>
                <a:noFill/>
              </a:ln>
              <a:effectLst/>
            </p:spPr>
            <p:txBody>
              <a:bodyPr rtlCol="0" anchor="ctr"/>
              <a:lstStyle/>
              <a:p>
                <a:pPr algn="ctr"/>
              </a:p>
            </p:txBody>
          </p:sp>
          <p:sp>
            <p:nvSpPr>
              <p:cNvPr id="2493" name="Noise cell"/>
              <p:cNvSpPr/>
              <p:nvPr/>
            </p:nvSpPr>
            <p:spPr>
              <a:xfrm>
                <a:off x="10093557" y="7936992"/>
                <a:ext cx="18770" cy="18928"/>
              </a:xfrm>
              <a:prstGeom prst="rect">
                <a:avLst/>
              </a:prstGeom>
              <a:solidFill>
                <a:srgbClr val="858585"/>
              </a:solidFill>
              <a:ln>
                <a:noFill/>
              </a:ln>
              <a:effectLst/>
            </p:spPr>
            <p:txBody>
              <a:bodyPr rtlCol="0" anchor="ctr"/>
              <a:lstStyle/>
              <a:p>
                <a:pPr algn="ctr"/>
              </a:p>
            </p:txBody>
          </p:sp>
          <p:sp>
            <p:nvSpPr>
              <p:cNvPr id="2494" name="Noise cell"/>
              <p:cNvSpPr/>
              <p:nvPr/>
            </p:nvSpPr>
            <p:spPr>
              <a:xfrm>
                <a:off x="10111687" y="7936992"/>
                <a:ext cx="18770" cy="18928"/>
              </a:xfrm>
              <a:prstGeom prst="rect">
                <a:avLst/>
              </a:prstGeom>
              <a:solidFill>
                <a:srgbClr val="838383"/>
              </a:solidFill>
              <a:ln>
                <a:noFill/>
              </a:ln>
              <a:effectLst/>
            </p:spPr>
            <p:txBody>
              <a:bodyPr rtlCol="0" anchor="ctr"/>
              <a:lstStyle/>
              <a:p>
                <a:pPr algn="ctr"/>
              </a:p>
            </p:txBody>
          </p:sp>
          <p:sp>
            <p:nvSpPr>
              <p:cNvPr id="2495" name="Noise cell"/>
              <p:cNvSpPr/>
              <p:nvPr/>
            </p:nvSpPr>
            <p:spPr>
              <a:xfrm>
                <a:off x="10129818" y="7936992"/>
                <a:ext cx="18770" cy="18928"/>
              </a:xfrm>
              <a:prstGeom prst="rect">
                <a:avLst/>
              </a:prstGeom>
              <a:solidFill>
                <a:srgbClr val="838383"/>
              </a:solidFill>
              <a:ln>
                <a:noFill/>
              </a:ln>
              <a:effectLst/>
            </p:spPr>
            <p:txBody>
              <a:bodyPr rtlCol="0" anchor="ctr"/>
              <a:lstStyle/>
              <a:p>
                <a:pPr algn="ctr"/>
              </a:p>
            </p:txBody>
          </p:sp>
          <p:sp>
            <p:nvSpPr>
              <p:cNvPr id="2496" name="Noise cell"/>
              <p:cNvSpPr/>
              <p:nvPr/>
            </p:nvSpPr>
            <p:spPr>
              <a:xfrm>
                <a:off x="10147948" y="7936992"/>
                <a:ext cx="18770" cy="18928"/>
              </a:xfrm>
              <a:prstGeom prst="rect">
                <a:avLst/>
              </a:prstGeom>
              <a:solidFill>
                <a:srgbClr val="9D9D9D"/>
              </a:solidFill>
              <a:ln>
                <a:noFill/>
              </a:ln>
              <a:effectLst/>
            </p:spPr>
            <p:txBody>
              <a:bodyPr rtlCol="0" anchor="ctr"/>
              <a:lstStyle/>
              <a:p>
                <a:pPr algn="ctr"/>
              </a:p>
            </p:txBody>
          </p:sp>
          <p:sp>
            <p:nvSpPr>
              <p:cNvPr id="2497" name="Noise cell"/>
              <p:cNvSpPr/>
              <p:nvPr/>
            </p:nvSpPr>
            <p:spPr>
              <a:xfrm>
                <a:off x="10166078" y="7936992"/>
                <a:ext cx="18770" cy="18928"/>
              </a:xfrm>
              <a:prstGeom prst="rect">
                <a:avLst/>
              </a:prstGeom>
              <a:solidFill>
                <a:srgbClr val="929292"/>
              </a:solidFill>
              <a:ln>
                <a:noFill/>
              </a:ln>
              <a:effectLst/>
            </p:spPr>
            <p:txBody>
              <a:bodyPr rtlCol="0" anchor="ctr"/>
              <a:lstStyle/>
              <a:p>
                <a:pPr algn="ctr"/>
              </a:p>
            </p:txBody>
          </p:sp>
          <p:sp>
            <p:nvSpPr>
              <p:cNvPr id="2498" name="Noise cell"/>
              <p:cNvSpPr/>
              <p:nvPr/>
            </p:nvSpPr>
            <p:spPr>
              <a:xfrm>
                <a:off x="10184209" y="7936992"/>
                <a:ext cx="18770" cy="18928"/>
              </a:xfrm>
              <a:prstGeom prst="rect">
                <a:avLst/>
              </a:prstGeom>
              <a:solidFill>
                <a:srgbClr val="909090"/>
              </a:solidFill>
              <a:ln>
                <a:noFill/>
              </a:ln>
              <a:effectLst/>
            </p:spPr>
            <p:txBody>
              <a:bodyPr rtlCol="0" anchor="ctr"/>
              <a:lstStyle/>
              <a:p>
                <a:pPr algn="ctr"/>
              </a:p>
            </p:txBody>
          </p:sp>
          <p:sp>
            <p:nvSpPr>
              <p:cNvPr id="2499" name="Noise cell"/>
              <p:cNvSpPr/>
              <p:nvPr/>
            </p:nvSpPr>
            <p:spPr>
              <a:xfrm>
                <a:off x="10202339" y="7936992"/>
                <a:ext cx="18770" cy="18928"/>
              </a:xfrm>
              <a:prstGeom prst="rect">
                <a:avLst/>
              </a:prstGeom>
              <a:solidFill>
                <a:srgbClr val="7D7D7D"/>
              </a:solidFill>
              <a:ln>
                <a:noFill/>
              </a:ln>
              <a:effectLst/>
            </p:spPr>
            <p:txBody>
              <a:bodyPr rtlCol="0" anchor="ctr"/>
              <a:lstStyle/>
              <a:p>
                <a:pPr algn="ctr"/>
              </a:p>
            </p:txBody>
          </p:sp>
          <p:sp>
            <p:nvSpPr>
              <p:cNvPr id="2500" name="Noise cell"/>
              <p:cNvSpPr/>
              <p:nvPr/>
            </p:nvSpPr>
            <p:spPr>
              <a:xfrm>
                <a:off x="10220470" y="7936992"/>
                <a:ext cx="18770" cy="18928"/>
              </a:xfrm>
              <a:prstGeom prst="rect">
                <a:avLst/>
              </a:prstGeom>
              <a:solidFill>
                <a:srgbClr val="6F6F6F"/>
              </a:solidFill>
              <a:ln>
                <a:noFill/>
              </a:ln>
              <a:effectLst/>
            </p:spPr>
            <p:txBody>
              <a:bodyPr rtlCol="0" anchor="ctr"/>
              <a:lstStyle/>
              <a:p>
                <a:pPr algn="ctr"/>
              </a:p>
            </p:txBody>
          </p:sp>
          <p:sp>
            <p:nvSpPr>
              <p:cNvPr id="2501" name="Noise cell"/>
              <p:cNvSpPr/>
              <p:nvPr/>
            </p:nvSpPr>
            <p:spPr>
              <a:xfrm>
                <a:off x="10238600" y="7936992"/>
                <a:ext cx="18770" cy="18928"/>
              </a:xfrm>
              <a:prstGeom prst="rect">
                <a:avLst/>
              </a:prstGeom>
              <a:solidFill>
                <a:srgbClr val="858585"/>
              </a:solidFill>
              <a:ln>
                <a:noFill/>
              </a:ln>
              <a:effectLst/>
            </p:spPr>
            <p:txBody>
              <a:bodyPr rtlCol="0" anchor="ctr"/>
              <a:lstStyle/>
              <a:p>
                <a:pPr algn="ctr"/>
              </a:p>
            </p:txBody>
          </p:sp>
          <p:sp>
            <p:nvSpPr>
              <p:cNvPr id="2502" name="Noise cell"/>
              <p:cNvSpPr/>
              <p:nvPr/>
            </p:nvSpPr>
            <p:spPr>
              <a:xfrm>
                <a:off x="10256730" y="7936992"/>
                <a:ext cx="18770" cy="18928"/>
              </a:xfrm>
              <a:prstGeom prst="rect">
                <a:avLst/>
              </a:prstGeom>
              <a:solidFill>
                <a:srgbClr val="A3A3A3"/>
              </a:solidFill>
              <a:ln>
                <a:noFill/>
              </a:ln>
              <a:effectLst/>
            </p:spPr>
            <p:txBody>
              <a:bodyPr rtlCol="0" anchor="ctr"/>
              <a:lstStyle/>
              <a:p>
                <a:pPr algn="ctr"/>
              </a:p>
            </p:txBody>
          </p:sp>
          <p:sp>
            <p:nvSpPr>
              <p:cNvPr id="2503" name="Noise cell"/>
              <p:cNvSpPr/>
              <p:nvPr/>
            </p:nvSpPr>
            <p:spPr>
              <a:xfrm>
                <a:off x="10274861" y="7936992"/>
                <a:ext cx="18770" cy="18928"/>
              </a:xfrm>
              <a:prstGeom prst="rect">
                <a:avLst/>
              </a:prstGeom>
              <a:solidFill>
                <a:srgbClr val="757575"/>
              </a:solidFill>
              <a:ln>
                <a:noFill/>
              </a:ln>
              <a:effectLst/>
            </p:spPr>
            <p:txBody>
              <a:bodyPr rtlCol="0" anchor="ctr"/>
              <a:lstStyle/>
              <a:p>
                <a:pPr algn="ctr"/>
              </a:p>
            </p:txBody>
          </p:sp>
          <p:sp>
            <p:nvSpPr>
              <p:cNvPr id="2504" name="Noise cell"/>
              <p:cNvSpPr/>
              <p:nvPr/>
            </p:nvSpPr>
            <p:spPr>
              <a:xfrm>
                <a:off x="10292991" y="7936992"/>
                <a:ext cx="18770" cy="18928"/>
              </a:xfrm>
              <a:prstGeom prst="rect">
                <a:avLst/>
              </a:prstGeom>
              <a:solidFill>
                <a:srgbClr val="828282"/>
              </a:solidFill>
              <a:ln>
                <a:noFill/>
              </a:ln>
              <a:effectLst/>
            </p:spPr>
            <p:txBody>
              <a:bodyPr rtlCol="0" anchor="ctr"/>
              <a:lstStyle/>
              <a:p>
                <a:pPr algn="ctr"/>
              </a:p>
            </p:txBody>
          </p:sp>
          <p:sp>
            <p:nvSpPr>
              <p:cNvPr id="2505" name="Noise cell"/>
              <p:cNvSpPr/>
              <p:nvPr/>
            </p:nvSpPr>
            <p:spPr>
              <a:xfrm>
                <a:off x="10311121" y="7936992"/>
                <a:ext cx="18770" cy="18928"/>
              </a:xfrm>
              <a:prstGeom prst="rect">
                <a:avLst/>
              </a:prstGeom>
              <a:solidFill>
                <a:srgbClr val="898989"/>
              </a:solidFill>
              <a:ln>
                <a:noFill/>
              </a:ln>
              <a:effectLst/>
            </p:spPr>
            <p:txBody>
              <a:bodyPr rtlCol="0" anchor="ctr"/>
              <a:lstStyle/>
              <a:p>
                <a:pPr algn="ctr"/>
              </a:p>
            </p:txBody>
          </p:sp>
          <p:sp>
            <p:nvSpPr>
              <p:cNvPr id="2506" name="Noise cell"/>
              <p:cNvSpPr/>
              <p:nvPr/>
            </p:nvSpPr>
            <p:spPr>
              <a:xfrm>
                <a:off x="10329252" y="7936992"/>
                <a:ext cx="18770" cy="18928"/>
              </a:xfrm>
              <a:prstGeom prst="rect">
                <a:avLst/>
              </a:prstGeom>
              <a:solidFill>
                <a:srgbClr val="838383"/>
              </a:solidFill>
              <a:ln>
                <a:noFill/>
              </a:ln>
              <a:effectLst/>
            </p:spPr>
            <p:txBody>
              <a:bodyPr rtlCol="0" anchor="ctr"/>
              <a:lstStyle/>
              <a:p>
                <a:pPr algn="ctr"/>
              </a:p>
            </p:txBody>
          </p:sp>
          <p:sp>
            <p:nvSpPr>
              <p:cNvPr id="2507" name="Noise cell"/>
              <p:cNvSpPr/>
              <p:nvPr/>
            </p:nvSpPr>
            <p:spPr>
              <a:xfrm>
                <a:off x="10347382" y="7936992"/>
                <a:ext cx="18770" cy="18928"/>
              </a:xfrm>
              <a:prstGeom prst="rect">
                <a:avLst/>
              </a:prstGeom>
              <a:solidFill>
                <a:srgbClr val="6D6D6D"/>
              </a:solidFill>
              <a:ln>
                <a:noFill/>
              </a:ln>
              <a:effectLst/>
            </p:spPr>
            <p:txBody>
              <a:bodyPr rtlCol="0" anchor="ctr"/>
              <a:lstStyle/>
              <a:p>
                <a:pPr algn="ctr"/>
              </a:p>
            </p:txBody>
          </p:sp>
          <p:sp>
            <p:nvSpPr>
              <p:cNvPr id="2508" name="Noise cell"/>
              <p:cNvSpPr/>
              <p:nvPr/>
            </p:nvSpPr>
            <p:spPr>
              <a:xfrm>
                <a:off x="10365512" y="7936992"/>
                <a:ext cx="18770" cy="18928"/>
              </a:xfrm>
              <a:prstGeom prst="rect">
                <a:avLst/>
              </a:prstGeom>
              <a:solidFill>
                <a:srgbClr val="7D7D7D"/>
              </a:solidFill>
              <a:ln>
                <a:noFill/>
              </a:ln>
              <a:effectLst/>
            </p:spPr>
            <p:txBody>
              <a:bodyPr rtlCol="0" anchor="ctr"/>
              <a:lstStyle/>
              <a:p>
                <a:pPr algn="ctr"/>
              </a:p>
            </p:txBody>
          </p:sp>
          <p:sp>
            <p:nvSpPr>
              <p:cNvPr id="2509" name="Noise cell"/>
              <p:cNvSpPr/>
              <p:nvPr/>
            </p:nvSpPr>
            <p:spPr>
              <a:xfrm>
                <a:off x="10383643" y="7936992"/>
                <a:ext cx="18770" cy="18928"/>
              </a:xfrm>
              <a:prstGeom prst="rect">
                <a:avLst/>
              </a:prstGeom>
              <a:solidFill>
                <a:srgbClr val="8E8E8E"/>
              </a:solidFill>
              <a:ln>
                <a:noFill/>
              </a:ln>
              <a:effectLst/>
            </p:spPr>
            <p:txBody>
              <a:bodyPr rtlCol="0" anchor="ctr"/>
              <a:lstStyle/>
              <a:p>
                <a:pPr algn="ctr"/>
              </a:p>
            </p:txBody>
          </p:sp>
          <p:sp>
            <p:nvSpPr>
              <p:cNvPr id="2510" name="Noise cell"/>
              <p:cNvSpPr/>
              <p:nvPr/>
            </p:nvSpPr>
            <p:spPr>
              <a:xfrm>
                <a:off x="10401773" y="7936992"/>
                <a:ext cx="18770" cy="18928"/>
              </a:xfrm>
              <a:prstGeom prst="rect">
                <a:avLst/>
              </a:prstGeom>
              <a:solidFill>
                <a:srgbClr val="777777"/>
              </a:solidFill>
              <a:ln>
                <a:noFill/>
              </a:ln>
              <a:effectLst/>
            </p:spPr>
            <p:txBody>
              <a:bodyPr rtlCol="0" anchor="ctr"/>
              <a:lstStyle/>
              <a:p>
                <a:pPr algn="ctr"/>
              </a:p>
            </p:txBody>
          </p:sp>
          <p:sp>
            <p:nvSpPr>
              <p:cNvPr id="2511" name="Noise cell"/>
              <p:cNvSpPr/>
              <p:nvPr/>
            </p:nvSpPr>
            <p:spPr>
              <a:xfrm>
                <a:off x="10419903" y="7936992"/>
                <a:ext cx="18770" cy="18928"/>
              </a:xfrm>
              <a:prstGeom prst="rect">
                <a:avLst/>
              </a:prstGeom>
              <a:solidFill>
                <a:srgbClr val="848484"/>
              </a:solidFill>
              <a:ln>
                <a:noFill/>
              </a:ln>
              <a:effectLst/>
            </p:spPr>
            <p:txBody>
              <a:bodyPr rtlCol="0" anchor="ctr"/>
              <a:lstStyle/>
              <a:p>
                <a:pPr algn="ctr"/>
              </a:p>
            </p:txBody>
          </p:sp>
          <p:sp>
            <p:nvSpPr>
              <p:cNvPr id="2512" name="Noise cell"/>
              <p:cNvSpPr/>
              <p:nvPr/>
            </p:nvSpPr>
            <p:spPr>
              <a:xfrm>
                <a:off x="10438034" y="7936992"/>
                <a:ext cx="18770" cy="18928"/>
              </a:xfrm>
              <a:prstGeom prst="rect">
                <a:avLst/>
              </a:prstGeom>
              <a:solidFill>
                <a:srgbClr val="8B8B8B"/>
              </a:solidFill>
              <a:ln>
                <a:noFill/>
              </a:ln>
              <a:effectLst/>
            </p:spPr>
            <p:txBody>
              <a:bodyPr rtlCol="0" anchor="ctr"/>
              <a:lstStyle/>
              <a:p>
                <a:pPr algn="ctr"/>
              </a:p>
            </p:txBody>
          </p:sp>
          <p:sp>
            <p:nvSpPr>
              <p:cNvPr id="2513" name="Noise cell"/>
              <p:cNvSpPr/>
              <p:nvPr/>
            </p:nvSpPr>
            <p:spPr>
              <a:xfrm>
                <a:off x="10456164" y="7936992"/>
                <a:ext cx="18770" cy="18928"/>
              </a:xfrm>
              <a:prstGeom prst="rect">
                <a:avLst/>
              </a:prstGeom>
              <a:solidFill>
                <a:srgbClr val="737373"/>
              </a:solidFill>
              <a:ln>
                <a:noFill/>
              </a:ln>
              <a:effectLst/>
            </p:spPr>
            <p:txBody>
              <a:bodyPr rtlCol="0" anchor="ctr"/>
              <a:lstStyle/>
              <a:p>
                <a:pPr algn="ctr"/>
              </a:p>
            </p:txBody>
          </p:sp>
          <p:sp>
            <p:nvSpPr>
              <p:cNvPr id="2514" name="Noise cell"/>
              <p:cNvSpPr/>
              <p:nvPr/>
            </p:nvSpPr>
            <p:spPr>
              <a:xfrm>
                <a:off x="10474294" y="7936992"/>
                <a:ext cx="18770" cy="18928"/>
              </a:xfrm>
              <a:prstGeom prst="rect">
                <a:avLst/>
              </a:prstGeom>
              <a:solidFill>
                <a:srgbClr val="818181"/>
              </a:solidFill>
              <a:ln>
                <a:noFill/>
              </a:ln>
              <a:effectLst/>
            </p:spPr>
            <p:txBody>
              <a:bodyPr rtlCol="0" anchor="ctr"/>
              <a:lstStyle/>
              <a:p>
                <a:pPr algn="ctr"/>
              </a:p>
            </p:txBody>
          </p:sp>
          <p:sp>
            <p:nvSpPr>
              <p:cNvPr id="2515" name="Noise cell"/>
              <p:cNvSpPr/>
              <p:nvPr/>
            </p:nvSpPr>
            <p:spPr>
              <a:xfrm>
                <a:off x="10492425" y="7936992"/>
                <a:ext cx="18770" cy="18928"/>
              </a:xfrm>
              <a:prstGeom prst="rect">
                <a:avLst/>
              </a:prstGeom>
              <a:solidFill>
                <a:srgbClr val="8E8E8E"/>
              </a:solidFill>
              <a:ln>
                <a:noFill/>
              </a:ln>
              <a:effectLst/>
            </p:spPr>
            <p:txBody>
              <a:bodyPr rtlCol="0" anchor="ctr"/>
              <a:lstStyle/>
              <a:p>
                <a:pPr algn="ctr"/>
              </a:p>
            </p:txBody>
          </p:sp>
          <p:sp>
            <p:nvSpPr>
              <p:cNvPr id="2516" name="Noise cell"/>
              <p:cNvSpPr/>
              <p:nvPr/>
            </p:nvSpPr>
            <p:spPr>
              <a:xfrm>
                <a:off x="10510555" y="7936992"/>
                <a:ext cx="18770" cy="18928"/>
              </a:xfrm>
              <a:prstGeom prst="rect">
                <a:avLst/>
              </a:prstGeom>
              <a:solidFill>
                <a:srgbClr val="8A8A8A"/>
              </a:solidFill>
              <a:ln>
                <a:noFill/>
              </a:ln>
              <a:effectLst/>
            </p:spPr>
            <p:txBody>
              <a:bodyPr rtlCol="0" anchor="ctr"/>
              <a:lstStyle/>
              <a:p>
                <a:pPr algn="ctr"/>
              </a:p>
            </p:txBody>
          </p:sp>
          <p:sp>
            <p:nvSpPr>
              <p:cNvPr id="2517" name="Noise cell"/>
              <p:cNvSpPr/>
              <p:nvPr/>
            </p:nvSpPr>
            <p:spPr>
              <a:xfrm>
                <a:off x="10528685" y="7936992"/>
                <a:ext cx="18770" cy="18928"/>
              </a:xfrm>
              <a:prstGeom prst="rect">
                <a:avLst/>
              </a:prstGeom>
              <a:solidFill>
                <a:srgbClr val="959595"/>
              </a:solidFill>
              <a:ln>
                <a:noFill/>
              </a:ln>
              <a:effectLst/>
            </p:spPr>
            <p:txBody>
              <a:bodyPr rtlCol="0" anchor="ctr"/>
              <a:lstStyle/>
              <a:p>
                <a:pPr algn="ctr"/>
              </a:p>
            </p:txBody>
          </p:sp>
          <p:sp>
            <p:nvSpPr>
              <p:cNvPr id="2518" name="Noise cell"/>
              <p:cNvSpPr/>
              <p:nvPr/>
            </p:nvSpPr>
            <p:spPr>
              <a:xfrm>
                <a:off x="10546816" y="7936992"/>
                <a:ext cx="18770" cy="18928"/>
              </a:xfrm>
              <a:prstGeom prst="rect">
                <a:avLst/>
              </a:prstGeom>
              <a:solidFill>
                <a:srgbClr val="818181"/>
              </a:solidFill>
              <a:ln>
                <a:noFill/>
              </a:ln>
              <a:effectLst/>
            </p:spPr>
            <p:txBody>
              <a:bodyPr rtlCol="0" anchor="ctr"/>
              <a:lstStyle/>
              <a:p>
                <a:pPr algn="ctr"/>
              </a:p>
            </p:txBody>
          </p:sp>
          <p:sp>
            <p:nvSpPr>
              <p:cNvPr id="2519" name="Noise cell"/>
              <p:cNvSpPr/>
              <p:nvPr/>
            </p:nvSpPr>
            <p:spPr>
              <a:xfrm>
                <a:off x="10564946" y="7936992"/>
                <a:ext cx="18770" cy="18928"/>
              </a:xfrm>
              <a:prstGeom prst="rect">
                <a:avLst/>
              </a:prstGeom>
              <a:solidFill>
                <a:srgbClr val="7A7A7A"/>
              </a:solidFill>
              <a:ln>
                <a:noFill/>
              </a:ln>
              <a:effectLst/>
            </p:spPr>
            <p:txBody>
              <a:bodyPr rtlCol="0" anchor="ctr"/>
              <a:lstStyle/>
              <a:p>
                <a:pPr algn="ctr"/>
              </a:p>
            </p:txBody>
          </p:sp>
          <p:sp>
            <p:nvSpPr>
              <p:cNvPr id="2520" name="Noise cell"/>
              <p:cNvSpPr/>
              <p:nvPr/>
            </p:nvSpPr>
            <p:spPr>
              <a:xfrm>
                <a:off x="10583076" y="7936992"/>
                <a:ext cx="18770" cy="18928"/>
              </a:xfrm>
              <a:prstGeom prst="rect">
                <a:avLst/>
              </a:prstGeom>
              <a:solidFill>
                <a:srgbClr val="888888"/>
              </a:solidFill>
              <a:ln>
                <a:noFill/>
              </a:ln>
              <a:effectLst/>
            </p:spPr>
            <p:txBody>
              <a:bodyPr rtlCol="0" anchor="ctr"/>
              <a:lstStyle/>
              <a:p>
                <a:pPr algn="ctr"/>
              </a:p>
            </p:txBody>
          </p:sp>
          <p:sp>
            <p:nvSpPr>
              <p:cNvPr id="2521" name="Noise cell"/>
              <p:cNvSpPr/>
              <p:nvPr/>
            </p:nvSpPr>
            <p:spPr>
              <a:xfrm>
                <a:off x="10601207" y="7936992"/>
                <a:ext cx="18770" cy="18928"/>
              </a:xfrm>
              <a:prstGeom prst="rect">
                <a:avLst/>
              </a:prstGeom>
              <a:solidFill>
                <a:srgbClr val="959595"/>
              </a:solidFill>
              <a:ln>
                <a:noFill/>
              </a:ln>
              <a:effectLst/>
            </p:spPr>
            <p:txBody>
              <a:bodyPr rtlCol="0" anchor="ctr"/>
              <a:lstStyle/>
              <a:p>
                <a:pPr algn="ctr"/>
              </a:p>
            </p:txBody>
          </p:sp>
          <p:sp>
            <p:nvSpPr>
              <p:cNvPr id="2522" name="Noise cell"/>
              <p:cNvSpPr/>
              <p:nvPr/>
            </p:nvSpPr>
            <p:spPr>
              <a:xfrm>
                <a:off x="10619337" y="7936992"/>
                <a:ext cx="18770" cy="18928"/>
              </a:xfrm>
              <a:prstGeom prst="rect">
                <a:avLst/>
              </a:prstGeom>
              <a:solidFill>
                <a:srgbClr val="8D8D8D"/>
              </a:solidFill>
              <a:ln>
                <a:noFill/>
              </a:ln>
              <a:effectLst/>
            </p:spPr>
            <p:txBody>
              <a:bodyPr rtlCol="0" anchor="ctr"/>
              <a:lstStyle/>
              <a:p>
                <a:pPr algn="ctr"/>
              </a:p>
            </p:txBody>
          </p:sp>
          <p:sp>
            <p:nvSpPr>
              <p:cNvPr id="2523" name="Noise cell"/>
              <p:cNvSpPr/>
              <p:nvPr/>
            </p:nvSpPr>
            <p:spPr>
              <a:xfrm>
                <a:off x="10637467" y="7936992"/>
                <a:ext cx="18770" cy="18928"/>
              </a:xfrm>
              <a:prstGeom prst="rect">
                <a:avLst/>
              </a:prstGeom>
              <a:solidFill>
                <a:srgbClr val="797979"/>
              </a:solidFill>
              <a:ln>
                <a:noFill/>
              </a:ln>
              <a:effectLst/>
            </p:spPr>
            <p:txBody>
              <a:bodyPr rtlCol="0" anchor="ctr"/>
              <a:lstStyle/>
              <a:p>
                <a:pPr algn="ctr"/>
              </a:p>
            </p:txBody>
          </p:sp>
          <p:sp>
            <p:nvSpPr>
              <p:cNvPr id="2524" name="Noise cell"/>
              <p:cNvSpPr/>
              <p:nvPr/>
            </p:nvSpPr>
            <p:spPr>
              <a:xfrm>
                <a:off x="10655598" y="7936992"/>
                <a:ext cx="18770" cy="18928"/>
              </a:xfrm>
              <a:prstGeom prst="rect">
                <a:avLst/>
              </a:prstGeom>
              <a:solidFill>
                <a:srgbClr val="828282"/>
              </a:solidFill>
              <a:ln>
                <a:noFill/>
              </a:ln>
              <a:effectLst/>
            </p:spPr>
            <p:txBody>
              <a:bodyPr rtlCol="0" anchor="ctr"/>
              <a:lstStyle/>
              <a:p>
                <a:pPr algn="ctr"/>
              </a:p>
            </p:txBody>
          </p:sp>
          <p:sp>
            <p:nvSpPr>
              <p:cNvPr id="2525" name="Noise cell"/>
              <p:cNvSpPr/>
              <p:nvPr/>
            </p:nvSpPr>
            <p:spPr>
              <a:xfrm>
                <a:off x="10673728" y="7936992"/>
                <a:ext cx="18770" cy="18928"/>
              </a:xfrm>
              <a:prstGeom prst="rect">
                <a:avLst/>
              </a:prstGeom>
              <a:solidFill>
                <a:srgbClr val="8B8B8B"/>
              </a:solidFill>
              <a:ln>
                <a:noFill/>
              </a:ln>
              <a:effectLst/>
            </p:spPr>
            <p:txBody>
              <a:bodyPr rtlCol="0" anchor="ctr"/>
              <a:lstStyle/>
              <a:p>
                <a:pPr algn="ctr"/>
              </a:p>
            </p:txBody>
          </p:sp>
          <p:sp>
            <p:nvSpPr>
              <p:cNvPr id="2526" name="Noise cell"/>
              <p:cNvSpPr/>
              <p:nvPr/>
            </p:nvSpPr>
            <p:spPr>
              <a:xfrm>
                <a:off x="10691858" y="7936992"/>
                <a:ext cx="18770" cy="18928"/>
              </a:xfrm>
              <a:prstGeom prst="rect">
                <a:avLst/>
              </a:prstGeom>
              <a:solidFill>
                <a:srgbClr val="8A8A8A"/>
              </a:solidFill>
              <a:ln>
                <a:noFill/>
              </a:ln>
              <a:effectLst/>
            </p:spPr>
            <p:txBody>
              <a:bodyPr rtlCol="0" anchor="ctr"/>
              <a:lstStyle/>
              <a:p>
                <a:pPr algn="ctr"/>
              </a:p>
            </p:txBody>
          </p:sp>
          <p:sp>
            <p:nvSpPr>
              <p:cNvPr id="2527" name="Noise cell"/>
              <p:cNvSpPr/>
              <p:nvPr/>
            </p:nvSpPr>
            <p:spPr>
              <a:xfrm>
                <a:off x="10709989" y="7936992"/>
                <a:ext cx="18770" cy="18928"/>
              </a:xfrm>
              <a:prstGeom prst="rect">
                <a:avLst/>
              </a:prstGeom>
              <a:solidFill>
                <a:srgbClr val="8C8C8C"/>
              </a:solidFill>
              <a:ln>
                <a:noFill/>
              </a:ln>
              <a:effectLst/>
            </p:spPr>
            <p:txBody>
              <a:bodyPr rtlCol="0" anchor="ctr"/>
              <a:lstStyle/>
              <a:p>
                <a:pPr algn="ctr"/>
              </a:p>
            </p:txBody>
          </p:sp>
          <p:sp>
            <p:nvSpPr>
              <p:cNvPr id="2528" name="Noise cell"/>
              <p:cNvSpPr/>
              <p:nvPr/>
            </p:nvSpPr>
            <p:spPr>
              <a:xfrm>
                <a:off x="10728119" y="7936992"/>
                <a:ext cx="18770" cy="18928"/>
              </a:xfrm>
              <a:prstGeom prst="rect">
                <a:avLst/>
              </a:prstGeom>
              <a:solidFill>
                <a:srgbClr val="919191"/>
              </a:solidFill>
              <a:ln>
                <a:noFill/>
              </a:ln>
              <a:effectLst/>
            </p:spPr>
            <p:txBody>
              <a:bodyPr rtlCol="0" anchor="ctr"/>
              <a:lstStyle/>
              <a:p>
                <a:pPr algn="ctr"/>
              </a:p>
            </p:txBody>
          </p:sp>
          <p:sp>
            <p:nvSpPr>
              <p:cNvPr id="2529" name="Noise cell"/>
              <p:cNvSpPr/>
              <p:nvPr/>
            </p:nvSpPr>
            <p:spPr>
              <a:xfrm>
                <a:off x="10746250" y="7936992"/>
                <a:ext cx="18770" cy="18928"/>
              </a:xfrm>
              <a:prstGeom prst="rect">
                <a:avLst/>
              </a:prstGeom>
              <a:solidFill>
                <a:srgbClr val="969696"/>
              </a:solidFill>
              <a:ln>
                <a:noFill/>
              </a:ln>
              <a:effectLst/>
            </p:spPr>
            <p:txBody>
              <a:bodyPr rtlCol="0" anchor="ctr"/>
              <a:lstStyle/>
              <a:p>
                <a:pPr algn="ctr"/>
              </a:p>
            </p:txBody>
          </p:sp>
          <p:sp>
            <p:nvSpPr>
              <p:cNvPr id="2530" name="Noise cell"/>
              <p:cNvSpPr/>
              <p:nvPr/>
            </p:nvSpPr>
            <p:spPr>
              <a:xfrm>
                <a:off x="10764380" y="7936992"/>
                <a:ext cx="18770" cy="18928"/>
              </a:xfrm>
              <a:prstGeom prst="rect">
                <a:avLst/>
              </a:prstGeom>
              <a:solidFill>
                <a:srgbClr val="666666"/>
              </a:solidFill>
              <a:ln>
                <a:noFill/>
              </a:ln>
              <a:effectLst/>
            </p:spPr>
            <p:txBody>
              <a:bodyPr rtlCol="0" anchor="ctr"/>
              <a:lstStyle/>
              <a:p>
                <a:pPr algn="ctr"/>
              </a:p>
            </p:txBody>
          </p:sp>
          <p:sp>
            <p:nvSpPr>
              <p:cNvPr id="2531" name="Noise cell"/>
              <p:cNvSpPr/>
              <p:nvPr/>
            </p:nvSpPr>
            <p:spPr>
              <a:xfrm>
                <a:off x="10782510" y="7936992"/>
                <a:ext cx="18770" cy="18928"/>
              </a:xfrm>
              <a:prstGeom prst="rect">
                <a:avLst/>
              </a:prstGeom>
              <a:solidFill>
                <a:srgbClr val="828282"/>
              </a:solidFill>
              <a:ln>
                <a:noFill/>
              </a:ln>
              <a:effectLst/>
            </p:spPr>
            <p:txBody>
              <a:bodyPr rtlCol="0" anchor="ctr"/>
              <a:lstStyle/>
              <a:p>
                <a:pPr algn="ctr"/>
              </a:p>
            </p:txBody>
          </p:sp>
          <p:sp>
            <p:nvSpPr>
              <p:cNvPr id="2532" name="Noise cell"/>
              <p:cNvSpPr/>
              <p:nvPr/>
            </p:nvSpPr>
            <p:spPr>
              <a:xfrm>
                <a:off x="10800641" y="7936992"/>
                <a:ext cx="18770" cy="18928"/>
              </a:xfrm>
              <a:prstGeom prst="rect">
                <a:avLst/>
              </a:prstGeom>
              <a:solidFill>
                <a:srgbClr val="7C7C7C"/>
              </a:solidFill>
              <a:ln>
                <a:noFill/>
              </a:ln>
              <a:effectLst/>
            </p:spPr>
            <p:txBody>
              <a:bodyPr rtlCol="0" anchor="ctr"/>
              <a:lstStyle/>
              <a:p>
                <a:pPr algn="ctr"/>
              </a:p>
            </p:txBody>
          </p:sp>
          <p:sp>
            <p:nvSpPr>
              <p:cNvPr id="2533" name="Noise cell"/>
              <p:cNvSpPr/>
              <p:nvPr/>
            </p:nvSpPr>
            <p:spPr>
              <a:xfrm>
                <a:off x="10818771" y="7936992"/>
                <a:ext cx="18770" cy="18928"/>
              </a:xfrm>
              <a:prstGeom prst="rect">
                <a:avLst/>
              </a:prstGeom>
              <a:solidFill>
                <a:srgbClr val="8A8A8A"/>
              </a:solidFill>
              <a:ln>
                <a:noFill/>
              </a:ln>
              <a:effectLst/>
            </p:spPr>
            <p:txBody>
              <a:bodyPr rtlCol="0" anchor="ctr"/>
              <a:lstStyle/>
              <a:p>
                <a:pPr algn="ctr"/>
              </a:p>
            </p:txBody>
          </p:sp>
          <p:sp>
            <p:nvSpPr>
              <p:cNvPr id="2534" name="Noise cell"/>
              <p:cNvSpPr/>
              <p:nvPr/>
            </p:nvSpPr>
            <p:spPr>
              <a:xfrm>
                <a:off x="10836901" y="7936992"/>
                <a:ext cx="18770" cy="18928"/>
              </a:xfrm>
              <a:prstGeom prst="rect">
                <a:avLst/>
              </a:prstGeom>
              <a:solidFill>
                <a:srgbClr val="909090"/>
              </a:solidFill>
              <a:ln>
                <a:noFill/>
              </a:ln>
              <a:effectLst/>
            </p:spPr>
            <p:txBody>
              <a:bodyPr rtlCol="0" anchor="ctr"/>
              <a:lstStyle/>
              <a:p>
                <a:pPr algn="ctr"/>
              </a:p>
            </p:txBody>
          </p:sp>
          <p:sp>
            <p:nvSpPr>
              <p:cNvPr id="2535" name="Noise cell"/>
              <p:cNvSpPr/>
              <p:nvPr/>
            </p:nvSpPr>
            <p:spPr>
              <a:xfrm>
                <a:off x="10855032" y="7936992"/>
                <a:ext cx="18770" cy="18928"/>
              </a:xfrm>
              <a:prstGeom prst="rect">
                <a:avLst/>
              </a:prstGeom>
              <a:solidFill>
                <a:srgbClr val="999999"/>
              </a:solidFill>
              <a:ln>
                <a:noFill/>
              </a:ln>
              <a:effectLst/>
            </p:spPr>
            <p:txBody>
              <a:bodyPr rtlCol="0" anchor="ctr"/>
              <a:lstStyle/>
              <a:p>
                <a:pPr algn="ctr"/>
              </a:p>
            </p:txBody>
          </p:sp>
          <p:sp>
            <p:nvSpPr>
              <p:cNvPr id="2536" name="Noise cell"/>
              <p:cNvSpPr/>
              <p:nvPr/>
            </p:nvSpPr>
            <p:spPr>
              <a:xfrm>
                <a:off x="10873162" y="7936992"/>
                <a:ext cx="18770" cy="18928"/>
              </a:xfrm>
              <a:prstGeom prst="rect">
                <a:avLst/>
              </a:prstGeom>
              <a:solidFill>
                <a:srgbClr val="9A9A9A"/>
              </a:solidFill>
              <a:ln>
                <a:noFill/>
              </a:ln>
              <a:effectLst/>
            </p:spPr>
            <p:txBody>
              <a:bodyPr rtlCol="0" anchor="ctr"/>
              <a:lstStyle/>
              <a:p>
                <a:pPr algn="ctr"/>
              </a:p>
            </p:txBody>
          </p:sp>
          <p:sp>
            <p:nvSpPr>
              <p:cNvPr id="2537" name="Noise cell"/>
              <p:cNvSpPr/>
              <p:nvPr/>
            </p:nvSpPr>
            <p:spPr>
              <a:xfrm>
                <a:off x="10891292" y="7936992"/>
                <a:ext cx="18770" cy="18928"/>
              </a:xfrm>
              <a:prstGeom prst="rect">
                <a:avLst/>
              </a:prstGeom>
              <a:solidFill>
                <a:srgbClr val="7D7D7D"/>
              </a:solidFill>
              <a:ln>
                <a:noFill/>
              </a:ln>
              <a:effectLst/>
            </p:spPr>
            <p:txBody>
              <a:bodyPr rtlCol="0" anchor="ctr"/>
              <a:lstStyle/>
              <a:p>
                <a:pPr algn="ctr"/>
              </a:p>
            </p:txBody>
          </p:sp>
          <p:sp>
            <p:nvSpPr>
              <p:cNvPr id="2538" name="Noise cell"/>
              <p:cNvSpPr/>
              <p:nvPr/>
            </p:nvSpPr>
            <p:spPr>
              <a:xfrm>
                <a:off x="10909423" y="7936992"/>
                <a:ext cx="18770" cy="18928"/>
              </a:xfrm>
              <a:prstGeom prst="rect">
                <a:avLst/>
              </a:prstGeom>
              <a:solidFill>
                <a:srgbClr val="8E8E8E"/>
              </a:solidFill>
              <a:ln>
                <a:noFill/>
              </a:ln>
              <a:effectLst/>
            </p:spPr>
            <p:txBody>
              <a:bodyPr rtlCol="0" anchor="ctr"/>
              <a:lstStyle/>
              <a:p>
                <a:pPr algn="ctr"/>
              </a:p>
            </p:txBody>
          </p:sp>
          <p:sp>
            <p:nvSpPr>
              <p:cNvPr id="2539" name="Noise cell"/>
              <p:cNvSpPr/>
              <p:nvPr/>
            </p:nvSpPr>
            <p:spPr>
              <a:xfrm>
                <a:off x="10927553" y="7936992"/>
                <a:ext cx="18770" cy="18928"/>
              </a:xfrm>
              <a:prstGeom prst="rect">
                <a:avLst/>
              </a:prstGeom>
              <a:solidFill>
                <a:srgbClr val="828282"/>
              </a:solidFill>
              <a:ln>
                <a:noFill/>
              </a:ln>
              <a:effectLst/>
            </p:spPr>
            <p:txBody>
              <a:bodyPr rtlCol="0" anchor="ctr"/>
              <a:lstStyle/>
              <a:p>
                <a:pPr algn="ctr"/>
              </a:p>
            </p:txBody>
          </p:sp>
          <p:sp>
            <p:nvSpPr>
              <p:cNvPr id="2540" name="Noise cell"/>
              <p:cNvSpPr/>
              <p:nvPr/>
            </p:nvSpPr>
            <p:spPr>
              <a:xfrm>
                <a:off x="10945683" y="7936992"/>
                <a:ext cx="18770" cy="18928"/>
              </a:xfrm>
              <a:prstGeom prst="rect">
                <a:avLst/>
              </a:prstGeom>
              <a:solidFill>
                <a:srgbClr val="696969"/>
              </a:solidFill>
              <a:ln>
                <a:noFill/>
              </a:ln>
              <a:effectLst/>
            </p:spPr>
            <p:txBody>
              <a:bodyPr rtlCol="0" anchor="ctr"/>
              <a:lstStyle/>
              <a:p>
                <a:pPr algn="ctr"/>
              </a:p>
            </p:txBody>
          </p:sp>
          <p:sp>
            <p:nvSpPr>
              <p:cNvPr id="2541" name="Noise cell"/>
              <p:cNvSpPr/>
              <p:nvPr/>
            </p:nvSpPr>
            <p:spPr>
              <a:xfrm>
                <a:off x="10963814" y="7936992"/>
                <a:ext cx="18770" cy="18928"/>
              </a:xfrm>
              <a:prstGeom prst="rect">
                <a:avLst/>
              </a:prstGeom>
              <a:solidFill>
                <a:srgbClr val="8F8F8F"/>
              </a:solidFill>
              <a:ln>
                <a:noFill/>
              </a:ln>
              <a:effectLst/>
            </p:spPr>
            <p:txBody>
              <a:bodyPr rtlCol="0" anchor="ctr"/>
              <a:lstStyle/>
              <a:p>
                <a:pPr algn="ctr"/>
              </a:p>
            </p:txBody>
          </p:sp>
          <p:sp>
            <p:nvSpPr>
              <p:cNvPr id="2542" name="Noise cell"/>
              <p:cNvSpPr/>
              <p:nvPr/>
            </p:nvSpPr>
            <p:spPr>
              <a:xfrm>
                <a:off x="9930384" y="7955280"/>
                <a:ext cx="18770" cy="18928"/>
              </a:xfrm>
              <a:prstGeom prst="rect">
                <a:avLst/>
              </a:prstGeom>
              <a:solidFill>
                <a:srgbClr val="898989"/>
              </a:solidFill>
              <a:ln>
                <a:noFill/>
              </a:ln>
              <a:effectLst/>
            </p:spPr>
            <p:txBody>
              <a:bodyPr rtlCol="0" anchor="ctr"/>
              <a:lstStyle/>
              <a:p>
                <a:pPr algn="ctr"/>
              </a:p>
            </p:txBody>
          </p:sp>
          <p:sp>
            <p:nvSpPr>
              <p:cNvPr id="2543" name="Noise cell"/>
              <p:cNvSpPr/>
              <p:nvPr/>
            </p:nvSpPr>
            <p:spPr>
              <a:xfrm>
                <a:off x="9948514" y="7955280"/>
                <a:ext cx="18770" cy="18928"/>
              </a:xfrm>
              <a:prstGeom prst="rect">
                <a:avLst/>
              </a:prstGeom>
              <a:solidFill>
                <a:srgbClr val="898989"/>
              </a:solidFill>
              <a:ln>
                <a:noFill/>
              </a:ln>
              <a:effectLst/>
            </p:spPr>
            <p:txBody>
              <a:bodyPr rtlCol="0" anchor="ctr"/>
              <a:lstStyle/>
              <a:p>
                <a:pPr algn="ctr"/>
              </a:p>
            </p:txBody>
          </p:sp>
          <p:sp>
            <p:nvSpPr>
              <p:cNvPr id="2544" name="Noise cell"/>
              <p:cNvSpPr/>
              <p:nvPr/>
            </p:nvSpPr>
            <p:spPr>
              <a:xfrm>
                <a:off x="9966645" y="7955280"/>
                <a:ext cx="18770" cy="18928"/>
              </a:xfrm>
              <a:prstGeom prst="rect">
                <a:avLst/>
              </a:prstGeom>
              <a:solidFill>
                <a:srgbClr val="919191"/>
              </a:solidFill>
              <a:ln>
                <a:noFill/>
              </a:ln>
              <a:effectLst/>
            </p:spPr>
            <p:txBody>
              <a:bodyPr rtlCol="0" anchor="ctr"/>
              <a:lstStyle/>
              <a:p>
                <a:pPr algn="ctr"/>
              </a:p>
            </p:txBody>
          </p:sp>
          <p:sp>
            <p:nvSpPr>
              <p:cNvPr id="2545" name="Noise cell"/>
              <p:cNvSpPr/>
              <p:nvPr/>
            </p:nvSpPr>
            <p:spPr>
              <a:xfrm>
                <a:off x="9984775" y="7955280"/>
                <a:ext cx="18770" cy="18928"/>
              </a:xfrm>
              <a:prstGeom prst="rect">
                <a:avLst/>
              </a:prstGeom>
              <a:solidFill>
                <a:srgbClr val="9A9A9A"/>
              </a:solidFill>
              <a:ln>
                <a:noFill/>
              </a:ln>
              <a:effectLst/>
            </p:spPr>
            <p:txBody>
              <a:bodyPr rtlCol="0" anchor="ctr"/>
              <a:lstStyle/>
              <a:p>
                <a:pPr algn="ctr"/>
              </a:p>
            </p:txBody>
          </p:sp>
          <p:sp>
            <p:nvSpPr>
              <p:cNvPr id="2546" name="Noise cell"/>
              <p:cNvSpPr/>
              <p:nvPr/>
            </p:nvSpPr>
            <p:spPr>
              <a:xfrm>
                <a:off x="10002905" y="7955280"/>
                <a:ext cx="18770" cy="18928"/>
              </a:xfrm>
              <a:prstGeom prst="rect">
                <a:avLst/>
              </a:prstGeom>
              <a:solidFill>
                <a:srgbClr val="818181"/>
              </a:solidFill>
              <a:ln>
                <a:noFill/>
              </a:ln>
              <a:effectLst/>
            </p:spPr>
            <p:txBody>
              <a:bodyPr rtlCol="0" anchor="ctr"/>
              <a:lstStyle/>
              <a:p>
                <a:pPr algn="ctr"/>
              </a:p>
            </p:txBody>
          </p:sp>
          <p:sp>
            <p:nvSpPr>
              <p:cNvPr id="2547" name="Noise cell"/>
              <p:cNvSpPr/>
              <p:nvPr/>
            </p:nvSpPr>
            <p:spPr>
              <a:xfrm>
                <a:off x="10021036" y="7955280"/>
                <a:ext cx="18770" cy="18928"/>
              </a:xfrm>
              <a:prstGeom prst="rect">
                <a:avLst/>
              </a:prstGeom>
              <a:solidFill>
                <a:srgbClr val="646464"/>
              </a:solidFill>
              <a:ln>
                <a:noFill/>
              </a:ln>
              <a:effectLst/>
            </p:spPr>
            <p:txBody>
              <a:bodyPr rtlCol="0" anchor="ctr"/>
              <a:lstStyle/>
              <a:p>
                <a:pPr algn="ctr"/>
              </a:p>
            </p:txBody>
          </p:sp>
          <p:sp>
            <p:nvSpPr>
              <p:cNvPr id="2548" name="Noise cell"/>
              <p:cNvSpPr/>
              <p:nvPr/>
            </p:nvSpPr>
            <p:spPr>
              <a:xfrm>
                <a:off x="10039166" y="7955280"/>
                <a:ext cx="18770" cy="18928"/>
              </a:xfrm>
              <a:prstGeom prst="rect">
                <a:avLst/>
              </a:prstGeom>
              <a:solidFill>
                <a:srgbClr val="969696"/>
              </a:solidFill>
              <a:ln>
                <a:noFill/>
              </a:ln>
              <a:effectLst/>
            </p:spPr>
            <p:txBody>
              <a:bodyPr rtlCol="0" anchor="ctr"/>
              <a:lstStyle/>
              <a:p>
                <a:pPr algn="ctr"/>
              </a:p>
            </p:txBody>
          </p:sp>
          <p:sp>
            <p:nvSpPr>
              <p:cNvPr id="2549" name="Noise cell"/>
              <p:cNvSpPr/>
              <p:nvPr/>
            </p:nvSpPr>
            <p:spPr>
              <a:xfrm>
                <a:off x="10057296" y="7955280"/>
                <a:ext cx="18770" cy="18928"/>
              </a:xfrm>
              <a:prstGeom prst="rect">
                <a:avLst/>
              </a:prstGeom>
              <a:solidFill>
                <a:srgbClr val="6E6E6E"/>
              </a:solidFill>
              <a:ln>
                <a:noFill/>
              </a:ln>
              <a:effectLst/>
            </p:spPr>
            <p:txBody>
              <a:bodyPr rtlCol="0" anchor="ctr"/>
              <a:lstStyle/>
              <a:p>
                <a:pPr algn="ctr"/>
              </a:p>
            </p:txBody>
          </p:sp>
          <p:sp>
            <p:nvSpPr>
              <p:cNvPr id="2550" name="Noise cell"/>
              <p:cNvSpPr/>
              <p:nvPr/>
            </p:nvSpPr>
            <p:spPr>
              <a:xfrm>
                <a:off x="10075427" y="7955280"/>
                <a:ext cx="18770" cy="18928"/>
              </a:xfrm>
              <a:prstGeom prst="rect">
                <a:avLst/>
              </a:prstGeom>
              <a:solidFill>
                <a:srgbClr val="6C6C6C"/>
              </a:solidFill>
              <a:ln>
                <a:noFill/>
              </a:ln>
              <a:effectLst/>
            </p:spPr>
            <p:txBody>
              <a:bodyPr rtlCol="0" anchor="ctr"/>
              <a:lstStyle/>
              <a:p>
                <a:pPr algn="ctr"/>
              </a:p>
            </p:txBody>
          </p:sp>
          <p:sp>
            <p:nvSpPr>
              <p:cNvPr id="2551" name="Noise cell"/>
              <p:cNvSpPr/>
              <p:nvPr/>
            </p:nvSpPr>
            <p:spPr>
              <a:xfrm>
                <a:off x="10093557" y="7955280"/>
                <a:ext cx="18770" cy="18928"/>
              </a:xfrm>
              <a:prstGeom prst="rect">
                <a:avLst/>
              </a:prstGeom>
              <a:solidFill>
                <a:srgbClr val="7D7D7D"/>
              </a:solidFill>
              <a:ln>
                <a:noFill/>
              </a:ln>
              <a:effectLst/>
            </p:spPr>
            <p:txBody>
              <a:bodyPr rtlCol="0" anchor="ctr"/>
              <a:lstStyle/>
              <a:p>
                <a:pPr algn="ctr"/>
              </a:p>
            </p:txBody>
          </p:sp>
          <p:sp>
            <p:nvSpPr>
              <p:cNvPr id="2552" name="Noise cell"/>
              <p:cNvSpPr/>
              <p:nvPr/>
            </p:nvSpPr>
            <p:spPr>
              <a:xfrm>
                <a:off x="10111687" y="7955280"/>
                <a:ext cx="18770" cy="18928"/>
              </a:xfrm>
              <a:prstGeom prst="rect">
                <a:avLst/>
              </a:prstGeom>
              <a:solidFill>
                <a:srgbClr val="A2A2A2"/>
              </a:solidFill>
              <a:ln>
                <a:noFill/>
              </a:ln>
              <a:effectLst/>
            </p:spPr>
            <p:txBody>
              <a:bodyPr rtlCol="0" anchor="ctr"/>
              <a:lstStyle/>
              <a:p>
                <a:pPr algn="ctr"/>
              </a:p>
            </p:txBody>
          </p:sp>
          <p:sp>
            <p:nvSpPr>
              <p:cNvPr id="2553" name="Noise cell"/>
              <p:cNvSpPr/>
              <p:nvPr/>
            </p:nvSpPr>
            <p:spPr>
              <a:xfrm>
                <a:off x="10129818" y="7955280"/>
                <a:ext cx="18770" cy="18928"/>
              </a:xfrm>
              <a:prstGeom prst="rect">
                <a:avLst/>
              </a:prstGeom>
              <a:solidFill>
                <a:srgbClr val="838383"/>
              </a:solidFill>
              <a:ln>
                <a:noFill/>
              </a:ln>
              <a:effectLst/>
            </p:spPr>
            <p:txBody>
              <a:bodyPr rtlCol="0" anchor="ctr"/>
              <a:lstStyle/>
              <a:p>
                <a:pPr algn="ctr"/>
              </a:p>
            </p:txBody>
          </p:sp>
          <p:sp>
            <p:nvSpPr>
              <p:cNvPr id="2554" name="Noise cell"/>
              <p:cNvSpPr/>
              <p:nvPr/>
            </p:nvSpPr>
            <p:spPr>
              <a:xfrm>
                <a:off x="10147948" y="7955280"/>
                <a:ext cx="18770" cy="18928"/>
              </a:xfrm>
              <a:prstGeom prst="rect">
                <a:avLst/>
              </a:prstGeom>
              <a:solidFill>
                <a:srgbClr val="797979"/>
              </a:solidFill>
              <a:ln>
                <a:noFill/>
              </a:ln>
              <a:effectLst/>
            </p:spPr>
            <p:txBody>
              <a:bodyPr rtlCol="0" anchor="ctr"/>
              <a:lstStyle/>
              <a:p>
                <a:pPr algn="ctr"/>
              </a:p>
            </p:txBody>
          </p:sp>
          <p:sp>
            <p:nvSpPr>
              <p:cNvPr id="2555" name="Noise cell"/>
              <p:cNvSpPr/>
              <p:nvPr/>
            </p:nvSpPr>
            <p:spPr>
              <a:xfrm>
                <a:off x="10166078" y="7955280"/>
                <a:ext cx="18770" cy="18928"/>
              </a:xfrm>
              <a:prstGeom prst="rect">
                <a:avLst/>
              </a:prstGeom>
              <a:solidFill>
                <a:srgbClr val="7F7F7F"/>
              </a:solidFill>
              <a:ln>
                <a:noFill/>
              </a:ln>
              <a:effectLst/>
            </p:spPr>
            <p:txBody>
              <a:bodyPr rtlCol="0" anchor="ctr"/>
              <a:lstStyle/>
              <a:p>
                <a:pPr algn="ctr"/>
              </a:p>
            </p:txBody>
          </p:sp>
          <p:sp>
            <p:nvSpPr>
              <p:cNvPr id="2556" name="Noise cell"/>
              <p:cNvSpPr/>
              <p:nvPr/>
            </p:nvSpPr>
            <p:spPr>
              <a:xfrm>
                <a:off x="10184209" y="7955280"/>
                <a:ext cx="18770" cy="18928"/>
              </a:xfrm>
              <a:prstGeom prst="rect">
                <a:avLst/>
              </a:prstGeom>
              <a:solidFill>
                <a:srgbClr val="8E8E8E"/>
              </a:solidFill>
              <a:ln>
                <a:noFill/>
              </a:ln>
              <a:effectLst/>
            </p:spPr>
            <p:txBody>
              <a:bodyPr rtlCol="0" anchor="ctr"/>
              <a:lstStyle/>
              <a:p>
                <a:pPr algn="ctr"/>
              </a:p>
            </p:txBody>
          </p:sp>
          <p:sp>
            <p:nvSpPr>
              <p:cNvPr id="2557" name="Noise cell"/>
              <p:cNvSpPr/>
              <p:nvPr/>
            </p:nvSpPr>
            <p:spPr>
              <a:xfrm>
                <a:off x="10202339" y="7955280"/>
                <a:ext cx="18770" cy="18928"/>
              </a:xfrm>
              <a:prstGeom prst="rect">
                <a:avLst/>
              </a:prstGeom>
              <a:solidFill>
                <a:srgbClr val="666666"/>
              </a:solidFill>
              <a:ln>
                <a:noFill/>
              </a:ln>
              <a:effectLst/>
            </p:spPr>
            <p:txBody>
              <a:bodyPr rtlCol="0" anchor="ctr"/>
              <a:lstStyle/>
              <a:p>
                <a:pPr algn="ctr"/>
              </a:p>
            </p:txBody>
          </p:sp>
          <p:sp>
            <p:nvSpPr>
              <p:cNvPr id="2558" name="Noise cell"/>
              <p:cNvSpPr/>
              <p:nvPr/>
            </p:nvSpPr>
            <p:spPr>
              <a:xfrm>
                <a:off x="10220470" y="7955280"/>
                <a:ext cx="18770" cy="18928"/>
              </a:xfrm>
              <a:prstGeom prst="rect">
                <a:avLst/>
              </a:prstGeom>
              <a:solidFill>
                <a:srgbClr val="838383"/>
              </a:solidFill>
              <a:ln>
                <a:noFill/>
              </a:ln>
              <a:effectLst/>
            </p:spPr>
            <p:txBody>
              <a:bodyPr rtlCol="0" anchor="ctr"/>
              <a:lstStyle/>
              <a:p>
                <a:pPr algn="ctr"/>
              </a:p>
            </p:txBody>
          </p:sp>
          <p:sp>
            <p:nvSpPr>
              <p:cNvPr id="2559" name="Noise cell"/>
              <p:cNvSpPr/>
              <p:nvPr/>
            </p:nvSpPr>
            <p:spPr>
              <a:xfrm>
                <a:off x="10238600" y="7955280"/>
                <a:ext cx="18770" cy="18928"/>
              </a:xfrm>
              <a:prstGeom prst="rect">
                <a:avLst/>
              </a:prstGeom>
              <a:solidFill>
                <a:srgbClr val="787878"/>
              </a:solidFill>
              <a:ln>
                <a:noFill/>
              </a:ln>
              <a:effectLst/>
            </p:spPr>
            <p:txBody>
              <a:bodyPr rtlCol="0" anchor="ctr"/>
              <a:lstStyle/>
              <a:p>
                <a:pPr algn="ctr"/>
              </a:p>
            </p:txBody>
          </p:sp>
          <p:sp>
            <p:nvSpPr>
              <p:cNvPr id="2560" name="Noise cell"/>
              <p:cNvSpPr/>
              <p:nvPr/>
            </p:nvSpPr>
            <p:spPr>
              <a:xfrm>
                <a:off x="10256730" y="7955280"/>
                <a:ext cx="18770" cy="18928"/>
              </a:xfrm>
              <a:prstGeom prst="rect">
                <a:avLst/>
              </a:prstGeom>
              <a:solidFill>
                <a:srgbClr val="838383"/>
              </a:solidFill>
              <a:ln>
                <a:noFill/>
              </a:ln>
              <a:effectLst/>
            </p:spPr>
            <p:txBody>
              <a:bodyPr rtlCol="0" anchor="ctr"/>
              <a:lstStyle/>
              <a:p>
                <a:pPr algn="ctr"/>
              </a:p>
            </p:txBody>
          </p:sp>
          <p:sp>
            <p:nvSpPr>
              <p:cNvPr id="2561" name="Noise cell"/>
              <p:cNvSpPr/>
              <p:nvPr/>
            </p:nvSpPr>
            <p:spPr>
              <a:xfrm>
                <a:off x="10274861" y="7955280"/>
                <a:ext cx="18770" cy="18928"/>
              </a:xfrm>
              <a:prstGeom prst="rect">
                <a:avLst/>
              </a:prstGeom>
              <a:solidFill>
                <a:srgbClr val="828282"/>
              </a:solidFill>
              <a:ln>
                <a:noFill/>
              </a:ln>
              <a:effectLst/>
            </p:spPr>
            <p:txBody>
              <a:bodyPr rtlCol="0" anchor="ctr"/>
              <a:lstStyle/>
              <a:p>
                <a:pPr algn="ctr"/>
              </a:p>
            </p:txBody>
          </p:sp>
          <p:sp>
            <p:nvSpPr>
              <p:cNvPr id="2562" name="Noise cell"/>
              <p:cNvSpPr/>
              <p:nvPr/>
            </p:nvSpPr>
            <p:spPr>
              <a:xfrm>
                <a:off x="10292991" y="7955280"/>
                <a:ext cx="18770" cy="18928"/>
              </a:xfrm>
              <a:prstGeom prst="rect">
                <a:avLst/>
              </a:prstGeom>
              <a:solidFill>
                <a:srgbClr val="898989"/>
              </a:solidFill>
              <a:ln>
                <a:noFill/>
              </a:ln>
              <a:effectLst/>
            </p:spPr>
            <p:txBody>
              <a:bodyPr rtlCol="0" anchor="ctr"/>
              <a:lstStyle/>
              <a:p>
                <a:pPr algn="ctr"/>
              </a:p>
            </p:txBody>
          </p:sp>
          <p:sp>
            <p:nvSpPr>
              <p:cNvPr id="2563" name="Noise cell"/>
              <p:cNvSpPr/>
              <p:nvPr/>
            </p:nvSpPr>
            <p:spPr>
              <a:xfrm>
                <a:off x="10311121" y="7955280"/>
                <a:ext cx="18770" cy="18928"/>
              </a:xfrm>
              <a:prstGeom prst="rect">
                <a:avLst/>
              </a:prstGeom>
              <a:solidFill>
                <a:srgbClr val="969696"/>
              </a:solidFill>
              <a:ln>
                <a:noFill/>
              </a:ln>
              <a:effectLst/>
            </p:spPr>
            <p:txBody>
              <a:bodyPr rtlCol="0" anchor="ctr"/>
              <a:lstStyle/>
              <a:p>
                <a:pPr algn="ctr"/>
              </a:p>
            </p:txBody>
          </p:sp>
          <p:sp>
            <p:nvSpPr>
              <p:cNvPr id="2564" name="Noise cell"/>
              <p:cNvSpPr/>
              <p:nvPr/>
            </p:nvSpPr>
            <p:spPr>
              <a:xfrm>
                <a:off x="10329252" y="7955280"/>
                <a:ext cx="18770" cy="18928"/>
              </a:xfrm>
              <a:prstGeom prst="rect">
                <a:avLst/>
              </a:prstGeom>
              <a:solidFill>
                <a:srgbClr val="838383"/>
              </a:solidFill>
              <a:ln>
                <a:noFill/>
              </a:ln>
              <a:effectLst/>
            </p:spPr>
            <p:txBody>
              <a:bodyPr rtlCol="0" anchor="ctr"/>
              <a:lstStyle/>
              <a:p>
                <a:pPr algn="ctr"/>
              </a:p>
            </p:txBody>
          </p:sp>
          <p:sp>
            <p:nvSpPr>
              <p:cNvPr id="2565" name="Noise cell"/>
              <p:cNvSpPr/>
              <p:nvPr/>
            </p:nvSpPr>
            <p:spPr>
              <a:xfrm>
                <a:off x="10347382" y="7955280"/>
                <a:ext cx="18770" cy="18928"/>
              </a:xfrm>
              <a:prstGeom prst="rect">
                <a:avLst/>
              </a:prstGeom>
              <a:solidFill>
                <a:srgbClr val="8D8D8D"/>
              </a:solidFill>
              <a:ln>
                <a:noFill/>
              </a:ln>
              <a:effectLst/>
            </p:spPr>
            <p:txBody>
              <a:bodyPr rtlCol="0" anchor="ctr"/>
              <a:lstStyle/>
              <a:p>
                <a:pPr algn="ctr"/>
              </a:p>
            </p:txBody>
          </p:sp>
          <p:sp>
            <p:nvSpPr>
              <p:cNvPr id="2566" name="Noise cell"/>
              <p:cNvSpPr/>
              <p:nvPr/>
            </p:nvSpPr>
            <p:spPr>
              <a:xfrm>
                <a:off x="10365512" y="7955280"/>
                <a:ext cx="18770" cy="18928"/>
              </a:xfrm>
              <a:prstGeom prst="rect">
                <a:avLst/>
              </a:prstGeom>
              <a:solidFill>
                <a:srgbClr val="6E6E6E"/>
              </a:solidFill>
              <a:ln>
                <a:noFill/>
              </a:ln>
              <a:effectLst/>
            </p:spPr>
            <p:txBody>
              <a:bodyPr rtlCol="0" anchor="ctr"/>
              <a:lstStyle/>
              <a:p>
                <a:pPr algn="ctr"/>
              </a:p>
            </p:txBody>
          </p:sp>
          <p:sp>
            <p:nvSpPr>
              <p:cNvPr id="2567" name="Noise cell"/>
              <p:cNvSpPr/>
              <p:nvPr/>
            </p:nvSpPr>
            <p:spPr>
              <a:xfrm>
                <a:off x="10383643" y="7955280"/>
                <a:ext cx="18770" cy="18928"/>
              </a:xfrm>
              <a:prstGeom prst="rect">
                <a:avLst/>
              </a:prstGeom>
              <a:solidFill>
                <a:srgbClr val="898989"/>
              </a:solidFill>
              <a:ln>
                <a:noFill/>
              </a:ln>
              <a:effectLst/>
            </p:spPr>
            <p:txBody>
              <a:bodyPr rtlCol="0" anchor="ctr"/>
              <a:lstStyle/>
              <a:p>
                <a:pPr algn="ctr"/>
              </a:p>
            </p:txBody>
          </p:sp>
          <p:sp>
            <p:nvSpPr>
              <p:cNvPr id="2568" name="Noise cell"/>
              <p:cNvSpPr/>
              <p:nvPr/>
            </p:nvSpPr>
            <p:spPr>
              <a:xfrm>
                <a:off x="10401773" y="7955280"/>
                <a:ext cx="18770" cy="18928"/>
              </a:xfrm>
              <a:prstGeom prst="rect">
                <a:avLst/>
              </a:prstGeom>
              <a:solidFill>
                <a:srgbClr val="939393"/>
              </a:solidFill>
              <a:ln>
                <a:noFill/>
              </a:ln>
              <a:effectLst/>
            </p:spPr>
            <p:txBody>
              <a:bodyPr rtlCol="0" anchor="ctr"/>
              <a:lstStyle/>
              <a:p>
                <a:pPr algn="ctr"/>
              </a:p>
            </p:txBody>
          </p:sp>
          <p:sp>
            <p:nvSpPr>
              <p:cNvPr id="2569" name="Noise cell"/>
              <p:cNvSpPr/>
              <p:nvPr/>
            </p:nvSpPr>
            <p:spPr>
              <a:xfrm>
                <a:off x="10419903" y="7955280"/>
                <a:ext cx="18770" cy="18928"/>
              </a:xfrm>
              <a:prstGeom prst="rect">
                <a:avLst/>
              </a:prstGeom>
              <a:solidFill>
                <a:srgbClr val="919191"/>
              </a:solidFill>
              <a:ln>
                <a:noFill/>
              </a:ln>
              <a:effectLst/>
            </p:spPr>
            <p:txBody>
              <a:bodyPr rtlCol="0" anchor="ctr"/>
              <a:lstStyle/>
              <a:p>
                <a:pPr algn="ctr"/>
              </a:p>
            </p:txBody>
          </p:sp>
          <p:sp>
            <p:nvSpPr>
              <p:cNvPr id="2570" name="Noise cell"/>
              <p:cNvSpPr/>
              <p:nvPr/>
            </p:nvSpPr>
            <p:spPr>
              <a:xfrm>
                <a:off x="10438034" y="7955280"/>
                <a:ext cx="18770" cy="18928"/>
              </a:xfrm>
              <a:prstGeom prst="rect">
                <a:avLst/>
              </a:prstGeom>
              <a:solidFill>
                <a:srgbClr val="848484"/>
              </a:solidFill>
              <a:ln>
                <a:noFill/>
              </a:ln>
              <a:effectLst/>
            </p:spPr>
            <p:txBody>
              <a:bodyPr rtlCol="0" anchor="ctr"/>
              <a:lstStyle/>
              <a:p>
                <a:pPr algn="ctr"/>
              </a:p>
            </p:txBody>
          </p:sp>
          <p:sp>
            <p:nvSpPr>
              <p:cNvPr id="2571" name="Noise cell"/>
              <p:cNvSpPr/>
              <p:nvPr/>
            </p:nvSpPr>
            <p:spPr>
              <a:xfrm>
                <a:off x="10456164" y="7955280"/>
                <a:ext cx="18770" cy="18928"/>
              </a:xfrm>
              <a:prstGeom prst="rect">
                <a:avLst/>
              </a:prstGeom>
              <a:solidFill>
                <a:srgbClr val="6D6D6D"/>
              </a:solidFill>
              <a:ln>
                <a:noFill/>
              </a:ln>
              <a:effectLst/>
            </p:spPr>
            <p:txBody>
              <a:bodyPr rtlCol="0" anchor="ctr"/>
              <a:lstStyle/>
              <a:p>
                <a:pPr algn="ctr"/>
              </a:p>
            </p:txBody>
          </p:sp>
          <p:sp>
            <p:nvSpPr>
              <p:cNvPr id="2572" name="Noise cell"/>
              <p:cNvSpPr/>
              <p:nvPr/>
            </p:nvSpPr>
            <p:spPr>
              <a:xfrm>
                <a:off x="10474294" y="7955280"/>
                <a:ext cx="18770" cy="18928"/>
              </a:xfrm>
              <a:prstGeom prst="rect">
                <a:avLst/>
              </a:prstGeom>
              <a:solidFill>
                <a:srgbClr val="878787"/>
              </a:solidFill>
              <a:ln>
                <a:noFill/>
              </a:ln>
              <a:effectLst/>
            </p:spPr>
            <p:txBody>
              <a:bodyPr rtlCol="0" anchor="ctr"/>
              <a:lstStyle/>
              <a:p>
                <a:pPr algn="ctr"/>
              </a:p>
            </p:txBody>
          </p:sp>
          <p:sp>
            <p:nvSpPr>
              <p:cNvPr id="2573" name="Noise cell"/>
              <p:cNvSpPr/>
              <p:nvPr/>
            </p:nvSpPr>
            <p:spPr>
              <a:xfrm>
                <a:off x="10492425" y="7955280"/>
                <a:ext cx="18770" cy="18928"/>
              </a:xfrm>
              <a:prstGeom prst="rect">
                <a:avLst/>
              </a:prstGeom>
              <a:solidFill>
                <a:srgbClr val="7F7F7F"/>
              </a:solidFill>
              <a:ln>
                <a:noFill/>
              </a:ln>
              <a:effectLst/>
            </p:spPr>
            <p:txBody>
              <a:bodyPr rtlCol="0" anchor="ctr"/>
              <a:lstStyle/>
              <a:p>
                <a:pPr algn="ctr"/>
              </a:p>
            </p:txBody>
          </p:sp>
          <p:sp>
            <p:nvSpPr>
              <p:cNvPr id="2574" name="Noise cell"/>
              <p:cNvSpPr/>
              <p:nvPr/>
            </p:nvSpPr>
            <p:spPr>
              <a:xfrm>
                <a:off x="10510555" y="7955280"/>
                <a:ext cx="18770" cy="18928"/>
              </a:xfrm>
              <a:prstGeom prst="rect">
                <a:avLst/>
              </a:prstGeom>
              <a:solidFill>
                <a:srgbClr val="8E8E8E"/>
              </a:solidFill>
              <a:ln>
                <a:noFill/>
              </a:ln>
              <a:effectLst/>
            </p:spPr>
            <p:txBody>
              <a:bodyPr rtlCol="0" anchor="ctr"/>
              <a:lstStyle/>
              <a:p>
                <a:pPr algn="ctr"/>
              </a:p>
            </p:txBody>
          </p:sp>
          <p:sp>
            <p:nvSpPr>
              <p:cNvPr id="2575" name="Noise cell"/>
              <p:cNvSpPr/>
              <p:nvPr/>
            </p:nvSpPr>
            <p:spPr>
              <a:xfrm>
                <a:off x="10528685" y="7955280"/>
                <a:ext cx="18770" cy="18928"/>
              </a:xfrm>
              <a:prstGeom prst="rect">
                <a:avLst/>
              </a:prstGeom>
              <a:solidFill>
                <a:srgbClr val="929292"/>
              </a:solidFill>
              <a:ln>
                <a:noFill/>
              </a:ln>
              <a:effectLst/>
            </p:spPr>
            <p:txBody>
              <a:bodyPr rtlCol="0" anchor="ctr"/>
              <a:lstStyle/>
              <a:p>
                <a:pPr algn="ctr"/>
              </a:p>
            </p:txBody>
          </p:sp>
          <p:sp>
            <p:nvSpPr>
              <p:cNvPr id="2576" name="Noise cell"/>
              <p:cNvSpPr/>
              <p:nvPr/>
            </p:nvSpPr>
            <p:spPr>
              <a:xfrm>
                <a:off x="10546816" y="7955280"/>
                <a:ext cx="18770" cy="18928"/>
              </a:xfrm>
              <a:prstGeom prst="rect">
                <a:avLst/>
              </a:prstGeom>
              <a:solidFill>
                <a:srgbClr val="8B8B8B"/>
              </a:solidFill>
              <a:ln>
                <a:noFill/>
              </a:ln>
              <a:effectLst/>
            </p:spPr>
            <p:txBody>
              <a:bodyPr rtlCol="0" anchor="ctr"/>
              <a:lstStyle/>
              <a:p>
                <a:pPr algn="ctr"/>
              </a:p>
            </p:txBody>
          </p:sp>
          <p:sp>
            <p:nvSpPr>
              <p:cNvPr id="2577" name="Noise cell"/>
              <p:cNvSpPr/>
              <p:nvPr/>
            </p:nvSpPr>
            <p:spPr>
              <a:xfrm>
                <a:off x="10564946" y="7955280"/>
                <a:ext cx="18770" cy="18928"/>
              </a:xfrm>
              <a:prstGeom prst="rect">
                <a:avLst/>
              </a:prstGeom>
              <a:solidFill>
                <a:srgbClr val="7B7B7B"/>
              </a:solidFill>
              <a:ln>
                <a:noFill/>
              </a:ln>
              <a:effectLst/>
            </p:spPr>
            <p:txBody>
              <a:bodyPr rtlCol="0" anchor="ctr"/>
              <a:lstStyle/>
              <a:p>
                <a:pPr algn="ctr"/>
              </a:p>
            </p:txBody>
          </p:sp>
          <p:sp>
            <p:nvSpPr>
              <p:cNvPr id="2578" name="Noise cell"/>
              <p:cNvSpPr/>
              <p:nvPr/>
            </p:nvSpPr>
            <p:spPr>
              <a:xfrm>
                <a:off x="10583076" y="7955280"/>
                <a:ext cx="18770" cy="18928"/>
              </a:xfrm>
              <a:prstGeom prst="rect">
                <a:avLst/>
              </a:prstGeom>
              <a:solidFill>
                <a:srgbClr val="8B8B8B"/>
              </a:solidFill>
              <a:ln>
                <a:noFill/>
              </a:ln>
              <a:effectLst/>
            </p:spPr>
            <p:txBody>
              <a:bodyPr rtlCol="0" anchor="ctr"/>
              <a:lstStyle/>
              <a:p>
                <a:pPr algn="ctr"/>
              </a:p>
            </p:txBody>
          </p:sp>
          <p:sp>
            <p:nvSpPr>
              <p:cNvPr id="2579" name="Noise cell"/>
              <p:cNvSpPr/>
              <p:nvPr/>
            </p:nvSpPr>
            <p:spPr>
              <a:xfrm>
                <a:off x="10601207" y="7955280"/>
                <a:ext cx="18770" cy="18928"/>
              </a:xfrm>
              <a:prstGeom prst="rect">
                <a:avLst/>
              </a:prstGeom>
              <a:solidFill>
                <a:srgbClr val="7E7E7E"/>
              </a:solidFill>
              <a:ln>
                <a:noFill/>
              </a:ln>
              <a:effectLst/>
            </p:spPr>
            <p:txBody>
              <a:bodyPr rtlCol="0" anchor="ctr"/>
              <a:lstStyle/>
              <a:p>
                <a:pPr algn="ctr"/>
              </a:p>
            </p:txBody>
          </p:sp>
          <p:sp>
            <p:nvSpPr>
              <p:cNvPr id="2580" name="Noise cell"/>
              <p:cNvSpPr/>
              <p:nvPr/>
            </p:nvSpPr>
            <p:spPr>
              <a:xfrm>
                <a:off x="10619337" y="7955280"/>
                <a:ext cx="18770" cy="18928"/>
              </a:xfrm>
              <a:prstGeom prst="rect">
                <a:avLst/>
              </a:prstGeom>
              <a:solidFill>
                <a:srgbClr val="818181"/>
              </a:solidFill>
              <a:ln>
                <a:noFill/>
              </a:ln>
              <a:effectLst/>
            </p:spPr>
            <p:txBody>
              <a:bodyPr rtlCol="0" anchor="ctr"/>
              <a:lstStyle/>
              <a:p>
                <a:pPr algn="ctr"/>
              </a:p>
            </p:txBody>
          </p:sp>
          <p:sp>
            <p:nvSpPr>
              <p:cNvPr id="2581" name="Noise cell"/>
              <p:cNvSpPr/>
              <p:nvPr/>
            </p:nvSpPr>
            <p:spPr>
              <a:xfrm>
                <a:off x="10637467" y="7955280"/>
                <a:ext cx="18770" cy="18928"/>
              </a:xfrm>
              <a:prstGeom prst="rect">
                <a:avLst/>
              </a:prstGeom>
              <a:solidFill>
                <a:srgbClr val="727272"/>
              </a:solidFill>
              <a:ln>
                <a:noFill/>
              </a:ln>
              <a:effectLst/>
            </p:spPr>
            <p:txBody>
              <a:bodyPr rtlCol="0" anchor="ctr"/>
              <a:lstStyle/>
              <a:p>
                <a:pPr algn="ctr"/>
              </a:p>
            </p:txBody>
          </p:sp>
          <p:sp>
            <p:nvSpPr>
              <p:cNvPr id="2582" name="Noise cell"/>
              <p:cNvSpPr/>
              <p:nvPr/>
            </p:nvSpPr>
            <p:spPr>
              <a:xfrm>
                <a:off x="10655598" y="7955280"/>
                <a:ext cx="18770" cy="18928"/>
              </a:xfrm>
              <a:prstGeom prst="rect">
                <a:avLst/>
              </a:prstGeom>
              <a:solidFill>
                <a:srgbClr val="8D8D8D"/>
              </a:solidFill>
              <a:ln>
                <a:noFill/>
              </a:ln>
              <a:effectLst/>
            </p:spPr>
            <p:txBody>
              <a:bodyPr rtlCol="0" anchor="ctr"/>
              <a:lstStyle/>
              <a:p>
                <a:pPr algn="ctr"/>
              </a:p>
            </p:txBody>
          </p:sp>
          <p:sp>
            <p:nvSpPr>
              <p:cNvPr id="2583" name="Noise cell"/>
              <p:cNvSpPr/>
              <p:nvPr/>
            </p:nvSpPr>
            <p:spPr>
              <a:xfrm>
                <a:off x="10673728" y="7955280"/>
                <a:ext cx="18770" cy="18928"/>
              </a:xfrm>
              <a:prstGeom prst="rect">
                <a:avLst/>
              </a:prstGeom>
              <a:solidFill>
                <a:srgbClr val="9B9B9B"/>
              </a:solidFill>
              <a:ln>
                <a:noFill/>
              </a:ln>
              <a:effectLst/>
            </p:spPr>
            <p:txBody>
              <a:bodyPr rtlCol="0" anchor="ctr"/>
              <a:lstStyle/>
              <a:p>
                <a:pPr algn="ctr"/>
              </a:p>
            </p:txBody>
          </p:sp>
          <p:sp>
            <p:nvSpPr>
              <p:cNvPr id="2584" name="Noise cell"/>
              <p:cNvSpPr/>
              <p:nvPr/>
            </p:nvSpPr>
            <p:spPr>
              <a:xfrm>
                <a:off x="10691858" y="7955280"/>
                <a:ext cx="18770" cy="18928"/>
              </a:xfrm>
              <a:prstGeom prst="rect">
                <a:avLst/>
              </a:prstGeom>
              <a:solidFill>
                <a:srgbClr val="6F6F6F"/>
              </a:solidFill>
              <a:ln>
                <a:noFill/>
              </a:ln>
              <a:effectLst/>
            </p:spPr>
            <p:txBody>
              <a:bodyPr rtlCol="0" anchor="ctr"/>
              <a:lstStyle/>
              <a:p>
                <a:pPr algn="ctr"/>
              </a:p>
            </p:txBody>
          </p:sp>
          <p:sp>
            <p:nvSpPr>
              <p:cNvPr id="2585" name="Noise cell"/>
              <p:cNvSpPr/>
              <p:nvPr/>
            </p:nvSpPr>
            <p:spPr>
              <a:xfrm>
                <a:off x="10709989" y="7955280"/>
                <a:ext cx="18770" cy="18928"/>
              </a:xfrm>
              <a:prstGeom prst="rect">
                <a:avLst/>
              </a:prstGeom>
              <a:solidFill>
                <a:srgbClr val="707070"/>
              </a:solidFill>
              <a:ln>
                <a:noFill/>
              </a:ln>
              <a:effectLst/>
            </p:spPr>
            <p:txBody>
              <a:bodyPr rtlCol="0" anchor="ctr"/>
              <a:lstStyle/>
              <a:p>
                <a:pPr algn="ctr"/>
              </a:p>
            </p:txBody>
          </p:sp>
          <p:sp>
            <p:nvSpPr>
              <p:cNvPr id="2586" name="Noise cell"/>
              <p:cNvSpPr/>
              <p:nvPr/>
            </p:nvSpPr>
            <p:spPr>
              <a:xfrm>
                <a:off x="10728119" y="7955280"/>
                <a:ext cx="18770" cy="18928"/>
              </a:xfrm>
              <a:prstGeom prst="rect">
                <a:avLst/>
              </a:prstGeom>
              <a:solidFill>
                <a:srgbClr val="909090"/>
              </a:solidFill>
              <a:ln>
                <a:noFill/>
              </a:ln>
              <a:effectLst/>
            </p:spPr>
            <p:txBody>
              <a:bodyPr rtlCol="0" anchor="ctr"/>
              <a:lstStyle/>
              <a:p>
                <a:pPr algn="ctr"/>
              </a:p>
            </p:txBody>
          </p:sp>
          <p:sp>
            <p:nvSpPr>
              <p:cNvPr id="2587" name="Noise cell"/>
              <p:cNvSpPr/>
              <p:nvPr/>
            </p:nvSpPr>
            <p:spPr>
              <a:xfrm>
                <a:off x="10746250" y="7955280"/>
                <a:ext cx="18770" cy="18928"/>
              </a:xfrm>
              <a:prstGeom prst="rect">
                <a:avLst/>
              </a:prstGeom>
              <a:solidFill>
                <a:srgbClr val="939393"/>
              </a:solidFill>
              <a:ln>
                <a:noFill/>
              </a:ln>
              <a:effectLst/>
            </p:spPr>
            <p:txBody>
              <a:bodyPr rtlCol="0" anchor="ctr"/>
              <a:lstStyle/>
              <a:p>
                <a:pPr algn="ctr"/>
              </a:p>
            </p:txBody>
          </p:sp>
          <p:sp>
            <p:nvSpPr>
              <p:cNvPr id="2588" name="Noise cell"/>
              <p:cNvSpPr/>
              <p:nvPr/>
            </p:nvSpPr>
            <p:spPr>
              <a:xfrm>
                <a:off x="10764380" y="7955280"/>
                <a:ext cx="18770" cy="18928"/>
              </a:xfrm>
              <a:prstGeom prst="rect">
                <a:avLst/>
              </a:prstGeom>
              <a:solidFill>
                <a:srgbClr val="7E7E7E"/>
              </a:solidFill>
              <a:ln>
                <a:noFill/>
              </a:ln>
              <a:effectLst/>
            </p:spPr>
            <p:txBody>
              <a:bodyPr rtlCol="0" anchor="ctr"/>
              <a:lstStyle/>
              <a:p>
                <a:pPr algn="ctr"/>
              </a:p>
            </p:txBody>
          </p:sp>
          <p:sp>
            <p:nvSpPr>
              <p:cNvPr id="2589" name="Noise cell"/>
              <p:cNvSpPr/>
              <p:nvPr/>
            </p:nvSpPr>
            <p:spPr>
              <a:xfrm>
                <a:off x="10782510" y="7955280"/>
                <a:ext cx="18770" cy="18928"/>
              </a:xfrm>
              <a:prstGeom prst="rect">
                <a:avLst/>
              </a:prstGeom>
              <a:solidFill>
                <a:srgbClr val="878787"/>
              </a:solidFill>
              <a:ln>
                <a:noFill/>
              </a:ln>
              <a:effectLst/>
            </p:spPr>
            <p:txBody>
              <a:bodyPr rtlCol="0" anchor="ctr"/>
              <a:lstStyle/>
              <a:p>
                <a:pPr algn="ctr"/>
              </a:p>
            </p:txBody>
          </p:sp>
          <p:sp>
            <p:nvSpPr>
              <p:cNvPr id="2590" name="Noise cell"/>
              <p:cNvSpPr/>
              <p:nvPr/>
            </p:nvSpPr>
            <p:spPr>
              <a:xfrm>
                <a:off x="10800641" y="7955280"/>
                <a:ext cx="18770" cy="18928"/>
              </a:xfrm>
              <a:prstGeom prst="rect">
                <a:avLst/>
              </a:prstGeom>
              <a:solidFill>
                <a:srgbClr val="787878"/>
              </a:solidFill>
              <a:ln>
                <a:noFill/>
              </a:ln>
              <a:effectLst/>
            </p:spPr>
            <p:txBody>
              <a:bodyPr rtlCol="0" anchor="ctr"/>
              <a:lstStyle/>
              <a:p>
                <a:pPr algn="ctr"/>
              </a:p>
            </p:txBody>
          </p:sp>
          <p:sp>
            <p:nvSpPr>
              <p:cNvPr id="2591" name="Noise cell"/>
              <p:cNvSpPr/>
              <p:nvPr/>
            </p:nvSpPr>
            <p:spPr>
              <a:xfrm>
                <a:off x="10818771" y="7955280"/>
                <a:ext cx="18770" cy="18928"/>
              </a:xfrm>
              <a:prstGeom prst="rect">
                <a:avLst/>
              </a:prstGeom>
              <a:solidFill>
                <a:srgbClr val="919191"/>
              </a:solidFill>
              <a:ln>
                <a:noFill/>
              </a:ln>
              <a:effectLst/>
            </p:spPr>
            <p:txBody>
              <a:bodyPr rtlCol="0" anchor="ctr"/>
              <a:lstStyle/>
              <a:p>
                <a:pPr algn="ctr"/>
              </a:p>
            </p:txBody>
          </p:sp>
          <p:sp>
            <p:nvSpPr>
              <p:cNvPr id="2592" name="Noise cell"/>
              <p:cNvSpPr/>
              <p:nvPr/>
            </p:nvSpPr>
            <p:spPr>
              <a:xfrm>
                <a:off x="10836901" y="7955280"/>
                <a:ext cx="18770" cy="18928"/>
              </a:xfrm>
              <a:prstGeom prst="rect">
                <a:avLst/>
              </a:prstGeom>
              <a:solidFill>
                <a:srgbClr val="818181"/>
              </a:solidFill>
              <a:ln>
                <a:noFill/>
              </a:ln>
              <a:effectLst/>
            </p:spPr>
            <p:txBody>
              <a:bodyPr rtlCol="0" anchor="ctr"/>
              <a:lstStyle/>
              <a:p>
                <a:pPr algn="ctr"/>
              </a:p>
            </p:txBody>
          </p:sp>
          <p:sp>
            <p:nvSpPr>
              <p:cNvPr id="2593" name="Noise cell"/>
              <p:cNvSpPr/>
              <p:nvPr/>
            </p:nvSpPr>
            <p:spPr>
              <a:xfrm>
                <a:off x="10855032" y="7955280"/>
                <a:ext cx="18770" cy="18928"/>
              </a:xfrm>
              <a:prstGeom prst="rect">
                <a:avLst/>
              </a:prstGeom>
              <a:solidFill>
                <a:srgbClr val="858585"/>
              </a:solidFill>
              <a:ln>
                <a:noFill/>
              </a:ln>
              <a:effectLst/>
            </p:spPr>
            <p:txBody>
              <a:bodyPr rtlCol="0" anchor="ctr"/>
              <a:lstStyle/>
              <a:p>
                <a:pPr algn="ctr"/>
              </a:p>
            </p:txBody>
          </p:sp>
          <p:sp>
            <p:nvSpPr>
              <p:cNvPr id="2594" name="Noise cell"/>
              <p:cNvSpPr/>
              <p:nvPr/>
            </p:nvSpPr>
            <p:spPr>
              <a:xfrm>
                <a:off x="10873162" y="7955280"/>
                <a:ext cx="18770" cy="18928"/>
              </a:xfrm>
              <a:prstGeom prst="rect">
                <a:avLst/>
              </a:prstGeom>
              <a:solidFill>
                <a:srgbClr val="666666"/>
              </a:solidFill>
              <a:ln>
                <a:noFill/>
              </a:ln>
              <a:effectLst/>
            </p:spPr>
            <p:txBody>
              <a:bodyPr rtlCol="0" anchor="ctr"/>
              <a:lstStyle/>
              <a:p>
                <a:pPr algn="ctr"/>
              </a:p>
            </p:txBody>
          </p:sp>
          <p:sp>
            <p:nvSpPr>
              <p:cNvPr id="2595" name="Noise cell"/>
              <p:cNvSpPr/>
              <p:nvPr/>
            </p:nvSpPr>
            <p:spPr>
              <a:xfrm>
                <a:off x="10891292" y="7955280"/>
                <a:ext cx="18770" cy="18928"/>
              </a:xfrm>
              <a:prstGeom prst="rect">
                <a:avLst/>
              </a:prstGeom>
              <a:solidFill>
                <a:srgbClr val="797979"/>
              </a:solidFill>
              <a:ln>
                <a:noFill/>
              </a:ln>
              <a:effectLst/>
            </p:spPr>
            <p:txBody>
              <a:bodyPr rtlCol="0" anchor="ctr"/>
              <a:lstStyle/>
              <a:p>
                <a:pPr algn="ctr"/>
              </a:p>
            </p:txBody>
          </p:sp>
          <p:sp>
            <p:nvSpPr>
              <p:cNvPr id="2596" name="Noise cell"/>
              <p:cNvSpPr/>
              <p:nvPr/>
            </p:nvSpPr>
            <p:spPr>
              <a:xfrm>
                <a:off x="10909423" y="7955280"/>
                <a:ext cx="18770" cy="18928"/>
              </a:xfrm>
              <a:prstGeom prst="rect">
                <a:avLst/>
              </a:prstGeom>
              <a:solidFill>
                <a:srgbClr val="7B7B7B"/>
              </a:solidFill>
              <a:ln>
                <a:noFill/>
              </a:ln>
              <a:effectLst/>
            </p:spPr>
            <p:txBody>
              <a:bodyPr rtlCol="0" anchor="ctr"/>
              <a:lstStyle/>
              <a:p>
                <a:pPr algn="ctr"/>
              </a:p>
            </p:txBody>
          </p:sp>
          <p:sp>
            <p:nvSpPr>
              <p:cNvPr id="2597" name="Noise cell"/>
              <p:cNvSpPr/>
              <p:nvPr/>
            </p:nvSpPr>
            <p:spPr>
              <a:xfrm>
                <a:off x="10927553" y="7955280"/>
                <a:ext cx="18770" cy="18928"/>
              </a:xfrm>
              <a:prstGeom prst="rect">
                <a:avLst/>
              </a:prstGeom>
              <a:solidFill>
                <a:srgbClr val="7F7F7F"/>
              </a:solidFill>
              <a:ln>
                <a:noFill/>
              </a:ln>
              <a:effectLst/>
            </p:spPr>
            <p:txBody>
              <a:bodyPr rtlCol="0" anchor="ctr"/>
              <a:lstStyle/>
              <a:p>
                <a:pPr algn="ctr"/>
              </a:p>
            </p:txBody>
          </p:sp>
          <p:sp>
            <p:nvSpPr>
              <p:cNvPr id="2598" name="Noise cell"/>
              <p:cNvSpPr/>
              <p:nvPr/>
            </p:nvSpPr>
            <p:spPr>
              <a:xfrm>
                <a:off x="10945683" y="7955280"/>
                <a:ext cx="18770" cy="18928"/>
              </a:xfrm>
              <a:prstGeom prst="rect">
                <a:avLst/>
              </a:prstGeom>
              <a:solidFill>
                <a:srgbClr val="818181"/>
              </a:solidFill>
              <a:ln>
                <a:noFill/>
              </a:ln>
              <a:effectLst/>
            </p:spPr>
            <p:txBody>
              <a:bodyPr rtlCol="0" anchor="ctr"/>
              <a:lstStyle/>
              <a:p>
                <a:pPr algn="ctr"/>
              </a:p>
            </p:txBody>
          </p:sp>
          <p:sp>
            <p:nvSpPr>
              <p:cNvPr id="2599" name="Noise cell"/>
              <p:cNvSpPr/>
              <p:nvPr/>
            </p:nvSpPr>
            <p:spPr>
              <a:xfrm>
                <a:off x="10963814" y="7955280"/>
                <a:ext cx="18770" cy="18928"/>
              </a:xfrm>
              <a:prstGeom prst="rect">
                <a:avLst/>
              </a:prstGeom>
              <a:solidFill>
                <a:srgbClr val="737373"/>
              </a:solidFill>
              <a:ln>
                <a:noFill/>
              </a:ln>
              <a:effectLst/>
            </p:spPr>
            <p:txBody>
              <a:bodyPr rtlCol="0" anchor="ctr"/>
              <a:lstStyle/>
              <a:p>
                <a:pPr algn="ctr"/>
              </a:p>
            </p:txBody>
          </p:sp>
          <p:sp>
            <p:nvSpPr>
              <p:cNvPr id="2600" name="Noise cell"/>
              <p:cNvSpPr/>
              <p:nvPr/>
            </p:nvSpPr>
            <p:spPr>
              <a:xfrm>
                <a:off x="9930384" y="7973568"/>
                <a:ext cx="18770" cy="18928"/>
              </a:xfrm>
              <a:prstGeom prst="rect">
                <a:avLst/>
              </a:prstGeom>
              <a:solidFill>
                <a:srgbClr val="A8A8A8"/>
              </a:solidFill>
              <a:ln>
                <a:noFill/>
              </a:ln>
              <a:effectLst/>
            </p:spPr>
            <p:txBody>
              <a:bodyPr rtlCol="0" anchor="ctr"/>
              <a:lstStyle/>
              <a:p>
                <a:pPr algn="ctr"/>
              </a:p>
            </p:txBody>
          </p:sp>
          <p:sp>
            <p:nvSpPr>
              <p:cNvPr id="2601" name="Noise cell"/>
              <p:cNvSpPr/>
              <p:nvPr/>
            </p:nvSpPr>
            <p:spPr>
              <a:xfrm>
                <a:off x="9948514" y="7973568"/>
                <a:ext cx="18770" cy="18928"/>
              </a:xfrm>
              <a:prstGeom prst="rect">
                <a:avLst/>
              </a:prstGeom>
              <a:solidFill>
                <a:srgbClr val="9A9A9A"/>
              </a:solidFill>
              <a:ln>
                <a:noFill/>
              </a:ln>
              <a:effectLst/>
            </p:spPr>
            <p:txBody>
              <a:bodyPr rtlCol="0" anchor="ctr"/>
              <a:lstStyle/>
              <a:p>
                <a:pPr algn="ctr"/>
              </a:p>
            </p:txBody>
          </p:sp>
          <p:sp>
            <p:nvSpPr>
              <p:cNvPr id="2602" name="Noise cell"/>
              <p:cNvSpPr/>
              <p:nvPr/>
            </p:nvSpPr>
            <p:spPr>
              <a:xfrm>
                <a:off x="9966645" y="7973568"/>
                <a:ext cx="18770" cy="18928"/>
              </a:xfrm>
              <a:prstGeom prst="rect">
                <a:avLst/>
              </a:prstGeom>
              <a:solidFill>
                <a:srgbClr val="858585"/>
              </a:solidFill>
              <a:ln>
                <a:noFill/>
              </a:ln>
              <a:effectLst/>
            </p:spPr>
            <p:txBody>
              <a:bodyPr rtlCol="0" anchor="ctr"/>
              <a:lstStyle/>
              <a:p>
                <a:pPr algn="ctr"/>
              </a:p>
            </p:txBody>
          </p:sp>
          <p:sp>
            <p:nvSpPr>
              <p:cNvPr id="2603" name="Noise cell"/>
              <p:cNvSpPr/>
              <p:nvPr/>
            </p:nvSpPr>
            <p:spPr>
              <a:xfrm>
                <a:off x="9984775" y="7973568"/>
                <a:ext cx="18770" cy="18928"/>
              </a:xfrm>
              <a:prstGeom prst="rect">
                <a:avLst/>
              </a:prstGeom>
              <a:solidFill>
                <a:srgbClr val="8F8F8F"/>
              </a:solidFill>
              <a:ln>
                <a:noFill/>
              </a:ln>
              <a:effectLst/>
            </p:spPr>
            <p:txBody>
              <a:bodyPr rtlCol="0" anchor="ctr"/>
              <a:lstStyle/>
              <a:p>
                <a:pPr algn="ctr"/>
              </a:p>
            </p:txBody>
          </p:sp>
          <p:sp>
            <p:nvSpPr>
              <p:cNvPr id="2604" name="Noise cell"/>
              <p:cNvSpPr/>
              <p:nvPr/>
            </p:nvSpPr>
            <p:spPr>
              <a:xfrm>
                <a:off x="10002905" y="7973568"/>
                <a:ext cx="18770" cy="18928"/>
              </a:xfrm>
              <a:prstGeom prst="rect">
                <a:avLst/>
              </a:prstGeom>
              <a:solidFill>
                <a:srgbClr val="989898"/>
              </a:solidFill>
              <a:ln>
                <a:noFill/>
              </a:ln>
              <a:effectLst/>
            </p:spPr>
            <p:txBody>
              <a:bodyPr rtlCol="0" anchor="ctr"/>
              <a:lstStyle/>
              <a:p>
                <a:pPr algn="ctr"/>
              </a:p>
            </p:txBody>
          </p:sp>
          <p:sp>
            <p:nvSpPr>
              <p:cNvPr id="2605" name="Noise cell"/>
              <p:cNvSpPr/>
              <p:nvPr/>
            </p:nvSpPr>
            <p:spPr>
              <a:xfrm>
                <a:off x="10021036" y="7973568"/>
                <a:ext cx="18770" cy="18928"/>
              </a:xfrm>
              <a:prstGeom prst="rect">
                <a:avLst/>
              </a:prstGeom>
              <a:solidFill>
                <a:srgbClr val="737373"/>
              </a:solidFill>
              <a:ln>
                <a:noFill/>
              </a:ln>
              <a:effectLst/>
            </p:spPr>
            <p:txBody>
              <a:bodyPr rtlCol="0" anchor="ctr"/>
              <a:lstStyle/>
              <a:p>
                <a:pPr algn="ctr"/>
              </a:p>
            </p:txBody>
          </p:sp>
          <p:sp>
            <p:nvSpPr>
              <p:cNvPr id="2606" name="Noise cell"/>
              <p:cNvSpPr/>
              <p:nvPr/>
            </p:nvSpPr>
            <p:spPr>
              <a:xfrm>
                <a:off x="10039166" y="7973568"/>
                <a:ext cx="18770" cy="18928"/>
              </a:xfrm>
              <a:prstGeom prst="rect">
                <a:avLst/>
              </a:prstGeom>
              <a:solidFill>
                <a:srgbClr val="7F7F7F"/>
              </a:solidFill>
              <a:ln>
                <a:noFill/>
              </a:ln>
              <a:effectLst/>
            </p:spPr>
            <p:txBody>
              <a:bodyPr rtlCol="0" anchor="ctr"/>
              <a:lstStyle/>
              <a:p>
                <a:pPr algn="ctr"/>
              </a:p>
            </p:txBody>
          </p:sp>
          <p:sp>
            <p:nvSpPr>
              <p:cNvPr id="2607" name="Noise cell"/>
              <p:cNvSpPr/>
              <p:nvPr/>
            </p:nvSpPr>
            <p:spPr>
              <a:xfrm>
                <a:off x="10057296" y="7973568"/>
                <a:ext cx="18770" cy="18928"/>
              </a:xfrm>
              <a:prstGeom prst="rect">
                <a:avLst/>
              </a:prstGeom>
              <a:solidFill>
                <a:srgbClr val="868686"/>
              </a:solidFill>
              <a:ln>
                <a:noFill/>
              </a:ln>
              <a:effectLst/>
            </p:spPr>
            <p:txBody>
              <a:bodyPr rtlCol="0" anchor="ctr"/>
              <a:lstStyle/>
              <a:p>
                <a:pPr algn="ctr"/>
              </a:p>
            </p:txBody>
          </p:sp>
          <p:sp>
            <p:nvSpPr>
              <p:cNvPr id="2608" name="Noise cell"/>
              <p:cNvSpPr/>
              <p:nvPr/>
            </p:nvSpPr>
            <p:spPr>
              <a:xfrm>
                <a:off x="10075427" y="7973568"/>
                <a:ext cx="18770" cy="18928"/>
              </a:xfrm>
              <a:prstGeom prst="rect">
                <a:avLst/>
              </a:prstGeom>
              <a:solidFill>
                <a:srgbClr val="838383"/>
              </a:solidFill>
              <a:ln>
                <a:noFill/>
              </a:ln>
              <a:effectLst/>
            </p:spPr>
            <p:txBody>
              <a:bodyPr rtlCol="0" anchor="ctr"/>
              <a:lstStyle/>
              <a:p>
                <a:pPr algn="ctr"/>
              </a:p>
            </p:txBody>
          </p:sp>
          <p:sp>
            <p:nvSpPr>
              <p:cNvPr id="2609" name="Noise cell"/>
              <p:cNvSpPr/>
              <p:nvPr/>
            </p:nvSpPr>
            <p:spPr>
              <a:xfrm>
                <a:off x="10093557" y="7973568"/>
                <a:ext cx="18770" cy="18928"/>
              </a:xfrm>
              <a:prstGeom prst="rect">
                <a:avLst/>
              </a:prstGeom>
              <a:solidFill>
                <a:srgbClr val="8E8E8E"/>
              </a:solidFill>
              <a:ln>
                <a:noFill/>
              </a:ln>
              <a:effectLst/>
            </p:spPr>
            <p:txBody>
              <a:bodyPr rtlCol="0" anchor="ctr"/>
              <a:lstStyle/>
              <a:p>
                <a:pPr algn="ctr"/>
              </a:p>
            </p:txBody>
          </p:sp>
          <p:sp>
            <p:nvSpPr>
              <p:cNvPr id="2610" name="Noise cell"/>
              <p:cNvSpPr/>
              <p:nvPr/>
            </p:nvSpPr>
            <p:spPr>
              <a:xfrm>
                <a:off x="10111687" y="7973568"/>
                <a:ext cx="18770" cy="18928"/>
              </a:xfrm>
              <a:prstGeom prst="rect">
                <a:avLst/>
              </a:prstGeom>
              <a:solidFill>
                <a:srgbClr val="808080"/>
              </a:solidFill>
              <a:ln>
                <a:noFill/>
              </a:ln>
              <a:effectLst/>
            </p:spPr>
            <p:txBody>
              <a:bodyPr rtlCol="0" anchor="ctr"/>
              <a:lstStyle/>
              <a:p>
                <a:pPr algn="ctr"/>
              </a:p>
            </p:txBody>
          </p:sp>
          <p:sp>
            <p:nvSpPr>
              <p:cNvPr id="2611" name="Noise cell"/>
              <p:cNvSpPr/>
              <p:nvPr/>
            </p:nvSpPr>
            <p:spPr>
              <a:xfrm>
                <a:off x="10129818" y="7973568"/>
                <a:ext cx="18770" cy="18928"/>
              </a:xfrm>
              <a:prstGeom prst="rect">
                <a:avLst/>
              </a:prstGeom>
              <a:solidFill>
                <a:srgbClr val="696969"/>
              </a:solidFill>
              <a:ln>
                <a:noFill/>
              </a:ln>
              <a:effectLst/>
            </p:spPr>
            <p:txBody>
              <a:bodyPr rtlCol="0" anchor="ctr"/>
              <a:lstStyle/>
              <a:p>
                <a:pPr algn="ctr"/>
              </a:p>
            </p:txBody>
          </p:sp>
          <p:sp>
            <p:nvSpPr>
              <p:cNvPr id="2612" name="Noise cell"/>
              <p:cNvSpPr/>
              <p:nvPr/>
            </p:nvSpPr>
            <p:spPr>
              <a:xfrm>
                <a:off x="10147948" y="7973568"/>
                <a:ext cx="18770" cy="18928"/>
              </a:xfrm>
              <a:prstGeom prst="rect">
                <a:avLst/>
              </a:prstGeom>
              <a:solidFill>
                <a:srgbClr val="818181"/>
              </a:solidFill>
              <a:ln>
                <a:noFill/>
              </a:ln>
              <a:effectLst/>
            </p:spPr>
            <p:txBody>
              <a:bodyPr rtlCol="0" anchor="ctr"/>
              <a:lstStyle/>
              <a:p>
                <a:pPr algn="ctr"/>
              </a:p>
            </p:txBody>
          </p:sp>
          <p:sp>
            <p:nvSpPr>
              <p:cNvPr id="2613" name="Noise cell"/>
              <p:cNvSpPr/>
              <p:nvPr/>
            </p:nvSpPr>
            <p:spPr>
              <a:xfrm>
                <a:off x="10166078" y="7973568"/>
                <a:ext cx="18770" cy="18928"/>
              </a:xfrm>
              <a:prstGeom prst="rect">
                <a:avLst/>
              </a:prstGeom>
              <a:solidFill>
                <a:srgbClr val="858585"/>
              </a:solidFill>
              <a:ln>
                <a:noFill/>
              </a:ln>
              <a:effectLst/>
            </p:spPr>
            <p:txBody>
              <a:bodyPr rtlCol="0" anchor="ctr"/>
              <a:lstStyle/>
              <a:p>
                <a:pPr algn="ctr"/>
              </a:p>
            </p:txBody>
          </p:sp>
          <p:sp>
            <p:nvSpPr>
              <p:cNvPr id="2614" name="Noise cell"/>
              <p:cNvSpPr/>
              <p:nvPr/>
            </p:nvSpPr>
            <p:spPr>
              <a:xfrm>
                <a:off x="10184209" y="7973568"/>
                <a:ext cx="18770" cy="18928"/>
              </a:xfrm>
              <a:prstGeom prst="rect">
                <a:avLst/>
              </a:prstGeom>
              <a:solidFill>
                <a:srgbClr val="898989"/>
              </a:solidFill>
              <a:ln>
                <a:noFill/>
              </a:ln>
              <a:effectLst/>
            </p:spPr>
            <p:txBody>
              <a:bodyPr rtlCol="0" anchor="ctr"/>
              <a:lstStyle/>
              <a:p>
                <a:pPr algn="ctr"/>
              </a:p>
            </p:txBody>
          </p:sp>
          <p:sp>
            <p:nvSpPr>
              <p:cNvPr id="2615" name="Noise cell"/>
              <p:cNvSpPr/>
              <p:nvPr/>
            </p:nvSpPr>
            <p:spPr>
              <a:xfrm>
                <a:off x="10202339" y="7973568"/>
                <a:ext cx="18770" cy="18928"/>
              </a:xfrm>
              <a:prstGeom prst="rect">
                <a:avLst/>
              </a:prstGeom>
              <a:solidFill>
                <a:srgbClr val="888888"/>
              </a:solidFill>
              <a:ln>
                <a:noFill/>
              </a:ln>
              <a:effectLst/>
            </p:spPr>
            <p:txBody>
              <a:bodyPr rtlCol="0" anchor="ctr"/>
              <a:lstStyle/>
              <a:p>
                <a:pPr algn="ctr"/>
              </a:p>
            </p:txBody>
          </p:sp>
          <p:sp>
            <p:nvSpPr>
              <p:cNvPr id="2616" name="Noise cell"/>
              <p:cNvSpPr/>
              <p:nvPr/>
            </p:nvSpPr>
            <p:spPr>
              <a:xfrm>
                <a:off x="10220470" y="7973568"/>
                <a:ext cx="18770" cy="18928"/>
              </a:xfrm>
              <a:prstGeom prst="rect">
                <a:avLst/>
              </a:prstGeom>
              <a:solidFill>
                <a:srgbClr val="848484"/>
              </a:solidFill>
              <a:ln>
                <a:noFill/>
              </a:ln>
              <a:effectLst/>
            </p:spPr>
            <p:txBody>
              <a:bodyPr rtlCol="0" anchor="ctr"/>
              <a:lstStyle/>
              <a:p>
                <a:pPr algn="ctr"/>
              </a:p>
            </p:txBody>
          </p:sp>
          <p:sp>
            <p:nvSpPr>
              <p:cNvPr id="2617" name="Noise cell"/>
              <p:cNvSpPr/>
              <p:nvPr/>
            </p:nvSpPr>
            <p:spPr>
              <a:xfrm>
                <a:off x="10238600" y="7973568"/>
                <a:ext cx="18770" cy="18928"/>
              </a:xfrm>
              <a:prstGeom prst="rect">
                <a:avLst/>
              </a:prstGeom>
              <a:solidFill>
                <a:srgbClr val="A2A2A2"/>
              </a:solidFill>
              <a:ln>
                <a:noFill/>
              </a:ln>
              <a:effectLst/>
            </p:spPr>
            <p:txBody>
              <a:bodyPr rtlCol="0" anchor="ctr"/>
              <a:lstStyle/>
              <a:p>
                <a:pPr algn="ctr"/>
              </a:p>
            </p:txBody>
          </p:sp>
          <p:sp>
            <p:nvSpPr>
              <p:cNvPr id="2618" name="Noise cell"/>
              <p:cNvSpPr/>
              <p:nvPr/>
            </p:nvSpPr>
            <p:spPr>
              <a:xfrm>
                <a:off x="10256730" y="7973568"/>
                <a:ext cx="18770" cy="18928"/>
              </a:xfrm>
              <a:prstGeom prst="rect">
                <a:avLst/>
              </a:prstGeom>
              <a:solidFill>
                <a:srgbClr val="969696"/>
              </a:solidFill>
              <a:ln>
                <a:noFill/>
              </a:ln>
              <a:effectLst/>
            </p:spPr>
            <p:txBody>
              <a:bodyPr rtlCol="0" anchor="ctr"/>
              <a:lstStyle/>
              <a:p>
                <a:pPr algn="ctr"/>
              </a:p>
            </p:txBody>
          </p:sp>
          <p:sp>
            <p:nvSpPr>
              <p:cNvPr id="2619" name="Noise cell"/>
              <p:cNvSpPr/>
              <p:nvPr/>
            </p:nvSpPr>
            <p:spPr>
              <a:xfrm>
                <a:off x="10274861" y="7973568"/>
                <a:ext cx="18770" cy="18928"/>
              </a:xfrm>
              <a:prstGeom prst="rect">
                <a:avLst/>
              </a:prstGeom>
              <a:solidFill>
                <a:srgbClr val="747474"/>
              </a:solidFill>
              <a:ln>
                <a:noFill/>
              </a:ln>
              <a:effectLst/>
            </p:spPr>
            <p:txBody>
              <a:bodyPr rtlCol="0" anchor="ctr"/>
              <a:lstStyle/>
              <a:p>
                <a:pPr algn="ctr"/>
              </a:p>
            </p:txBody>
          </p:sp>
          <p:sp>
            <p:nvSpPr>
              <p:cNvPr id="2620" name="Noise cell"/>
              <p:cNvSpPr/>
              <p:nvPr/>
            </p:nvSpPr>
            <p:spPr>
              <a:xfrm>
                <a:off x="10292991" y="7973568"/>
                <a:ext cx="18770" cy="18928"/>
              </a:xfrm>
              <a:prstGeom prst="rect">
                <a:avLst/>
              </a:prstGeom>
              <a:solidFill>
                <a:srgbClr val="848484"/>
              </a:solidFill>
              <a:ln>
                <a:noFill/>
              </a:ln>
              <a:effectLst/>
            </p:spPr>
            <p:txBody>
              <a:bodyPr rtlCol="0" anchor="ctr"/>
              <a:lstStyle/>
              <a:p>
                <a:pPr algn="ctr"/>
              </a:p>
            </p:txBody>
          </p:sp>
          <p:sp>
            <p:nvSpPr>
              <p:cNvPr id="2621" name="Noise cell"/>
              <p:cNvSpPr/>
              <p:nvPr/>
            </p:nvSpPr>
            <p:spPr>
              <a:xfrm>
                <a:off x="10311121" y="7973568"/>
                <a:ext cx="18770" cy="18928"/>
              </a:xfrm>
              <a:prstGeom prst="rect">
                <a:avLst/>
              </a:prstGeom>
              <a:solidFill>
                <a:srgbClr val="808080"/>
              </a:solidFill>
              <a:ln>
                <a:noFill/>
              </a:ln>
              <a:effectLst/>
            </p:spPr>
            <p:txBody>
              <a:bodyPr rtlCol="0" anchor="ctr"/>
              <a:lstStyle/>
              <a:p>
                <a:pPr algn="ctr"/>
              </a:p>
            </p:txBody>
          </p:sp>
          <p:sp>
            <p:nvSpPr>
              <p:cNvPr id="2622" name="Noise cell"/>
              <p:cNvSpPr/>
              <p:nvPr/>
            </p:nvSpPr>
            <p:spPr>
              <a:xfrm>
                <a:off x="10329252" y="7973568"/>
                <a:ext cx="18770" cy="18928"/>
              </a:xfrm>
              <a:prstGeom prst="rect">
                <a:avLst/>
              </a:prstGeom>
              <a:solidFill>
                <a:srgbClr val="717171"/>
              </a:solidFill>
              <a:ln>
                <a:noFill/>
              </a:ln>
              <a:effectLst/>
            </p:spPr>
            <p:txBody>
              <a:bodyPr rtlCol="0" anchor="ctr"/>
              <a:lstStyle/>
              <a:p>
                <a:pPr algn="ctr"/>
              </a:p>
            </p:txBody>
          </p:sp>
          <p:sp>
            <p:nvSpPr>
              <p:cNvPr id="2623" name="Noise cell"/>
              <p:cNvSpPr/>
              <p:nvPr/>
            </p:nvSpPr>
            <p:spPr>
              <a:xfrm>
                <a:off x="10347382" y="7973568"/>
                <a:ext cx="18770" cy="18928"/>
              </a:xfrm>
              <a:prstGeom prst="rect">
                <a:avLst/>
              </a:prstGeom>
              <a:solidFill>
                <a:srgbClr val="8C8C8C"/>
              </a:solidFill>
              <a:ln>
                <a:noFill/>
              </a:ln>
              <a:effectLst/>
            </p:spPr>
            <p:txBody>
              <a:bodyPr rtlCol="0" anchor="ctr"/>
              <a:lstStyle/>
              <a:p>
                <a:pPr algn="ctr"/>
              </a:p>
            </p:txBody>
          </p:sp>
          <p:sp>
            <p:nvSpPr>
              <p:cNvPr id="2624" name="Noise cell"/>
              <p:cNvSpPr/>
              <p:nvPr/>
            </p:nvSpPr>
            <p:spPr>
              <a:xfrm>
                <a:off x="10365512" y="7973568"/>
                <a:ext cx="18770" cy="18928"/>
              </a:xfrm>
              <a:prstGeom prst="rect">
                <a:avLst/>
              </a:prstGeom>
              <a:solidFill>
                <a:srgbClr val="8B8B8B"/>
              </a:solidFill>
              <a:ln>
                <a:noFill/>
              </a:ln>
              <a:effectLst/>
            </p:spPr>
            <p:txBody>
              <a:bodyPr rtlCol="0" anchor="ctr"/>
              <a:lstStyle/>
              <a:p>
                <a:pPr algn="ctr"/>
              </a:p>
            </p:txBody>
          </p:sp>
          <p:sp>
            <p:nvSpPr>
              <p:cNvPr id="2625" name="Noise cell"/>
              <p:cNvSpPr/>
              <p:nvPr/>
            </p:nvSpPr>
            <p:spPr>
              <a:xfrm>
                <a:off x="10383643" y="7973568"/>
                <a:ext cx="18770" cy="18928"/>
              </a:xfrm>
              <a:prstGeom prst="rect">
                <a:avLst/>
              </a:prstGeom>
              <a:solidFill>
                <a:srgbClr val="8C8C8C"/>
              </a:solidFill>
              <a:ln>
                <a:noFill/>
              </a:ln>
              <a:effectLst/>
            </p:spPr>
            <p:txBody>
              <a:bodyPr rtlCol="0" anchor="ctr"/>
              <a:lstStyle/>
              <a:p>
                <a:pPr algn="ctr"/>
              </a:p>
            </p:txBody>
          </p:sp>
          <p:sp>
            <p:nvSpPr>
              <p:cNvPr id="2626" name="Noise cell"/>
              <p:cNvSpPr/>
              <p:nvPr/>
            </p:nvSpPr>
            <p:spPr>
              <a:xfrm>
                <a:off x="10401773" y="7973568"/>
                <a:ext cx="18770" cy="18928"/>
              </a:xfrm>
              <a:prstGeom prst="rect">
                <a:avLst/>
              </a:prstGeom>
              <a:solidFill>
                <a:srgbClr val="7B7B7B"/>
              </a:solidFill>
              <a:ln>
                <a:noFill/>
              </a:ln>
              <a:effectLst/>
            </p:spPr>
            <p:txBody>
              <a:bodyPr rtlCol="0" anchor="ctr"/>
              <a:lstStyle/>
              <a:p>
                <a:pPr algn="ctr"/>
              </a:p>
            </p:txBody>
          </p:sp>
          <p:sp>
            <p:nvSpPr>
              <p:cNvPr id="2627" name="Noise cell"/>
              <p:cNvSpPr/>
              <p:nvPr/>
            </p:nvSpPr>
            <p:spPr>
              <a:xfrm>
                <a:off x="10419903" y="7973568"/>
                <a:ext cx="18770" cy="18928"/>
              </a:xfrm>
              <a:prstGeom prst="rect">
                <a:avLst/>
              </a:prstGeom>
              <a:solidFill>
                <a:srgbClr val="787878"/>
              </a:solidFill>
              <a:ln>
                <a:noFill/>
              </a:ln>
              <a:effectLst/>
            </p:spPr>
            <p:txBody>
              <a:bodyPr rtlCol="0" anchor="ctr"/>
              <a:lstStyle/>
              <a:p>
                <a:pPr algn="ctr"/>
              </a:p>
            </p:txBody>
          </p:sp>
          <p:sp>
            <p:nvSpPr>
              <p:cNvPr id="2628" name="Noise cell"/>
              <p:cNvSpPr/>
              <p:nvPr/>
            </p:nvSpPr>
            <p:spPr>
              <a:xfrm>
                <a:off x="10438034" y="7973568"/>
                <a:ext cx="18770" cy="18928"/>
              </a:xfrm>
              <a:prstGeom prst="rect">
                <a:avLst/>
              </a:prstGeom>
              <a:solidFill>
                <a:srgbClr val="8E8E8E"/>
              </a:solidFill>
              <a:ln>
                <a:noFill/>
              </a:ln>
              <a:effectLst/>
            </p:spPr>
            <p:txBody>
              <a:bodyPr rtlCol="0" anchor="ctr"/>
              <a:lstStyle/>
              <a:p>
                <a:pPr algn="ctr"/>
              </a:p>
            </p:txBody>
          </p:sp>
          <p:sp>
            <p:nvSpPr>
              <p:cNvPr id="2629" name="Noise cell"/>
              <p:cNvSpPr/>
              <p:nvPr/>
            </p:nvSpPr>
            <p:spPr>
              <a:xfrm>
                <a:off x="10456164" y="7973568"/>
                <a:ext cx="18770" cy="18928"/>
              </a:xfrm>
              <a:prstGeom prst="rect">
                <a:avLst/>
              </a:prstGeom>
              <a:solidFill>
                <a:srgbClr val="8E8E8E"/>
              </a:solidFill>
              <a:ln>
                <a:noFill/>
              </a:ln>
              <a:effectLst/>
            </p:spPr>
            <p:txBody>
              <a:bodyPr rtlCol="0" anchor="ctr"/>
              <a:lstStyle/>
              <a:p>
                <a:pPr algn="ctr"/>
              </a:p>
            </p:txBody>
          </p:sp>
          <p:sp>
            <p:nvSpPr>
              <p:cNvPr id="2630" name="Noise cell"/>
              <p:cNvSpPr/>
              <p:nvPr/>
            </p:nvSpPr>
            <p:spPr>
              <a:xfrm>
                <a:off x="10474294" y="7973568"/>
                <a:ext cx="18770" cy="18928"/>
              </a:xfrm>
              <a:prstGeom prst="rect">
                <a:avLst/>
              </a:prstGeom>
              <a:solidFill>
                <a:srgbClr val="838383"/>
              </a:solidFill>
              <a:ln>
                <a:noFill/>
              </a:ln>
              <a:effectLst/>
            </p:spPr>
            <p:txBody>
              <a:bodyPr rtlCol="0" anchor="ctr"/>
              <a:lstStyle/>
              <a:p>
                <a:pPr algn="ctr"/>
              </a:p>
            </p:txBody>
          </p:sp>
          <p:sp>
            <p:nvSpPr>
              <p:cNvPr id="2631" name="Noise cell"/>
              <p:cNvSpPr/>
              <p:nvPr/>
            </p:nvSpPr>
            <p:spPr>
              <a:xfrm>
                <a:off x="10492425" y="7973568"/>
                <a:ext cx="18770" cy="18928"/>
              </a:xfrm>
              <a:prstGeom prst="rect">
                <a:avLst/>
              </a:prstGeom>
              <a:solidFill>
                <a:srgbClr val="757575"/>
              </a:solidFill>
              <a:ln>
                <a:noFill/>
              </a:ln>
              <a:effectLst/>
            </p:spPr>
            <p:txBody>
              <a:bodyPr rtlCol="0" anchor="ctr"/>
              <a:lstStyle/>
              <a:p>
                <a:pPr algn="ctr"/>
              </a:p>
            </p:txBody>
          </p:sp>
          <p:sp>
            <p:nvSpPr>
              <p:cNvPr id="2632" name="Noise cell"/>
              <p:cNvSpPr/>
              <p:nvPr/>
            </p:nvSpPr>
            <p:spPr>
              <a:xfrm>
                <a:off x="10510555" y="7973568"/>
                <a:ext cx="18770" cy="18928"/>
              </a:xfrm>
              <a:prstGeom prst="rect">
                <a:avLst/>
              </a:prstGeom>
              <a:solidFill>
                <a:srgbClr val="6F6F6F"/>
              </a:solidFill>
              <a:ln>
                <a:noFill/>
              </a:ln>
              <a:effectLst/>
            </p:spPr>
            <p:txBody>
              <a:bodyPr rtlCol="0" anchor="ctr"/>
              <a:lstStyle/>
              <a:p>
                <a:pPr algn="ctr"/>
              </a:p>
            </p:txBody>
          </p:sp>
          <p:sp>
            <p:nvSpPr>
              <p:cNvPr id="2633" name="Noise cell"/>
              <p:cNvSpPr/>
              <p:nvPr/>
            </p:nvSpPr>
            <p:spPr>
              <a:xfrm>
                <a:off x="10528685" y="7973568"/>
                <a:ext cx="18770" cy="18928"/>
              </a:xfrm>
              <a:prstGeom prst="rect">
                <a:avLst/>
              </a:prstGeom>
              <a:solidFill>
                <a:srgbClr val="9D9D9D"/>
              </a:solidFill>
              <a:ln>
                <a:noFill/>
              </a:ln>
              <a:effectLst/>
            </p:spPr>
            <p:txBody>
              <a:bodyPr rtlCol="0" anchor="ctr"/>
              <a:lstStyle/>
              <a:p>
                <a:pPr algn="ctr"/>
              </a:p>
            </p:txBody>
          </p:sp>
          <p:sp>
            <p:nvSpPr>
              <p:cNvPr id="2634" name="Noise cell"/>
              <p:cNvSpPr/>
              <p:nvPr/>
            </p:nvSpPr>
            <p:spPr>
              <a:xfrm>
                <a:off x="10546816" y="7973568"/>
                <a:ext cx="18770" cy="18928"/>
              </a:xfrm>
              <a:prstGeom prst="rect">
                <a:avLst/>
              </a:prstGeom>
              <a:solidFill>
                <a:srgbClr val="757575"/>
              </a:solidFill>
              <a:ln>
                <a:noFill/>
              </a:ln>
              <a:effectLst/>
            </p:spPr>
            <p:txBody>
              <a:bodyPr rtlCol="0" anchor="ctr"/>
              <a:lstStyle/>
              <a:p>
                <a:pPr algn="ctr"/>
              </a:p>
            </p:txBody>
          </p:sp>
          <p:sp>
            <p:nvSpPr>
              <p:cNvPr id="2635" name="Noise cell"/>
              <p:cNvSpPr/>
              <p:nvPr/>
            </p:nvSpPr>
            <p:spPr>
              <a:xfrm>
                <a:off x="10564946" y="7973568"/>
                <a:ext cx="18770" cy="18928"/>
              </a:xfrm>
              <a:prstGeom prst="rect">
                <a:avLst/>
              </a:prstGeom>
              <a:solidFill>
                <a:srgbClr val="919191"/>
              </a:solidFill>
              <a:ln>
                <a:noFill/>
              </a:ln>
              <a:effectLst/>
            </p:spPr>
            <p:txBody>
              <a:bodyPr rtlCol="0" anchor="ctr"/>
              <a:lstStyle/>
              <a:p>
                <a:pPr algn="ctr"/>
              </a:p>
            </p:txBody>
          </p:sp>
          <p:sp>
            <p:nvSpPr>
              <p:cNvPr id="2636" name="Noise cell"/>
              <p:cNvSpPr/>
              <p:nvPr/>
            </p:nvSpPr>
            <p:spPr>
              <a:xfrm>
                <a:off x="10583076" y="7973568"/>
                <a:ext cx="18770" cy="18928"/>
              </a:xfrm>
              <a:prstGeom prst="rect">
                <a:avLst/>
              </a:prstGeom>
              <a:solidFill>
                <a:srgbClr val="929292"/>
              </a:solidFill>
              <a:ln>
                <a:noFill/>
              </a:ln>
              <a:effectLst/>
            </p:spPr>
            <p:txBody>
              <a:bodyPr rtlCol="0" anchor="ctr"/>
              <a:lstStyle/>
              <a:p>
                <a:pPr algn="ctr"/>
              </a:p>
            </p:txBody>
          </p:sp>
          <p:sp>
            <p:nvSpPr>
              <p:cNvPr id="2637" name="Noise cell"/>
              <p:cNvSpPr/>
              <p:nvPr/>
            </p:nvSpPr>
            <p:spPr>
              <a:xfrm>
                <a:off x="10601207" y="7973568"/>
                <a:ext cx="18770" cy="18928"/>
              </a:xfrm>
              <a:prstGeom prst="rect">
                <a:avLst/>
              </a:prstGeom>
              <a:solidFill>
                <a:srgbClr val="848484"/>
              </a:solidFill>
              <a:ln>
                <a:noFill/>
              </a:ln>
              <a:effectLst/>
            </p:spPr>
            <p:txBody>
              <a:bodyPr rtlCol="0" anchor="ctr"/>
              <a:lstStyle/>
              <a:p>
                <a:pPr algn="ctr"/>
              </a:p>
            </p:txBody>
          </p:sp>
          <p:sp>
            <p:nvSpPr>
              <p:cNvPr id="2638" name="Noise cell"/>
              <p:cNvSpPr/>
              <p:nvPr/>
            </p:nvSpPr>
            <p:spPr>
              <a:xfrm>
                <a:off x="10619337" y="7973568"/>
                <a:ext cx="18770" cy="18928"/>
              </a:xfrm>
              <a:prstGeom prst="rect">
                <a:avLst/>
              </a:prstGeom>
              <a:solidFill>
                <a:srgbClr val="727272"/>
              </a:solidFill>
              <a:ln>
                <a:noFill/>
              </a:ln>
              <a:effectLst/>
            </p:spPr>
            <p:txBody>
              <a:bodyPr rtlCol="0" anchor="ctr"/>
              <a:lstStyle/>
              <a:p>
                <a:pPr algn="ctr"/>
              </a:p>
            </p:txBody>
          </p:sp>
          <p:sp>
            <p:nvSpPr>
              <p:cNvPr id="2639" name="Noise cell"/>
              <p:cNvSpPr/>
              <p:nvPr/>
            </p:nvSpPr>
            <p:spPr>
              <a:xfrm>
                <a:off x="10637467" y="7973568"/>
                <a:ext cx="18770" cy="18928"/>
              </a:xfrm>
              <a:prstGeom prst="rect">
                <a:avLst/>
              </a:prstGeom>
              <a:solidFill>
                <a:srgbClr val="6E6E6E"/>
              </a:solidFill>
              <a:ln>
                <a:noFill/>
              </a:ln>
              <a:effectLst/>
            </p:spPr>
            <p:txBody>
              <a:bodyPr rtlCol="0" anchor="ctr"/>
              <a:lstStyle/>
              <a:p>
                <a:pPr algn="ctr"/>
              </a:p>
            </p:txBody>
          </p:sp>
          <p:sp>
            <p:nvSpPr>
              <p:cNvPr id="2640" name="Noise cell"/>
              <p:cNvSpPr/>
              <p:nvPr/>
            </p:nvSpPr>
            <p:spPr>
              <a:xfrm>
                <a:off x="10655598" y="7973568"/>
                <a:ext cx="18770" cy="18928"/>
              </a:xfrm>
              <a:prstGeom prst="rect">
                <a:avLst/>
              </a:prstGeom>
              <a:solidFill>
                <a:srgbClr val="848484"/>
              </a:solidFill>
              <a:ln>
                <a:noFill/>
              </a:ln>
              <a:effectLst/>
            </p:spPr>
            <p:txBody>
              <a:bodyPr rtlCol="0" anchor="ctr"/>
              <a:lstStyle/>
              <a:p>
                <a:pPr algn="ctr"/>
              </a:p>
            </p:txBody>
          </p:sp>
          <p:sp>
            <p:nvSpPr>
              <p:cNvPr id="2641" name="Noise cell"/>
              <p:cNvSpPr/>
              <p:nvPr/>
            </p:nvSpPr>
            <p:spPr>
              <a:xfrm>
                <a:off x="10673728" y="7973568"/>
                <a:ext cx="18770" cy="18928"/>
              </a:xfrm>
              <a:prstGeom prst="rect">
                <a:avLst/>
              </a:prstGeom>
              <a:solidFill>
                <a:srgbClr val="929292"/>
              </a:solidFill>
              <a:ln>
                <a:noFill/>
              </a:ln>
              <a:effectLst/>
            </p:spPr>
            <p:txBody>
              <a:bodyPr rtlCol="0" anchor="ctr"/>
              <a:lstStyle/>
              <a:p>
                <a:pPr algn="ctr"/>
              </a:p>
            </p:txBody>
          </p:sp>
          <p:sp>
            <p:nvSpPr>
              <p:cNvPr id="2642" name="Noise cell"/>
              <p:cNvSpPr/>
              <p:nvPr/>
            </p:nvSpPr>
            <p:spPr>
              <a:xfrm>
                <a:off x="10691858" y="7973568"/>
                <a:ext cx="18770" cy="18928"/>
              </a:xfrm>
              <a:prstGeom prst="rect">
                <a:avLst/>
              </a:prstGeom>
              <a:solidFill>
                <a:srgbClr val="787878"/>
              </a:solidFill>
              <a:ln>
                <a:noFill/>
              </a:ln>
              <a:effectLst/>
            </p:spPr>
            <p:txBody>
              <a:bodyPr rtlCol="0" anchor="ctr"/>
              <a:lstStyle/>
              <a:p>
                <a:pPr algn="ctr"/>
              </a:p>
            </p:txBody>
          </p:sp>
          <p:sp>
            <p:nvSpPr>
              <p:cNvPr id="2643" name="Noise cell"/>
              <p:cNvSpPr/>
              <p:nvPr/>
            </p:nvSpPr>
            <p:spPr>
              <a:xfrm>
                <a:off x="10709989" y="7973568"/>
                <a:ext cx="18770" cy="18928"/>
              </a:xfrm>
              <a:prstGeom prst="rect">
                <a:avLst/>
              </a:prstGeom>
              <a:solidFill>
                <a:srgbClr val="828282"/>
              </a:solidFill>
              <a:ln>
                <a:noFill/>
              </a:ln>
              <a:effectLst/>
            </p:spPr>
            <p:txBody>
              <a:bodyPr rtlCol="0" anchor="ctr"/>
              <a:lstStyle/>
              <a:p>
                <a:pPr algn="ctr"/>
              </a:p>
            </p:txBody>
          </p:sp>
          <p:sp>
            <p:nvSpPr>
              <p:cNvPr id="2644" name="Noise cell"/>
              <p:cNvSpPr/>
              <p:nvPr/>
            </p:nvSpPr>
            <p:spPr>
              <a:xfrm>
                <a:off x="10728119" y="7973568"/>
                <a:ext cx="18770" cy="18928"/>
              </a:xfrm>
              <a:prstGeom prst="rect">
                <a:avLst/>
              </a:prstGeom>
              <a:solidFill>
                <a:srgbClr val="646464"/>
              </a:solidFill>
              <a:ln>
                <a:noFill/>
              </a:ln>
              <a:effectLst/>
            </p:spPr>
            <p:txBody>
              <a:bodyPr rtlCol="0" anchor="ctr"/>
              <a:lstStyle/>
              <a:p>
                <a:pPr algn="ctr"/>
              </a:p>
            </p:txBody>
          </p:sp>
          <p:sp>
            <p:nvSpPr>
              <p:cNvPr id="2645" name="Noise cell"/>
              <p:cNvSpPr/>
              <p:nvPr/>
            </p:nvSpPr>
            <p:spPr>
              <a:xfrm>
                <a:off x="10746250" y="7973568"/>
                <a:ext cx="18770" cy="18928"/>
              </a:xfrm>
              <a:prstGeom prst="rect">
                <a:avLst/>
              </a:prstGeom>
              <a:solidFill>
                <a:srgbClr val="7F7F7F"/>
              </a:solidFill>
              <a:ln>
                <a:noFill/>
              </a:ln>
              <a:effectLst/>
            </p:spPr>
            <p:txBody>
              <a:bodyPr rtlCol="0" anchor="ctr"/>
              <a:lstStyle/>
              <a:p>
                <a:pPr algn="ctr"/>
              </a:p>
            </p:txBody>
          </p:sp>
          <p:sp>
            <p:nvSpPr>
              <p:cNvPr id="2646" name="Noise cell"/>
              <p:cNvSpPr/>
              <p:nvPr/>
            </p:nvSpPr>
            <p:spPr>
              <a:xfrm>
                <a:off x="10764380" y="7973568"/>
                <a:ext cx="18770" cy="18928"/>
              </a:xfrm>
              <a:prstGeom prst="rect">
                <a:avLst/>
              </a:prstGeom>
              <a:solidFill>
                <a:srgbClr val="888888"/>
              </a:solidFill>
              <a:ln>
                <a:noFill/>
              </a:ln>
              <a:effectLst/>
            </p:spPr>
            <p:txBody>
              <a:bodyPr rtlCol="0" anchor="ctr"/>
              <a:lstStyle/>
              <a:p>
                <a:pPr algn="ctr"/>
              </a:p>
            </p:txBody>
          </p:sp>
          <p:sp>
            <p:nvSpPr>
              <p:cNvPr id="2647" name="Noise cell"/>
              <p:cNvSpPr/>
              <p:nvPr/>
            </p:nvSpPr>
            <p:spPr>
              <a:xfrm>
                <a:off x="10782510" y="7973568"/>
                <a:ext cx="18770" cy="18928"/>
              </a:xfrm>
              <a:prstGeom prst="rect">
                <a:avLst/>
              </a:prstGeom>
              <a:solidFill>
                <a:srgbClr val="868686"/>
              </a:solidFill>
              <a:ln>
                <a:noFill/>
              </a:ln>
              <a:effectLst/>
            </p:spPr>
            <p:txBody>
              <a:bodyPr rtlCol="0" anchor="ctr"/>
              <a:lstStyle/>
              <a:p>
                <a:pPr algn="ctr"/>
              </a:p>
            </p:txBody>
          </p:sp>
          <p:sp>
            <p:nvSpPr>
              <p:cNvPr id="2648" name="Noise cell"/>
              <p:cNvSpPr/>
              <p:nvPr/>
            </p:nvSpPr>
            <p:spPr>
              <a:xfrm>
                <a:off x="10800641" y="7973568"/>
                <a:ext cx="18770" cy="18928"/>
              </a:xfrm>
              <a:prstGeom prst="rect">
                <a:avLst/>
              </a:prstGeom>
              <a:solidFill>
                <a:srgbClr val="757575"/>
              </a:solidFill>
              <a:ln>
                <a:noFill/>
              </a:ln>
              <a:effectLst/>
            </p:spPr>
            <p:txBody>
              <a:bodyPr rtlCol="0" anchor="ctr"/>
              <a:lstStyle/>
              <a:p>
                <a:pPr algn="ctr"/>
              </a:p>
            </p:txBody>
          </p:sp>
          <p:sp>
            <p:nvSpPr>
              <p:cNvPr id="2649" name="Noise cell"/>
              <p:cNvSpPr/>
              <p:nvPr/>
            </p:nvSpPr>
            <p:spPr>
              <a:xfrm>
                <a:off x="10818771" y="7973568"/>
                <a:ext cx="18770" cy="18928"/>
              </a:xfrm>
              <a:prstGeom prst="rect">
                <a:avLst/>
              </a:prstGeom>
              <a:solidFill>
                <a:srgbClr val="8B8B8B"/>
              </a:solidFill>
              <a:ln>
                <a:noFill/>
              </a:ln>
              <a:effectLst/>
            </p:spPr>
            <p:txBody>
              <a:bodyPr rtlCol="0" anchor="ctr"/>
              <a:lstStyle/>
              <a:p>
                <a:pPr algn="ctr"/>
              </a:p>
            </p:txBody>
          </p:sp>
          <p:sp>
            <p:nvSpPr>
              <p:cNvPr id="2650" name="Noise cell"/>
              <p:cNvSpPr/>
              <p:nvPr/>
            </p:nvSpPr>
            <p:spPr>
              <a:xfrm>
                <a:off x="10836901" y="7973568"/>
                <a:ext cx="18770" cy="18928"/>
              </a:xfrm>
              <a:prstGeom prst="rect">
                <a:avLst/>
              </a:prstGeom>
              <a:solidFill>
                <a:srgbClr val="848484"/>
              </a:solidFill>
              <a:ln>
                <a:noFill/>
              </a:ln>
              <a:effectLst/>
            </p:spPr>
            <p:txBody>
              <a:bodyPr rtlCol="0" anchor="ctr"/>
              <a:lstStyle/>
              <a:p>
                <a:pPr algn="ctr"/>
              </a:p>
            </p:txBody>
          </p:sp>
          <p:sp>
            <p:nvSpPr>
              <p:cNvPr id="2651" name="Noise cell"/>
              <p:cNvSpPr/>
              <p:nvPr/>
            </p:nvSpPr>
            <p:spPr>
              <a:xfrm>
                <a:off x="10855032" y="7973568"/>
                <a:ext cx="18770" cy="18928"/>
              </a:xfrm>
              <a:prstGeom prst="rect">
                <a:avLst/>
              </a:prstGeom>
              <a:solidFill>
                <a:srgbClr val="8E8E8E"/>
              </a:solidFill>
              <a:ln>
                <a:noFill/>
              </a:ln>
              <a:effectLst/>
            </p:spPr>
            <p:txBody>
              <a:bodyPr rtlCol="0" anchor="ctr"/>
              <a:lstStyle/>
              <a:p>
                <a:pPr algn="ctr"/>
              </a:p>
            </p:txBody>
          </p:sp>
          <p:sp>
            <p:nvSpPr>
              <p:cNvPr id="2652" name="Noise cell"/>
              <p:cNvSpPr/>
              <p:nvPr/>
            </p:nvSpPr>
            <p:spPr>
              <a:xfrm>
                <a:off x="10873162" y="7973568"/>
                <a:ext cx="18770" cy="18928"/>
              </a:xfrm>
              <a:prstGeom prst="rect">
                <a:avLst/>
              </a:prstGeom>
              <a:solidFill>
                <a:srgbClr val="848484"/>
              </a:solidFill>
              <a:ln>
                <a:noFill/>
              </a:ln>
              <a:effectLst/>
            </p:spPr>
            <p:txBody>
              <a:bodyPr rtlCol="0" anchor="ctr"/>
              <a:lstStyle/>
              <a:p>
                <a:pPr algn="ctr"/>
              </a:p>
            </p:txBody>
          </p:sp>
          <p:sp>
            <p:nvSpPr>
              <p:cNvPr id="2653" name="Noise cell"/>
              <p:cNvSpPr/>
              <p:nvPr/>
            </p:nvSpPr>
            <p:spPr>
              <a:xfrm>
                <a:off x="10891292" y="7973568"/>
                <a:ext cx="18770" cy="18928"/>
              </a:xfrm>
              <a:prstGeom prst="rect">
                <a:avLst/>
              </a:prstGeom>
              <a:solidFill>
                <a:srgbClr val="696969"/>
              </a:solidFill>
              <a:ln>
                <a:noFill/>
              </a:ln>
              <a:effectLst/>
            </p:spPr>
            <p:txBody>
              <a:bodyPr rtlCol="0" anchor="ctr"/>
              <a:lstStyle/>
              <a:p>
                <a:pPr algn="ctr"/>
              </a:p>
            </p:txBody>
          </p:sp>
          <p:sp>
            <p:nvSpPr>
              <p:cNvPr id="2654" name="Noise cell"/>
              <p:cNvSpPr/>
              <p:nvPr/>
            </p:nvSpPr>
            <p:spPr>
              <a:xfrm>
                <a:off x="10909423" y="7973568"/>
                <a:ext cx="18770" cy="18928"/>
              </a:xfrm>
              <a:prstGeom prst="rect">
                <a:avLst/>
              </a:prstGeom>
              <a:solidFill>
                <a:srgbClr val="848484"/>
              </a:solidFill>
              <a:ln>
                <a:noFill/>
              </a:ln>
              <a:effectLst/>
            </p:spPr>
            <p:txBody>
              <a:bodyPr rtlCol="0" anchor="ctr"/>
              <a:lstStyle/>
              <a:p>
                <a:pPr algn="ctr"/>
              </a:p>
            </p:txBody>
          </p:sp>
          <p:sp>
            <p:nvSpPr>
              <p:cNvPr id="2655" name="Noise cell"/>
              <p:cNvSpPr/>
              <p:nvPr/>
            </p:nvSpPr>
            <p:spPr>
              <a:xfrm>
                <a:off x="10927553" y="7973568"/>
                <a:ext cx="18770" cy="18928"/>
              </a:xfrm>
              <a:prstGeom prst="rect">
                <a:avLst/>
              </a:prstGeom>
              <a:solidFill>
                <a:srgbClr val="797979"/>
              </a:solidFill>
              <a:ln>
                <a:noFill/>
              </a:ln>
              <a:effectLst/>
            </p:spPr>
            <p:txBody>
              <a:bodyPr rtlCol="0" anchor="ctr"/>
              <a:lstStyle/>
              <a:p>
                <a:pPr algn="ctr"/>
              </a:p>
            </p:txBody>
          </p:sp>
          <p:sp>
            <p:nvSpPr>
              <p:cNvPr id="2656" name="Noise cell"/>
              <p:cNvSpPr/>
              <p:nvPr/>
            </p:nvSpPr>
            <p:spPr>
              <a:xfrm>
                <a:off x="10945683" y="7973568"/>
                <a:ext cx="18770" cy="18928"/>
              </a:xfrm>
              <a:prstGeom prst="rect">
                <a:avLst/>
              </a:prstGeom>
              <a:solidFill>
                <a:srgbClr val="7A7A7A"/>
              </a:solidFill>
              <a:ln>
                <a:noFill/>
              </a:ln>
              <a:effectLst/>
            </p:spPr>
            <p:txBody>
              <a:bodyPr rtlCol="0" anchor="ctr"/>
              <a:lstStyle/>
              <a:p>
                <a:pPr algn="ctr"/>
              </a:p>
            </p:txBody>
          </p:sp>
          <p:sp>
            <p:nvSpPr>
              <p:cNvPr id="2657" name="Noise cell"/>
              <p:cNvSpPr/>
              <p:nvPr/>
            </p:nvSpPr>
            <p:spPr>
              <a:xfrm>
                <a:off x="10963814" y="7973568"/>
                <a:ext cx="18770" cy="18928"/>
              </a:xfrm>
              <a:prstGeom prst="rect">
                <a:avLst/>
              </a:prstGeom>
              <a:solidFill>
                <a:srgbClr val="868686"/>
              </a:solidFill>
              <a:ln>
                <a:noFill/>
              </a:ln>
              <a:effectLst/>
            </p:spPr>
            <p:txBody>
              <a:bodyPr rtlCol="0" anchor="ctr"/>
              <a:lstStyle/>
              <a:p>
                <a:pPr algn="ctr"/>
              </a:p>
            </p:txBody>
          </p:sp>
          <p:sp>
            <p:nvSpPr>
              <p:cNvPr id="2658" name="Noise cell"/>
              <p:cNvSpPr/>
              <p:nvPr/>
            </p:nvSpPr>
            <p:spPr>
              <a:xfrm>
                <a:off x="9930384" y="7991856"/>
                <a:ext cx="18770" cy="18928"/>
              </a:xfrm>
              <a:prstGeom prst="rect">
                <a:avLst/>
              </a:prstGeom>
              <a:solidFill>
                <a:srgbClr val="9A9A9A"/>
              </a:solidFill>
              <a:ln>
                <a:noFill/>
              </a:ln>
              <a:effectLst/>
            </p:spPr>
            <p:txBody>
              <a:bodyPr rtlCol="0" anchor="ctr"/>
              <a:lstStyle/>
              <a:p>
                <a:pPr algn="ctr"/>
              </a:p>
            </p:txBody>
          </p:sp>
          <p:sp>
            <p:nvSpPr>
              <p:cNvPr id="2659" name="Noise cell"/>
              <p:cNvSpPr/>
              <p:nvPr/>
            </p:nvSpPr>
            <p:spPr>
              <a:xfrm>
                <a:off x="9948514" y="7991856"/>
                <a:ext cx="18770" cy="18928"/>
              </a:xfrm>
              <a:prstGeom prst="rect">
                <a:avLst/>
              </a:prstGeom>
              <a:solidFill>
                <a:srgbClr val="858585"/>
              </a:solidFill>
              <a:ln>
                <a:noFill/>
              </a:ln>
              <a:effectLst/>
            </p:spPr>
            <p:txBody>
              <a:bodyPr rtlCol="0" anchor="ctr"/>
              <a:lstStyle/>
              <a:p>
                <a:pPr algn="ctr"/>
              </a:p>
            </p:txBody>
          </p:sp>
          <p:sp>
            <p:nvSpPr>
              <p:cNvPr id="2660" name="Noise cell"/>
              <p:cNvSpPr/>
              <p:nvPr/>
            </p:nvSpPr>
            <p:spPr>
              <a:xfrm>
                <a:off x="9966645" y="7991856"/>
                <a:ext cx="18770" cy="18928"/>
              </a:xfrm>
              <a:prstGeom prst="rect">
                <a:avLst/>
              </a:prstGeom>
              <a:solidFill>
                <a:srgbClr val="808080"/>
              </a:solidFill>
              <a:ln>
                <a:noFill/>
              </a:ln>
              <a:effectLst/>
            </p:spPr>
            <p:txBody>
              <a:bodyPr rtlCol="0" anchor="ctr"/>
              <a:lstStyle/>
              <a:p>
                <a:pPr algn="ctr"/>
              </a:p>
            </p:txBody>
          </p:sp>
          <p:sp>
            <p:nvSpPr>
              <p:cNvPr id="2661" name="Noise cell"/>
              <p:cNvSpPr/>
              <p:nvPr/>
            </p:nvSpPr>
            <p:spPr>
              <a:xfrm>
                <a:off x="9984775" y="7991856"/>
                <a:ext cx="18770" cy="18928"/>
              </a:xfrm>
              <a:prstGeom prst="rect">
                <a:avLst/>
              </a:prstGeom>
              <a:solidFill>
                <a:srgbClr val="6B6B6B"/>
              </a:solidFill>
              <a:ln>
                <a:noFill/>
              </a:ln>
              <a:effectLst/>
            </p:spPr>
            <p:txBody>
              <a:bodyPr rtlCol="0" anchor="ctr"/>
              <a:lstStyle/>
              <a:p>
                <a:pPr algn="ctr"/>
              </a:p>
            </p:txBody>
          </p:sp>
          <p:sp>
            <p:nvSpPr>
              <p:cNvPr id="2662" name="Noise cell"/>
              <p:cNvSpPr/>
              <p:nvPr/>
            </p:nvSpPr>
            <p:spPr>
              <a:xfrm>
                <a:off x="10002905" y="7991856"/>
                <a:ext cx="18770" cy="18928"/>
              </a:xfrm>
              <a:prstGeom prst="rect">
                <a:avLst/>
              </a:prstGeom>
              <a:solidFill>
                <a:srgbClr val="9B9B9B"/>
              </a:solidFill>
              <a:ln>
                <a:noFill/>
              </a:ln>
              <a:effectLst/>
            </p:spPr>
            <p:txBody>
              <a:bodyPr rtlCol="0" anchor="ctr"/>
              <a:lstStyle/>
              <a:p>
                <a:pPr algn="ctr"/>
              </a:p>
            </p:txBody>
          </p:sp>
          <p:sp>
            <p:nvSpPr>
              <p:cNvPr id="2663" name="Noise cell"/>
              <p:cNvSpPr/>
              <p:nvPr/>
            </p:nvSpPr>
            <p:spPr>
              <a:xfrm>
                <a:off x="10021036" y="7991856"/>
                <a:ext cx="18770" cy="18928"/>
              </a:xfrm>
              <a:prstGeom prst="rect">
                <a:avLst/>
              </a:prstGeom>
              <a:solidFill>
                <a:srgbClr val="919191"/>
              </a:solidFill>
              <a:ln>
                <a:noFill/>
              </a:ln>
              <a:effectLst/>
            </p:spPr>
            <p:txBody>
              <a:bodyPr rtlCol="0" anchor="ctr"/>
              <a:lstStyle/>
              <a:p>
                <a:pPr algn="ctr"/>
              </a:p>
            </p:txBody>
          </p:sp>
          <p:sp>
            <p:nvSpPr>
              <p:cNvPr id="2664" name="Noise cell"/>
              <p:cNvSpPr/>
              <p:nvPr/>
            </p:nvSpPr>
            <p:spPr>
              <a:xfrm>
                <a:off x="10039166" y="7991856"/>
                <a:ext cx="18770" cy="18928"/>
              </a:xfrm>
              <a:prstGeom prst="rect">
                <a:avLst/>
              </a:prstGeom>
              <a:solidFill>
                <a:srgbClr val="717171"/>
              </a:solidFill>
              <a:ln>
                <a:noFill/>
              </a:ln>
              <a:effectLst/>
            </p:spPr>
            <p:txBody>
              <a:bodyPr rtlCol="0" anchor="ctr"/>
              <a:lstStyle/>
              <a:p>
                <a:pPr algn="ctr"/>
              </a:p>
            </p:txBody>
          </p:sp>
          <p:sp>
            <p:nvSpPr>
              <p:cNvPr id="2665" name="Noise cell"/>
              <p:cNvSpPr/>
              <p:nvPr/>
            </p:nvSpPr>
            <p:spPr>
              <a:xfrm>
                <a:off x="10057296" y="7991856"/>
                <a:ext cx="18770" cy="18928"/>
              </a:xfrm>
              <a:prstGeom prst="rect">
                <a:avLst/>
              </a:prstGeom>
              <a:solidFill>
                <a:srgbClr val="7F7F7F"/>
              </a:solidFill>
              <a:ln>
                <a:noFill/>
              </a:ln>
              <a:effectLst/>
            </p:spPr>
            <p:txBody>
              <a:bodyPr rtlCol="0" anchor="ctr"/>
              <a:lstStyle/>
              <a:p>
                <a:pPr algn="ctr"/>
              </a:p>
            </p:txBody>
          </p:sp>
          <p:sp>
            <p:nvSpPr>
              <p:cNvPr id="2666" name="Noise cell"/>
              <p:cNvSpPr/>
              <p:nvPr/>
            </p:nvSpPr>
            <p:spPr>
              <a:xfrm>
                <a:off x="10075427" y="7991856"/>
                <a:ext cx="18770" cy="18928"/>
              </a:xfrm>
              <a:prstGeom prst="rect">
                <a:avLst/>
              </a:prstGeom>
              <a:solidFill>
                <a:srgbClr val="8A8A8A"/>
              </a:solidFill>
              <a:ln>
                <a:noFill/>
              </a:ln>
              <a:effectLst/>
            </p:spPr>
            <p:txBody>
              <a:bodyPr rtlCol="0" anchor="ctr"/>
              <a:lstStyle/>
              <a:p>
                <a:pPr algn="ctr"/>
              </a:p>
            </p:txBody>
          </p:sp>
          <p:sp>
            <p:nvSpPr>
              <p:cNvPr id="2667" name="Noise cell"/>
              <p:cNvSpPr/>
              <p:nvPr/>
            </p:nvSpPr>
            <p:spPr>
              <a:xfrm>
                <a:off x="10093557" y="7991856"/>
                <a:ext cx="18770" cy="18928"/>
              </a:xfrm>
              <a:prstGeom prst="rect">
                <a:avLst/>
              </a:prstGeom>
              <a:solidFill>
                <a:srgbClr val="7E7E7E"/>
              </a:solidFill>
              <a:ln>
                <a:noFill/>
              </a:ln>
              <a:effectLst/>
            </p:spPr>
            <p:txBody>
              <a:bodyPr rtlCol="0" anchor="ctr"/>
              <a:lstStyle/>
              <a:p>
                <a:pPr algn="ctr"/>
              </a:p>
            </p:txBody>
          </p:sp>
          <p:sp>
            <p:nvSpPr>
              <p:cNvPr id="2668" name="Noise cell"/>
              <p:cNvSpPr/>
              <p:nvPr/>
            </p:nvSpPr>
            <p:spPr>
              <a:xfrm>
                <a:off x="10111687" y="7991856"/>
                <a:ext cx="18770" cy="18928"/>
              </a:xfrm>
              <a:prstGeom prst="rect">
                <a:avLst/>
              </a:prstGeom>
              <a:solidFill>
                <a:srgbClr val="6C6C6C"/>
              </a:solidFill>
              <a:ln>
                <a:noFill/>
              </a:ln>
              <a:effectLst/>
            </p:spPr>
            <p:txBody>
              <a:bodyPr rtlCol="0" anchor="ctr"/>
              <a:lstStyle/>
              <a:p>
                <a:pPr algn="ctr"/>
              </a:p>
            </p:txBody>
          </p:sp>
          <p:sp>
            <p:nvSpPr>
              <p:cNvPr id="2669" name="Noise cell"/>
              <p:cNvSpPr/>
              <p:nvPr/>
            </p:nvSpPr>
            <p:spPr>
              <a:xfrm>
                <a:off x="10129818" y="7991856"/>
                <a:ext cx="18770" cy="18928"/>
              </a:xfrm>
              <a:prstGeom prst="rect">
                <a:avLst/>
              </a:prstGeom>
              <a:solidFill>
                <a:srgbClr val="8A8A8A"/>
              </a:solidFill>
              <a:ln>
                <a:noFill/>
              </a:ln>
              <a:effectLst/>
            </p:spPr>
            <p:txBody>
              <a:bodyPr rtlCol="0" anchor="ctr"/>
              <a:lstStyle/>
              <a:p>
                <a:pPr algn="ctr"/>
              </a:p>
            </p:txBody>
          </p:sp>
          <p:sp>
            <p:nvSpPr>
              <p:cNvPr id="2670" name="Noise cell"/>
              <p:cNvSpPr/>
              <p:nvPr/>
            </p:nvSpPr>
            <p:spPr>
              <a:xfrm>
                <a:off x="10147948" y="7991856"/>
                <a:ext cx="18770" cy="18928"/>
              </a:xfrm>
              <a:prstGeom prst="rect">
                <a:avLst/>
              </a:prstGeom>
              <a:solidFill>
                <a:srgbClr val="8D8D8D"/>
              </a:solidFill>
              <a:ln>
                <a:noFill/>
              </a:ln>
              <a:effectLst/>
            </p:spPr>
            <p:txBody>
              <a:bodyPr rtlCol="0" anchor="ctr"/>
              <a:lstStyle/>
              <a:p>
                <a:pPr algn="ctr"/>
              </a:p>
            </p:txBody>
          </p:sp>
          <p:sp>
            <p:nvSpPr>
              <p:cNvPr id="2671" name="Noise cell"/>
              <p:cNvSpPr/>
              <p:nvPr/>
            </p:nvSpPr>
            <p:spPr>
              <a:xfrm>
                <a:off x="10166078" y="7991856"/>
                <a:ext cx="18770" cy="18928"/>
              </a:xfrm>
              <a:prstGeom prst="rect">
                <a:avLst/>
              </a:prstGeom>
              <a:solidFill>
                <a:srgbClr val="979797"/>
              </a:solidFill>
              <a:ln>
                <a:noFill/>
              </a:ln>
              <a:effectLst/>
            </p:spPr>
            <p:txBody>
              <a:bodyPr rtlCol="0" anchor="ctr"/>
              <a:lstStyle/>
              <a:p>
                <a:pPr algn="ctr"/>
              </a:p>
            </p:txBody>
          </p:sp>
          <p:sp>
            <p:nvSpPr>
              <p:cNvPr id="2672" name="Noise cell"/>
              <p:cNvSpPr/>
              <p:nvPr/>
            </p:nvSpPr>
            <p:spPr>
              <a:xfrm>
                <a:off x="10184209" y="7991856"/>
                <a:ext cx="18770" cy="18928"/>
              </a:xfrm>
              <a:prstGeom prst="rect">
                <a:avLst/>
              </a:prstGeom>
              <a:solidFill>
                <a:srgbClr val="9B9B9B"/>
              </a:solidFill>
              <a:ln>
                <a:noFill/>
              </a:ln>
              <a:effectLst/>
            </p:spPr>
            <p:txBody>
              <a:bodyPr rtlCol="0" anchor="ctr"/>
              <a:lstStyle/>
              <a:p>
                <a:pPr algn="ctr"/>
              </a:p>
            </p:txBody>
          </p:sp>
          <p:sp>
            <p:nvSpPr>
              <p:cNvPr id="2673" name="Noise cell"/>
              <p:cNvSpPr/>
              <p:nvPr/>
            </p:nvSpPr>
            <p:spPr>
              <a:xfrm>
                <a:off x="10202339" y="7991856"/>
                <a:ext cx="18770" cy="18928"/>
              </a:xfrm>
              <a:prstGeom prst="rect">
                <a:avLst/>
              </a:prstGeom>
              <a:solidFill>
                <a:srgbClr val="939393"/>
              </a:solidFill>
              <a:ln>
                <a:noFill/>
              </a:ln>
              <a:effectLst/>
            </p:spPr>
            <p:txBody>
              <a:bodyPr rtlCol="0" anchor="ctr"/>
              <a:lstStyle/>
              <a:p>
                <a:pPr algn="ctr"/>
              </a:p>
            </p:txBody>
          </p:sp>
          <p:sp>
            <p:nvSpPr>
              <p:cNvPr id="2674" name="Noise cell"/>
              <p:cNvSpPr/>
              <p:nvPr/>
            </p:nvSpPr>
            <p:spPr>
              <a:xfrm>
                <a:off x="10220470" y="7991856"/>
                <a:ext cx="18770" cy="18928"/>
              </a:xfrm>
              <a:prstGeom prst="rect">
                <a:avLst/>
              </a:prstGeom>
              <a:solidFill>
                <a:srgbClr val="797979"/>
              </a:solidFill>
              <a:ln>
                <a:noFill/>
              </a:ln>
              <a:effectLst/>
            </p:spPr>
            <p:txBody>
              <a:bodyPr rtlCol="0" anchor="ctr"/>
              <a:lstStyle/>
              <a:p>
                <a:pPr algn="ctr"/>
              </a:p>
            </p:txBody>
          </p:sp>
          <p:sp>
            <p:nvSpPr>
              <p:cNvPr id="2675" name="Noise cell"/>
              <p:cNvSpPr/>
              <p:nvPr/>
            </p:nvSpPr>
            <p:spPr>
              <a:xfrm>
                <a:off x="10238600" y="7991856"/>
                <a:ext cx="18770" cy="18928"/>
              </a:xfrm>
              <a:prstGeom prst="rect">
                <a:avLst/>
              </a:prstGeom>
              <a:solidFill>
                <a:srgbClr val="7D7D7D"/>
              </a:solidFill>
              <a:ln>
                <a:noFill/>
              </a:ln>
              <a:effectLst/>
            </p:spPr>
            <p:txBody>
              <a:bodyPr rtlCol="0" anchor="ctr"/>
              <a:lstStyle/>
              <a:p>
                <a:pPr algn="ctr"/>
              </a:p>
            </p:txBody>
          </p:sp>
          <p:sp>
            <p:nvSpPr>
              <p:cNvPr id="2676" name="Noise cell"/>
              <p:cNvSpPr/>
              <p:nvPr/>
            </p:nvSpPr>
            <p:spPr>
              <a:xfrm>
                <a:off x="10256730" y="7991856"/>
                <a:ext cx="18770" cy="18928"/>
              </a:xfrm>
              <a:prstGeom prst="rect">
                <a:avLst/>
              </a:prstGeom>
              <a:solidFill>
                <a:srgbClr val="646464"/>
              </a:solidFill>
              <a:ln>
                <a:noFill/>
              </a:ln>
              <a:effectLst/>
            </p:spPr>
            <p:txBody>
              <a:bodyPr rtlCol="0" anchor="ctr"/>
              <a:lstStyle/>
              <a:p>
                <a:pPr algn="ctr"/>
              </a:p>
            </p:txBody>
          </p:sp>
          <p:sp>
            <p:nvSpPr>
              <p:cNvPr id="2677" name="Noise cell"/>
              <p:cNvSpPr/>
              <p:nvPr/>
            </p:nvSpPr>
            <p:spPr>
              <a:xfrm>
                <a:off x="10274861" y="7991856"/>
                <a:ext cx="18770" cy="18928"/>
              </a:xfrm>
              <a:prstGeom prst="rect">
                <a:avLst/>
              </a:prstGeom>
              <a:solidFill>
                <a:srgbClr val="8A8A8A"/>
              </a:solidFill>
              <a:ln>
                <a:noFill/>
              </a:ln>
              <a:effectLst/>
            </p:spPr>
            <p:txBody>
              <a:bodyPr rtlCol="0" anchor="ctr"/>
              <a:lstStyle/>
              <a:p>
                <a:pPr algn="ctr"/>
              </a:p>
            </p:txBody>
          </p:sp>
          <p:sp>
            <p:nvSpPr>
              <p:cNvPr id="2678" name="Noise cell"/>
              <p:cNvSpPr/>
              <p:nvPr/>
            </p:nvSpPr>
            <p:spPr>
              <a:xfrm>
                <a:off x="10292991" y="7991856"/>
                <a:ext cx="18770" cy="18928"/>
              </a:xfrm>
              <a:prstGeom prst="rect">
                <a:avLst/>
              </a:prstGeom>
              <a:solidFill>
                <a:srgbClr val="616161"/>
              </a:solidFill>
              <a:ln>
                <a:noFill/>
              </a:ln>
              <a:effectLst/>
            </p:spPr>
            <p:txBody>
              <a:bodyPr rtlCol="0" anchor="ctr"/>
              <a:lstStyle/>
              <a:p>
                <a:pPr algn="ctr"/>
              </a:p>
            </p:txBody>
          </p:sp>
          <p:sp>
            <p:nvSpPr>
              <p:cNvPr id="2679" name="Noise cell"/>
              <p:cNvSpPr/>
              <p:nvPr/>
            </p:nvSpPr>
            <p:spPr>
              <a:xfrm>
                <a:off x="10311121" y="7991856"/>
                <a:ext cx="18770" cy="18928"/>
              </a:xfrm>
              <a:prstGeom prst="rect">
                <a:avLst/>
              </a:prstGeom>
              <a:solidFill>
                <a:srgbClr val="8E8E8E"/>
              </a:solidFill>
              <a:ln>
                <a:noFill/>
              </a:ln>
              <a:effectLst/>
            </p:spPr>
            <p:txBody>
              <a:bodyPr rtlCol="0" anchor="ctr"/>
              <a:lstStyle/>
              <a:p>
                <a:pPr algn="ctr"/>
              </a:p>
            </p:txBody>
          </p:sp>
          <p:sp>
            <p:nvSpPr>
              <p:cNvPr id="2680" name="Noise cell"/>
              <p:cNvSpPr/>
              <p:nvPr/>
            </p:nvSpPr>
            <p:spPr>
              <a:xfrm>
                <a:off x="10329252" y="7991856"/>
                <a:ext cx="18770" cy="18928"/>
              </a:xfrm>
              <a:prstGeom prst="rect">
                <a:avLst/>
              </a:prstGeom>
              <a:solidFill>
                <a:srgbClr val="828282"/>
              </a:solidFill>
              <a:ln>
                <a:noFill/>
              </a:ln>
              <a:effectLst/>
            </p:spPr>
            <p:txBody>
              <a:bodyPr rtlCol="0" anchor="ctr"/>
              <a:lstStyle/>
              <a:p>
                <a:pPr algn="ctr"/>
              </a:p>
            </p:txBody>
          </p:sp>
          <p:sp>
            <p:nvSpPr>
              <p:cNvPr id="2681" name="Noise cell"/>
              <p:cNvSpPr/>
              <p:nvPr/>
            </p:nvSpPr>
            <p:spPr>
              <a:xfrm>
                <a:off x="10347382" y="7991856"/>
                <a:ext cx="18770" cy="18928"/>
              </a:xfrm>
              <a:prstGeom prst="rect">
                <a:avLst/>
              </a:prstGeom>
              <a:solidFill>
                <a:srgbClr val="797979"/>
              </a:solidFill>
              <a:ln>
                <a:noFill/>
              </a:ln>
              <a:effectLst/>
            </p:spPr>
            <p:txBody>
              <a:bodyPr rtlCol="0" anchor="ctr"/>
              <a:lstStyle/>
              <a:p>
                <a:pPr algn="ctr"/>
              </a:p>
            </p:txBody>
          </p:sp>
          <p:sp>
            <p:nvSpPr>
              <p:cNvPr id="2682" name="Noise cell"/>
              <p:cNvSpPr/>
              <p:nvPr/>
            </p:nvSpPr>
            <p:spPr>
              <a:xfrm>
                <a:off x="10365512" y="7991856"/>
                <a:ext cx="18770" cy="18928"/>
              </a:xfrm>
              <a:prstGeom prst="rect">
                <a:avLst/>
              </a:prstGeom>
              <a:solidFill>
                <a:srgbClr val="888888"/>
              </a:solidFill>
              <a:ln>
                <a:noFill/>
              </a:ln>
              <a:effectLst/>
            </p:spPr>
            <p:txBody>
              <a:bodyPr rtlCol="0" anchor="ctr"/>
              <a:lstStyle/>
              <a:p>
                <a:pPr algn="ctr"/>
              </a:p>
            </p:txBody>
          </p:sp>
          <p:sp>
            <p:nvSpPr>
              <p:cNvPr id="2683" name="Noise cell"/>
              <p:cNvSpPr/>
              <p:nvPr/>
            </p:nvSpPr>
            <p:spPr>
              <a:xfrm>
                <a:off x="10383643" y="7991856"/>
                <a:ext cx="18770" cy="18928"/>
              </a:xfrm>
              <a:prstGeom prst="rect">
                <a:avLst/>
              </a:prstGeom>
              <a:solidFill>
                <a:srgbClr val="868686"/>
              </a:solidFill>
              <a:ln>
                <a:noFill/>
              </a:ln>
              <a:effectLst/>
            </p:spPr>
            <p:txBody>
              <a:bodyPr rtlCol="0" anchor="ctr"/>
              <a:lstStyle/>
              <a:p>
                <a:pPr algn="ctr"/>
              </a:p>
            </p:txBody>
          </p:sp>
          <p:sp>
            <p:nvSpPr>
              <p:cNvPr id="2684" name="Noise cell"/>
              <p:cNvSpPr/>
              <p:nvPr/>
            </p:nvSpPr>
            <p:spPr>
              <a:xfrm>
                <a:off x="10401773" y="7991856"/>
                <a:ext cx="18770" cy="18928"/>
              </a:xfrm>
              <a:prstGeom prst="rect">
                <a:avLst/>
              </a:prstGeom>
              <a:solidFill>
                <a:srgbClr val="999999"/>
              </a:solidFill>
              <a:ln>
                <a:noFill/>
              </a:ln>
              <a:effectLst/>
            </p:spPr>
            <p:txBody>
              <a:bodyPr rtlCol="0" anchor="ctr"/>
              <a:lstStyle/>
              <a:p>
                <a:pPr algn="ctr"/>
              </a:p>
            </p:txBody>
          </p:sp>
          <p:sp>
            <p:nvSpPr>
              <p:cNvPr id="2685" name="Noise cell"/>
              <p:cNvSpPr/>
              <p:nvPr/>
            </p:nvSpPr>
            <p:spPr>
              <a:xfrm>
                <a:off x="10419903" y="7991856"/>
                <a:ext cx="18770" cy="18928"/>
              </a:xfrm>
              <a:prstGeom prst="rect">
                <a:avLst/>
              </a:prstGeom>
              <a:solidFill>
                <a:srgbClr val="787878"/>
              </a:solidFill>
              <a:ln>
                <a:noFill/>
              </a:ln>
              <a:effectLst/>
            </p:spPr>
            <p:txBody>
              <a:bodyPr rtlCol="0" anchor="ctr"/>
              <a:lstStyle/>
              <a:p>
                <a:pPr algn="ctr"/>
              </a:p>
            </p:txBody>
          </p:sp>
          <p:sp>
            <p:nvSpPr>
              <p:cNvPr id="2686" name="Noise cell"/>
              <p:cNvSpPr/>
              <p:nvPr/>
            </p:nvSpPr>
            <p:spPr>
              <a:xfrm>
                <a:off x="10438034" y="7991856"/>
                <a:ext cx="18770" cy="18928"/>
              </a:xfrm>
              <a:prstGeom prst="rect">
                <a:avLst/>
              </a:prstGeom>
              <a:solidFill>
                <a:srgbClr val="767676"/>
              </a:solidFill>
              <a:ln>
                <a:noFill/>
              </a:ln>
              <a:effectLst/>
            </p:spPr>
            <p:txBody>
              <a:bodyPr rtlCol="0" anchor="ctr"/>
              <a:lstStyle/>
              <a:p>
                <a:pPr algn="ctr"/>
              </a:p>
            </p:txBody>
          </p:sp>
          <p:sp>
            <p:nvSpPr>
              <p:cNvPr id="2687" name="Noise cell"/>
              <p:cNvSpPr/>
              <p:nvPr/>
            </p:nvSpPr>
            <p:spPr>
              <a:xfrm>
                <a:off x="10456164" y="7991856"/>
                <a:ext cx="18770" cy="18928"/>
              </a:xfrm>
              <a:prstGeom prst="rect">
                <a:avLst/>
              </a:prstGeom>
              <a:solidFill>
                <a:srgbClr val="7F7F7F"/>
              </a:solidFill>
              <a:ln>
                <a:noFill/>
              </a:ln>
              <a:effectLst/>
            </p:spPr>
            <p:txBody>
              <a:bodyPr rtlCol="0" anchor="ctr"/>
              <a:lstStyle/>
              <a:p>
                <a:pPr algn="ctr"/>
              </a:p>
            </p:txBody>
          </p:sp>
          <p:sp>
            <p:nvSpPr>
              <p:cNvPr id="2688" name="Noise cell"/>
              <p:cNvSpPr/>
              <p:nvPr/>
            </p:nvSpPr>
            <p:spPr>
              <a:xfrm>
                <a:off x="10474294" y="7991856"/>
                <a:ext cx="18770" cy="18928"/>
              </a:xfrm>
              <a:prstGeom prst="rect">
                <a:avLst/>
              </a:prstGeom>
              <a:solidFill>
                <a:srgbClr val="7B7B7B"/>
              </a:solidFill>
              <a:ln>
                <a:noFill/>
              </a:ln>
              <a:effectLst/>
            </p:spPr>
            <p:txBody>
              <a:bodyPr rtlCol="0" anchor="ctr"/>
              <a:lstStyle/>
              <a:p>
                <a:pPr algn="ctr"/>
              </a:p>
            </p:txBody>
          </p:sp>
          <p:sp>
            <p:nvSpPr>
              <p:cNvPr id="2689" name="Noise cell"/>
              <p:cNvSpPr/>
              <p:nvPr/>
            </p:nvSpPr>
            <p:spPr>
              <a:xfrm>
                <a:off x="10492425" y="7991856"/>
                <a:ext cx="18770" cy="18928"/>
              </a:xfrm>
              <a:prstGeom prst="rect">
                <a:avLst/>
              </a:prstGeom>
              <a:solidFill>
                <a:srgbClr val="767676"/>
              </a:solidFill>
              <a:ln>
                <a:noFill/>
              </a:ln>
              <a:effectLst/>
            </p:spPr>
            <p:txBody>
              <a:bodyPr rtlCol="0" anchor="ctr"/>
              <a:lstStyle/>
              <a:p>
                <a:pPr algn="ctr"/>
              </a:p>
            </p:txBody>
          </p:sp>
          <p:sp>
            <p:nvSpPr>
              <p:cNvPr id="2690" name="Noise cell"/>
              <p:cNvSpPr/>
              <p:nvPr/>
            </p:nvSpPr>
            <p:spPr>
              <a:xfrm>
                <a:off x="10510555" y="7991856"/>
                <a:ext cx="18770" cy="18928"/>
              </a:xfrm>
              <a:prstGeom prst="rect">
                <a:avLst/>
              </a:prstGeom>
              <a:solidFill>
                <a:srgbClr val="787878"/>
              </a:solidFill>
              <a:ln>
                <a:noFill/>
              </a:ln>
              <a:effectLst/>
            </p:spPr>
            <p:txBody>
              <a:bodyPr rtlCol="0" anchor="ctr"/>
              <a:lstStyle/>
              <a:p>
                <a:pPr algn="ctr"/>
              </a:p>
            </p:txBody>
          </p:sp>
          <p:sp>
            <p:nvSpPr>
              <p:cNvPr id="2691" name="Noise cell"/>
              <p:cNvSpPr/>
              <p:nvPr/>
            </p:nvSpPr>
            <p:spPr>
              <a:xfrm>
                <a:off x="10528685" y="7991856"/>
                <a:ext cx="18770" cy="18928"/>
              </a:xfrm>
              <a:prstGeom prst="rect">
                <a:avLst/>
              </a:prstGeom>
              <a:solidFill>
                <a:srgbClr val="898989"/>
              </a:solidFill>
              <a:ln>
                <a:noFill/>
              </a:ln>
              <a:effectLst/>
            </p:spPr>
            <p:txBody>
              <a:bodyPr rtlCol="0" anchor="ctr"/>
              <a:lstStyle/>
              <a:p>
                <a:pPr algn="ctr"/>
              </a:p>
            </p:txBody>
          </p:sp>
          <p:sp>
            <p:nvSpPr>
              <p:cNvPr id="2692" name="Noise cell"/>
              <p:cNvSpPr/>
              <p:nvPr/>
            </p:nvSpPr>
            <p:spPr>
              <a:xfrm>
                <a:off x="10546816" y="7991856"/>
                <a:ext cx="18770" cy="18928"/>
              </a:xfrm>
              <a:prstGeom prst="rect">
                <a:avLst/>
              </a:prstGeom>
              <a:solidFill>
                <a:srgbClr val="8E8E8E"/>
              </a:solidFill>
              <a:ln>
                <a:noFill/>
              </a:ln>
              <a:effectLst/>
            </p:spPr>
            <p:txBody>
              <a:bodyPr rtlCol="0" anchor="ctr"/>
              <a:lstStyle/>
              <a:p>
                <a:pPr algn="ctr"/>
              </a:p>
            </p:txBody>
          </p:sp>
          <p:sp>
            <p:nvSpPr>
              <p:cNvPr id="2693" name="Noise cell"/>
              <p:cNvSpPr/>
              <p:nvPr/>
            </p:nvSpPr>
            <p:spPr>
              <a:xfrm>
                <a:off x="10564946" y="7991856"/>
                <a:ext cx="18770" cy="18928"/>
              </a:xfrm>
              <a:prstGeom prst="rect">
                <a:avLst/>
              </a:prstGeom>
              <a:solidFill>
                <a:srgbClr val="767676"/>
              </a:solidFill>
              <a:ln>
                <a:noFill/>
              </a:ln>
              <a:effectLst/>
            </p:spPr>
            <p:txBody>
              <a:bodyPr rtlCol="0" anchor="ctr"/>
              <a:lstStyle/>
              <a:p>
                <a:pPr algn="ctr"/>
              </a:p>
            </p:txBody>
          </p:sp>
          <p:sp>
            <p:nvSpPr>
              <p:cNvPr id="2694" name="Noise cell"/>
              <p:cNvSpPr/>
              <p:nvPr/>
            </p:nvSpPr>
            <p:spPr>
              <a:xfrm>
                <a:off x="10583076" y="7991856"/>
                <a:ext cx="18770" cy="18928"/>
              </a:xfrm>
              <a:prstGeom prst="rect">
                <a:avLst/>
              </a:prstGeom>
              <a:solidFill>
                <a:srgbClr val="707070"/>
              </a:solidFill>
              <a:ln>
                <a:noFill/>
              </a:ln>
              <a:effectLst/>
            </p:spPr>
            <p:txBody>
              <a:bodyPr rtlCol="0" anchor="ctr"/>
              <a:lstStyle/>
              <a:p>
                <a:pPr algn="ctr"/>
              </a:p>
            </p:txBody>
          </p:sp>
          <p:sp>
            <p:nvSpPr>
              <p:cNvPr id="2695" name="Noise cell"/>
              <p:cNvSpPr/>
              <p:nvPr/>
            </p:nvSpPr>
            <p:spPr>
              <a:xfrm>
                <a:off x="10601207" y="7991856"/>
                <a:ext cx="18770" cy="18928"/>
              </a:xfrm>
              <a:prstGeom prst="rect">
                <a:avLst/>
              </a:prstGeom>
              <a:solidFill>
                <a:srgbClr val="797979"/>
              </a:solidFill>
              <a:ln>
                <a:noFill/>
              </a:ln>
              <a:effectLst/>
            </p:spPr>
            <p:txBody>
              <a:bodyPr rtlCol="0" anchor="ctr"/>
              <a:lstStyle/>
              <a:p>
                <a:pPr algn="ctr"/>
              </a:p>
            </p:txBody>
          </p:sp>
          <p:sp>
            <p:nvSpPr>
              <p:cNvPr id="2696" name="Noise cell"/>
              <p:cNvSpPr/>
              <p:nvPr/>
            </p:nvSpPr>
            <p:spPr>
              <a:xfrm>
                <a:off x="10619337" y="7991856"/>
                <a:ext cx="18770" cy="18928"/>
              </a:xfrm>
              <a:prstGeom prst="rect">
                <a:avLst/>
              </a:prstGeom>
              <a:solidFill>
                <a:srgbClr val="696969"/>
              </a:solidFill>
              <a:ln>
                <a:noFill/>
              </a:ln>
              <a:effectLst/>
            </p:spPr>
            <p:txBody>
              <a:bodyPr rtlCol="0" anchor="ctr"/>
              <a:lstStyle/>
              <a:p>
                <a:pPr algn="ctr"/>
              </a:p>
            </p:txBody>
          </p:sp>
          <p:sp>
            <p:nvSpPr>
              <p:cNvPr id="2697" name="Noise cell"/>
              <p:cNvSpPr/>
              <p:nvPr/>
            </p:nvSpPr>
            <p:spPr>
              <a:xfrm>
                <a:off x="10637467" y="7991856"/>
                <a:ext cx="18770" cy="18928"/>
              </a:xfrm>
              <a:prstGeom prst="rect">
                <a:avLst/>
              </a:prstGeom>
              <a:solidFill>
                <a:srgbClr val="848484"/>
              </a:solidFill>
              <a:ln>
                <a:noFill/>
              </a:ln>
              <a:effectLst/>
            </p:spPr>
            <p:txBody>
              <a:bodyPr rtlCol="0" anchor="ctr"/>
              <a:lstStyle/>
              <a:p>
                <a:pPr algn="ctr"/>
              </a:p>
            </p:txBody>
          </p:sp>
          <p:sp>
            <p:nvSpPr>
              <p:cNvPr id="2698" name="Noise cell"/>
              <p:cNvSpPr/>
              <p:nvPr/>
            </p:nvSpPr>
            <p:spPr>
              <a:xfrm>
                <a:off x="10655598" y="7991856"/>
                <a:ext cx="18770" cy="18928"/>
              </a:xfrm>
              <a:prstGeom prst="rect">
                <a:avLst/>
              </a:prstGeom>
              <a:solidFill>
                <a:srgbClr val="909090"/>
              </a:solidFill>
              <a:ln>
                <a:noFill/>
              </a:ln>
              <a:effectLst/>
            </p:spPr>
            <p:txBody>
              <a:bodyPr rtlCol="0" anchor="ctr"/>
              <a:lstStyle/>
              <a:p>
                <a:pPr algn="ctr"/>
              </a:p>
            </p:txBody>
          </p:sp>
          <p:sp>
            <p:nvSpPr>
              <p:cNvPr id="2699" name="Noise cell"/>
              <p:cNvSpPr/>
              <p:nvPr/>
            </p:nvSpPr>
            <p:spPr>
              <a:xfrm>
                <a:off x="10673728" y="7991856"/>
                <a:ext cx="18770" cy="18928"/>
              </a:xfrm>
              <a:prstGeom prst="rect">
                <a:avLst/>
              </a:prstGeom>
              <a:solidFill>
                <a:srgbClr val="8A8A8A"/>
              </a:solidFill>
              <a:ln>
                <a:noFill/>
              </a:ln>
              <a:effectLst/>
            </p:spPr>
            <p:txBody>
              <a:bodyPr rtlCol="0" anchor="ctr"/>
              <a:lstStyle/>
              <a:p>
                <a:pPr algn="ctr"/>
              </a:p>
            </p:txBody>
          </p:sp>
          <p:sp>
            <p:nvSpPr>
              <p:cNvPr id="2700" name="Noise cell"/>
              <p:cNvSpPr/>
              <p:nvPr/>
            </p:nvSpPr>
            <p:spPr>
              <a:xfrm>
                <a:off x="10691858" y="7991856"/>
                <a:ext cx="18770" cy="18928"/>
              </a:xfrm>
              <a:prstGeom prst="rect">
                <a:avLst/>
              </a:prstGeom>
              <a:solidFill>
                <a:srgbClr val="A5A5A5"/>
              </a:solidFill>
              <a:ln>
                <a:noFill/>
              </a:ln>
              <a:effectLst/>
            </p:spPr>
            <p:txBody>
              <a:bodyPr rtlCol="0" anchor="ctr"/>
              <a:lstStyle/>
              <a:p>
                <a:pPr algn="ctr"/>
              </a:p>
            </p:txBody>
          </p:sp>
          <p:sp>
            <p:nvSpPr>
              <p:cNvPr id="2701" name="Noise cell"/>
              <p:cNvSpPr/>
              <p:nvPr/>
            </p:nvSpPr>
            <p:spPr>
              <a:xfrm>
                <a:off x="10709989" y="7991856"/>
                <a:ext cx="18770" cy="18928"/>
              </a:xfrm>
              <a:prstGeom prst="rect">
                <a:avLst/>
              </a:prstGeom>
              <a:solidFill>
                <a:srgbClr val="767676"/>
              </a:solidFill>
              <a:ln>
                <a:noFill/>
              </a:ln>
              <a:effectLst/>
            </p:spPr>
            <p:txBody>
              <a:bodyPr rtlCol="0" anchor="ctr"/>
              <a:lstStyle/>
              <a:p>
                <a:pPr algn="ctr"/>
              </a:p>
            </p:txBody>
          </p:sp>
          <p:sp>
            <p:nvSpPr>
              <p:cNvPr id="2702" name="Noise cell"/>
              <p:cNvSpPr/>
              <p:nvPr/>
            </p:nvSpPr>
            <p:spPr>
              <a:xfrm>
                <a:off x="10728119" y="7991856"/>
                <a:ext cx="18770" cy="18928"/>
              </a:xfrm>
              <a:prstGeom prst="rect">
                <a:avLst/>
              </a:prstGeom>
              <a:solidFill>
                <a:srgbClr val="787878"/>
              </a:solidFill>
              <a:ln>
                <a:noFill/>
              </a:ln>
              <a:effectLst/>
            </p:spPr>
            <p:txBody>
              <a:bodyPr rtlCol="0" anchor="ctr"/>
              <a:lstStyle/>
              <a:p>
                <a:pPr algn="ctr"/>
              </a:p>
            </p:txBody>
          </p:sp>
          <p:sp>
            <p:nvSpPr>
              <p:cNvPr id="2703" name="Noise cell"/>
              <p:cNvSpPr/>
              <p:nvPr/>
            </p:nvSpPr>
            <p:spPr>
              <a:xfrm>
                <a:off x="10746250" y="7991856"/>
                <a:ext cx="18770" cy="18928"/>
              </a:xfrm>
              <a:prstGeom prst="rect">
                <a:avLst/>
              </a:prstGeom>
              <a:solidFill>
                <a:srgbClr val="858585"/>
              </a:solidFill>
              <a:ln>
                <a:noFill/>
              </a:ln>
              <a:effectLst/>
            </p:spPr>
            <p:txBody>
              <a:bodyPr rtlCol="0" anchor="ctr"/>
              <a:lstStyle/>
              <a:p>
                <a:pPr algn="ctr"/>
              </a:p>
            </p:txBody>
          </p:sp>
          <p:sp>
            <p:nvSpPr>
              <p:cNvPr id="2704" name="Noise cell"/>
              <p:cNvSpPr/>
              <p:nvPr/>
            </p:nvSpPr>
            <p:spPr>
              <a:xfrm>
                <a:off x="10764380" y="7991856"/>
                <a:ext cx="18770" cy="18928"/>
              </a:xfrm>
              <a:prstGeom prst="rect">
                <a:avLst/>
              </a:prstGeom>
              <a:solidFill>
                <a:srgbClr val="868686"/>
              </a:solidFill>
              <a:ln>
                <a:noFill/>
              </a:ln>
              <a:effectLst/>
            </p:spPr>
            <p:txBody>
              <a:bodyPr rtlCol="0" anchor="ctr"/>
              <a:lstStyle/>
              <a:p>
                <a:pPr algn="ctr"/>
              </a:p>
            </p:txBody>
          </p:sp>
          <p:sp>
            <p:nvSpPr>
              <p:cNvPr id="2705" name="Noise cell"/>
              <p:cNvSpPr/>
              <p:nvPr/>
            </p:nvSpPr>
            <p:spPr>
              <a:xfrm>
                <a:off x="10782510" y="7991856"/>
                <a:ext cx="18770" cy="18928"/>
              </a:xfrm>
              <a:prstGeom prst="rect">
                <a:avLst/>
              </a:prstGeom>
              <a:solidFill>
                <a:srgbClr val="7F7F7F"/>
              </a:solidFill>
              <a:ln>
                <a:noFill/>
              </a:ln>
              <a:effectLst/>
            </p:spPr>
            <p:txBody>
              <a:bodyPr rtlCol="0" anchor="ctr"/>
              <a:lstStyle/>
              <a:p>
                <a:pPr algn="ctr"/>
              </a:p>
            </p:txBody>
          </p:sp>
          <p:sp>
            <p:nvSpPr>
              <p:cNvPr id="2706" name="Noise cell"/>
              <p:cNvSpPr/>
              <p:nvPr/>
            </p:nvSpPr>
            <p:spPr>
              <a:xfrm>
                <a:off x="10800641" y="7991856"/>
                <a:ext cx="18770" cy="18928"/>
              </a:xfrm>
              <a:prstGeom prst="rect">
                <a:avLst/>
              </a:prstGeom>
              <a:solidFill>
                <a:srgbClr val="787878"/>
              </a:solidFill>
              <a:ln>
                <a:noFill/>
              </a:ln>
              <a:effectLst/>
            </p:spPr>
            <p:txBody>
              <a:bodyPr rtlCol="0" anchor="ctr"/>
              <a:lstStyle/>
              <a:p>
                <a:pPr algn="ctr"/>
              </a:p>
            </p:txBody>
          </p:sp>
          <p:sp>
            <p:nvSpPr>
              <p:cNvPr id="2707" name="Noise cell"/>
              <p:cNvSpPr/>
              <p:nvPr/>
            </p:nvSpPr>
            <p:spPr>
              <a:xfrm>
                <a:off x="10818771" y="7991856"/>
                <a:ext cx="18770" cy="18928"/>
              </a:xfrm>
              <a:prstGeom prst="rect">
                <a:avLst/>
              </a:prstGeom>
              <a:solidFill>
                <a:srgbClr val="818181"/>
              </a:solidFill>
              <a:ln>
                <a:noFill/>
              </a:ln>
              <a:effectLst/>
            </p:spPr>
            <p:txBody>
              <a:bodyPr rtlCol="0" anchor="ctr"/>
              <a:lstStyle/>
              <a:p>
                <a:pPr algn="ctr"/>
              </a:p>
            </p:txBody>
          </p:sp>
          <p:sp>
            <p:nvSpPr>
              <p:cNvPr id="2708" name="Noise cell"/>
              <p:cNvSpPr/>
              <p:nvPr/>
            </p:nvSpPr>
            <p:spPr>
              <a:xfrm>
                <a:off x="10836901" y="7991856"/>
                <a:ext cx="18770" cy="18928"/>
              </a:xfrm>
              <a:prstGeom prst="rect">
                <a:avLst/>
              </a:prstGeom>
              <a:solidFill>
                <a:srgbClr val="7E7E7E"/>
              </a:solidFill>
              <a:ln>
                <a:noFill/>
              </a:ln>
              <a:effectLst/>
            </p:spPr>
            <p:txBody>
              <a:bodyPr rtlCol="0" anchor="ctr"/>
              <a:lstStyle/>
              <a:p>
                <a:pPr algn="ctr"/>
              </a:p>
            </p:txBody>
          </p:sp>
          <p:sp>
            <p:nvSpPr>
              <p:cNvPr id="2709" name="Noise cell"/>
              <p:cNvSpPr/>
              <p:nvPr/>
            </p:nvSpPr>
            <p:spPr>
              <a:xfrm>
                <a:off x="10855032" y="7991856"/>
                <a:ext cx="18770" cy="18928"/>
              </a:xfrm>
              <a:prstGeom prst="rect">
                <a:avLst/>
              </a:prstGeom>
              <a:solidFill>
                <a:srgbClr val="696969"/>
              </a:solidFill>
              <a:ln>
                <a:noFill/>
              </a:ln>
              <a:effectLst/>
            </p:spPr>
            <p:txBody>
              <a:bodyPr rtlCol="0" anchor="ctr"/>
              <a:lstStyle/>
              <a:p>
                <a:pPr algn="ctr"/>
              </a:p>
            </p:txBody>
          </p:sp>
          <p:sp>
            <p:nvSpPr>
              <p:cNvPr id="2710" name="Noise cell"/>
              <p:cNvSpPr/>
              <p:nvPr/>
            </p:nvSpPr>
            <p:spPr>
              <a:xfrm>
                <a:off x="10873162" y="7991856"/>
                <a:ext cx="18770" cy="18928"/>
              </a:xfrm>
              <a:prstGeom prst="rect">
                <a:avLst/>
              </a:prstGeom>
              <a:solidFill>
                <a:srgbClr val="959595"/>
              </a:solidFill>
              <a:ln>
                <a:noFill/>
              </a:ln>
              <a:effectLst/>
            </p:spPr>
            <p:txBody>
              <a:bodyPr rtlCol="0" anchor="ctr"/>
              <a:lstStyle/>
              <a:p>
                <a:pPr algn="ctr"/>
              </a:p>
            </p:txBody>
          </p:sp>
          <p:sp>
            <p:nvSpPr>
              <p:cNvPr id="2711" name="Noise cell"/>
              <p:cNvSpPr/>
              <p:nvPr/>
            </p:nvSpPr>
            <p:spPr>
              <a:xfrm>
                <a:off x="10891292" y="7991856"/>
                <a:ext cx="18770" cy="18928"/>
              </a:xfrm>
              <a:prstGeom prst="rect">
                <a:avLst/>
              </a:prstGeom>
              <a:solidFill>
                <a:srgbClr val="939393"/>
              </a:solidFill>
              <a:ln>
                <a:noFill/>
              </a:ln>
              <a:effectLst/>
            </p:spPr>
            <p:txBody>
              <a:bodyPr rtlCol="0" anchor="ctr"/>
              <a:lstStyle/>
              <a:p>
                <a:pPr algn="ctr"/>
              </a:p>
            </p:txBody>
          </p:sp>
          <p:sp>
            <p:nvSpPr>
              <p:cNvPr id="2712" name="Noise cell"/>
              <p:cNvSpPr/>
              <p:nvPr/>
            </p:nvSpPr>
            <p:spPr>
              <a:xfrm>
                <a:off x="10909423" y="7991856"/>
                <a:ext cx="18770" cy="18928"/>
              </a:xfrm>
              <a:prstGeom prst="rect">
                <a:avLst/>
              </a:prstGeom>
              <a:solidFill>
                <a:srgbClr val="9E9E9E"/>
              </a:solidFill>
              <a:ln>
                <a:noFill/>
              </a:ln>
              <a:effectLst/>
            </p:spPr>
            <p:txBody>
              <a:bodyPr rtlCol="0" anchor="ctr"/>
              <a:lstStyle/>
              <a:p>
                <a:pPr algn="ctr"/>
              </a:p>
            </p:txBody>
          </p:sp>
          <p:sp>
            <p:nvSpPr>
              <p:cNvPr id="2713" name="Noise cell"/>
              <p:cNvSpPr/>
              <p:nvPr/>
            </p:nvSpPr>
            <p:spPr>
              <a:xfrm>
                <a:off x="10927553" y="7991856"/>
                <a:ext cx="18770" cy="18928"/>
              </a:xfrm>
              <a:prstGeom prst="rect">
                <a:avLst/>
              </a:prstGeom>
              <a:solidFill>
                <a:srgbClr val="9A9A9A"/>
              </a:solidFill>
              <a:ln>
                <a:noFill/>
              </a:ln>
              <a:effectLst/>
            </p:spPr>
            <p:txBody>
              <a:bodyPr rtlCol="0" anchor="ctr"/>
              <a:lstStyle/>
              <a:p>
                <a:pPr algn="ctr"/>
              </a:p>
            </p:txBody>
          </p:sp>
          <p:sp>
            <p:nvSpPr>
              <p:cNvPr id="2714" name="Noise cell"/>
              <p:cNvSpPr/>
              <p:nvPr/>
            </p:nvSpPr>
            <p:spPr>
              <a:xfrm>
                <a:off x="10945683" y="7991856"/>
                <a:ext cx="18770" cy="18928"/>
              </a:xfrm>
              <a:prstGeom prst="rect">
                <a:avLst/>
              </a:prstGeom>
              <a:solidFill>
                <a:srgbClr val="7F7F7F"/>
              </a:solidFill>
              <a:ln>
                <a:noFill/>
              </a:ln>
              <a:effectLst/>
            </p:spPr>
            <p:txBody>
              <a:bodyPr rtlCol="0" anchor="ctr"/>
              <a:lstStyle/>
              <a:p>
                <a:pPr algn="ctr"/>
              </a:p>
            </p:txBody>
          </p:sp>
          <p:sp>
            <p:nvSpPr>
              <p:cNvPr id="2715" name="Noise cell"/>
              <p:cNvSpPr/>
              <p:nvPr/>
            </p:nvSpPr>
            <p:spPr>
              <a:xfrm>
                <a:off x="10963814" y="7991856"/>
                <a:ext cx="18770" cy="18928"/>
              </a:xfrm>
              <a:prstGeom prst="rect">
                <a:avLst/>
              </a:prstGeom>
              <a:solidFill>
                <a:srgbClr val="717171"/>
              </a:solidFill>
              <a:ln>
                <a:noFill/>
              </a:ln>
              <a:effectLst/>
            </p:spPr>
            <p:txBody>
              <a:bodyPr rtlCol="0" anchor="ctr"/>
              <a:lstStyle/>
              <a:p>
                <a:pPr algn="ctr"/>
              </a:p>
            </p:txBody>
          </p:sp>
          <p:sp>
            <p:nvSpPr>
              <p:cNvPr id="2716" name="Noise cell"/>
              <p:cNvSpPr/>
              <p:nvPr/>
            </p:nvSpPr>
            <p:spPr>
              <a:xfrm>
                <a:off x="9930384" y="8010144"/>
                <a:ext cx="18770" cy="18928"/>
              </a:xfrm>
              <a:prstGeom prst="rect">
                <a:avLst/>
              </a:prstGeom>
              <a:solidFill>
                <a:srgbClr val="878787"/>
              </a:solidFill>
              <a:ln>
                <a:noFill/>
              </a:ln>
              <a:effectLst/>
            </p:spPr>
            <p:txBody>
              <a:bodyPr rtlCol="0" anchor="ctr"/>
              <a:lstStyle/>
              <a:p>
                <a:pPr algn="ctr"/>
              </a:p>
            </p:txBody>
          </p:sp>
          <p:sp>
            <p:nvSpPr>
              <p:cNvPr id="2717" name="Noise cell"/>
              <p:cNvSpPr/>
              <p:nvPr/>
            </p:nvSpPr>
            <p:spPr>
              <a:xfrm>
                <a:off x="9948514" y="8010144"/>
                <a:ext cx="18770" cy="18928"/>
              </a:xfrm>
              <a:prstGeom prst="rect">
                <a:avLst/>
              </a:prstGeom>
              <a:solidFill>
                <a:srgbClr val="929292"/>
              </a:solidFill>
              <a:ln>
                <a:noFill/>
              </a:ln>
              <a:effectLst/>
            </p:spPr>
            <p:txBody>
              <a:bodyPr rtlCol="0" anchor="ctr"/>
              <a:lstStyle/>
              <a:p>
                <a:pPr algn="ctr"/>
              </a:p>
            </p:txBody>
          </p:sp>
          <p:sp>
            <p:nvSpPr>
              <p:cNvPr id="2718" name="Noise cell"/>
              <p:cNvSpPr/>
              <p:nvPr/>
            </p:nvSpPr>
            <p:spPr>
              <a:xfrm>
                <a:off x="9966645" y="8010144"/>
                <a:ext cx="18770" cy="18928"/>
              </a:xfrm>
              <a:prstGeom prst="rect">
                <a:avLst/>
              </a:prstGeom>
              <a:solidFill>
                <a:srgbClr val="828282"/>
              </a:solidFill>
              <a:ln>
                <a:noFill/>
              </a:ln>
              <a:effectLst/>
            </p:spPr>
            <p:txBody>
              <a:bodyPr rtlCol="0" anchor="ctr"/>
              <a:lstStyle/>
              <a:p>
                <a:pPr algn="ctr"/>
              </a:p>
            </p:txBody>
          </p:sp>
          <p:sp>
            <p:nvSpPr>
              <p:cNvPr id="2719" name="Noise cell"/>
              <p:cNvSpPr/>
              <p:nvPr/>
            </p:nvSpPr>
            <p:spPr>
              <a:xfrm>
                <a:off x="9984775" y="8010144"/>
                <a:ext cx="18770" cy="18928"/>
              </a:xfrm>
              <a:prstGeom prst="rect">
                <a:avLst/>
              </a:prstGeom>
              <a:solidFill>
                <a:srgbClr val="7B7B7B"/>
              </a:solidFill>
              <a:ln>
                <a:noFill/>
              </a:ln>
              <a:effectLst/>
            </p:spPr>
            <p:txBody>
              <a:bodyPr rtlCol="0" anchor="ctr"/>
              <a:lstStyle/>
              <a:p>
                <a:pPr algn="ctr"/>
              </a:p>
            </p:txBody>
          </p:sp>
          <p:sp>
            <p:nvSpPr>
              <p:cNvPr id="2720" name="Noise cell"/>
              <p:cNvSpPr/>
              <p:nvPr/>
            </p:nvSpPr>
            <p:spPr>
              <a:xfrm>
                <a:off x="10002905" y="8010144"/>
                <a:ext cx="18770" cy="18928"/>
              </a:xfrm>
              <a:prstGeom prst="rect">
                <a:avLst/>
              </a:prstGeom>
              <a:solidFill>
                <a:srgbClr val="767676"/>
              </a:solidFill>
              <a:ln>
                <a:noFill/>
              </a:ln>
              <a:effectLst/>
            </p:spPr>
            <p:txBody>
              <a:bodyPr rtlCol="0" anchor="ctr"/>
              <a:lstStyle/>
              <a:p>
                <a:pPr algn="ctr"/>
              </a:p>
            </p:txBody>
          </p:sp>
          <p:sp>
            <p:nvSpPr>
              <p:cNvPr id="2721" name="Noise cell"/>
              <p:cNvSpPr/>
              <p:nvPr/>
            </p:nvSpPr>
            <p:spPr>
              <a:xfrm>
                <a:off x="10021036" y="8010144"/>
                <a:ext cx="18770" cy="18928"/>
              </a:xfrm>
              <a:prstGeom prst="rect">
                <a:avLst/>
              </a:prstGeom>
              <a:solidFill>
                <a:srgbClr val="898989"/>
              </a:solidFill>
              <a:ln>
                <a:noFill/>
              </a:ln>
              <a:effectLst/>
            </p:spPr>
            <p:txBody>
              <a:bodyPr rtlCol="0" anchor="ctr"/>
              <a:lstStyle/>
              <a:p>
                <a:pPr algn="ctr"/>
              </a:p>
            </p:txBody>
          </p:sp>
          <p:sp>
            <p:nvSpPr>
              <p:cNvPr id="2722" name="Noise cell"/>
              <p:cNvSpPr/>
              <p:nvPr/>
            </p:nvSpPr>
            <p:spPr>
              <a:xfrm>
                <a:off x="10039166" y="8010144"/>
                <a:ext cx="18770" cy="18928"/>
              </a:xfrm>
              <a:prstGeom prst="rect">
                <a:avLst/>
              </a:prstGeom>
              <a:solidFill>
                <a:srgbClr val="828282"/>
              </a:solidFill>
              <a:ln>
                <a:noFill/>
              </a:ln>
              <a:effectLst/>
            </p:spPr>
            <p:txBody>
              <a:bodyPr rtlCol="0" anchor="ctr"/>
              <a:lstStyle/>
              <a:p>
                <a:pPr algn="ctr"/>
              </a:p>
            </p:txBody>
          </p:sp>
          <p:sp>
            <p:nvSpPr>
              <p:cNvPr id="2723" name="Noise cell"/>
              <p:cNvSpPr/>
              <p:nvPr/>
            </p:nvSpPr>
            <p:spPr>
              <a:xfrm>
                <a:off x="10057296" y="8010144"/>
                <a:ext cx="18770" cy="18928"/>
              </a:xfrm>
              <a:prstGeom prst="rect">
                <a:avLst/>
              </a:prstGeom>
              <a:solidFill>
                <a:srgbClr val="666666"/>
              </a:solidFill>
              <a:ln>
                <a:noFill/>
              </a:ln>
              <a:effectLst/>
            </p:spPr>
            <p:txBody>
              <a:bodyPr rtlCol="0" anchor="ctr"/>
              <a:lstStyle/>
              <a:p>
                <a:pPr algn="ctr"/>
              </a:p>
            </p:txBody>
          </p:sp>
          <p:sp>
            <p:nvSpPr>
              <p:cNvPr id="2724" name="Noise cell"/>
              <p:cNvSpPr/>
              <p:nvPr/>
            </p:nvSpPr>
            <p:spPr>
              <a:xfrm>
                <a:off x="10075427" y="8010144"/>
                <a:ext cx="18770" cy="18928"/>
              </a:xfrm>
              <a:prstGeom prst="rect">
                <a:avLst/>
              </a:prstGeom>
              <a:solidFill>
                <a:srgbClr val="6F6F6F"/>
              </a:solidFill>
              <a:ln>
                <a:noFill/>
              </a:ln>
              <a:effectLst/>
            </p:spPr>
            <p:txBody>
              <a:bodyPr rtlCol="0" anchor="ctr"/>
              <a:lstStyle/>
              <a:p>
                <a:pPr algn="ctr"/>
              </a:p>
            </p:txBody>
          </p:sp>
          <p:sp>
            <p:nvSpPr>
              <p:cNvPr id="2725" name="Noise cell"/>
              <p:cNvSpPr/>
              <p:nvPr/>
            </p:nvSpPr>
            <p:spPr>
              <a:xfrm>
                <a:off x="10093557" y="8010144"/>
                <a:ext cx="18770" cy="18928"/>
              </a:xfrm>
              <a:prstGeom prst="rect">
                <a:avLst/>
              </a:prstGeom>
              <a:solidFill>
                <a:srgbClr val="949494"/>
              </a:solidFill>
              <a:ln>
                <a:noFill/>
              </a:ln>
              <a:effectLst/>
            </p:spPr>
            <p:txBody>
              <a:bodyPr rtlCol="0" anchor="ctr"/>
              <a:lstStyle/>
              <a:p>
                <a:pPr algn="ctr"/>
              </a:p>
            </p:txBody>
          </p:sp>
          <p:sp>
            <p:nvSpPr>
              <p:cNvPr id="2726" name="Noise cell"/>
              <p:cNvSpPr/>
              <p:nvPr/>
            </p:nvSpPr>
            <p:spPr>
              <a:xfrm>
                <a:off x="10111687" y="8010144"/>
                <a:ext cx="18770" cy="18928"/>
              </a:xfrm>
              <a:prstGeom prst="rect">
                <a:avLst/>
              </a:prstGeom>
              <a:solidFill>
                <a:srgbClr val="939393"/>
              </a:solidFill>
              <a:ln>
                <a:noFill/>
              </a:ln>
              <a:effectLst/>
            </p:spPr>
            <p:txBody>
              <a:bodyPr rtlCol="0" anchor="ctr"/>
              <a:lstStyle/>
              <a:p>
                <a:pPr algn="ctr"/>
              </a:p>
            </p:txBody>
          </p:sp>
          <p:sp>
            <p:nvSpPr>
              <p:cNvPr id="2727" name="Noise cell"/>
              <p:cNvSpPr/>
              <p:nvPr/>
            </p:nvSpPr>
            <p:spPr>
              <a:xfrm>
                <a:off x="10129818" y="8010144"/>
                <a:ext cx="18770" cy="18928"/>
              </a:xfrm>
              <a:prstGeom prst="rect">
                <a:avLst/>
              </a:prstGeom>
              <a:solidFill>
                <a:srgbClr val="727272"/>
              </a:solidFill>
              <a:ln>
                <a:noFill/>
              </a:ln>
              <a:effectLst/>
            </p:spPr>
            <p:txBody>
              <a:bodyPr rtlCol="0" anchor="ctr"/>
              <a:lstStyle/>
              <a:p>
                <a:pPr algn="ctr"/>
              </a:p>
            </p:txBody>
          </p:sp>
          <p:sp>
            <p:nvSpPr>
              <p:cNvPr id="2728" name="Noise cell"/>
              <p:cNvSpPr/>
              <p:nvPr/>
            </p:nvSpPr>
            <p:spPr>
              <a:xfrm>
                <a:off x="10147948" y="8010144"/>
                <a:ext cx="18770" cy="18928"/>
              </a:xfrm>
              <a:prstGeom prst="rect">
                <a:avLst/>
              </a:prstGeom>
              <a:solidFill>
                <a:srgbClr val="878787"/>
              </a:solidFill>
              <a:ln>
                <a:noFill/>
              </a:ln>
              <a:effectLst/>
            </p:spPr>
            <p:txBody>
              <a:bodyPr rtlCol="0" anchor="ctr"/>
              <a:lstStyle/>
              <a:p>
                <a:pPr algn="ctr"/>
              </a:p>
            </p:txBody>
          </p:sp>
          <p:sp>
            <p:nvSpPr>
              <p:cNvPr id="2729" name="Noise cell"/>
              <p:cNvSpPr/>
              <p:nvPr/>
            </p:nvSpPr>
            <p:spPr>
              <a:xfrm>
                <a:off x="10166078" y="8010144"/>
                <a:ext cx="18770" cy="18928"/>
              </a:xfrm>
              <a:prstGeom prst="rect">
                <a:avLst/>
              </a:prstGeom>
              <a:solidFill>
                <a:srgbClr val="848484"/>
              </a:solidFill>
              <a:ln>
                <a:noFill/>
              </a:ln>
              <a:effectLst/>
            </p:spPr>
            <p:txBody>
              <a:bodyPr rtlCol="0" anchor="ctr"/>
              <a:lstStyle/>
              <a:p>
                <a:pPr algn="ctr"/>
              </a:p>
            </p:txBody>
          </p:sp>
          <p:sp>
            <p:nvSpPr>
              <p:cNvPr id="2730" name="Noise cell"/>
              <p:cNvSpPr/>
              <p:nvPr/>
            </p:nvSpPr>
            <p:spPr>
              <a:xfrm>
                <a:off x="10184209" y="8010144"/>
                <a:ext cx="18770" cy="18928"/>
              </a:xfrm>
              <a:prstGeom prst="rect">
                <a:avLst/>
              </a:prstGeom>
              <a:solidFill>
                <a:srgbClr val="8B8B8B"/>
              </a:solidFill>
              <a:ln>
                <a:noFill/>
              </a:ln>
              <a:effectLst/>
            </p:spPr>
            <p:txBody>
              <a:bodyPr rtlCol="0" anchor="ctr"/>
              <a:lstStyle/>
              <a:p>
                <a:pPr algn="ctr"/>
              </a:p>
            </p:txBody>
          </p:sp>
          <p:sp>
            <p:nvSpPr>
              <p:cNvPr id="2731" name="Noise cell"/>
              <p:cNvSpPr/>
              <p:nvPr/>
            </p:nvSpPr>
            <p:spPr>
              <a:xfrm>
                <a:off x="10202339" y="8010144"/>
                <a:ext cx="18770" cy="18928"/>
              </a:xfrm>
              <a:prstGeom prst="rect">
                <a:avLst/>
              </a:prstGeom>
              <a:solidFill>
                <a:srgbClr val="8C8C8C"/>
              </a:solidFill>
              <a:ln>
                <a:noFill/>
              </a:ln>
              <a:effectLst/>
            </p:spPr>
            <p:txBody>
              <a:bodyPr rtlCol="0" anchor="ctr"/>
              <a:lstStyle/>
              <a:p>
                <a:pPr algn="ctr"/>
              </a:p>
            </p:txBody>
          </p:sp>
          <p:sp>
            <p:nvSpPr>
              <p:cNvPr id="2732" name="Noise cell"/>
              <p:cNvSpPr/>
              <p:nvPr/>
            </p:nvSpPr>
            <p:spPr>
              <a:xfrm>
                <a:off x="10220470" y="8010144"/>
                <a:ext cx="18770" cy="18928"/>
              </a:xfrm>
              <a:prstGeom prst="rect">
                <a:avLst/>
              </a:prstGeom>
              <a:solidFill>
                <a:srgbClr val="828282"/>
              </a:solidFill>
              <a:ln>
                <a:noFill/>
              </a:ln>
              <a:effectLst/>
            </p:spPr>
            <p:txBody>
              <a:bodyPr rtlCol="0" anchor="ctr"/>
              <a:lstStyle/>
              <a:p>
                <a:pPr algn="ctr"/>
              </a:p>
            </p:txBody>
          </p:sp>
          <p:sp>
            <p:nvSpPr>
              <p:cNvPr id="2733" name="Noise cell"/>
              <p:cNvSpPr/>
              <p:nvPr/>
            </p:nvSpPr>
            <p:spPr>
              <a:xfrm>
                <a:off x="10238600" y="8010144"/>
                <a:ext cx="18770" cy="18928"/>
              </a:xfrm>
              <a:prstGeom prst="rect">
                <a:avLst/>
              </a:prstGeom>
              <a:solidFill>
                <a:srgbClr val="949494"/>
              </a:solidFill>
              <a:ln>
                <a:noFill/>
              </a:ln>
              <a:effectLst/>
            </p:spPr>
            <p:txBody>
              <a:bodyPr rtlCol="0" anchor="ctr"/>
              <a:lstStyle/>
              <a:p>
                <a:pPr algn="ctr"/>
              </a:p>
            </p:txBody>
          </p:sp>
          <p:sp>
            <p:nvSpPr>
              <p:cNvPr id="2734" name="Noise cell"/>
              <p:cNvSpPr/>
              <p:nvPr/>
            </p:nvSpPr>
            <p:spPr>
              <a:xfrm>
                <a:off x="10256730" y="8010144"/>
                <a:ext cx="18770" cy="18928"/>
              </a:xfrm>
              <a:prstGeom prst="rect">
                <a:avLst/>
              </a:prstGeom>
              <a:solidFill>
                <a:srgbClr val="909090"/>
              </a:solidFill>
              <a:ln>
                <a:noFill/>
              </a:ln>
              <a:effectLst/>
            </p:spPr>
            <p:txBody>
              <a:bodyPr rtlCol="0" anchor="ctr"/>
              <a:lstStyle/>
              <a:p>
                <a:pPr algn="ctr"/>
              </a:p>
            </p:txBody>
          </p:sp>
          <p:sp>
            <p:nvSpPr>
              <p:cNvPr id="2735" name="Noise cell"/>
              <p:cNvSpPr/>
              <p:nvPr/>
            </p:nvSpPr>
            <p:spPr>
              <a:xfrm>
                <a:off x="10274861" y="8010144"/>
                <a:ext cx="18770" cy="18928"/>
              </a:xfrm>
              <a:prstGeom prst="rect">
                <a:avLst/>
              </a:prstGeom>
              <a:solidFill>
                <a:srgbClr val="979797"/>
              </a:solidFill>
              <a:ln>
                <a:noFill/>
              </a:ln>
              <a:effectLst/>
            </p:spPr>
            <p:txBody>
              <a:bodyPr rtlCol="0" anchor="ctr"/>
              <a:lstStyle/>
              <a:p>
                <a:pPr algn="ctr"/>
              </a:p>
            </p:txBody>
          </p:sp>
          <p:sp>
            <p:nvSpPr>
              <p:cNvPr id="2736" name="Noise cell"/>
              <p:cNvSpPr/>
              <p:nvPr/>
            </p:nvSpPr>
            <p:spPr>
              <a:xfrm>
                <a:off x="10292991" y="8010144"/>
                <a:ext cx="18770" cy="18928"/>
              </a:xfrm>
              <a:prstGeom prst="rect">
                <a:avLst/>
              </a:prstGeom>
              <a:solidFill>
                <a:srgbClr val="5E5E5E"/>
              </a:solidFill>
              <a:ln>
                <a:noFill/>
              </a:ln>
              <a:effectLst/>
            </p:spPr>
            <p:txBody>
              <a:bodyPr rtlCol="0" anchor="ctr"/>
              <a:lstStyle/>
              <a:p>
                <a:pPr algn="ctr"/>
              </a:p>
            </p:txBody>
          </p:sp>
          <p:sp>
            <p:nvSpPr>
              <p:cNvPr id="2737" name="Noise cell"/>
              <p:cNvSpPr/>
              <p:nvPr/>
            </p:nvSpPr>
            <p:spPr>
              <a:xfrm>
                <a:off x="10311121" y="8010144"/>
                <a:ext cx="18770" cy="18928"/>
              </a:xfrm>
              <a:prstGeom prst="rect">
                <a:avLst/>
              </a:prstGeom>
              <a:solidFill>
                <a:srgbClr val="7E7E7E"/>
              </a:solidFill>
              <a:ln>
                <a:noFill/>
              </a:ln>
              <a:effectLst/>
            </p:spPr>
            <p:txBody>
              <a:bodyPr rtlCol="0" anchor="ctr"/>
              <a:lstStyle/>
              <a:p>
                <a:pPr algn="ctr"/>
              </a:p>
            </p:txBody>
          </p:sp>
          <p:sp>
            <p:nvSpPr>
              <p:cNvPr id="2738" name="Noise cell"/>
              <p:cNvSpPr/>
              <p:nvPr/>
            </p:nvSpPr>
            <p:spPr>
              <a:xfrm>
                <a:off x="10329252" y="8010144"/>
                <a:ext cx="18770" cy="18928"/>
              </a:xfrm>
              <a:prstGeom prst="rect">
                <a:avLst/>
              </a:prstGeom>
              <a:solidFill>
                <a:srgbClr val="838383"/>
              </a:solidFill>
              <a:ln>
                <a:noFill/>
              </a:ln>
              <a:effectLst/>
            </p:spPr>
            <p:txBody>
              <a:bodyPr rtlCol="0" anchor="ctr"/>
              <a:lstStyle/>
              <a:p>
                <a:pPr algn="ctr"/>
              </a:p>
            </p:txBody>
          </p:sp>
          <p:sp>
            <p:nvSpPr>
              <p:cNvPr id="2739" name="Noise cell"/>
              <p:cNvSpPr/>
              <p:nvPr/>
            </p:nvSpPr>
            <p:spPr>
              <a:xfrm>
                <a:off x="10347382" y="8010144"/>
                <a:ext cx="18770" cy="18928"/>
              </a:xfrm>
              <a:prstGeom prst="rect">
                <a:avLst/>
              </a:prstGeom>
              <a:solidFill>
                <a:srgbClr val="7A7A7A"/>
              </a:solidFill>
              <a:ln>
                <a:noFill/>
              </a:ln>
              <a:effectLst/>
            </p:spPr>
            <p:txBody>
              <a:bodyPr rtlCol="0" anchor="ctr"/>
              <a:lstStyle/>
              <a:p>
                <a:pPr algn="ctr"/>
              </a:p>
            </p:txBody>
          </p:sp>
          <p:sp>
            <p:nvSpPr>
              <p:cNvPr id="2740" name="Noise cell"/>
              <p:cNvSpPr/>
              <p:nvPr/>
            </p:nvSpPr>
            <p:spPr>
              <a:xfrm>
                <a:off x="10365512" y="8010144"/>
                <a:ext cx="18770" cy="18928"/>
              </a:xfrm>
              <a:prstGeom prst="rect">
                <a:avLst/>
              </a:prstGeom>
              <a:solidFill>
                <a:srgbClr val="828282"/>
              </a:solidFill>
              <a:ln>
                <a:noFill/>
              </a:ln>
              <a:effectLst/>
            </p:spPr>
            <p:txBody>
              <a:bodyPr rtlCol="0" anchor="ctr"/>
              <a:lstStyle/>
              <a:p>
                <a:pPr algn="ctr"/>
              </a:p>
            </p:txBody>
          </p:sp>
          <p:sp>
            <p:nvSpPr>
              <p:cNvPr id="2741" name="Noise cell"/>
              <p:cNvSpPr/>
              <p:nvPr/>
            </p:nvSpPr>
            <p:spPr>
              <a:xfrm>
                <a:off x="10383643" y="8010144"/>
                <a:ext cx="18770" cy="18928"/>
              </a:xfrm>
              <a:prstGeom prst="rect">
                <a:avLst/>
              </a:prstGeom>
              <a:solidFill>
                <a:srgbClr val="7F7F7F"/>
              </a:solidFill>
              <a:ln>
                <a:noFill/>
              </a:ln>
              <a:effectLst/>
            </p:spPr>
            <p:txBody>
              <a:bodyPr rtlCol="0" anchor="ctr"/>
              <a:lstStyle/>
              <a:p>
                <a:pPr algn="ctr"/>
              </a:p>
            </p:txBody>
          </p:sp>
          <p:sp>
            <p:nvSpPr>
              <p:cNvPr id="2742" name="Noise cell"/>
              <p:cNvSpPr/>
              <p:nvPr/>
            </p:nvSpPr>
            <p:spPr>
              <a:xfrm>
                <a:off x="10401773" y="8010144"/>
                <a:ext cx="18770" cy="18928"/>
              </a:xfrm>
              <a:prstGeom prst="rect">
                <a:avLst/>
              </a:prstGeom>
              <a:solidFill>
                <a:srgbClr val="8D8D8D"/>
              </a:solidFill>
              <a:ln>
                <a:noFill/>
              </a:ln>
              <a:effectLst/>
            </p:spPr>
            <p:txBody>
              <a:bodyPr rtlCol="0" anchor="ctr"/>
              <a:lstStyle/>
              <a:p>
                <a:pPr algn="ctr"/>
              </a:p>
            </p:txBody>
          </p:sp>
          <p:sp>
            <p:nvSpPr>
              <p:cNvPr id="2743" name="Noise cell"/>
              <p:cNvSpPr/>
              <p:nvPr/>
            </p:nvSpPr>
            <p:spPr>
              <a:xfrm>
                <a:off x="10419903" y="8010144"/>
                <a:ext cx="18770" cy="18928"/>
              </a:xfrm>
              <a:prstGeom prst="rect">
                <a:avLst/>
              </a:prstGeom>
              <a:solidFill>
                <a:srgbClr val="878787"/>
              </a:solidFill>
              <a:ln>
                <a:noFill/>
              </a:ln>
              <a:effectLst/>
            </p:spPr>
            <p:txBody>
              <a:bodyPr rtlCol="0" anchor="ctr"/>
              <a:lstStyle/>
              <a:p>
                <a:pPr algn="ctr"/>
              </a:p>
            </p:txBody>
          </p:sp>
          <p:sp>
            <p:nvSpPr>
              <p:cNvPr id="2744" name="Noise cell"/>
              <p:cNvSpPr/>
              <p:nvPr/>
            </p:nvSpPr>
            <p:spPr>
              <a:xfrm>
                <a:off x="10438034" y="8010144"/>
                <a:ext cx="18770" cy="18928"/>
              </a:xfrm>
              <a:prstGeom prst="rect">
                <a:avLst/>
              </a:prstGeom>
              <a:solidFill>
                <a:srgbClr val="A1A1A1"/>
              </a:solidFill>
              <a:ln>
                <a:noFill/>
              </a:ln>
              <a:effectLst/>
            </p:spPr>
            <p:txBody>
              <a:bodyPr rtlCol="0" anchor="ctr"/>
              <a:lstStyle/>
              <a:p>
                <a:pPr algn="ctr"/>
              </a:p>
            </p:txBody>
          </p:sp>
          <p:sp>
            <p:nvSpPr>
              <p:cNvPr id="2745" name="Noise cell"/>
              <p:cNvSpPr/>
              <p:nvPr/>
            </p:nvSpPr>
            <p:spPr>
              <a:xfrm>
                <a:off x="10456164" y="8010144"/>
                <a:ext cx="18770" cy="18928"/>
              </a:xfrm>
              <a:prstGeom prst="rect">
                <a:avLst/>
              </a:prstGeom>
              <a:solidFill>
                <a:srgbClr val="828282"/>
              </a:solidFill>
              <a:ln>
                <a:noFill/>
              </a:ln>
              <a:effectLst/>
            </p:spPr>
            <p:txBody>
              <a:bodyPr rtlCol="0" anchor="ctr"/>
              <a:lstStyle/>
              <a:p>
                <a:pPr algn="ctr"/>
              </a:p>
            </p:txBody>
          </p:sp>
          <p:sp>
            <p:nvSpPr>
              <p:cNvPr id="2746" name="Noise cell"/>
              <p:cNvSpPr/>
              <p:nvPr/>
            </p:nvSpPr>
            <p:spPr>
              <a:xfrm>
                <a:off x="10474294" y="8010144"/>
                <a:ext cx="18770" cy="18928"/>
              </a:xfrm>
              <a:prstGeom prst="rect">
                <a:avLst/>
              </a:prstGeom>
              <a:solidFill>
                <a:srgbClr val="929292"/>
              </a:solidFill>
              <a:ln>
                <a:noFill/>
              </a:ln>
              <a:effectLst/>
            </p:spPr>
            <p:txBody>
              <a:bodyPr rtlCol="0" anchor="ctr"/>
              <a:lstStyle/>
              <a:p>
                <a:pPr algn="ctr"/>
              </a:p>
            </p:txBody>
          </p:sp>
          <p:sp>
            <p:nvSpPr>
              <p:cNvPr id="2747" name="Noise cell"/>
              <p:cNvSpPr/>
              <p:nvPr/>
            </p:nvSpPr>
            <p:spPr>
              <a:xfrm>
                <a:off x="10492425" y="8010144"/>
                <a:ext cx="18770" cy="18928"/>
              </a:xfrm>
              <a:prstGeom prst="rect">
                <a:avLst/>
              </a:prstGeom>
              <a:solidFill>
                <a:srgbClr val="8B8B8B"/>
              </a:solidFill>
              <a:ln>
                <a:noFill/>
              </a:ln>
              <a:effectLst/>
            </p:spPr>
            <p:txBody>
              <a:bodyPr rtlCol="0" anchor="ctr"/>
              <a:lstStyle/>
              <a:p>
                <a:pPr algn="ctr"/>
              </a:p>
            </p:txBody>
          </p:sp>
          <p:sp>
            <p:nvSpPr>
              <p:cNvPr id="2748" name="Noise cell"/>
              <p:cNvSpPr/>
              <p:nvPr/>
            </p:nvSpPr>
            <p:spPr>
              <a:xfrm>
                <a:off x="10510555" y="8010144"/>
                <a:ext cx="18770" cy="18928"/>
              </a:xfrm>
              <a:prstGeom prst="rect">
                <a:avLst/>
              </a:prstGeom>
              <a:solidFill>
                <a:srgbClr val="737373"/>
              </a:solidFill>
              <a:ln>
                <a:noFill/>
              </a:ln>
              <a:effectLst/>
            </p:spPr>
            <p:txBody>
              <a:bodyPr rtlCol="0" anchor="ctr"/>
              <a:lstStyle/>
              <a:p>
                <a:pPr algn="ctr"/>
              </a:p>
            </p:txBody>
          </p:sp>
          <p:sp>
            <p:nvSpPr>
              <p:cNvPr id="2749" name="Noise cell"/>
              <p:cNvSpPr/>
              <p:nvPr/>
            </p:nvSpPr>
            <p:spPr>
              <a:xfrm>
                <a:off x="10528685" y="8010144"/>
                <a:ext cx="18770" cy="18928"/>
              </a:xfrm>
              <a:prstGeom prst="rect">
                <a:avLst/>
              </a:prstGeom>
              <a:solidFill>
                <a:srgbClr val="717171"/>
              </a:solidFill>
              <a:ln>
                <a:noFill/>
              </a:ln>
              <a:effectLst/>
            </p:spPr>
            <p:txBody>
              <a:bodyPr rtlCol="0" anchor="ctr"/>
              <a:lstStyle/>
              <a:p>
                <a:pPr algn="ctr"/>
              </a:p>
            </p:txBody>
          </p:sp>
          <p:sp>
            <p:nvSpPr>
              <p:cNvPr id="2750" name="Noise cell"/>
              <p:cNvSpPr/>
              <p:nvPr/>
            </p:nvSpPr>
            <p:spPr>
              <a:xfrm>
                <a:off x="10546816" y="8010144"/>
                <a:ext cx="18770" cy="18928"/>
              </a:xfrm>
              <a:prstGeom prst="rect">
                <a:avLst/>
              </a:prstGeom>
              <a:solidFill>
                <a:srgbClr val="6E6E6E"/>
              </a:solidFill>
              <a:ln>
                <a:noFill/>
              </a:ln>
              <a:effectLst/>
            </p:spPr>
            <p:txBody>
              <a:bodyPr rtlCol="0" anchor="ctr"/>
              <a:lstStyle/>
              <a:p>
                <a:pPr algn="ctr"/>
              </a:p>
            </p:txBody>
          </p:sp>
          <p:sp>
            <p:nvSpPr>
              <p:cNvPr id="2751" name="Noise cell"/>
              <p:cNvSpPr/>
              <p:nvPr/>
            </p:nvSpPr>
            <p:spPr>
              <a:xfrm>
                <a:off x="10564946" y="8010144"/>
                <a:ext cx="18770" cy="18928"/>
              </a:xfrm>
              <a:prstGeom prst="rect">
                <a:avLst/>
              </a:prstGeom>
              <a:solidFill>
                <a:srgbClr val="8A8A8A"/>
              </a:solidFill>
              <a:ln>
                <a:noFill/>
              </a:ln>
              <a:effectLst/>
            </p:spPr>
            <p:txBody>
              <a:bodyPr rtlCol="0" anchor="ctr"/>
              <a:lstStyle/>
              <a:p>
                <a:pPr algn="ctr"/>
              </a:p>
            </p:txBody>
          </p:sp>
          <p:sp>
            <p:nvSpPr>
              <p:cNvPr id="2752" name="Noise cell"/>
              <p:cNvSpPr/>
              <p:nvPr/>
            </p:nvSpPr>
            <p:spPr>
              <a:xfrm>
                <a:off x="10583076" y="8010144"/>
                <a:ext cx="18770" cy="18928"/>
              </a:xfrm>
              <a:prstGeom prst="rect">
                <a:avLst/>
              </a:prstGeom>
              <a:solidFill>
                <a:srgbClr val="808080"/>
              </a:solidFill>
              <a:ln>
                <a:noFill/>
              </a:ln>
              <a:effectLst/>
            </p:spPr>
            <p:txBody>
              <a:bodyPr rtlCol="0" anchor="ctr"/>
              <a:lstStyle/>
              <a:p>
                <a:pPr algn="ctr"/>
              </a:p>
            </p:txBody>
          </p:sp>
          <p:sp>
            <p:nvSpPr>
              <p:cNvPr id="2753" name="Noise cell"/>
              <p:cNvSpPr/>
              <p:nvPr/>
            </p:nvSpPr>
            <p:spPr>
              <a:xfrm>
                <a:off x="10601207" y="8010144"/>
                <a:ext cx="18770" cy="18928"/>
              </a:xfrm>
              <a:prstGeom prst="rect">
                <a:avLst/>
              </a:prstGeom>
              <a:solidFill>
                <a:srgbClr val="8D8D8D"/>
              </a:solidFill>
              <a:ln>
                <a:noFill/>
              </a:ln>
              <a:effectLst/>
            </p:spPr>
            <p:txBody>
              <a:bodyPr rtlCol="0" anchor="ctr"/>
              <a:lstStyle/>
              <a:p>
                <a:pPr algn="ctr"/>
              </a:p>
            </p:txBody>
          </p:sp>
          <p:sp>
            <p:nvSpPr>
              <p:cNvPr id="2754" name="Noise cell"/>
              <p:cNvSpPr/>
              <p:nvPr/>
            </p:nvSpPr>
            <p:spPr>
              <a:xfrm>
                <a:off x="10619337" y="8010144"/>
                <a:ext cx="18770" cy="18928"/>
              </a:xfrm>
              <a:prstGeom prst="rect">
                <a:avLst/>
              </a:prstGeom>
              <a:solidFill>
                <a:srgbClr val="959595"/>
              </a:solidFill>
              <a:ln>
                <a:noFill/>
              </a:ln>
              <a:effectLst/>
            </p:spPr>
            <p:txBody>
              <a:bodyPr rtlCol="0" anchor="ctr"/>
              <a:lstStyle/>
              <a:p>
                <a:pPr algn="ctr"/>
              </a:p>
            </p:txBody>
          </p:sp>
          <p:sp>
            <p:nvSpPr>
              <p:cNvPr id="2755" name="Noise cell"/>
              <p:cNvSpPr/>
              <p:nvPr/>
            </p:nvSpPr>
            <p:spPr>
              <a:xfrm>
                <a:off x="10637467" y="8010144"/>
                <a:ext cx="18770" cy="18928"/>
              </a:xfrm>
              <a:prstGeom prst="rect">
                <a:avLst/>
              </a:prstGeom>
              <a:solidFill>
                <a:srgbClr val="8F8F8F"/>
              </a:solidFill>
              <a:ln>
                <a:noFill/>
              </a:ln>
              <a:effectLst/>
            </p:spPr>
            <p:txBody>
              <a:bodyPr rtlCol="0" anchor="ctr"/>
              <a:lstStyle/>
              <a:p>
                <a:pPr algn="ctr"/>
              </a:p>
            </p:txBody>
          </p:sp>
          <p:sp>
            <p:nvSpPr>
              <p:cNvPr id="2756" name="Noise cell"/>
              <p:cNvSpPr/>
              <p:nvPr/>
            </p:nvSpPr>
            <p:spPr>
              <a:xfrm>
                <a:off x="10655598" y="8010144"/>
                <a:ext cx="18770" cy="18928"/>
              </a:xfrm>
              <a:prstGeom prst="rect">
                <a:avLst/>
              </a:prstGeom>
              <a:solidFill>
                <a:srgbClr val="868686"/>
              </a:solidFill>
              <a:ln>
                <a:noFill/>
              </a:ln>
              <a:effectLst/>
            </p:spPr>
            <p:txBody>
              <a:bodyPr rtlCol="0" anchor="ctr"/>
              <a:lstStyle/>
              <a:p>
                <a:pPr algn="ctr"/>
              </a:p>
            </p:txBody>
          </p:sp>
          <p:sp>
            <p:nvSpPr>
              <p:cNvPr id="2757" name="Noise cell"/>
              <p:cNvSpPr/>
              <p:nvPr/>
            </p:nvSpPr>
            <p:spPr>
              <a:xfrm>
                <a:off x="10673728" y="8010144"/>
                <a:ext cx="18770" cy="18928"/>
              </a:xfrm>
              <a:prstGeom prst="rect">
                <a:avLst/>
              </a:prstGeom>
              <a:solidFill>
                <a:srgbClr val="858585"/>
              </a:solidFill>
              <a:ln>
                <a:noFill/>
              </a:ln>
              <a:effectLst/>
            </p:spPr>
            <p:txBody>
              <a:bodyPr rtlCol="0" anchor="ctr"/>
              <a:lstStyle/>
              <a:p>
                <a:pPr algn="ctr"/>
              </a:p>
            </p:txBody>
          </p:sp>
          <p:sp>
            <p:nvSpPr>
              <p:cNvPr id="2758" name="Noise cell"/>
              <p:cNvSpPr/>
              <p:nvPr/>
            </p:nvSpPr>
            <p:spPr>
              <a:xfrm>
                <a:off x="10691858" y="8010144"/>
                <a:ext cx="18770" cy="18928"/>
              </a:xfrm>
              <a:prstGeom prst="rect">
                <a:avLst/>
              </a:prstGeom>
              <a:solidFill>
                <a:srgbClr val="878787"/>
              </a:solidFill>
              <a:ln>
                <a:noFill/>
              </a:ln>
              <a:effectLst/>
            </p:spPr>
            <p:txBody>
              <a:bodyPr rtlCol="0" anchor="ctr"/>
              <a:lstStyle/>
              <a:p>
                <a:pPr algn="ctr"/>
              </a:p>
            </p:txBody>
          </p:sp>
          <p:sp>
            <p:nvSpPr>
              <p:cNvPr id="2759" name="Noise cell"/>
              <p:cNvSpPr/>
              <p:nvPr/>
            </p:nvSpPr>
            <p:spPr>
              <a:xfrm>
                <a:off x="10709989" y="8010144"/>
                <a:ext cx="18770" cy="18928"/>
              </a:xfrm>
              <a:prstGeom prst="rect">
                <a:avLst/>
              </a:prstGeom>
              <a:solidFill>
                <a:srgbClr val="898989"/>
              </a:solidFill>
              <a:ln>
                <a:noFill/>
              </a:ln>
              <a:effectLst/>
            </p:spPr>
            <p:txBody>
              <a:bodyPr rtlCol="0" anchor="ctr"/>
              <a:lstStyle/>
              <a:p>
                <a:pPr algn="ctr"/>
              </a:p>
            </p:txBody>
          </p:sp>
          <p:sp>
            <p:nvSpPr>
              <p:cNvPr id="2760" name="Noise cell"/>
              <p:cNvSpPr/>
              <p:nvPr/>
            </p:nvSpPr>
            <p:spPr>
              <a:xfrm>
                <a:off x="10728119" y="8010144"/>
                <a:ext cx="18770" cy="18928"/>
              </a:xfrm>
              <a:prstGeom prst="rect">
                <a:avLst/>
              </a:prstGeom>
              <a:solidFill>
                <a:srgbClr val="8F8F8F"/>
              </a:solidFill>
              <a:ln>
                <a:noFill/>
              </a:ln>
              <a:effectLst/>
            </p:spPr>
            <p:txBody>
              <a:bodyPr rtlCol="0" anchor="ctr"/>
              <a:lstStyle/>
              <a:p>
                <a:pPr algn="ctr"/>
              </a:p>
            </p:txBody>
          </p:sp>
          <p:sp>
            <p:nvSpPr>
              <p:cNvPr id="2761" name="Noise cell"/>
              <p:cNvSpPr/>
              <p:nvPr/>
            </p:nvSpPr>
            <p:spPr>
              <a:xfrm>
                <a:off x="10746250" y="8010144"/>
                <a:ext cx="18770" cy="18928"/>
              </a:xfrm>
              <a:prstGeom prst="rect">
                <a:avLst/>
              </a:prstGeom>
              <a:solidFill>
                <a:srgbClr val="959595"/>
              </a:solidFill>
              <a:ln>
                <a:noFill/>
              </a:ln>
              <a:effectLst/>
            </p:spPr>
            <p:txBody>
              <a:bodyPr rtlCol="0" anchor="ctr"/>
              <a:lstStyle/>
              <a:p>
                <a:pPr algn="ctr"/>
              </a:p>
            </p:txBody>
          </p:sp>
          <p:sp>
            <p:nvSpPr>
              <p:cNvPr id="2762" name="Noise cell"/>
              <p:cNvSpPr/>
              <p:nvPr/>
            </p:nvSpPr>
            <p:spPr>
              <a:xfrm>
                <a:off x="10764380" y="8010144"/>
                <a:ext cx="18770" cy="18928"/>
              </a:xfrm>
              <a:prstGeom prst="rect">
                <a:avLst/>
              </a:prstGeom>
              <a:solidFill>
                <a:srgbClr val="7B7B7B"/>
              </a:solidFill>
              <a:ln>
                <a:noFill/>
              </a:ln>
              <a:effectLst/>
            </p:spPr>
            <p:txBody>
              <a:bodyPr rtlCol="0" anchor="ctr"/>
              <a:lstStyle/>
              <a:p>
                <a:pPr algn="ctr"/>
              </a:p>
            </p:txBody>
          </p:sp>
          <p:sp>
            <p:nvSpPr>
              <p:cNvPr id="2763" name="Noise cell"/>
              <p:cNvSpPr/>
              <p:nvPr/>
            </p:nvSpPr>
            <p:spPr>
              <a:xfrm>
                <a:off x="10782510" y="8010144"/>
                <a:ext cx="18770" cy="18928"/>
              </a:xfrm>
              <a:prstGeom prst="rect">
                <a:avLst/>
              </a:prstGeom>
              <a:solidFill>
                <a:srgbClr val="939393"/>
              </a:solidFill>
              <a:ln>
                <a:noFill/>
              </a:ln>
              <a:effectLst/>
            </p:spPr>
            <p:txBody>
              <a:bodyPr rtlCol="0" anchor="ctr"/>
              <a:lstStyle/>
              <a:p>
                <a:pPr algn="ctr"/>
              </a:p>
            </p:txBody>
          </p:sp>
          <p:sp>
            <p:nvSpPr>
              <p:cNvPr id="2764" name="Noise cell"/>
              <p:cNvSpPr/>
              <p:nvPr/>
            </p:nvSpPr>
            <p:spPr>
              <a:xfrm>
                <a:off x="10800641" y="8010144"/>
                <a:ext cx="18770" cy="18928"/>
              </a:xfrm>
              <a:prstGeom prst="rect">
                <a:avLst/>
              </a:prstGeom>
              <a:solidFill>
                <a:srgbClr val="888888"/>
              </a:solidFill>
              <a:ln>
                <a:noFill/>
              </a:ln>
              <a:effectLst/>
            </p:spPr>
            <p:txBody>
              <a:bodyPr rtlCol="0" anchor="ctr"/>
              <a:lstStyle/>
              <a:p>
                <a:pPr algn="ctr"/>
              </a:p>
            </p:txBody>
          </p:sp>
          <p:sp>
            <p:nvSpPr>
              <p:cNvPr id="2765" name="Noise cell"/>
              <p:cNvSpPr/>
              <p:nvPr/>
            </p:nvSpPr>
            <p:spPr>
              <a:xfrm>
                <a:off x="10818771" y="8010144"/>
                <a:ext cx="18770" cy="18928"/>
              </a:xfrm>
              <a:prstGeom prst="rect">
                <a:avLst/>
              </a:prstGeom>
              <a:solidFill>
                <a:srgbClr val="878787"/>
              </a:solidFill>
              <a:ln>
                <a:noFill/>
              </a:ln>
              <a:effectLst/>
            </p:spPr>
            <p:txBody>
              <a:bodyPr rtlCol="0" anchor="ctr"/>
              <a:lstStyle/>
              <a:p>
                <a:pPr algn="ctr"/>
              </a:p>
            </p:txBody>
          </p:sp>
          <p:sp>
            <p:nvSpPr>
              <p:cNvPr id="2766" name="Noise cell"/>
              <p:cNvSpPr/>
              <p:nvPr/>
            </p:nvSpPr>
            <p:spPr>
              <a:xfrm>
                <a:off x="10836901" y="8010144"/>
                <a:ext cx="18770" cy="18928"/>
              </a:xfrm>
              <a:prstGeom prst="rect">
                <a:avLst/>
              </a:prstGeom>
              <a:solidFill>
                <a:srgbClr val="747474"/>
              </a:solidFill>
              <a:ln>
                <a:noFill/>
              </a:ln>
              <a:effectLst/>
            </p:spPr>
            <p:txBody>
              <a:bodyPr rtlCol="0" anchor="ctr"/>
              <a:lstStyle/>
              <a:p>
                <a:pPr algn="ctr"/>
              </a:p>
            </p:txBody>
          </p:sp>
          <p:sp>
            <p:nvSpPr>
              <p:cNvPr id="2767" name="Noise cell"/>
              <p:cNvSpPr/>
              <p:nvPr/>
            </p:nvSpPr>
            <p:spPr>
              <a:xfrm>
                <a:off x="10855032" y="8010144"/>
                <a:ext cx="18770" cy="18928"/>
              </a:xfrm>
              <a:prstGeom prst="rect">
                <a:avLst/>
              </a:prstGeom>
              <a:solidFill>
                <a:srgbClr val="838383"/>
              </a:solidFill>
              <a:ln>
                <a:noFill/>
              </a:ln>
              <a:effectLst/>
            </p:spPr>
            <p:txBody>
              <a:bodyPr rtlCol="0" anchor="ctr"/>
              <a:lstStyle/>
              <a:p>
                <a:pPr algn="ctr"/>
              </a:p>
            </p:txBody>
          </p:sp>
          <p:sp>
            <p:nvSpPr>
              <p:cNvPr id="2768" name="Noise cell"/>
              <p:cNvSpPr/>
              <p:nvPr/>
            </p:nvSpPr>
            <p:spPr>
              <a:xfrm>
                <a:off x="10873162" y="8010144"/>
                <a:ext cx="18770" cy="18928"/>
              </a:xfrm>
              <a:prstGeom prst="rect">
                <a:avLst/>
              </a:prstGeom>
              <a:solidFill>
                <a:srgbClr val="999999"/>
              </a:solidFill>
              <a:ln>
                <a:noFill/>
              </a:ln>
              <a:effectLst/>
            </p:spPr>
            <p:txBody>
              <a:bodyPr rtlCol="0" anchor="ctr"/>
              <a:lstStyle/>
              <a:p>
                <a:pPr algn="ctr"/>
              </a:p>
            </p:txBody>
          </p:sp>
          <p:sp>
            <p:nvSpPr>
              <p:cNvPr id="2769" name="Noise cell"/>
              <p:cNvSpPr/>
              <p:nvPr/>
            </p:nvSpPr>
            <p:spPr>
              <a:xfrm>
                <a:off x="10891292" y="8010144"/>
                <a:ext cx="18770" cy="18928"/>
              </a:xfrm>
              <a:prstGeom prst="rect">
                <a:avLst/>
              </a:prstGeom>
              <a:solidFill>
                <a:srgbClr val="969696"/>
              </a:solidFill>
              <a:ln>
                <a:noFill/>
              </a:ln>
              <a:effectLst/>
            </p:spPr>
            <p:txBody>
              <a:bodyPr rtlCol="0" anchor="ctr"/>
              <a:lstStyle/>
              <a:p>
                <a:pPr algn="ctr"/>
              </a:p>
            </p:txBody>
          </p:sp>
          <p:sp>
            <p:nvSpPr>
              <p:cNvPr id="2770" name="Noise cell"/>
              <p:cNvSpPr/>
              <p:nvPr/>
            </p:nvSpPr>
            <p:spPr>
              <a:xfrm>
                <a:off x="10909423" y="8010144"/>
                <a:ext cx="18770" cy="18928"/>
              </a:xfrm>
              <a:prstGeom prst="rect">
                <a:avLst/>
              </a:prstGeom>
              <a:solidFill>
                <a:srgbClr val="898989"/>
              </a:solidFill>
              <a:ln>
                <a:noFill/>
              </a:ln>
              <a:effectLst/>
            </p:spPr>
            <p:txBody>
              <a:bodyPr rtlCol="0" anchor="ctr"/>
              <a:lstStyle/>
              <a:p>
                <a:pPr algn="ctr"/>
              </a:p>
            </p:txBody>
          </p:sp>
          <p:sp>
            <p:nvSpPr>
              <p:cNvPr id="2771" name="Noise cell"/>
              <p:cNvSpPr/>
              <p:nvPr/>
            </p:nvSpPr>
            <p:spPr>
              <a:xfrm>
                <a:off x="10927553" y="8010144"/>
                <a:ext cx="18770" cy="18928"/>
              </a:xfrm>
              <a:prstGeom prst="rect">
                <a:avLst/>
              </a:prstGeom>
              <a:solidFill>
                <a:srgbClr val="919191"/>
              </a:solidFill>
              <a:ln>
                <a:noFill/>
              </a:ln>
              <a:effectLst/>
            </p:spPr>
            <p:txBody>
              <a:bodyPr rtlCol="0" anchor="ctr"/>
              <a:lstStyle/>
              <a:p>
                <a:pPr algn="ctr"/>
              </a:p>
            </p:txBody>
          </p:sp>
          <p:sp>
            <p:nvSpPr>
              <p:cNvPr id="2772" name="Noise cell"/>
              <p:cNvSpPr/>
              <p:nvPr/>
            </p:nvSpPr>
            <p:spPr>
              <a:xfrm>
                <a:off x="10945683" y="8010144"/>
                <a:ext cx="18770" cy="18928"/>
              </a:xfrm>
              <a:prstGeom prst="rect">
                <a:avLst/>
              </a:prstGeom>
              <a:solidFill>
                <a:srgbClr val="898989"/>
              </a:solidFill>
              <a:ln>
                <a:noFill/>
              </a:ln>
              <a:effectLst/>
            </p:spPr>
            <p:txBody>
              <a:bodyPr rtlCol="0" anchor="ctr"/>
              <a:lstStyle/>
              <a:p>
                <a:pPr algn="ctr"/>
              </a:p>
            </p:txBody>
          </p:sp>
          <p:sp>
            <p:nvSpPr>
              <p:cNvPr id="2773" name="Noise cell"/>
              <p:cNvSpPr/>
              <p:nvPr/>
            </p:nvSpPr>
            <p:spPr>
              <a:xfrm>
                <a:off x="10963814" y="8010144"/>
                <a:ext cx="18770" cy="18928"/>
              </a:xfrm>
              <a:prstGeom prst="rect">
                <a:avLst/>
              </a:prstGeom>
              <a:solidFill>
                <a:srgbClr val="9D9D9D"/>
              </a:solidFill>
              <a:ln>
                <a:noFill/>
              </a:ln>
              <a:effectLst/>
            </p:spPr>
            <p:txBody>
              <a:bodyPr rtlCol="0" anchor="ctr"/>
              <a:lstStyle/>
              <a:p>
                <a:pPr algn="ctr"/>
              </a:p>
            </p:txBody>
          </p:sp>
          <p:sp>
            <p:nvSpPr>
              <p:cNvPr id="2774" name="Noise cell"/>
              <p:cNvSpPr/>
              <p:nvPr/>
            </p:nvSpPr>
            <p:spPr>
              <a:xfrm>
                <a:off x="9930384" y="8028432"/>
                <a:ext cx="18770" cy="18928"/>
              </a:xfrm>
              <a:prstGeom prst="rect">
                <a:avLst/>
              </a:prstGeom>
              <a:solidFill>
                <a:srgbClr val="878787"/>
              </a:solidFill>
              <a:ln>
                <a:noFill/>
              </a:ln>
              <a:effectLst/>
            </p:spPr>
            <p:txBody>
              <a:bodyPr rtlCol="0" anchor="ctr"/>
              <a:lstStyle/>
              <a:p>
                <a:pPr algn="ctr"/>
              </a:p>
            </p:txBody>
          </p:sp>
          <p:sp>
            <p:nvSpPr>
              <p:cNvPr id="2775" name="Noise cell"/>
              <p:cNvSpPr/>
              <p:nvPr/>
            </p:nvSpPr>
            <p:spPr>
              <a:xfrm>
                <a:off x="9948514" y="8028432"/>
                <a:ext cx="18770" cy="18928"/>
              </a:xfrm>
              <a:prstGeom prst="rect">
                <a:avLst/>
              </a:prstGeom>
              <a:solidFill>
                <a:srgbClr val="888888"/>
              </a:solidFill>
              <a:ln>
                <a:noFill/>
              </a:ln>
              <a:effectLst/>
            </p:spPr>
            <p:txBody>
              <a:bodyPr rtlCol="0" anchor="ctr"/>
              <a:lstStyle/>
              <a:p>
                <a:pPr algn="ctr"/>
              </a:p>
            </p:txBody>
          </p:sp>
          <p:sp>
            <p:nvSpPr>
              <p:cNvPr id="2776" name="Noise cell"/>
              <p:cNvSpPr/>
              <p:nvPr/>
            </p:nvSpPr>
            <p:spPr>
              <a:xfrm>
                <a:off x="9966645" y="8028432"/>
                <a:ext cx="18770" cy="18928"/>
              </a:xfrm>
              <a:prstGeom prst="rect">
                <a:avLst/>
              </a:prstGeom>
              <a:solidFill>
                <a:srgbClr val="9C9C9C"/>
              </a:solidFill>
              <a:ln>
                <a:noFill/>
              </a:ln>
              <a:effectLst/>
            </p:spPr>
            <p:txBody>
              <a:bodyPr rtlCol="0" anchor="ctr"/>
              <a:lstStyle/>
              <a:p>
                <a:pPr algn="ctr"/>
              </a:p>
            </p:txBody>
          </p:sp>
          <p:sp>
            <p:nvSpPr>
              <p:cNvPr id="2777" name="Noise cell"/>
              <p:cNvSpPr/>
              <p:nvPr/>
            </p:nvSpPr>
            <p:spPr>
              <a:xfrm>
                <a:off x="9984775" y="8028432"/>
                <a:ext cx="18770" cy="18928"/>
              </a:xfrm>
              <a:prstGeom prst="rect">
                <a:avLst/>
              </a:prstGeom>
              <a:solidFill>
                <a:srgbClr val="A0A0A0"/>
              </a:solidFill>
              <a:ln>
                <a:noFill/>
              </a:ln>
              <a:effectLst/>
            </p:spPr>
            <p:txBody>
              <a:bodyPr rtlCol="0" anchor="ctr"/>
              <a:lstStyle/>
              <a:p>
                <a:pPr algn="ctr"/>
              </a:p>
            </p:txBody>
          </p:sp>
          <p:sp>
            <p:nvSpPr>
              <p:cNvPr id="2778" name="Noise cell"/>
              <p:cNvSpPr/>
              <p:nvPr/>
            </p:nvSpPr>
            <p:spPr>
              <a:xfrm>
                <a:off x="10002905" y="8028432"/>
                <a:ext cx="18770" cy="18928"/>
              </a:xfrm>
              <a:prstGeom prst="rect">
                <a:avLst/>
              </a:prstGeom>
              <a:solidFill>
                <a:srgbClr val="828282"/>
              </a:solidFill>
              <a:ln>
                <a:noFill/>
              </a:ln>
              <a:effectLst/>
            </p:spPr>
            <p:txBody>
              <a:bodyPr rtlCol="0" anchor="ctr"/>
              <a:lstStyle/>
              <a:p>
                <a:pPr algn="ctr"/>
              </a:p>
            </p:txBody>
          </p:sp>
          <p:sp>
            <p:nvSpPr>
              <p:cNvPr id="2779" name="Noise cell"/>
              <p:cNvSpPr/>
              <p:nvPr/>
            </p:nvSpPr>
            <p:spPr>
              <a:xfrm>
                <a:off x="10021036" y="8028432"/>
                <a:ext cx="18770" cy="18928"/>
              </a:xfrm>
              <a:prstGeom prst="rect">
                <a:avLst/>
              </a:prstGeom>
              <a:solidFill>
                <a:srgbClr val="686868"/>
              </a:solidFill>
              <a:ln>
                <a:noFill/>
              </a:ln>
              <a:effectLst/>
            </p:spPr>
            <p:txBody>
              <a:bodyPr rtlCol="0" anchor="ctr"/>
              <a:lstStyle/>
              <a:p>
                <a:pPr algn="ctr"/>
              </a:p>
            </p:txBody>
          </p:sp>
          <p:sp>
            <p:nvSpPr>
              <p:cNvPr id="2780" name="Noise cell"/>
              <p:cNvSpPr/>
              <p:nvPr/>
            </p:nvSpPr>
            <p:spPr>
              <a:xfrm>
                <a:off x="10039166" y="8028432"/>
                <a:ext cx="18770" cy="18928"/>
              </a:xfrm>
              <a:prstGeom prst="rect">
                <a:avLst/>
              </a:prstGeom>
              <a:solidFill>
                <a:srgbClr val="828282"/>
              </a:solidFill>
              <a:ln>
                <a:noFill/>
              </a:ln>
              <a:effectLst/>
            </p:spPr>
            <p:txBody>
              <a:bodyPr rtlCol="0" anchor="ctr"/>
              <a:lstStyle/>
              <a:p>
                <a:pPr algn="ctr"/>
              </a:p>
            </p:txBody>
          </p:sp>
          <p:sp>
            <p:nvSpPr>
              <p:cNvPr id="2781" name="Noise cell"/>
              <p:cNvSpPr/>
              <p:nvPr/>
            </p:nvSpPr>
            <p:spPr>
              <a:xfrm>
                <a:off x="10057296" y="8028432"/>
                <a:ext cx="18770" cy="18928"/>
              </a:xfrm>
              <a:prstGeom prst="rect">
                <a:avLst/>
              </a:prstGeom>
              <a:solidFill>
                <a:srgbClr val="898989"/>
              </a:solidFill>
              <a:ln>
                <a:noFill/>
              </a:ln>
              <a:effectLst/>
            </p:spPr>
            <p:txBody>
              <a:bodyPr rtlCol="0" anchor="ctr"/>
              <a:lstStyle/>
              <a:p>
                <a:pPr algn="ctr"/>
              </a:p>
            </p:txBody>
          </p:sp>
          <p:sp>
            <p:nvSpPr>
              <p:cNvPr id="2782" name="Noise cell"/>
              <p:cNvSpPr/>
              <p:nvPr/>
            </p:nvSpPr>
            <p:spPr>
              <a:xfrm>
                <a:off x="10075427" y="8028432"/>
                <a:ext cx="18770" cy="18928"/>
              </a:xfrm>
              <a:prstGeom prst="rect">
                <a:avLst/>
              </a:prstGeom>
              <a:solidFill>
                <a:srgbClr val="848484"/>
              </a:solidFill>
              <a:ln>
                <a:noFill/>
              </a:ln>
              <a:effectLst/>
            </p:spPr>
            <p:txBody>
              <a:bodyPr rtlCol="0" anchor="ctr"/>
              <a:lstStyle/>
              <a:p>
                <a:pPr algn="ctr"/>
              </a:p>
            </p:txBody>
          </p:sp>
          <p:sp>
            <p:nvSpPr>
              <p:cNvPr id="2783" name="Noise cell"/>
              <p:cNvSpPr/>
              <p:nvPr/>
            </p:nvSpPr>
            <p:spPr>
              <a:xfrm>
                <a:off x="10093557" y="8028432"/>
                <a:ext cx="18770" cy="18928"/>
              </a:xfrm>
              <a:prstGeom prst="rect">
                <a:avLst/>
              </a:prstGeom>
              <a:solidFill>
                <a:srgbClr val="898989"/>
              </a:solidFill>
              <a:ln>
                <a:noFill/>
              </a:ln>
              <a:effectLst/>
            </p:spPr>
            <p:txBody>
              <a:bodyPr rtlCol="0" anchor="ctr"/>
              <a:lstStyle/>
              <a:p>
                <a:pPr algn="ctr"/>
              </a:p>
            </p:txBody>
          </p:sp>
          <p:sp>
            <p:nvSpPr>
              <p:cNvPr id="2784" name="Noise cell"/>
              <p:cNvSpPr/>
              <p:nvPr/>
            </p:nvSpPr>
            <p:spPr>
              <a:xfrm>
                <a:off x="10111687" y="8028432"/>
                <a:ext cx="18770" cy="18928"/>
              </a:xfrm>
              <a:prstGeom prst="rect">
                <a:avLst/>
              </a:prstGeom>
              <a:solidFill>
                <a:srgbClr val="9B9B9B"/>
              </a:solidFill>
              <a:ln>
                <a:noFill/>
              </a:ln>
              <a:effectLst/>
            </p:spPr>
            <p:txBody>
              <a:bodyPr rtlCol="0" anchor="ctr"/>
              <a:lstStyle/>
              <a:p>
                <a:pPr algn="ctr"/>
              </a:p>
            </p:txBody>
          </p:sp>
          <p:sp>
            <p:nvSpPr>
              <p:cNvPr id="2785" name="Noise cell"/>
              <p:cNvSpPr/>
              <p:nvPr/>
            </p:nvSpPr>
            <p:spPr>
              <a:xfrm>
                <a:off x="10129818" y="8028432"/>
                <a:ext cx="18770" cy="18928"/>
              </a:xfrm>
              <a:prstGeom prst="rect">
                <a:avLst/>
              </a:prstGeom>
              <a:solidFill>
                <a:srgbClr val="7E7E7E"/>
              </a:solidFill>
              <a:ln>
                <a:noFill/>
              </a:ln>
              <a:effectLst/>
            </p:spPr>
            <p:txBody>
              <a:bodyPr rtlCol="0" anchor="ctr"/>
              <a:lstStyle/>
              <a:p>
                <a:pPr algn="ctr"/>
              </a:p>
            </p:txBody>
          </p:sp>
          <p:sp>
            <p:nvSpPr>
              <p:cNvPr id="2786" name="Noise cell"/>
              <p:cNvSpPr/>
              <p:nvPr/>
            </p:nvSpPr>
            <p:spPr>
              <a:xfrm>
                <a:off x="10147948" y="8028432"/>
                <a:ext cx="18770" cy="18928"/>
              </a:xfrm>
              <a:prstGeom prst="rect">
                <a:avLst/>
              </a:prstGeom>
              <a:solidFill>
                <a:srgbClr val="818181"/>
              </a:solidFill>
              <a:ln>
                <a:noFill/>
              </a:ln>
              <a:effectLst/>
            </p:spPr>
            <p:txBody>
              <a:bodyPr rtlCol="0" anchor="ctr"/>
              <a:lstStyle/>
              <a:p>
                <a:pPr algn="ctr"/>
              </a:p>
            </p:txBody>
          </p:sp>
          <p:sp>
            <p:nvSpPr>
              <p:cNvPr id="2787" name="Noise cell"/>
              <p:cNvSpPr/>
              <p:nvPr/>
            </p:nvSpPr>
            <p:spPr>
              <a:xfrm>
                <a:off x="10166078" y="8028432"/>
                <a:ext cx="18770" cy="18928"/>
              </a:xfrm>
              <a:prstGeom prst="rect">
                <a:avLst/>
              </a:prstGeom>
              <a:solidFill>
                <a:srgbClr val="8A8A8A"/>
              </a:solidFill>
              <a:ln>
                <a:noFill/>
              </a:ln>
              <a:effectLst/>
            </p:spPr>
            <p:txBody>
              <a:bodyPr rtlCol="0" anchor="ctr"/>
              <a:lstStyle/>
              <a:p>
                <a:pPr algn="ctr"/>
              </a:p>
            </p:txBody>
          </p:sp>
          <p:sp>
            <p:nvSpPr>
              <p:cNvPr id="2788" name="Noise cell"/>
              <p:cNvSpPr/>
              <p:nvPr/>
            </p:nvSpPr>
            <p:spPr>
              <a:xfrm>
                <a:off x="10184209" y="8028432"/>
                <a:ext cx="18770" cy="18928"/>
              </a:xfrm>
              <a:prstGeom prst="rect">
                <a:avLst/>
              </a:prstGeom>
              <a:solidFill>
                <a:srgbClr val="818181"/>
              </a:solidFill>
              <a:ln>
                <a:noFill/>
              </a:ln>
              <a:effectLst/>
            </p:spPr>
            <p:txBody>
              <a:bodyPr rtlCol="0" anchor="ctr"/>
              <a:lstStyle/>
              <a:p>
                <a:pPr algn="ctr"/>
              </a:p>
            </p:txBody>
          </p:sp>
          <p:sp>
            <p:nvSpPr>
              <p:cNvPr id="2789" name="Noise cell"/>
              <p:cNvSpPr/>
              <p:nvPr/>
            </p:nvSpPr>
            <p:spPr>
              <a:xfrm>
                <a:off x="10202339" y="8028432"/>
                <a:ext cx="18770" cy="18928"/>
              </a:xfrm>
              <a:prstGeom prst="rect">
                <a:avLst/>
              </a:prstGeom>
              <a:solidFill>
                <a:srgbClr val="7D7D7D"/>
              </a:solidFill>
              <a:ln>
                <a:noFill/>
              </a:ln>
              <a:effectLst/>
            </p:spPr>
            <p:txBody>
              <a:bodyPr rtlCol="0" anchor="ctr"/>
              <a:lstStyle/>
              <a:p>
                <a:pPr algn="ctr"/>
              </a:p>
            </p:txBody>
          </p:sp>
          <p:sp>
            <p:nvSpPr>
              <p:cNvPr id="2790" name="Noise cell"/>
              <p:cNvSpPr/>
              <p:nvPr/>
            </p:nvSpPr>
            <p:spPr>
              <a:xfrm>
                <a:off x="10220470" y="8028432"/>
                <a:ext cx="18770" cy="18928"/>
              </a:xfrm>
              <a:prstGeom prst="rect">
                <a:avLst/>
              </a:prstGeom>
              <a:solidFill>
                <a:srgbClr val="999999"/>
              </a:solidFill>
              <a:ln>
                <a:noFill/>
              </a:ln>
              <a:effectLst/>
            </p:spPr>
            <p:txBody>
              <a:bodyPr rtlCol="0" anchor="ctr"/>
              <a:lstStyle/>
              <a:p>
                <a:pPr algn="ctr"/>
              </a:p>
            </p:txBody>
          </p:sp>
          <p:sp>
            <p:nvSpPr>
              <p:cNvPr id="2791" name="Noise cell"/>
              <p:cNvSpPr/>
              <p:nvPr/>
            </p:nvSpPr>
            <p:spPr>
              <a:xfrm>
                <a:off x="10238600" y="8028432"/>
                <a:ext cx="18770" cy="18928"/>
              </a:xfrm>
              <a:prstGeom prst="rect">
                <a:avLst/>
              </a:prstGeom>
              <a:solidFill>
                <a:srgbClr val="727272"/>
              </a:solidFill>
              <a:ln>
                <a:noFill/>
              </a:ln>
              <a:effectLst/>
            </p:spPr>
            <p:txBody>
              <a:bodyPr rtlCol="0" anchor="ctr"/>
              <a:lstStyle/>
              <a:p>
                <a:pPr algn="ctr"/>
              </a:p>
            </p:txBody>
          </p:sp>
          <p:sp>
            <p:nvSpPr>
              <p:cNvPr id="2792" name="Noise cell"/>
              <p:cNvSpPr/>
              <p:nvPr/>
            </p:nvSpPr>
            <p:spPr>
              <a:xfrm>
                <a:off x="10256730" y="8028432"/>
                <a:ext cx="18770" cy="18928"/>
              </a:xfrm>
              <a:prstGeom prst="rect">
                <a:avLst/>
              </a:prstGeom>
              <a:solidFill>
                <a:srgbClr val="7B7B7B"/>
              </a:solidFill>
              <a:ln>
                <a:noFill/>
              </a:ln>
              <a:effectLst/>
            </p:spPr>
            <p:txBody>
              <a:bodyPr rtlCol="0" anchor="ctr"/>
              <a:lstStyle/>
              <a:p>
                <a:pPr algn="ctr"/>
              </a:p>
            </p:txBody>
          </p:sp>
          <p:sp>
            <p:nvSpPr>
              <p:cNvPr id="2793" name="Noise cell"/>
              <p:cNvSpPr/>
              <p:nvPr/>
            </p:nvSpPr>
            <p:spPr>
              <a:xfrm>
                <a:off x="10274861" y="8028432"/>
                <a:ext cx="18770" cy="18928"/>
              </a:xfrm>
              <a:prstGeom prst="rect">
                <a:avLst/>
              </a:prstGeom>
              <a:solidFill>
                <a:srgbClr val="707070"/>
              </a:solidFill>
              <a:ln>
                <a:noFill/>
              </a:ln>
              <a:effectLst/>
            </p:spPr>
            <p:txBody>
              <a:bodyPr rtlCol="0" anchor="ctr"/>
              <a:lstStyle/>
              <a:p>
                <a:pPr algn="ctr"/>
              </a:p>
            </p:txBody>
          </p:sp>
          <p:sp>
            <p:nvSpPr>
              <p:cNvPr id="2794" name="Noise cell"/>
              <p:cNvSpPr/>
              <p:nvPr/>
            </p:nvSpPr>
            <p:spPr>
              <a:xfrm>
                <a:off x="10292991" y="8028432"/>
                <a:ext cx="18770" cy="18928"/>
              </a:xfrm>
              <a:prstGeom prst="rect">
                <a:avLst/>
              </a:prstGeom>
              <a:solidFill>
                <a:srgbClr val="7B7B7B"/>
              </a:solidFill>
              <a:ln>
                <a:noFill/>
              </a:ln>
              <a:effectLst/>
            </p:spPr>
            <p:txBody>
              <a:bodyPr rtlCol="0" anchor="ctr"/>
              <a:lstStyle/>
              <a:p>
                <a:pPr algn="ctr"/>
              </a:p>
            </p:txBody>
          </p:sp>
          <p:sp>
            <p:nvSpPr>
              <p:cNvPr id="2795" name="Noise cell"/>
              <p:cNvSpPr/>
              <p:nvPr/>
            </p:nvSpPr>
            <p:spPr>
              <a:xfrm>
                <a:off x="10311121" y="8028432"/>
                <a:ext cx="18770" cy="18928"/>
              </a:xfrm>
              <a:prstGeom prst="rect">
                <a:avLst/>
              </a:prstGeom>
              <a:solidFill>
                <a:srgbClr val="8B8B8B"/>
              </a:solidFill>
              <a:ln>
                <a:noFill/>
              </a:ln>
              <a:effectLst/>
            </p:spPr>
            <p:txBody>
              <a:bodyPr rtlCol="0" anchor="ctr"/>
              <a:lstStyle/>
              <a:p>
                <a:pPr algn="ctr"/>
              </a:p>
            </p:txBody>
          </p:sp>
          <p:sp>
            <p:nvSpPr>
              <p:cNvPr id="2796" name="Noise cell"/>
              <p:cNvSpPr/>
              <p:nvPr/>
            </p:nvSpPr>
            <p:spPr>
              <a:xfrm>
                <a:off x="10329252" y="8028432"/>
                <a:ext cx="18770" cy="18928"/>
              </a:xfrm>
              <a:prstGeom prst="rect">
                <a:avLst/>
              </a:prstGeom>
              <a:solidFill>
                <a:srgbClr val="777777"/>
              </a:solidFill>
              <a:ln>
                <a:noFill/>
              </a:ln>
              <a:effectLst/>
            </p:spPr>
            <p:txBody>
              <a:bodyPr rtlCol="0" anchor="ctr"/>
              <a:lstStyle/>
              <a:p>
                <a:pPr algn="ctr"/>
              </a:p>
            </p:txBody>
          </p:sp>
          <p:sp>
            <p:nvSpPr>
              <p:cNvPr id="2797" name="Noise cell"/>
              <p:cNvSpPr/>
              <p:nvPr/>
            </p:nvSpPr>
            <p:spPr>
              <a:xfrm>
                <a:off x="10347382" y="8028432"/>
                <a:ext cx="18770" cy="18928"/>
              </a:xfrm>
              <a:prstGeom prst="rect">
                <a:avLst/>
              </a:prstGeom>
              <a:solidFill>
                <a:srgbClr val="767676"/>
              </a:solidFill>
              <a:ln>
                <a:noFill/>
              </a:ln>
              <a:effectLst/>
            </p:spPr>
            <p:txBody>
              <a:bodyPr rtlCol="0" anchor="ctr"/>
              <a:lstStyle/>
              <a:p>
                <a:pPr algn="ctr"/>
              </a:p>
            </p:txBody>
          </p:sp>
          <p:sp>
            <p:nvSpPr>
              <p:cNvPr id="2798" name="Noise cell"/>
              <p:cNvSpPr/>
              <p:nvPr/>
            </p:nvSpPr>
            <p:spPr>
              <a:xfrm>
                <a:off x="10365512" y="8028432"/>
                <a:ext cx="18770" cy="18928"/>
              </a:xfrm>
              <a:prstGeom prst="rect">
                <a:avLst/>
              </a:prstGeom>
              <a:solidFill>
                <a:srgbClr val="727272"/>
              </a:solidFill>
              <a:ln>
                <a:noFill/>
              </a:ln>
              <a:effectLst/>
            </p:spPr>
            <p:txBody>
              <a:bodyPr rtlCol="0" anchor="ctr"/>
              <a:lstStyle/>
              <a:p>
                <a:pPr algn="ctr"/>
              </a:p>
            </p:txBody>
          </p:sp>
          <p:sp>
            <p:nvSpPr>
              <p:cNvPr id="2799" name="Noise cell"/>
              <p:cNvSpPr/>
              <p:nvPr/>
            </p:nvSpPr>
            <p:spPr>
              <a:xfrm>
                <a:off x="10383643" y="8028432"/>
                <a:ext cx="18770" cy="18928"/>
              </a:xfrm>
              <a:prstGeom prst="rect">
                <a:avLst/>
              </a:prstGeom>
              <a:solidFill>
                <a:srgbClr val="878787"/>
              </a:solidFill>
              <a:ln>
                <a:noFill/>
              </a:ln>
              <a:effectLst/>
            </p:spPr>
            <p:txBody>
              <a:bodyPr rtlCol="0" anchor="ctr"/>
              <a:lstStyle/>
              <a:p>
                <a:pPr algn="ctr"/>
              </a:p>
            </p:txBody>
          </p:sp>
          <p:sp>
            <p:nvSpPr>
              <p:cNvPr id="2800" name="Noise cell"/>
              <p:cNvSpPr/>
              <p:nvPr/>
            </p:nvSpPr>
            <p:spPr>
              <a:xfrm>
                <a:off x="10401773" y="8028432"/>
                <a:ext cx="18770" cy="18928"/>
              </a:xfrm>
              <a:prstGeom prst="rect">
                <a:avLst/>
              </a:prstGeom>
              <a:solidFill>
                <a:srgbClr val="8E8E8E"/>
              </a:solidFill>
              <a:ln>
                <a:noFill/>
              </a:ln>
              <a:effectLst/>
            </p:spPr>
            <p:txBody>
              <a:bodyPr rtlCol="0" anchor="ctr"/>
              <a:lstStyle/>
              <a:p>
                <a:pPr algn="ctr"/>
              </a:p>
            </p:txBody>
          </p:sp>
          <p:sp>
            <p:nvSpPr>
              <p:cNvPr id="2801" name="Noise cell"/>
              <p:cNvSpPr/>
              <p:nvPr/>
            </p:nvSpPr>
            <p:spPr>
              <a:xfrm>
                <a:off x="10419903" y="8028432"/>
                <a:ext cx="18770" cy="18928"/>
              </a:xfrm>
              <a:prstGeom prst="rect">
                <a:avLst/>
              </a:prstGeom>
              <a:solidFill>
                <a:srgbClr val="888888"/>
              </a:solidFill>
              <a:ln>
                <a:noFill/>
              </a:ln>
              <a:effectLst/>
            </p:spPr>
            <p:txBody>
              <a:bodyPr rtlCol="0" anchor="ctr"/>
              <a:lstStyle/>
              <a:p>
                <a:pPr algn="ctr"/>
              </a:p>
            </p:txBody>
          </p:sp>
          <p:sp>
            <p:nvSpPr>
              <p:cNvPr id="2802" name="Noise cell"/>
              <p:cNvSpPr/>
              <p:nvPr/>
            </p:nvSpPr>
            <p:spPr>
              <a:xfrm>
                <a:off x="10438034" y="8028432"/>
                <a:ext cx="18770" cy="18928"/>
              </a:xfrm>
              <a:prstGeom prst="rect">
                <a:avLst/>
              </a:prstGeom>
              <a:solidFill>
                <a:srgbClr val="878787"/>
              </a:solidFill>
              <a:ln>
                <a:noFill/>
              </a:ln>
              <a:effectLst/>
            </p:spPr>
            <p:txBody>
              <a:bodyPr rtlCol="0" anchor="ctr"/>
              <a:lstStyle/>
              <a:p>
                <a:pPr algn="ctr"/>
              </a:p>
            </p:txBody>
          </p:sp>
          <p:sp>
            <p:nvSpPr>
              <p:cNvPr id="2803" name="Noise cell"/>
              <p:cNvSpPr/>
              <p:nvPr/>
            </p:nvSpPr>
            <p:spPr>
              <a:xfrm>
                <a:off x="10456164" y="8028432"/>
                <a:ext cx="18770" cy="18928"/>
              </a:xfrm>
              <a:prstGeom prst="rect">
                <a:avLst/>
              </a:prstGeom>
              <a:solidFill>
                <a:srgbClr val="727272"/>
              </a:solidFill>
              <a:ln>
                <a:noFill/>
              </a:ln>
              <a:effectLst/>
            </p:spPr>
            <p:txBody>
              <a:bodyPr rtlCol="0" anchor="ctr"/>
              <a:lstStyle/>
              <a:p>
                <a:pPr algn="ctr"/>
              </a:p>
            </p:txBody>
          </p:sp>
          <p:sp>
            <p:nvSpPr>
              <p:cNvPr id="2804" name="Noise cell"/>
              <p:cNvSpPr/>
              <p:nvPr/>
            </p:nvSpPr>
            <p:spPr>
              <a:xfrm>
                <a:off x="10474294" y="8028432"/>
                <a:ext cx="18770" cy="18928"/>
              </a:xfrm>
              <a:prstGeom prst="rect">
                <a:avLst/>
              </a:prstGeom>
              <a:solidFill>
                <a:srgbClr val="808080"/>
              </a:solidFill>
              <a:ln>
                <a:noFill/>
              </a:ln>
              <a:effectLst/>
            </p:spPr>
            <p:txBody>
              <a:bodyPr rtlCol="0" anchor="ctr"/>
              <a:lstStyle/>
              <a:p>
                <a:pPr algn="ctr"/>
              </a:p>
            </p:txBody>
          </p:sp>
          <p:sp>
            <p:nvSpPr>
              <p:cNvPr id="2805" name="Noise cell"/>
              <p:cNvSpPr/>
              <p:nvPr/>
            </p:nvSpPr>
            <p:spPr>
              <a:xfrm>
                <a:off x="10492425" y="8028432"/>
                <a:ext cx="18770" cy="18928"/>
              </a:xfrm>
              <a:prstGeom prst="rect">
                <a:avLst/>
              </a:prstGeom>
              <a:solidFill>
                <a:srgbClr val="898989"/>
              </a:solidFill>
              <a:ln>
                <a:noFill/>
              </a:ln>
              <a:effectLst/>
            </p:spPr>
            <p:txBody>
              <a:bodyPr rtlCol="0" anchor="ctr"/>
              <a:lstStyle/>
              <a:p>
                <a:pPr algn="ctr"/>
              </a:p>
            </p:txBody>
          </p:sp>
          <p:sp>
            <p:nvSpPr>
              <p:cNvPr id="2806" name="Noise cell"/>
              <p:cNvSpPr/>
              <p:nvPr/>
            </p:nvSpPr>
            <p:spPr>
              <a:xfrm>
                <a:off x="10510555" y="8028432"/>
                <a:ext cx="18770" cy="18928"/>
              </a:xfrm>
              <a:prstGeom prst="rect">
                <a:avLst/>
              </a:prstGeom>
              <a:solidFill>
                <a:srgbClr val="969696"/>
              </a:solidFill>
              <a:ln>
                <a:noFill/>
              </a:ln>
              <a:effectLst/>
            </p:spPr>
            <p:txBody>
              <a:bodyPr rtlCol="0" anchor="ctr"/>
              <a:lstStyle/>
              <a:p>
                <a:pPr algn="ctr"/>
              </a:p>
            </p:txBody>
          </p:sp>
          <p:sp>
            <p:nvSpPr>
              <p:cNvPr id="2807" name="Noise cell"/>
              <p:cNvSpPr/>
              <p:nvPr/>
            </p:nvSpPr>
            <p:spPr>
              <a:xfrm>
                <a:off x="10528685" y="8028432"/>
                <a:ext cx="18770" cy="18928"/>
              </a:xfrm>
              <a:prstGeom prst="rect">
                <a:avLst/>
              </a:prstGeom>
              <a:solidFill>
                <a:srgbClr val="616161"/>
              </a:solidFill>
              <a:ln>
                <a:noFill/>
              </a:ln>
              <a:effectLst/>
            </p:spPr>
            <p:txBody>
              <a:bodyPr rtlCol="0" anchor="ctr"/>
              <a:lstStyle/>
              <a:p>
                <a:pPr algn="ctr"/>
              </a:p>
            </p:txBody>
          </p:sp>
          <p:sp>
            <p:nvSpPr>
              <p:cNvPr id="2808" name="Noise cell"/>
              <p:cNvSpPr/>
              <p:nvPr/>
            </p:nvSpPr>
            <p:spPr>
              <a:xfrm>
                <a:off x="10546816" y="8028432"/>
                <a:ext cx="18770" cy="18928"/>
              </a:xfrm>
              <a:prstGeom prst="rect">
                <a:avLst/>
              </a:prstGeom>
              <a:solidFill>
                <a:srgbClr val="878787"/>
              </a:solidFill>
              <a:ln>
                <a:noFill/>
              </a:ln>
              <a:effectLst/>
            </p:spPr>
            <p:txBody>
              <a:bodyPr rtlCol="0" anchor="ctr"/>
              <a:lstStyle/>
              <a:p>
                <a:pPr algn="ctr"/>
              </a:p>
            </p:txBody>
          </p:sp>
          <p:sp>
            <p:nvSpPr>
              <p:cNvPr id="2809" name="Noise cell"/>
              <p:cNvSpPr/>
              <p:nvPr/>
            </p:nvSpPr>
            <p:spPr>
              <a:xfrm>
                <a:off x="10564946" y="8028432"/>
                <a:ext cx="18770" cy="18928"/>
              </a:xfrm>
              <a:prstGeom prst="rect">
                <a:avLst/>
              </a:prstGeom>
              <a:solidFill>
                <a:srgbClr val="7D7D7D"/>
              </a:solidFill>
              <a:ln>
                <a:noFill/>
              </a:ln>
              <a:effectLst/>
            </p:spPr>
            <p:txBody>
              <a:bodyPr rtlCol="0" anchor="ctr"/>
              <a:lstStyle/>
              <a:p>
                <a:pPr algn="ctr"/>
              </a:p>
            </p:txBody>
          </p:sp>
          <p:sp>
            <p:nvSpPr>
              <p:cNvPr id="2810" name="Noise cell"/>
              <p:cNvSpPr/>
              <p:nvPr/>
            </p:nvSpPr>
            <p:spPr>
              <a:xfrm>
                <a:off x="10583076" y="8028432"/>
                <a:ext cx="18770" cy="18928"/>
              </a:xfrm>
              <a:prstGeom prst="rect">
                <a:avLst/>
              </a:prstGeom>
              <a:solidFill>
                <a:srgbClr val="7A7A7A"/>
              </a:solidFill>
              <a:ln>
                <a:noFill/>
              </a:ln>
              <a:effectLst/>
            </p:spPr>
            <p:txBody>
              <a:bodyPr rtlCol="0" anchor="ctr"/>
              <a:lstStyle/>
              <a:p>
                <a:pPr algn="ctr"/>
              </a:p>
            </p:txBody>
          </p:sp>
          <p:sp>
            <p:nvSpPr>
              <p:cNvPr id="2811" name="Noise cell"/>
              <p:cNvSpPr/>
              <p:nvPr/>
            </p:nvSpPr>
            <p:spPr>
              <a:xfrm>
                <a:off x="10601207" y="8028432"/>
                <a:ext cx="18770" cy="18928"/>
              </a:xfrm>
              <a:prstGeom prst="rect">
                <a:avLst/>
              </a:prstGeom>
              <a:solidFill>
                <a:srgbClr val="777777"/>
              </a:solidFill>
              <a:ln>
                <a:noFill/>
              </a:ln>
              <a:effectLst/>
            </p:spPr>
            <p:txBody>
              <a:bodyPr rtlCol="0" anchor="ctr"/>
              <a:lstStyle/>
              <a:p>
                <a:pPr algn="ctr"/>
              </a:p>
            </p:txBody>
          </p:sp>
          <p:sp>
            <p:nvSpPr>
              <p:cNvPr id="2812" name="Noise cell"/>
              <p:cNvSpPr/>
              <p:nvPr/>
            </p:nvSpPr>
            <p:spPr>
              <a:xfrm>
                <a:off x="10619337" y="8028432"/>
                <a:ext cx="18770" cy="18928"/>
              </a:xfrm>
              <a:prstGeom prst="rect">
                <a:avLst/>
              </a:prstGeom>
              <a:solidFill>
                <a:srgbClr val="888888"/>
              </a:solidFill>
              <a:ln>
                <a:noFill/>
              </a:ln>
              <a:effectLst/>
            </p:spPr>
            <p:txBody>
              <a:bodyPr rtlCol="0" anchor="ctr"/>
              <a:lstStyle/>
              <a:p>
                <a:pPr algn="ctr"/>
              </a:p>
            </p:txBody>
          </p:sp>
          <p:sp>
            <p:nvSpPr>
              <p:cNvPr id="2813" name="Noise cell"/>
              <p:cNvSpPr/>
              <p:nvPr/>
            </p:nvSpPr>
            <p:spPr>
              <a:xfrm>
                <a:off x="10637467" y="8028432"/>
                <a:ext cx="18770" cy="18928"/>
              </a:xfrm>
              <a:prstGeom prst="rect">
                <a:avLst/>
              </a:prstGeom>
              <a:solidFill>
                <a:srgbClr val="838383"/>
              </a:solidFill>
              <a:ln>
                <a:noFill/>
              </a:ln>
              <a:effectLst/>
            </p:spPr>
            <p:txBody>
              <a:bodyPr rtlCol="0" anchor="ctr"/>
              <a:lstStyle/>
              <a:p>
                <a:pPr algn="ctr"/>
              </a:p>
            </p:txBody>
          </p:sp>
          <p:sp>
            <p:nvSpPr>
              <p:cNvPr id="2814" name="Noise cell"/>
              <p:cNvSpPr/>
              <p:nvPr/>
            </p:nvSpPr>
            <p:spPr>
              <a:xfrm>
                <a:off x="10655598" y="8028432"/>
                <a:ext cx="18770" cy="18928"/>
              </a:xfrm>
              <a:prstGeom prst="rect">
                <a:avLst/>
              </a:prstGeom>
              <a:solidFill>
                <a:srgbClr val="7C7C7C"/>
              </a:solidFill>
              <a:ln>
                <a:noFill/>
              </a:ln>
              <a:effectLst/>
            </p:spPr>
            <p:txBody>
              <a:bodyPr rtlCol="0" anchor="ctr"/>
              <a:lstStyle/>
              <a:p>
                <a:pPr algn="ctr"/>
              </a:p>
            </p:txBody>
          </p:sp>
          <p:sp>
            <p:nvSpPr>
              <p:cNvPr id="2815" name="Noise cell"/>
              <p:cNvSpPr/>
              <p:nvPr/>
            </p:nvSpPr>
            <p:spPr>
              <a:xfrm>
                <a:off x="10673728" y="8028432"/>
                <a:ext cx="18770" cy="18928"/>
              </a:xfrm>
              <a:prstGeom prst="rect">
                <a:avLst/>
              </a:prstGeom>
              <a:solidFill>
                <a:srgbClr val="8B8B8B"/>
              </a:solidFill>
              <a:ln>
                <a:noFill/>
              </a:ln>
              <a:effectLst/>
            </p:spPr>
            <p:txBody>
              <a:bodyPr rtlCol="0" anchor="ctr"/>
              <a:lstStyle/>
              <a:p>
                <a:pPr algn="ctr"/>
              </a:p>
            </p:txBody>
          </p:sp>
          <p:sp>
            <p:nvSpPr>
              <p:cNvPr id="2816" name="Noise cell"/>
              <p:cNvSpPr/>
              <p:nvPr/>
            </p:nvSpPr>
            <p:spPr>
              <a:xfrm>
                <a:off x="10691858" y="8028432"/>
                <a:ext cx="18770" cy="18928"/>
              </a:xfrm>
              <a:prstGeom prst="rect">
                <a:avLst/>
              </a:prstGeom>
              <a:solidFill>
                <a:srgbClr val="7F7F7F"/>
              </a:solidFill>
              <a:ln>
                <a:noFill/>
              </a:ln>
              <a:effectLst/>
            </p:spPr>
            <p:txBody>
              <a:bodyPr rtlCol="0" anchor="ctr"/>
              <a:lstStyle/>
              <a:p>
                <a:pPr algn="ctr"/>
              </a:p>
            </p:txBody>
          </p:sp>
          <p:sp>
            <p:nvSpPr>
              <p:cNvPr id="2817" name="Noise cell"/>
              <p:cNvSpPr/>
              <p:nvPr/>
            </p:nvSpPr>
            <p:spPr>
              <a:xfrm>
                <a:off x="10709989" y="8028432"/>
                <a:ext cx="18770" cy="18928"/>
              </a:xfrm>
              <a:prstGeom prst="rect">
                <a:avLst/>
              </a:prstGeom>
              <a:solidFill>
                <a:srgbClr val="868686"/>
              </a:solidFill>
              <a:ln>
                <a:noFill/>
              </a:ln>
              <a:effectLst/>
            </p:spPr>
            <p:txBody>
              <a:bodyPr rtlCol="0" anchor="ctr"/>
              <a:lstStyle/>
              <a:p>
                <a:pPr algn="ctr"/>
              </a:p>
            </p:txBody>
          </p:sp>
          <p:sp>
            <p:nvSpPr>
              <p:cNvPr id="2818" name="Noise cell"/>
              <p:cNvSpPr/>
              <p:nvPr/>
            </p:nvSpPr>
            <p:spPr>
              <a:xfrm>
                <a:off x="10728119" y="8028432"/>
                <a:ext cx="18770" cy="18928"/>
              </a:xfrm>
              <a:prstGeom prst="rect">
                <a:avLst/>
              </a:prstGeom>
              <a:solidFill>
                <a:srgbClr val="696969"/>
              </a:solidFill>
              <a:ln>
                <a:noFill/>
              </a:ln>
              <a:effectLst/>
            </p:spPr>
            <p:txBody>
              <a:bodyPr rtlCol="0" anchor="ctr"/>
              <a:lstStyle/>
              <a:p>
                <a:pPr algn="ctr"/>
              </a:p>
            </p:txBody>
          </p:sp>
          <p:sp>
            <p:nvSpPr>
              <p:cNvPr id="2819" name="Noise cell"/>
              <p:cNvSpPr/>
              <p:nvPr/>
            </p:nvSpPr>
            <p:spPr>
              <a:xfrm>
                <a:off x="10746250" y="8028432"/>
                <a:ext cx="18770" cy="18928"/>
              </a:xfrm>
              <a:prstGeom prst="rect">
                <a:avLst/>
              </a:prstGeom>
              <a:solidFill>
                <a:srgbClr val="797979"/>
              </a:solidFill>
              <a:ln>
                <a:noFill/>
              </a:ln>
              <a:effectLst/>
            </p:spPr>
            <p:txBody>
              <a:bodyPr rtlCol="0" anchor="ctr"/>
              <a:lstStyle/>
              <a:p>
                <a:pPr algn="ctr"/>
              </a:p>
            </p:txBody>
          </p:sp>
          <p:sp>
            <p:nvSpPr>
              <p:cNvPr id="2820" name="Noise cell"/>
              <p:cNvSpPr/>
              <p:nvPr/>
            </p:nvSpPr>
            <p:spPr>
              <a:xfrm>
                <a:off x="10764380" y="8028432"/>
                <a:ext cx="18770" cy="18928"/>
              </a:xfrm>
              <a:prstGeom prst="rect">
                <a:avLst/>
              </a:prstGeom>
              <a:solidFill>
                <a:srgbClr val="7D7D7D"/>
              </a:solidFill>
              <a:ln>
                <a:noFill/>
              </a:ln>
              <a:effectLst/>
            </p:spPr>
            <p:txBody>
              <a:bodyPr rtlCol="0" anchor="ctr"/>
              <a:lstStyle/>
              <a:p>
                <a:pPr algn="ctr"/>
              </a:p>
            </p:txBody>
          </p:sp>
          <p:sp>
            <p:nvSpPr>
              <p:cNvPr id="2821" name="Noise cell"/>
              <p:cNvSpPr/>
              <p:nvPr/>
            </p:nvSpPr>
            <p:spPr>
              <a:xfrm>
                <a:off x="10782510" y="8028432"/>
                <a:ext cx="18770" cy="18928"/>
              </a:xfrm>
              <a:prstGeom prst="rect">
                <a:avLst/>
              </a:prstGeom>
              <a:solidFill>
                <a:srgbClr val="A7A7A7"/>
              </a:solidFill>
              <a:ln>
                <a:noFill/>
              </a:ln>
              <a:effectLst/>
            </p:spPr>
            <p:txBody>
              <a:bodyPr rtlCol="0" anchor="ctr"/>
              <a:lstStyle/>
              <a:p>
                <a:pPr algn="ctr"/>
              </a:p>
            </p:txBody>
          </p:sp>
          <p:sp>
            <p:nvSpPr>
              <p:cNvPr id="2822" name="Noise cell"/>
              <p:cNvSpPr/>
              <p:nvPr/>
            </p:nvSpPr>
            <p:spPr>
              <a:xfrm>
                <a:off x="10800641" y="8028432"/>
                <a:ext cx="18770" cy="18928"/>
              </a:xfrm>
              <a:prstGeom prst="rect">
                <a:avLst/>
              </a:prstGeom>
              <a:solidFill>
                <a:srgbClr val="7C7C7C"/>
              </a:solidFill>
              <a:ln>
                <a:noFill/>
              </a:ln>
              <a:effectLst/>
            </p:spPr>
            <p:txBody>
              <a:bodyPr rtlCol="0" anchor="ctr"/>
              <a:lstStyle/>
              <a:p>
                <a:pPr algn="ctr"/>
              </a:p>
            </p:txBody>
          </p:sp>
          <p:sp>
            <p:nvSpPr>
              <p:cNvPr id="2823" name="Noise cell"/>
              <p:cNvSpPr/>
              <p:nvPr/>
            </p:nvSpPr>
            <p:spPr>
              <a:xfrm>
                <a:off x="10818771" y="8028432"/>
                <a:ext cx="18770" cy="18928"/>
              </a:xfrm>
              <a:prstGeom prst="rect">
                <a:avLst/>
              </a:prstGeom>
              <a:solidFill>
                <a:srgbClr val="949494"/>
              </a:solidFill>
              <a:ln>
                <a:noFill/>
              </a:ln>
              <a:effectLst/>
            </p:spPr>
            <p:txBody>
              <a:bodyPr rtlCol="0" anchor="ctr"/>
              <a:lstStyle/>
              <a:p>
                <a:pPr algn="ctr"/>
              </a:p>
            </p:txBody>
          </p:sp>
          <p:sp>
            <p:nvSpPr>
              <p:cNvPr id="2824" name="Noise cell"/>
              <p:cNvSpPr/>
              <p:nvPr/>
            </p:nvSpPr>
            <p:spPr>
              <a:xfrm>
                <a:off x="10836901" y="8028432"/>
                <a:ext cx="18770" cy="18928"/>
              </a:xfrm>
              <a:prstGeom prst="rect">
                <a:avLst/>
              </a:prstGeom>
              <a:solidFill>
                <a:srgbClr val="828282"/>
              </a:solidFill>
              <a:ln>
                <a:noFill/>
              </a:ln>
              <a:effectLst/>
            </p:spPr>
            <p:txBody>
              <a:bodyPr rtlCol="0" anchor="ctr"/>
              <a:lstStyle/>
              <a:p>
                <a:pPr algn="ctr"/>
              </a:p>
            </p:txBody>
          </p:sp>
          <p:sp>
            <p:nvSpPr>
              <p:cNvPr id="2825" name="Noise cell"/>
              <p:cNvSpPr/>
              <p:nvPr/>
            </p:nvSpPr>
            <p:spPr>
              <a:xfrm>
                <a:off x="10855032" y="8028432"/>
                <a:ext cx="18770" cy="18928"/>
              </a:xfrm>
              <a:prstGeom prst="rect">
                <a:avLst/>
              </a:prstGeom>
              <a:solidFill>
                <a:srgbClr val="848484"/>
              </a:solidFill>
              <a:ln>
                <a:noFill/>
              </a:ln>
              <a:effectLst/>
            </p:spPr>
            <p:txBody>
              <a:bodyPr rtlCol="0" anchor="ctr"/>
              <a:lstStyle/>
              <a:p>
                <a:pPr algn="ctr"/>
              </a:p>
            </p:txBody>
          </p:sp>
          <p:sp>
            <p:nvSpPr>
              <p:cNvPr id="2826" name="Noise cell"/>
              <p:cNvSpPr/>
              <p:nvPr/>
            </p:nvSpPr>
            <p:spPr>
              <a:xfrm>
                <a:off x="10873162" y="8028432"/>
                <a:ext cx="18770" cy="18928"/>
              </a:xfrm>
              <a:prstGeom prst="rect">
                <a:avLst/>
              </a:prstGeom>
              <a:solidFill>
                <a:srgbClr val="777777"/>
              </a:solidFill>
              <a:ln>
                <a:noFill/>
              </a:ln>
              <a:effectLst/>
            </p:spPr>
            <p:txBody>
              <a:bodyPr rtlCol="0" anchor="ctr"/>
              <a:lstStyle/>
              <a:p>
                <a:pPr algn="ctr"/>
              </a:p>
            </p:txBody>
          </p:sp>
          <p:sp>
            <p:nvSpPr>
              <p:cNvPr id="2827" name="Noise cell"/>
              <p:cNvSpPr/>
              <p:nvPr/>
            </p:nvSpPr>
            <p:spPr>
              <a:xfrm>
                <a:off x="10891292" y="8028432"/>
                <a:ext cx="18770" cy="18928"/>
              </a:xfrm>
              <a:prstGeom prst="rect">
                <a:avLst/>
              </a:prstGeom>
              <a:solidFill>
                <a:srgbClr val="919191"/>
              </a:solidFill>
              <a:ln>
                <a:noFill/>
              </a:ln>
              <a:effectLst/>
            </p:spPr>
            <p:txBody>
              <a:bodyPr rtlCol="0" anchor="ctr"/>
              <a:lstStyle/>
              <a:p>
                <a:pPr algn="ctr"/>
              </a:p>
            </p:txBody>
          </p:sp>
          <p:sp>
            <p:nvSpPr>
              <p:cNvPr id="2828" name="Noise cell"/>
              <p:cNvSpPr/>
              <p:nvPr/>
            </p:nvSpPr>
            <p:spPr>
              <a:xfrm>
                <a:off x="10909423" y="8028432"/>
                <a:ext cx="18770" cy="18928"/>
              </a:xfrm>
              <a:prstGeom prst="rect">
                <a:avLst/>
              </a:prstGeom>
              <a:solidFill>
                <a:srgbClr val="989898"/>
              </a:solidFill>
              <a:ln>
                <a:noFill/>
              </a:ln>
              <a:effectLst/>
            </p:spPr>
            <p:txBody>
              <a:bodyPr rtlCol="0" anchor="ctr"/>
              <a:lstStyle/>
              <a:p>
                <a:pPr algn="ctr"/>
              </a:p>
            </p:txBody>
          </p:sp>
          <p:sp>
            <p:nvSpPr>
              <p:cNvPr id="2829" name="Noise cell"/>
              <p:cNvSpPr/>
              <p:nvPr/>
            </p:nvSpPr>
            <p:spPr>
              <a:xfrm>
                <a:off x="10927553" y="8028432"/>
                <a:ext cx="18770" cy="18928"/>
              </a:xfrm>
              <a:prstGeom prst="rect">
                <a:avLst/>
              </a:prstGeom>
              <a:solidFill>
                <a:srgbClr val="6B6B6B"/>
              </a:solidFill>
              <a:ln>
                <a:noFill/>
              </a:ln>
              <a:effectLst/>
            </p:spPr>
            <p:txBody>
              <a:bodyPr rtlCol="0" anchor="ctr"/>
              <a:lstStyle/>
              <a:p>
                <a:pPr algn="ctr"/>
              </a:p>
            </p:txBody>
          </p:sp>
          <p:sp>
            <p:nvSpPr>
              <p:cNvPr id="2830" name="Noise cell"/>
              <p:cNvSpPr/>
              <p:nvPr/>
            </p:nvSpPr>
            <p:spPr>
              <a:xfrm>
                <a:off x="10945683" y="8028432"/>
                <a:ext cx="18770" cy="18928"/>
              </a:xfrm>
              <a:prstGeom prst="rect">
                <a:avLst/>
              </a:prstGeom>
              <a:solidFill>
                <a:srgbClr val="7C7C7C"/>
              </a:solidFill>
              <a:ln>
                <a:noFill/>
              </a:ln>
              <a:effectLst/>
            </p:spPr>
            <p:txBody>
              <a:bodyPr rtlCol="0" anchor="ctr"/>
              <a:lstStyle/>
              <a:p>
                <a:pPr algn="ctr"/>
              </a:p>
            </p:txBody>
          </p:sp>
          <p:sp>
            <p:nvSpPr>
              <p:cNvPr id="2831" name="Noise cell"/>
              <p:cNvSpPr/>
              <p:nvPr/>
            </p:nvSpPr>
            <p:spPr>
              <a:xfrm>
                <a:off x="10963814" y="8028432"/>
                <a:ext cx="18770" cy="18928"/>
              </a:xfrm>
              <a:prstGeom prst="rect">
                <a:avLst/>
              </a:prstGeom>
              <a:solidFill>
                <a:srgbClr val="6E6E6E"/>
              </a:solidFill>
              <a:ln>
                <a:noFill/>
              </a:ln>
              <a:effectLst/>
            </p:spPr>
            <p:txBody>
              <a:bodyPr rtlCol="0" anchor="ctr"/>
              <a:lstStyle/>
              <a:p>
                <a:pPr algn="ctr"/>
              </a:p>
            </p:txBody>
          </p:sp>
          <p:sp>
            <p:nvSpPr>
              <p:cNvPr id="2832" name="Noise cell"/>
              <p:cNvSpPr/>
              <p:nvPr/>
            </p:nvSpPr>
            <p:spPr>
              <a:xfrm>
                <a:off x="9930384" y="8046720"/>
                <a:ext cx="18770" cy="18928"/>
              </a:xfrm>
              <a:prstGeom prst="rect">
                <a:avLst/>
              </a:prstGeom>
              <a:solidFill>
                <a:srgbClr val="7C7C7C"/>
              </a:solidFill>
              <a:ln>
                <a:noFill/>
              </a:ln>
              <a:effectLst/>
            </p:spPr>
            <p:txBody>
              <a:bodyPr rtlCol="0" anchor="ctr"/>
              <a:lstStyle/>
              <a:p>
                <a:pPr algn="ctr"/>
              </a:p>
            </p:txBody>
          </p:sp>
          <p:sp>
            <p:nvSpPr>
              <p:cNvPr id="2833" name="Noise cell"/>
              <p:cNvSpPr/>
              <p:nvPr/>
            </p:nvSpPr>
            <p:spPr>
              <a:xfrm>
                <a:off x="9948514" y="8046720"/>
                <a:ext cx="18770" cy="18928"/>
              </a:xfrm>
              <a:prstGeom prst="rect">
                <a:avLst/>
              </a:prstGeom>
              <a:solidFill>
                <a:srgbClr val="999999"/>
              </a:solidFill>
              <a:ln>
                <a:noFill/>
              </a:ln>
              <a:effectLst/>
            </p:spPr>
            <p:txBody>
              <a:bodyPr rtlCol="0" anchor="ctr"/>
              <a:lstStyle/>
              <a:p>
                <a:pPr algn="ctr"/>
              </a:p>
            </p:txBody>
          </p:sp>
          <p:sp>
            <p:nvSpPr>
              <p:cNvPr id="2834" name="Noise cell"/>
              <p:cNvSpPr/>
              <p:nvPr/>
            </p:nvSpPr>
            <p:spPr>
              <a:xfrm>
                <a:off x="9966645" y="8046720"/>
                <a:ext cx="18770" cy="18928"/>
              </a:xfrm>
              <a:prstGeom prst="rect">
                <a:avLst/>
              </a:prstGeom>
              <a:solidFill>
                <a:srgbClr val="868686"/>
              </a:solidFill>
              <a:ln>
                <a:noFill/>
              </a:ln>
              <a:effectLst/>
            </p:spPr>
            <p:txBody>
              <a:bodyPr rtlCol="0" anchor="ctr"/>
              <a:lstStyle/>
              <a:p>
                <a:pPr algn="ctr"/>
              </a:p>
            </p:txBody>
          </p:sp>
          <p:sp>
            <p:nvSpPr>
              <p:cNvPr id="2835" name="Noise cell"/>
              <p:cNvSpPr/>
              <p:nvPr/>
            </p:nvSpPr>
            <p:spPr>
              <a:xfrm>
                <a:off x="9984775" y="8046720"/>
                <a:ext cx="18770" cy="18928"/>
              </a:xfrm>
              <a:prstGeom prst="rect">
                <a:avLst/>
              </a:prstGeom>
              <a:solidFill>
                <a:srgbClr val="808080"/>
              </a:solidFill>
              <a:ln>
                <a:noFill/>
              </a:ln>
              <a:effectLst/>
            </p:spPr>
            <p:txBody>
              <a:bodyPr rtlCol="0" anchor="ctr"/>
              <a:lstStyle/>
              <a:p>
                <a:pPr algn="ctr"/>
              </a:p>
            </p:txBody>
          </p:sp>
          <p:sp>
            <p:nvSpPr>
              <p:cNvPr id="2836" name="Noise cell"/>
              <p:cNvSpPr/>
              <p:nvPr/>
            </p:nvSpPr>
            <p:spPr>
              <a:xfrm>
                <a:off x="10002905" y="8046720"/>
                <a:ext cx="18770" cy="18928"/>
              </a:xfrm>
              <a:prstGeom prst="rect">
                <a:avLst/>
              </a:prstGeom>
              <a:solidFill>
                <a:srgbClr val="777777"/>
              </a:solidFill>
              <a:ln>
                <a:noFill/>
              </a:ln>
              <a:effectLst/>
            </p:spPr>
            <p:txBody>
              <a:bodyPr rtlCol="0" anchor="ctr"/>
              <a:lstStyle/>
              <a:p>
                <a:pPr algn="ctr"/>
              </a:p>
            </p:txBody>
          </p:sp>
          <p:sp>
            <p:nvSpPr>
              <p:cNvPr id="2837" name="Noise cell"/>
              <p:cNvSpPr/>
              <p:nvPr/>
            </p:nvSpPr>
            <p:spPr>
              <a:xfrm>
                <a:off x="10021036" y="8046720"/>
                <a:ext cx="18770" cy="18928"/>
              </a:xfrm>
              <a:prstGeom prst="rect">
                <a:avLst/>
              </a:prstGeom>
              <a:solidFill>
                <a:srgbClr val="868686"/>
              </a:solidFill>
              <a:ln>
                <a:noFill/>
              </a:ln>
              <a:effectLst/>
            </p:spPr>
            <p:txBody>
              <a:bodyPr rtlCol="0" anchor="ctr"/>
              <a:lstStyle/>
              <a:p>
                <a:pPr algn="ctr"/>
              </a:p>
            </p:txBody>
          </p:sp>
          <p:sp>
            <p:nvSpPr>
              <p:cNvPr id="2838" name="Noise cell"/>
              <p:cNvSpPr/>
              <p:nvPr/>
            </p:nvSpPr>
            <p:spPr>
              <a:xfrm>
                <a:off x="10039166" y="8046720"/>
                <a:ext cx="18770" cy="18928"/>
              </a:xfrm>
              <a:prstGeom prst="rect">
                <a:avLst/>
              </a:prstGeom>
              <a:solidFill>
                <a:srgbClr val="848484"/>
              </a:solidFill>
              <a:ln>
                <a:noFill/>
              </a:ln>
              <a:effectLst/>
            </p:spPr>
            <p:txBody>
              <a:bodyPr rtlCol="0" anchor="ctr"/>
              <a:lstStyle/>
              <a:p>
                <a:pPr algn="ctr"/>
              </a:p>
            </p:txBody>
          </p:sp>
          <p:sp>
            <p:nvSpPr>
              <p:cNvPr id="2839" name="Noise cell"/>
              <p:cNvSpPr/>
              <p:nvPr/>
            </p:nvSpPr>
            <p:spPr>
              <a:xfrm>
                <a:off x="10057296" y="8046720"/>
                <a:ext cx="18770" cy="18928"/>
              </a:xfrm>
              <a:prstGeom prst="rect">
                <a:avLst/>
              </a:prstGeom>
              <a:solidFill>
                <a:srgbClr val="898989"/>
              </a:solidFill>
              <a:ln>
                <a:noFill/>
              </a:ln>
              <a:effectLst/>
            </p:spPr>
            <p:txBody>
              <a:bodyPr rtlCol="0" anchor="ctr"/>
              <a:lstStyle/>
              <a:p>
                <a:pPr algn="ctr"/>
              </a:p>
            </p:txBody>
          </p:sp>
          <p:sp>
            <p:nvSpPr>
              <p:cNvPr id="2840" name="Noise cell"/>
              <p:cNvSpPr/>
              <p:nvPr/>
            </p:nvSpPr>
            <p:spPr>
              <a:xfrm>
                <a:off x="10075427" y="8046720"/>
                <a:ext cx="18770" cy="18928"/>
              </a:xfrm>
              <a:prstGeom prst="rect">
                <a:avLst/>
              </a:prstGeom>
              <a:solidFill>
                <a:srgbClr val="9B9B9B"/>
              </a:solidFill>
              <a:ln>
                <a:noFill/>
              </a:ln>
              <a:effectLst/>
            </p:spPr>
            <p:txBody>
              <a:bodyPr rtlCol="0" anchor="ctr"/>
              <a:lstStyle/>
              <a:p>
                <a:pPr algn="ctr"/>
              </a:p>
            </p:txBody>
          </p:sp>
          <p:sp>
            <p:nvSpPr>
              <p:cNvPr id="2841" name="Noise cell"/>
              <p:cNvSpPr/>
              <p:nvPr/>
            </p:nvSpPr>
            <p:spPr>
              <a:xfrm>
                <a:off x="10093557" y="8046720"/>
                <a:ext cx="18770" cy="18928"/>
              </a:xfrm>
              <a:prstGeom prst="rect">
                <a:avLst/>
              </a:prstGeom>
              <a:solidFill>
                <a:srgbClr val="888888"/>
              </a:solidFill>
              <a:ln>
                <a:noFill/>
              </a:ln>
              <a:effectLst/>
            </p:spPr>
            <p:txBody>
              <a:bodyPr rtlCol="0" anchor="ctr"/>
              <a:lstStyle/>
              <a:p>
                <a:pPr algn="ctr"/>
              </a:p>
            </p:txBody>
          </p:sp>
          <p:sp>
            <p:nvSpPr>
              <p:cNvPr id="2842" name="Noise cell"/>
              <p:cNvSpPr/>
              <p:nvPr/>
            </p:nvSpPr>
            <p:spPr>
              <a:xfrm>
                <a:off x="10111687" y="8046720"/>
                <a:ext cx="18770" cy="18928"/>
              </a:xfrm>
              <a:prstGeom prst="rect">
                <a:avLst/>
              </a:prstGeom>
              <a:solidFill>
                <a:srgbClr val="818181"/>
              </a:solidFill>
              <a:ln>
                <a:noFill/>
              </a:ln>
              <a:effectLst/>
            </p:spPr>
            <p:txBody>
              <a:bodyPr rtlCol="0" anchor="ctr"/>
              <a:lstStyle/>
              <a:p>
                <a:pPr algn="ctr"/>
              </a:p>
            </p:txBody>
          </p:sp>
          <p:sp>
            <p:nvSpPr>
              <p:cNvPr id="2843" name="Noise cell"/>
              <p:cNvSpPr/>
              <p:nvPr/>
            </p:nvSpPr>
            <p:spPr>
              <a:xfrm>
                <a:off x="10129818" y="8046720"/>
                <a:ext cx="18770" cy="18928"/>
              </a:xfrm>
              <a:prstGeom prst="rect">
                <a:avLst/>
              </a:prstGeom>
              <a:solidFill>
                <a:srgbClr val="848484"/>
              </a:solidFill>
              <a:ln>
                <a:noFill/>
              </a:ln>
              <a:effectLst/>
            </p:spPr>
            <p:txBody>
              <a:bodyPr rtlCol="0" anchor="ctr"/>
              <a:lstStyle/>
              <a:p>
                <a:pPr algn="ctr"/>
              </a:p>
            </p:txBody>
          </p:sp>
          <p:sp>
            <p:nvSpPr>
              <p:cNvPr id="2844" name="Noise cell"/>
              <p:cNvSpPr/>
              <p:nvPr/>
            </p:nvSpPr>
            <p:spPr>
              <a:xfrm>
                <a:off x="10147948" y="8046720"/>
                <a:ext cx="18770" cy="18928"/>
              </a:xfrm>
              <a:prstGeom prst="rect">
                <a:avLst/>
              </a:prstGeom>
              <a:solidFill>
                <a:srgbClr val="818181"/>
              </a:solidFill>
              <a:ln>
                <a:noFill/>
              </a:ln>
              <a:effectLst/>
            </p:spPr>
            <p:txBody>
              <a:bodyPr rtlCol="0" anchor="ctr"/>
              <a:lstStyle/>
              <a:p>
                <a:pPr algn="ctr"/>
              </a:p>
            </p:txBody>
          </p:sp>
          <p:sp>
            <p:nvSpPr>
              <p:cNvPr id="2845" name="Noise cell"/>
              <p:cNvSpPr/>
              <p:nvPr/>
            </p:nvSpPr>
            <p:spPr>
              <a:xfrm>
                <a:off x="10166078" y="8046720"/>
                <a:ext cx="18770" cy="18928"/>
              </a:xfrm>
              <a:prstGeom prst="rect">
                <a:avLst/>
              </a:prstGeom>
              <a:solidFill>
                <a:srgbClr val="9C9C9C"/>
              </a:solidFill>
              <a:ln>
                <a:noFill/>
              </a:ln>
              <a:effectLst/>
            </p:spPr>
            <p:txBody>
              <a:bodyPr rtlCol="0" anchor="ctr"/>
              <a:lstStyle/>
              <a:p>
                <a:pPr algn="ctr"/>
              </a:p>
            </p:txBody>
          </p:sp>
          <p:sp>
            <p:nvSpPr>
              <p:cNvPr id="2846" name="Noise cell"/>
              <p:cNvSpPr/>
              <p:nvPr/>
            </p:nvSpPr>
            <p:spPr>
              <a:xfrm>
                <a:off x="10184209" y="8046720"/>
                <a:ext cx="18770" cy="18928"/>
              </a:xfrm>
              <a:prstGeom prst="rect">
                <a:avLst/>
              </a:prstGeom>
              <a:solidFill>
                <a:srgbClr val="8B8B8B"/>
              </a:solidFill>
              <a:ln>
                <a:noFill/>
              </a:ln>
              <a:effectLst/>
            </p:spPr>
            <p:txBody>
              <a:bodyPr rtlCol="0" anchor="ctr"/>
              <a:lstStyle/>
              <a:p>
                <a:pPr algn="ctr"/>
              </a:p>
            </p:txBody>
          </p:sp>
          <p:sp>
            <p:nvSpPr>
              <p:cNvPr id="2847" name="Noise cell"/>
              <p:cNvSpPr/>
              <p:nvPr/>
            </p:nvSpPr>
            <p:spPr>
              <a:xfrm>
                <a:off x="10202339" y="8046720"/>
                <a:ext cx="18770" cy="18928"/>
              </a:xfrm>
              <a:prstGeom prst="rect">
                <a:avLst/>
              </a:prstGeom>
              <a:solidFill>
                <a:srgbClr val="7D7D7D"/>
              </a:solidFill>
              <a:ln>
                <a:noFill/>
              </a:ln>
              <a:effectLst/>
            </p:spPr>
            <p:txBody>
              <a:bodyPr rtlCol="0" anchor="ctr"/>
              <a:lstStyle/>
              <a:p>
                <a:pPr algn="ctr"/>
              </a:p>
            </p:txBody>
          </p:sp>
          <p:sp>
            <p:nvSpPr>
              <p:cNvPr id="2848" name="Noise cell"/>
              <p:cNvSpPr/>
              <p:nvPr/>
            </p:nvSpPr>
            <p:spPr>
              <a:xfrm>
                <a:off x="10220470" y="8046720"/>
                <a:ext cx="18770" cy="18928"/>
              </a:xfrm>
              <a:prstGeom prst="rect">
                <a:avLst/>
              </a:prstGeom>
              <a:solidFill>
                <a:srgbClr val="6D6D6D"/>
              </a:solidFill>
              <a:ln>
                <a:noFill/>
              </a:ln>
              <a:effectLst/>
            </p:spPr>
            <p:txBody>
              <a:bodyPr rtlCol="0" anchor="ctr"/>
              <a:lstStyle/>
              <a:p>
                <a:pPr algn="ctr"/>
              </a:p>
            </p:txBody>
          </p:sp>
          <p:sp>
            <p:nvSpPr>
              <p:cNvPr id="2849" name="Noise cell"/>
              <p:cNvSpPr/>
              <p:nvPr/>
            </p:nvSpPr>
            <p:spPr>
              <a:xfrm>
                <a:off x="10238600" y="8046720"/>
                <a:ext cx="18770" cy="18928"/>
              </a:xfrm>
              <a:prstGeom prst="rect">
                <a:avLst/>
              </a:prstGeom>
              <a:solidFill>
                <a:srgbClr val="828282"/>
              </a:solidFill>
              <a:ln>
                <a:noFill/>
              </a:ln>
              <a:effectLst/>
            </p:spPr>
            <p:txBody>
              <a:bodyPr rtlCol="0" anchor="ctr"/>
              <a:lstStyle/>
              <a:p>
                <a:pPr algn="ctr"/>
              </a:p>
            </p:txBody>
          </p:sp>
          <p:sp>
            <p:nvSpPr>
              <p:cNvPr id="2850" name="Noise cell"/>
              <p:cNvSpPr/>
              <p:nvPr/>
            </p:nvSpPr>
            <p:spPr>
              <a:xfrm>
                <a:off x="10256730" y="8046720"/>
                <a:ext cx="18770" cy="18928"/>
              </a:xfrm>
              <a:prstGeom prst="rect">
                <a:avLst/>
              </a:prstGeom>
              <a:solidFill>
                <a:srgbClr val="8C8C8C"/>
              </a:solidFill>
              <a:ln>
                <a:noFill/>
              </a:ln>
              <a:effectLst/>
            </p:spPr>
            <p:txBody>
              <a:bodyPr rtlCol="0" anchor="ctr"/>
              <a:lstStyle/>
              <a:p>
                <a:pPr algn="ctr"/>
              </a:p>
            </p:txBody>
          </p:sp>
          <p:sp>
            <p:nvSpPr>
              <p:cNvPr id="2851" name="Noise cell"/>
              <p:cNvSpPr/>
              <p:nvPr/>
            </p:nvSpPr>
            <p:spPr>
              <a:xfrm>
                <a:off x="10274861" y="8046720"/>
                <a:ext cx="18770" cy="18928"/>
              </a:xfrm>
              <a:prstGeom prst="rect">
                <a:avLst/>
              </a:prstGeom>
              <a:solidFill>
                <a:srgbClr val="919191"/>
              </a:solidFill>
              <a:ln>
                <a:noFill/>
              </a:ln>
              <a:effectLst/>
            </p:spPr>
            <p:txBody>
              <a:bodyPr rtlCol="0" anchor="ctr"/>
              <a:lstStyle/>
              <a:p>
                <a:pPr algn="ctr"/>
              </a:p>
            </p:txBody>
          </p:sp>
          <p:sp>
            <p:nvSpPr>
              <p:cNvPr id="2852" name="Noise cell"/>
              <p:cNvSpPr/>
              <p:nvPr/>
            </p:nvSpPr>
            <p:spPr>
              <a:xfrm>
                <a:off x="10292991" y="8046720"/>
                <a:ext cx="18770" cy="18928"/>
              </a:xfrm>
              <a:prstGeom prst="rect">
                <a:avLst/>
              </a:prstGeom>
              <a:solidFill>
                <a:srgbClr val="838383"/>
              </a:solidFill>
              <a:ln>
                <a:noFill/>
              </a:ln>
              <a:effectLst/>
            </p:spPr>
            <p:txBody>
              <a:bodyPr rtlCol="0" anchor="ctr"/>
              <a:lstStyle/>
              <a:p>
                <a:pPr algn="ctr"/>
              </a:p>
            </p:txBody>
          </p:sp>
          <p:sp>
            <p:nvSpPr>
              <p:cNvPr id="2853" name="Noise cell"/>
              <p:cNvSpPr/>
              <p:nvPr/>
            </p:nvSpPr>
            <p:spPr>
              <a:xfrm>
                <a:off x="10311121" y="8046720"/>
                <a:ext cx="18770" cy="18928"/>
              </a:xfrm>
              <a:prstGeom prst="rect">
                <a:avLst/>
              </a:prstGeom>
              <a:solidFill>
                <a:srgbClr val="757575"/>
              </a:solidFill>
              <a:ln>
                <a:noFill/>
              </a:ln>
              <a:effectLst/>
            </p:spPr>
            <p:txBody>
              <a:bodyPr rtlCol="0" anchor="ctr"/>
              <a:lstStyle/>
              <a:p>
                <a:pPr algn="ctr"/>
              </a:p>
            </p:txBody>
          </p:sp>
          <p:sp>
            <p:nvSpPr>
              <p:cNvPr id="2854" name="Noise cell"/>
              <p:cNvSpPr/>
              <p:nvPr/>
            </p:nvSpPr>
            <p:spPr>
              <a:xfrm>
                <a:off x="10329252" y="8046720"/>
                <a:ext cx="18770" cy="18928"/>
              </a:xfrm>
              <a:prstGeom prst="rect">
                <a:avLst/>
              </a:prstGeom>
              <a:solidFill>
                <a:srgbClr val="777777"/>
              </a:solidFill>
              <a:ln>
                <a:noFill/>
              </a:ln>
              <a:effectLst/>
            </p:spPr>
            <p:txBody>
              <a:bodyPr rtlCol="0" anchor="ctr"/>
              <a:lstStyle/>
              <a:p>
                <a:pPr algn="ctr"/>
              </a:p>
            </p:txBody>
          </p:sp>
          <p:sp>
            <p:nvSpPr>
              <p:cNvPr id="2855" name="Noise cell"/>
              <p:cNvSpPr/>
              <p:nvPr/>
            </p:nvSpPr>
            <p:spPr>
              <a:xfrm>
                <a:off x="10347382" y="8046720"/>
                <a:ext cx="18770" cy="18928"/>
              </a:xfrm>
              <a:prstGeom prst="rect">
                <a:avLst/>
              </a:prstGeom>
              <a:solidFill>
                <a:srgbClr val="8B8B8B"/>
              </a:solidFill>
              <a:ln>
                <a:noFill/>
              </a:ln>
              <a:effectLst/>
            </p:spPr>
            <p:txBody>
              <a:bodyPr rtlCol="0" anchor="ctr"/>
              <a:lstStyle/>
              <a:p>
                <a:pPr algn="ctr"/>
              </a:p>
            </p:txBody>
          </p:sp>
          <p:sp>
            <p:nvSpPr>
              <p:cNvPr id="2856" name="Noise cell"/>
              <p:cNvSpPr/>
              <p:nvPr/>
            </p:nvSpPr>
            <p:spPr>
              <a:xfrm>
                <a:off x="10365512" y="8046720"/>
                <a:ext cx="18770" cy="18928"/>
              </a:xfrm>
              <a:prstGeom prst="rect">
                <a:avLst/>
              </a:prstGeom>
              <a:solidFill>
                <a:srgbClr val="848484"/>
              </a:solidFill>
              <a:ln>
                <a:noFill/>
              </a:ln>
              <a:effectLst/>
            </p:spPr>
            <p:txBody>
              <a:bodyPr rtlCol="0" anchor="ctr"/>
              <a:lstStyle/>
              <a:p>
                <a:pPr algn="ctr"/>
              </a:p>
            </p:txBody>
          </p:sp>
          <p:sp>
            <p:nvSpPr>
              <p:cNvPr id="2857" name="Noise cell"/>
              <p:cNvSpPr/>
              <p:nvPr/>
            </p:nvSpPr>
            <p:spPr>
              <a:xfrm>
                <a:off x="10383643" y="8046720"/>
                <a:ext cx="18770" cy="18928"/>
              </a:xfrm>
              <a:prstGeom prst="rect">
                <a:avLst/>
              </a:prstGeom>
              <a:solidFill>
                <a:srgbClr val="767676"/>
              </a:solidFill>
              <a:ln>
                <a:noFill/>
              </a:ln>
              <a:effectLst/>
            </p:spPr>
            <p:txBody>
              <a:bodyPr rtlCol="0" anchor="ctr"/>
              <a:lstStyle/>
              <a:p>
                <a:pPr algn="ctr"/>
              </a:p>
            </p:txBody>
          </p:sp>
          <p:sp>
            <p:nvSpPr>
              <p:cNvPr id="2858" name="Noise cell"/>
              <p:cNvSpPr/>
              <p:nvPr/>
            </p:nvSpPr>
            <p:spPr>
              <a:xfrm>
                <a:off x="10401773" y="8046720"/>
                <a:ext cx="18770" cy="18928"/>
              </a:xfrm>
              <a:prstGeom prst="rect">
                <a:avLst/>
              </a:prstGeom>
              <a:solidFill>
                <a:srgbClr val="969696"/>
              </a:solidFill>
              <a:ln>
                <a:noFill/>
              </a:ln>
              <a:effectLst/>
            </p:spPr>
            <p:txBody>
              <a:bodyPr rtlCol="0" anchor="ctr"/>
              <a:lstStyle/>
              <a:p>
                <a:pPr algn="ctr"/>
              </a:p>
            </p:txBody>
          </p:sp>
          <p:sp>
            <p:nvSpPr>
              <p:cNvPr id="2859" name="Noise cell"/>
              <p:cNvSpPr/>
              <p:nvPr/>
            </p:nvSpPr>
            <p:spPr>
              <a:xfrm>
                <a:off x="10419903" y="8046720"/>
                <a:ext cx="18770" cy="18928"/>
              </a:xfrm>
              <a:prstGeom prst="rect">
                <a:avLst/>
              </a:prstGeom>
              <a:solidFill>
                <a:srgbClr val="808080"/>
              </a:solidFill>
              <a:ln>
                <a:noFill/>
              </a:ln>
              <a:effectLst/>
            </p:spPr>
            <p:txBody>
              <a:bodyPr rtlCol="0" anchor="ctr"/>
              <a:lstStyle/>
              <a:p>
                <a:pPr algn="ctr"/>
              </a:p>
            </p:txBody>
          </p:sp>
          <p:sp>
            <p:nvSpPr>
              <p:cNvPr id="2860" name="Noise cell"/>
              <p:cNvSpPr/>
              <p:nvPr/>
            </p:nvSpPr>
            <p:spPr>
              <a:xfrm>
                <a:off x="10438034" y="8046720"/>
                <a:ext cx="18770" cy="18928"/>
              </a:xfrm>
              <a:prstGeom prst="rect">
                <a:avLst/>
              </a:prstGeom>
              <a:solidFill>
                <a:srgbClr val="7E7E7E"/>
              </a:solidFill>
              <a:ln>
                <a:noFill/>
              </a:ln>
              <a:effectLst/>
            </p:spPr>
            <p:txBody>
              <a:bodyPr rtlCol="0" anchor="ctr"/>
              <a:lstStyle/>
              <a:p>
                <a:pPr algn="ctr"/>
              </a:p>
            </p:txBody>
          </p:sp>
          <p:sp>
            <p:nvSpPr>
              <p:cNvPr id="2861" name="Noise cell"/>
              <p:cNvSpPr/>
              <p:nvPr/>
            </p:nvSpPr>
            <p:spPr>
              <a:xfrm>
                <a:off x="10456164" y="8046720"/>
                <a:ext cx="18770" cy="18928"/>
              </a:xfrm>
              <a:prstGeom prst="rect">
                <a:avLst/>
              </a:prstGeom>
              <a:solidFill>
                <a:srgbClr val="828282"/>
              </a:solidFill>
              <a:ln>
                <a:noFill/>
              </a:ln>
              <a:effectLst/>
            </p:spPr>
            <p:txBody>
              <a:bodyPr rtlCol="0" anchor="ctr"/>
              <a:lstStyle/>
              <a:p>
                <a:pPr algn="ctr"/>
              </a:p>
            </p:txBody>
          </p:sp>
          <p:sp>
            <p:nvSpPr>
              <p:cNvPr id="2862" name="Noise cell"/>
              <p:cNvSpPr/>
              <p:nvPr/>
            </p:nvSpPr>
            <p:spPr>
              <a:xfrm>
                <a:off x="10474294" y="8046720"/>
                <a:ext cx="18770" cy="18928"/>
              </a:xfrm>
              <a:prstGeom prst="rect">
                <a:avLst/>
              </a:prstGeom>
              <a:solidFill>
                <a:srgbClr val="929292"/>
              </a:solidFill>
              <a:ln>
                <a:noFill/>
              </a:ln>
              <a:effectLst/>
            </p:spPr>
            <p:txBody>
              <a:bodyPr rtlCol="0" anchor="ctr"/>
              <a:lstStyle/>
              <a:p>
                <a:pPr algn="ctr"/>
              </a:p>
            </p:txBody>
          </p:sp>
          <p:sp>
            <p:nvSpPr>
              <p:cNvPr id="2863" name="Noise cell"/>
              <p:cNvSpPr/>
              <p:nvPr/>
            </p:nvSpPr>
            <p:spPr>
              <a:xfrm>
                <a:off x="10492425" y="8046720"/>
                <a:ext cx="18770" cy="18928"/>
              </a:xfrm>
              <a:prstGeom prst="rect">
                <a:avLst/>
              </a:prstGeom>
              <a:solidFill>
                <a:srgbClr val="8A8A8A"/>
              </a:solidFill>
              <a:ln>
                <a:noFill/>
              </a:ln>
              <a:effectLst/>
            </p:spPr>
            <p:txBody>
              <a:bodyPr rtlCol="0" anchor="ctr"/>
              <a:lstStyle/>
              <a:p>
                <a:pPr algn="ctr"/>
              </a:p>
            </p:txBody>
          </p:sp>
          <p:sp>
            <p:nvSpPr>
              <p:cNvPr id="2864" name="Noise cell"/>
              <p:cNvSpPr/>
              <p:nvPr/>
            </p:nvSpPr>
            <p:spPr>
              <a:xfrm>
                <a:off x="10510555" y="8046720"/>
                <a:ext cx="18770" cy="18928"/>
              </a:xfrm>
              <a:prstGeom prst="rect">
                <a:avLst/>
              </a:prstGeom>
              <a:solidFill>
                <a:srgbClr val="717171"/>
              </a:solidFill>
              <a:ln>
                <a:noFill/>
              </a:ln>
              <a:effectLst/>
            </p:spPr>
            <p:txBody>
              <a:bodyPr rtlCol="0" anchor="ctr"/>
              <a:lstStyle/>
              <a:p>
                <a:pPr algn="ctr"/>
              </a:p>
            </p:txBody>
          </p:sp>
          <p:sp>
            <p:nvSpPr>
              <p:cNvPr id="2865" name="Noise cell"/>
              <p:cNvSpPr/>
              <p:nvPr/>
            </p:nvSpPr>
            <p:spPr>
              <a:xfrm>
                <a:off x="10528685" y="8046720"/>
                <a:ext cx="18770" cy="18928"/>
              </a:xfrm>
              <a:prstGeom prst="rect">
                <a:avLst/>
              </a:prstGeom>
              <a:solidFill>
                <a:srgbClr val="5F5F5F"/>
              </a:solidFill>
              <a:ln>
                <a:noFill/>
              </a:ln>
              <a:effectLst/>
            </p:spPr>
            <p:txBody>
              <a:bodyPr rtlCol="0" anchor="ctr"/>
              <a:lstStyle/>
              <a:p>
                <a:pPr algn="ctr"/>
              </a:p>
            </p:txBody>
          </p:sp>
          <p:sp>
            <p:nvSpPr>
              <p:cNvPr id="2866" name="Noise cell"/>
              <p:cNvSpPr/>
              <p:nvPr/>
            </p:nvSpPr>
            <p:spPr>
              <a:xfrm>
                <a:off x="10546816" y="8046720"/>
                <a:ext cx="18770" cy="18928"/>
              </a:xfrm>
              <a:prstGeom prst="rect">
                <a:avLst/>
              </a:prstGeom>
              <a:solidFill>
                <a:srgbClr val="727272"/>
              </a:solidFill>
              <a:ln>
                <a:noFill/>
              </a:ln>
              <a:effectLst/>
            </p:spPr>
            <p:txBody>
              <a:bodyPr rtlCol="0" anchor="ctr"/>
              <a:lstStyle/>
              <a:p>
                <a:pPr algn="ctr"/>
              </a:p>
            </p:txBody>
          </p:sp>
          <p:sp>
            <p:nvSpPr>
              <p:cNvPr id="2867" name="Noise cell"/>
              <p:cNvSpPr/>
              <p:nvPr/>
            </p:nvSpPr>
            <p:spPr>
              <a:xfrm>
                <a:off x="10564946" y="8046720"/>
                <a:ext cx="18770" cy="18928"/>
              </a:xfrm>
              <a:prstGeom prst="rect">
                <a:avLst/>
              </a:prstGeom>
              <a:solidFill>
                <a:srgbClr val="7E7E7E"/>
              </a:solidFill>
              <a:ln>
                <a:noFill/>
              </a:ln>
              <a:effectLst/>
            </p:spPr>
            <p:txBody>
              <a:bodyPr rtlCol="0" anchor="ctr"/>
              <a:lstStyle/>
              <a:p>
                <a:pPr algn="ctr"/>
              </a:p>
            </p:txBody>
          </p:sp>
          <p:sp>
            <p:nvSpPr>
              <p:cNvPr id="2868" name="Noise cell"/>
              <p:cNvSpPr/>
              <p:nvPr/>
            </p:nvSpPr>
            <p:spPr>
              <a:xfrm>
                <a:off x="10583076" y="8046720"/>
                <a:ext cx="18770" cy="18928"/>
              </a:xfrm>
              <a:prstGeom prst="rect">
                <a:avLst/>
              </a:prstGeom>
              <a:solidFill>
                <a:srgbClr val="838383"/>
              </a:solidFill>
              <a:ln>
                <a:noFill/>
              </a:ln>
              <a:effectLst/>
            </p:spPr>
            <p:txBody>
              <a:bodyPr rtlCol="0" anchor="ctr"/>
              <a:lstStyle/>
              <a:p>
                <a:pPr algn="ctr"/>
              </a:p>
            </p:txBody>
          </p:sp>
          <p:sp>
            <p:nvSpPr>
              <p:cNvPr id="2869" name="Noise cell"/>
              <p:cNvSpPr/>
              <p:nvPr/>
            </p:nvSpPr>
            <p:spPr>
              <a:xfrm>
                <a:off x="10601207" y="8046720"/>
                <a:ext cx="18770" cy="18928"/>
              </a:xfrm>
              <a:prstGeom prst="rect">
                <a:avLst/>
              </a:prstGeom>
              <a:solidFill>
                <a:srgbClr val="8E8E8E"/>
              </a:solidFill>
              <a:ln>
                <a:noFill/>
              </a:ln>
              <a:effectLst/>
            </p:spPr>
            <p:txBody>
              <a:bodyPr rtlCol="0" anchor="ctr"/>
              <a:lstStyle/>
              <a:p>
                <a:pPr algn="ctr"/>
              </a:p>
            </p:txBody>
          </p:sp>
          <p:sp>
            <p:nvSpPr>
              <p:cNvPr id="2870" name="Noise cell"/>
              <p:cNvSpPr/>
              <p:nvPr/>
            </p:nvSpPr>
            <p:spPr>
              <a:xfrm>
                <a:off x="10619337" y="8046720"/>
                <a:ext cx="18770" cy="18928"/>
              </a:xfrm>
              <a:prstGeom prst="rect">
                <a:avLst/>
              </a:prstGeom>
              <a:solidFill>
                <a:srgbClr val="7C7C7C"/>
              </a:solidFill>
              <a:ln>
                <a:noFill/>
              </a:ln>
              <a:effectLst/>
            </p:spPr>
            <p:txBody>
              <a:bodyPr rtlCol="0" anchor="ctr"/>
              <a:lstStyle/>
              <a:p>
                <a:pPr algn="ctr"/>
              </a:p>
            </p:txBody>
          </p:sp>
          <p:sp>
            <p:nvSpPr>
              <p:cNvPr id="2871" name="Noise cell"/>
              <p:cNvSpPr/>
              <p:nvPr/>
            </p:nvSpPr>
            <p:spPr>
              <a:xfrm>
                <a:off x="10637467" y="8046720"/>
                <a:ext cx="18770" cy="18928"/>
              </a:xfrm>
              <a:prstGeom prst="rect">
                <a:avLst/>
              </a:prstGeom>
              <a:solidFill>
                <a:srgbClr val="828282"/>
              </a:solidFill>
              <a:ln>
                <a:noFill/>
              </a:ln>
              <a:effectLst/>
            </p:spPr>
            <p:txBody>
              <a:bodyPr rtlCol="0" anchor="ctr"/>
              <a:lstStyle/>
              <a:p>
                <a:pPr algn="ctr"/>
              </a:p>
            </p:txBody>
          </p:sp>
          <p:sp>
            <p:nvSpPr>
              <p:cNvPr id="2872" name="Noise cell"/>
              <p:cNvSpPr/>
              <p:nvPr/>
            </p:nvSpPr>
            <p:spPr>
              <a:xfrm>
                <a:off x="10655598" y="8046720"/>
                <a:ext cx="18770" cy="18928"/>
              </a:xfrm>
              <a:prstGeom prst="rect">
                <a:avLst/>
              </a:prstGeom>
              <a:solidFill>
                <a:srgbClr val="5C5C5C"/>
              </a:solidFill>
              <a:ln>
                <a:noFill/>
              </a:ln>
              <a:effectLst/>
            </p:spPr>
            <p:txBody>
              <a:bodyPr rtlCol="0" anchor="ctr"/>
              <a:lstStyle/>
              <a:p>
                <a:pPr algn="ctr"/>
              </a:p>
            </p:txBody>
          </p:sp>
          <p:sp>
            <p:nvSpPr>
              <p:cNvPr id="2873" name="Noise cell"/>
              <p:cNvSpPr/>
              <p:nvPr/>
            </p:nvSpPr>
            <p:spPr>
              <a:xfrm>
                <a:off x="10673728" y="8046720"/>
                <a:ext cx="18770" cy="18928"/>
              </a:xfrm>
              <a:prstGeom prst="rect">
                <a:avLst/>
              </a:prstGeom>
              <a:solidFill>
                <a:srgbClr val="979797"/>
              </a:solidFill>
              <a:ln>
                <a:noFill/>
              </a:ln>
              <a:effectLst/>
            </p:spPr>
            <p:txBody>
              <a:bodyPr rtlCol="0" anchor="ctr"/>
              <a:lstStyle/>
              <a:p>
                <a:pPr algn="ctr"/>
              </a:p>
            </p:txBody>
          </p:sp>
          <p:sp>
            <p:nvSpPr>
              <p:cNvPr id="2874" name="Noise cell"/>
              <p:cNvSpPr/>
              <p:nvPr/>
            </p:nvSpPr>
            <p:spPr>
              <a:xfrm>
                <a:off x="10691858" y="8046720"/>
                <a:ext cx="18770" cy="18928"/>
              </a:xfrm>
              <a:prstGeom prst="rect">
                <a:avLst/>
              </a:prstGeom>
              <a:solidFill>
                <a:srgbClr val="6E6E6E"/>
              </a:solidFill>
              <a:ln>
                <a:noFill/>
              </a:ln>
              <a:effectLst/>
            </p:spPr>
            <p:txBody>
              <a:bodyPr rtlCol="0" anchor="ctr"/>
              <a:lstStyle/>
              <a:p>
                <a:pPr algn="ctr"/>
              </a:p>
            </p:txBody>
          </p:sp>
          <p:sp>
            <p:nvSpPr>
              <p:cNvPr id="2875" name="Noise cell"/>
              <p:cNvSpPr/>
              <p:nvPr/>
            </p:nvSpPr>
            <p:spPr>
              <a:xfrm>
                <a:off x="10709989" y="8046720"/>
                <a:ext cx="18770" cy="18928"/>
              </a:xfrm>
              <a:prstGeom prst="rect">
                <a:avLst/>
              </a:prstGeom>
              <a:solidFill>
                <a:srgbClr val="919191"/>
              </a:solidFill>
              <a:ln>
                <a:noFill/>
              </a:ln>
              <a:effectLst/>
            </p:spPr>
            <p:txBody>
              <a:bodyPr rtlCol="0" anchor="ctr"/>
              <a:lstStyle/>
              <a:p>
                <a:pPr algn="ctr"/>
              </a:p>
            </p:txBody>
          </p:sp>
          <p:sp>
            <p:nvSpPr>
              <p:cNvPr id="2876" name="Noise cell"/>
              <p:cNvSpPr/>
              <p:nvPr/>
            </p:nvSpPr>
            <p:spPr>
              <a:xfrm>
                <a:off x="10728119" y="8046720"/>
                <a:ext cx="18770" cy="18928"/>
              </a:xfrm>
              <a:prstGeom prst="rect">
                <a:avLst/>
              </a:prstGeom>
              <a:solidFill>
                <a:srgbClr val="787878"/>
              </a:solidFill>
              <a:ln>
                <a:noFill/>
              </a:ln>
              <a:effectLst/>
            </p:spPr>
            <p:txBody>
              <a:bodyPr rtlCol="0" anchor="ctr"/>
              <a:lstStyle/>
              <a:p>
                <a:pPr algn="ctr"/>
              </a:p>
            </p:txBody>
          </p:sp>
          <p:sp>
            <p:nvSpPr>
              <p:cNvPr id="2877" name="Noise cell"/>
              <p:cNvSpPr/>
              <p:nvPr/>
            </p:nvSpPr>
            <p:spPr>
              <a:xfrm>
                <a:off x="10746250" y="8046720"/>
                <a:ext cx="18770" cy="18928"/>
              </a:xfrm>
              <a:prstGeom prst="rect">
                <a:avLst/>
              </a:prstGeom>
              <a:solidFill>
                <a:srgbClr val="878787"/>
              </a:solidFill>
              <a:ln>
                <a:noFill/>
              </a:ln>
              <a:effectLst/>
            </p:spPr>
            <p:txBody>
              <a:bodyPr rtlCol="0" anchor="ctr"/>
              <a:lstStyle/>
              <a:p>
                <a:pPr algn="ctr"/>
              </a:p>
            </p:txBody>
          </p:sp>
          <p:sp>
            <p:nvSpPr>
              <p:cNvPr id="2878" name="Noise cell"/>
              <p:cNvSpPr/>
              <p:nvPr/>
            </p:nvSpPr>
            <p:spPr>
              <a:xfrm>
                <a:off x="10764380" y="8046720"/>
                <a:ext cx="18770" cy="18928"/>
              </a:xfrm>
              <a:prstGeom prst="rect">
                <a:avLst/>
              </a:prstGeom>
              <a:solidFill>
                <a:srgbClr val="898989"/>
              </a:solidFill>
              <a:ln>
                <a:noFill/>
              </a:ln>
              <a:effectLst/>
            </p:spPr>
            <p:txBody>
              <a:bodyPr rtlCol="0" anchor="ctr"/>
              <a:lstStyle/>
              <a:p>
                <a:pPr algn="ctr"/>
              </a:p>
            </p:txBody>
          </p:sp>
          <p:sp>
            <p:nvSpPr>
              <p:cNvPr id="2879" name="Noise cell"/>
              <p:cNvSpPr/>
              <p:nvPr/>
            </p:nvSpPr>
            <p:spPr>
              <a:xfrm>
                <a:off x="10782510" y="8046720"/>
                <a:ext cx="18770" cy="18928"/>
              </a:xfrm>
              <a:prstGeom prst="rect">
                <a:avLst/>
              </a:prstGeom>
              <a:solidFill>
                <a:srgbClr val="717171"/>
              </a:solidFill>
              <a:ln>
                <a:noFill/>
              </a:ln>
              <a:effectLst/>
            </p:spPr>
            <p:txBody>
              <a:bodyPr rtlCol="0" anchor="ctr"/>
              <a:lstStyle/>
              <a:p>
                <a:pPr algn="ctr"/>
              </a:p>
            </p:txBody>
          </p:sp>
          <p:sp>
            <p:nvSpPr>
              <p:cNvPr id="2880" name="Noise cell"/>
              <p:cNvSpPr/>
              <p:nvPr/>
            </p:nvSpPr>
            <p:spPr>
              <a:xfrm>
                <a:off x="10800641" y="8046720"/>
                <a:ext cx="18770" cy="18928"/>
              </a:xfrm>
              <a:prstGeom prst="rect">
                <a:avLst/>
              </a:prstGeom>
              <a:solidFill>
                <a:srgbClr val="818181"/>
              </a:solidFill>
              <a:ln>
                <a:noFill/>
              </a:ln>
              <a:effectLst/>
            </p:spPr>
            <p:txBody>
              <a:bodyPr rtlCol="0" anchor="ctr"/>
              <a:lstStyle/>
              <a:p>
                <a:pPr algn="ctr"/>
              </a:p>
            </p:txBody>
          </p:sp>
          <p:sp>
            <p:nvSpPr>
              <p:cNvPr id="2881" name="Noise cell"/>
              <p:cNvSpPr/>
              <p:nvPr/>
            </p:nvSpPr>
            <p:spPr>
              <a:xfrm>
                <a:off x="10818771" y="8046720"/>
                <a:ext cx="18770" cy="18928"/>
              </a:xfrm>
              <a:prstGeom prst="rect">
                <a:avLst/>
              </a:prstGeom>
              <a:solidFill>
                <a:srgbClr val="757575"/>
              </a:solidFill>
              <a:ln>
                <a:noFill/>
              </a:ln>
              <a:effectLst/>
            </p:spPr>
            <p:txBody>
              <a:bodyPr rtlCol="0" anchor="ctr"/>
              <a:lstStyle/>
              <a:p>
                <a:pPr algn="ctr"/>
              </a:p>
            </p:txBody>
          </p:sp>
          <p:sp>
            <p:nvSpPr>
              <p:cNvPr id="2882" name="Noise cell"/>
              <p:cNvSpPr/>
              <p:nvPr/>
            </p:nvSpPr>
            <p:spPr>
              <a:xfrm>
                <a:off x="10836901" y="8046720"/>
                <a:ext cx="18770" cy="18928"/>
              </a:xfrm>
              <a:prstGeom prst="rect">
                <a:avLst/>
              </a:prstGeom>
              <a:solidFill>
                <a:srgbClr val="656565"/>
              </a:solidFill>
              <a:ln>
                <a:noFill/>
              </a:ln>
              <a:effectLst/>
            </p:spPr>
            <p:txBody>
              <a:bodyPr rtlCol="0" anchor="ctr"/>
              <a:lstStyle/>
              <a:p>
                <a:pPr algn="ctr"/>
              </a:p>
            </p:txBody>
          </p:sp>
          <p:sp>
            <p:nvSpPr>
              <p:cNvPr id="2883" name="Noise cell"/>
              <p:cNvSpPr/>
              <p:nvPr/>
            </p:nvSpPr>
            <p:spPr>
              <a:xfrm>
                <a:off x="10855032" y="8046720"/>
                <a:ext cx="18770" cy="18928"/>
              </a:xfrm>
              <a:prstGeom prst="rect">
                <a:avLst/>
              </a:prstGeom>
              <a:solidFill>
                <a:srgbClr val="838383"/>
              </a:solidFill>
              <a:ln>
                <a:noFill/>
              </a:ln>
              <a:effectLst/>
            </p:spPr>
            <p:txBody>
              <a:bodyPr rtlCol="0" anchor="ctr"/>
              <a:lstStyle/>
              <a:p>
                <a:pPr algn="ctr"/>
              </a:p>
            </p:txBody>
          </p:sp>
          <p:sp>
            <p:nvSpPr>
              <p:cNvPr id="2884" name="Noise cell"/>
              <p:cNvSpPr/>
              <p:nvPr/>
            </p:nvSpPr>
            <p:spPr>
              <a:xfrm>
                <a:off x="10873162" y="8046720"/>
                <a:ext cx="18770" cy="18928"/>
              </a:xfrm>
              <a:prstGeom prst="rect">
                <a:avLst/>
              </a:prstGeom>
              <a:solidFill>
                <a:srgbClr val="A0A0A0"/>
              </a:solidFill>
              <a:ln>
                <a:noFill/>
              </a:ln>
              <a:effectLst/>
            </p:spPr>
            <p:txBody>
              <a:bodyPr rtlCol="0" anchor="ctr"/>
              <a:lstStyle/>
              <a:p>
                <a:pPr algn="ctr"/>
              </a:p>
            </p:txBody>
          </p:sp>
          <p:sp>
            <p:nvSpPr>
              <p:cNvPr id="2885" name="Noise cell"/>
              <p:cNvSpPr/>
              <p:nvPr/>
            </p:nvSpPr>
            <p:spPr>
              <a:xfrm>
                <a:off x="10891292" y="8046720"/>
                <a:ext cx="18770" cy="18928"/>
              </a:xfrm>
              <a:prstGeom prst="rect">
                <a:avLst/>
              </a:prstGeom>
              <a:solidFill>
                <a:srgbClr val="898989"/>
              </a:solidFill>
              <a:ln>
                <a:noFill/>
              </a:ln>
              <a:effectLst/>
            </p:spPr>
            <p:txBody>
              <a:bodyPr rtlCol="0" anchor="ctr"/>
              <a:lstStyle/>
              <a:p>
                <a:pPr algn="ctr"/>
              </a:p>
            </p:txBody>
          </p:sp>
          <p:sp>
            <p:nvSpPr>
              <p:cNvPr id="2886" name="Noise cell"/>
              <p:cNvSpPr/>
              <p:nvPr/>
            </p:nvSpPr>
            <p:spPr>
              <a:xfrm>
                <a:off x="10909423" y="8046720"/>
                <a:ext cx="18770" cy="18928"/>
              </a:xfrm>
              <a:prstGeom prst="rect">
                <a:avLst/>
              </a:prstGeom>
              <a:solidFill>
                <a:srgbClr val="848484"/>
              </a:solidFill>
              <a:ln>
                <a:noFill/>
              </a:ln>
              <a:effectLst/>
            </p:spPr>
            <p:txBody>
              <a:bodyPr rtlCol="0" anchor="ctr"/>
              <a:lstStyle/>
              <a:p>
                <a:pPr algn="ctr"/>
              </a:p>
            </p:txBody>
          </p:sp>
          <p:sp>
            <p:nvSpPr>
              <p:cNvPr id="2887" name="Noise cell"/>
              <p:cNvSpPr/>
              <p:nvPr/>
            </p:nvSpPr>
            <p:spPr>
              <a:xfrm>
                <a:off x="10927553" y="8046720"/>
                <a:ext cx="18770" cy="18928"/>
              </a:xfrm>
              <a:prstGeom prst="rect">
                <a:avLst/>
              </a:prstGeom>
              <a:solidFill>
                <a:srgbClr val="808080"/>
              </a:solidFill>
              <a:ln>
                <a:noFill/>
              </a:ln>
              <a:effectLst/>
            </p:spPr>
            <p:txBody>
              <a:bodyPr rtlCol="0" anchor="ctr"/>
              <a:lstStyle/>
              <a:p>
                <a:pPr algn="ctr"/>
              </a:p>
            </p:txBody>
          </p:sp>
          <p:sp>
            <p:nvSpPr>
              <p:cNvPr id="2888" name="Noise cell"/>
              <p:cNvSpPr/>
              <p:nvPr/>
            </p:nvSpPr>
            <p:spPr>
              <a:xfrm>
                <a:off x="10945683" y="8046720"/>
                <a:ext cx="18770" cy="18928"/>
              </a:xfrm>
              <a:prstGeom prst="rect">
                <a:avLst/>
              </a:prstGeom>
              <a:solidFill>
                <a:srgbClr val="959595"/>
              </a:solidFill>
              <a:ln>
                <a:noFill/>
              </a:ln>
              <a:effectLst/>
            </p:spPr>
            <p:txBody>
              <a:bodyPr rtlCol="0" anchor="ctr"/>
              <a:lstStyle/>
              <a:p>
                <a:pPr algn="ctr"/>
              </a:p>
            </p:txBody>
          </p:sp>
          <p:sp>
            <p:nvSpPr>
              <p:cNvPr id="2889" name="Noise cell"/>
              <p:cNvSpPr/>
              <p:nvPr/>
            </p:nvSpPr>
            <p:spPr>
              <a:xfrm>
                <a:off x="10963814" y="8046720"/>
                <a:ext cx="18770" cy="18928"/>
              </a:xfrm>
              <a:prstGeom prst="rect">
                <a:avLst/>
              </a:prstGeom>
              <a:solidFill>
                <a:srgbClr val="7C7C7C"/>
              </a:solidFill>
              <a:ln>
                <a:noFill/>
              </a:ln>
              <a:effectLst/>
            </p:spPr>
            <p:txBody>
              <a:bodyPr rtlCol="0" anchor="ctr"/>
              <a:lstStyle/>
              <a:p>
                <a:pPr algn="ctr"/>
              </a:p>
            </p:txBody>
          </p:sp>
          <p:sp>
            <p:nvSpPr>
              <p:cNvPr id="2890" name="Noise cell"/>
              <p:cNvSpPr/>
              <p:nvPr/>
            </p:nvSpPr>
            <p:spPr>
              <a:xfrm>
                <a:off x="9930384" y="8065008"/>
                <a:ext cx="18770" cy="18928"/>
              </a:xfrm>
              <a:prstGeom prst="rect">
                <a:avLst/>
              </a:prstGeom>
              <a:solidFill>
                <a:srgbClr val="838383"/>
              </a:solidFill>
              <a:ln>
                <a:noFill/>
              </a:ln>
              <a:effectLst/>
            </p:spPr>
            <p:txBody>
              <a:bodyPr rtlCol="0" anchor="ctr"/>
              <a:lstStyle/>
              <a:p>
                <a:pPr algn="ctr"/>
              </a:p>
            </p:txBody>
          </p:sp>
          <p:sp>
            <p:nvSpPr>
              <p:cNvPr id="2891" name="Noise cell"/>
              <p:cNvSpPr/>
              <p:nvPr/>
            </p:nvSpPr>
            <p:spPr>
              <a:xfrm>
                <a:off x="9948514" y="8065008"/>
                <a:ext cx="18770" cy="18928"/>
              </a:xfrm>
              <a:prstGeom prst="rect">
                <a:avLst/>
              </a:prstGeom>
              <a:solidFill>
                <a:srgbClr val="696969"/>
              </a:solidFill>
              <a:ln>
                <a:noFill/>
              </a:ln>
              <a:effectLst/>
            </p:spPr>
            <p:txBody>
              <a:bodyPr rtlCol="0" anchor="ctr"/>
              <a:lstStyle/>
              <a:p>
                <a:pPr algn="ctr"/>
              </a:p>
            </p:txBody>
          </p:sp>
          <p:sp>
            <p:nvSpPr>
              <p:cNvPr id="2892" name="Noise cell"/>
              <p:cNvSpPr/>
              <p:nvPr/>
            </p:nvSpPr>
            <p:spPr>
              <a:xfrm>
                <a:off x="9966645" y="8065008"/>
                <a:ext cx="18770" cy="18928"/>
              </a:xfrm>
              <a:prstGeom prst="rect">
                <a:avLst/>
              </a:prstGeom>
              <a:solidFill>
                <a:srgbClr val="787878"/>
              </a:solidFill>
              <a:ln>
                <a:noFill/>
              </a:ln>
              <a:effectLst/>
            </p:spPr>
            <p:txBody>
              <a:bodyPr rtlCol="0" anchor="ctr"/>
              <a:lstStyle/>
              <a:p>
                <a:pPr algn="ctr"/>
              </a:p>
            </p:txBody>
          </p:sp>
          <p:sp>
            <p:nvSpPr>
              <p:cNvPr id="2893" name="Noise cell"/>
              <p:cNvSpPr/>
              <p:nvPr/>
            </p:nvSpPr>
            <p:spPr>
              <a:xfrm>
                <a:off x="9984775" y="8065008"/>
                <a:ext cx="18770" cy="18928"/>
              </a:xfrm>
              <a:prstGeom prst="rect">
                <a:avLst/>
              </a:prstGeom>
              <a:solidFill>
                <a:srgbClr val="969696"/>
              </a:solidFill>
              <a:ln>
                <a:noFill/>
              </a:ln>
              <a:effectLst/>
            </p:spPr>
            <p:txBody>
              <a:bodyPr rtlCol="0" anchor="ctr"/>
              <a:lstStyle/>
              <a:p>
                <a:pPr algn="ctr"/>
              </a:p>
            </p:txBody>
          </p:sp>
          <p:sp>
            <p:nvSpPr>
              <p:cNvPr id="2894" name="Noise cell"/>
              <p:cNvSpPr/>
              <p:nvPr/>
            </p:nvSpPr>
            <p:spPr>
              <a:xfrm>
                <a:off x="10002905" y="8065008"/>
                <a:ext cx="18770" cy="18928"/>
              </a:xfrm>
              <a:prstGeom prst="rect">
                <a:avLst/>
              </a:prstGeom>
              <a:solidFill>
                <a:srgbClr val="7C7C7C"/>
              </a:solidFill>
              <a:ln>
                <a:noFill/>
              </a:ln>
              <a:effectLst/>
            </p:spPr>
            <p:txBody>
              <a:bodyPr rtlCol="0" anchor="ctr"/>
              <a:lstStyle/>
              <a:p>
                <a:pPr algn="ctr"/>
              </a:p>
            </p:txBody>
          </p:sp>
          <p:sp>
            <p:nvSpPr>
              <p:cNvPr id="2895" name="Noise cell"/>
              <p:cNvSpPr/>
              <p:nvPr/>
            </p:nvSpPr>
            <p:spPr>
              <a:xfrm>
                <a:off x="10021036" y="8065008"/>
                <a:ext cx="18770" cy="18928"/>
              </a:xfrm>
              <a:prstGeom prst="rect">
                <a:avLst/>
              </a:prstGeom>
              <a:solidFill>
                <a:srgbClr val="777777"/>
              </a:solidFill>
              <a:ln>
                <a:noFill/>
              </a:ln>
              <a:effectLst/>
            </p:spPr>
            <p:txBody>
              <a:bodyPr rtlCol="0" anchor="ctr"/>
              <a:lstStyle/>
              <a:p>
                <a:pPr algn="ctr"/>
              </a:p>
            </p:txBody>
          </p:sp>
          <p:sp>
            <p:nvSpPr>
              <p:cNvPr id="2896" name="Noise cell"/>
              <p:cNvSpPr/>
              <p:nvPr/>
            </p:nvSpPr>
            <p:spPr>
              <a:xfrm>
                <a:off x="10039166" y="8065008"/>
                <a:ext cx="18770" cy="18928"/>
              </a:xfrm>
              <a:prstGeom prst="rect">
                <a:avLst/>
              </a:prstGeom>
              <a:solidFill>
                <a:srgbClr val="797979"/>
              </a:solidFill>
              <a:ln>
                <a:noFill/>
              </a:ln>
              <a:effectLst/>
            </p:spPr>
            <p:txBody>
              <a:bodyPr rtlCol="0" anchor="ctr"/>
              <a:lstStyle/>
              <a:p>
                <a:pPr algn="ctr"/>
              </a:p>
            </p:txBody>
          </p:sp>
          <p:sp>
            <p:nvSpPr>
              <p:cNvPr id="2897" name="Noise cell"/>
              <p:cNvSpPr/>
              <p:nvPr/>
            </p:nvSpPr>
            <p:spPr>
              <a:xfrm>
                <a:off x="10057296" y="8065008"/>
                <a:ext cx="18770" cy="18928"/>
              </a:xfrm>
              <a:prstGeom prst="rect">
                <a:avLst/>
              </a:prstGeom>
              <a:solidFill>
                <a:srgbClr val="8D8D8D"/>
              </a:solidFill>
              <a:ln>
                <a:noFill/>
              </a:ln>
              <a:effectLst/>
            </p:spPr>
            <p:txBody>
              <a:bodyPr rtlCol="0" anchor="ctr"/>
              <a:lstStyle/>
              <a:p>
                <a:pPr algn="ctr"/>
              </a:p>
            </p:txBody>
          </p:sp>
          <p:sp>
            <p:nvSpPr>
              <p:cNvPr id="2898" name="Noise cell"/>
              <p:cNvSpPr/>
              <p:nvPr/>
            </p:nvSpPr>
            <p:spPr>
              <a:xfrm>
                <a:off x="10075427" y="8065008"/>
                <a:ext cx="18770" cy="18928"/>
              </a:xfrm>
              <a:prstGeom prst="rect">
                <a:avLst/>
              </a:prstGeom>
              <a:solidFill>
                <a:srgbClr val="737373"/>
              </a:solidFill>
              <a:ln>
                <a:noFill/>
              </a:ln>
              <a:effectLst/>
            </p:spPr>
            <p:txBody>
              <a:bodyPr rtlCol="0" anchor="ctr"/>
              <a:lstStyle/>
              <a:p>
                <a:pPr algn="ctr"/>
              </a:p>
            </p:txBody>
          </p:sp>
          <p:sp>
            <p:nvSpPr>
              <p:cNvPr id="2899" name="Noise cell"/>
              <p:cNvSpPr/>
              <p:nvPr/>
            </p:nvSpPr>
            <p:spPr>
              <a:xfrm>
                <a:off x="10093557" y="8065008"/>
                <a:ext cx="18770" cy="18928"/>
              </a:xfrm>
              <a:prstGeom prst="rect">
                <a:avLst/>
              </a:prstGeom>
              <a:solidFill>
                <a:srgbClr val="8C8C8C"/>
              </a:solidFill>
              <a:ln>
                <a:noFill/>
              </a:ln>
              <a:effectLst/>
            </p:spPr>
            <p:txBody>
              <a:bodyPr rtlCol="0" anchor="ctr"/>
              <a:lstStyle/>
              <a:p>
                <a:pPr algn="ctr"/>
              </a:p>
            </p:txBody>
          </p:sp>
          <p:sp>
            <p:nvSpPr>
              <p:cNvPr id="2900" name="Noise cell"/>
              <p:cNvSpPr/>
              <p:nvPr/>
            </p:nvSpPr>
            <p:spPr>
              <a:xfrm>
                <a:off x="10111687" y="8065008"/>
                <a:ext cx="18770" cy="18928"/>
              </a:xfrm>
              <a:prstGeom prst="rect">
                <a:avLst/>
              </a:prstGeom>
              <a:solidFill>
                <a:srgbClr val="8F8F8F"/>
              </a:solidFill>
              <a:ln>
                <a:noFill/>
              </a:ln>
              <a:effectLst/>
            </p:spPr>
            <p:txBody>
              <a:bodyPr rtlCol="0" anchor="ctr"/>
              <a:lstStyle/>
              <a:p>
                <a:pPr algn="ctr"/>
              </a:p>
            </p:txBody>
          </p:sp>
          <p:sp>
            <p:nvSpPr>
              <p:cNvPr id="2901" name="Noise cell"/>
              <p:cNvSpPr/>
              <p:nvPr/>
            </p:nvSpPr>
            <p:spPr>
              <a:xfrm>
                <a:off x="10129818" y="8065008"/>
                <a:ext cx="18770" cy="18928"/>
              </a:xfrm>
              <a:prstGeom prst="rect">
                <a:avLst/>
              </a:prstGeom>
              <a:solidFill>
                <a:srgbClr val="737373"/>
              </a:solidFill>
              <a:ln>
                <a:noFill/>
              </a:ln>
              <a:effectLst/>
            </p:spPr>
            <p:txBody>
              <a:bodyPr rtlCol="0" anchor="ctr"/>
              <a:lstStyle/>
              <a:p>
                <a:pPr algn="ctr"/>
              </a:p>
            </p:txBody>
          </p:sp>
          <p:sp>
            <p:nvSpPr>
              <p:cNvPr id="2902" name="Noise cell"/>
              <p:cNvSpPr/>
              <p:nvPr/>
            </p:nvSpPr>
            <p:spPr>
              <a:xfrm>
                <a:off x="10147948" y="8065008"/>
                <a:ext cx="18770" cy="18928"/>
              </a:xfrm>
              <a:prstGeom prst="rect">
                <a:avLst/>
              </a:prstGeom>
              <a:solidFill>
                <a:srgbClr val="8C8C8C"/>
              </a:solidFill>
              <a:ln>
                <a:noFill/>
              </a:ln>
              <a:effectLst/>
            </p:spPr>
            <p:txBody>
              <a:bodyPr rtlCol="0" anchor="ctr"/>
              <a:lstStyle/>
              <a:p>
                <a:pPr algn="ctr"/>
              </a:p>
            </p:txBody>
          </p:sp>
          <p:sp>
            <p:nvSpPr>
              <p:cNvPr id="2903" name="Noise cell"/>
              <p:cNvSpPr/>
              <p:nvPr/>
            </p:nvSpPr>
            <p:spPr>
              <a:xfrm>
                <a:off x="10166078" y="8065008"/>
                <a:ext cx="18770" cy="18928"/>
              </a:xfrm>
              <a:prstGeom prst="rect">
                <a:avLst/>
              </a:prstGeom>
              <a:solidFill>
                <a:srgbClr val="808080"/>
              </a:solidFill>
              <a:ln>
                <a:noFill/>
              </a:ln>
              <a:effectLst/>
            </p:spPr>
            <p:txBody>
              <a:bodyPr rtlCol="0" anchor="ctr"/>
              <a:lstStyle/>
              <a:p>
                <a:pPr algn="ctr"/>
              </a:p>
            </p:txBody>
          </p:sp>
          <p:sp>
            <p:nvSpPr>
              <p:cNvPr id="2904" name="Noise cell"/>
              <p:cNvSpPr/>
              <p:nvPr/>
            </p:nvSpPr>
            <p:spPr>
              <a:xfrm>
                <a:off x="10184209" y="8065008"/>
                <a:ext cx="18770" cy="18928"/>
              </a:xfrm>
              <a:prstGeom prst="rect">
                <a:avLst/>
              </a:prstGeom>
              <a:solidFill>
                <a:srgbClr val="5C5C5C"/>
              </a:solidFill>
              <a:ln>
                <a:noFill/>
              </a:ln>
              <a:effectLst/>
            </p:spPr>
            <p:txBody>
              <a:bodyPr rtlCol="0" anchor="ctr"/>
              <a:lstStyle/>
              <a:p>
                <a:pPr algn="ctr"/>
              </a:p>
            </p:txBody>
          </p:sp>
          <p:sp>
            <p:nvSpPr>
              <p:cNvPr id="2905" name="Noise cell"/>
              <p:cNvSpPr/>
              <p:nvPr/>
            </p:nvSpPr>
            <p:spPr>
              <a:xfrm>
                <a:off x="10202339" y="8065008"/>
                <a:ext cx="18770" cy="18928"/>
              </a:xfrm>
              <a:prstGeom prst="rect">
                <a:avLst/>
              </a:prstGeom>
              <a:solidFill>
                <a:srgbClr val="7C7C7C"/>
              </a:solidFill>
              <a:ln>
                <a:noFill/>
              </a:ln>
              <a:effectLst/>
            </p:spPr>
            <p:txBody>
              <a:bodyPr rtlCol="0" anchor="ctr"/>
              <a:lstStyle/>
              <a:p>
                <a:pPr algn="ctr"/>
              </a:p>
            </p:txBody>
          </p:sp>
          <p:sp>
            <p:nvSpPr>
              <p:cNvPr id="2906" name="Noise cell"/>
              <p:cNvSpPr/>
              <p:nvPr/>
            </p:nvSpPr>
            <p:spPr>
              <a:xfrm>
                <a:off x="10220470" y="8065008"/>
                <a:ext cx="18770" cy="18928"/>
              </a:xfrm>
              <a:prstGeom prst="rect">
                <a:avLst/>
              </a:prstGeom>
              <a:solidFill>
                <a:srgbClr val="727272"/>
              </a:solidFill>
              <a:ln>
                <a:noFill/>
              </a:ln>
              <a:effectLst/>
            </p:spPr>
            <p:txBody>
              <a:bodyPr rtlCol="0" anchor="ctr"/>
              <a:lstStyle/>
              <a:p>
                <a:pPr algn="ctr"/>
              </a:p>
            </p:txBody>
          </p:sp>
          <p:sp>
            <p:nvSpPr>
              <p:cNvPr id="2907" name="Noise cell"/>
              <p:cNvSpPr/>
              <p:nvPr/>
            </p:nvSpPr>
            <p:spPr>
              <a:xfrm>
                <a:off x="10238600" y="8065008"/>
                <a:ext cx="18770" cy="18928"/>
              </a:xfrm>
              <a:prstGeom prst="rect">
                <a:avLst/>
              </a:prstGeom>
              <a:solidFill>
                <a:srgbClr val="8A8A8A"/>
              </a:solidFill>
              <a:ln>
                <a:noFill/>
              </a:ln>
              <a:effectLst/>
            </p:spPr>
            <p:txBody>
              <a:bodyPr rtlCol="0" anchor="ctr"/>
              <a:lstStyle/>
              <a:p>
                <a:pPr algn="ctr"/>
              </a:p>
            </p:txBody>
          </p:sp>
          <p:sp>
            <p:nvSpPr>
              <p:cNvPr id="2908" name="Noise cell"/>
              <p:cNvSpPr/>
              <p:nvPr/>
            </p:nvSpPr>
            <p:spPr>
              <a:xfrm>
                <a:off x="10256730" y="8065008"/>
                <a:ext cx="18770" cy="18928"/>
              </a:xfrm>
              <a:prstGeom prst="rect">
                <a:avLst/>
              </a:prstGeom>
              <a:solidFill>
                <a:srgbClr val="7F7F7F"/>
              </a:solidFill>
              <a:ln>
                <a:noFill/>
              </a:ln>
              <a:effectLst/>
            </p:spPr>
            <p:txBody>
              <a:bodyPr rtlCol="0" anchor="ctr"/>
              <a:lstStyle/>
              <a:p>
                <a:pPr algn="ctr"/>
              </a:p>
            </p:txBody>
          </p:sp>
          <p:sp>
            <p:nvSpPr>
              <p:cNvPr id="2909" name="Noise cell"/>
              <p:cNvSpPr/>
              <p:nvPr/>
            </p:nvSpPr>
            <p:spPr>
              <a:xfrm>
                <a:off x="10274861" y="8065008"/>
                <a:ext cx="18770" cy="18928"/>
              </a:xfrm>
              <a:prstGeom prst="rect">
                <a:avLst/>
              </a:prstGeom>
              <a:solidFill>
                <a:srgbClr val="797979"/>
              </a:solidFill>
              <a:ln>
                <a:noFill/>
              </a:ln>
              <a:effectLst/>
            </p:spPr>
            <p:txBody>
              <a:bodyPr rtlCol="0" anchor="ctr"/>
              <a:lstStyle/>
              <a:p>
                <a:pPr algn="ctr"/>
              </a:p>
            </p:txBody>
          </p:sp>
          <p:sp>
            <p:nvSpPr>
              <p:cNvPr id="2910" name="Noise cell"/>
              <p:cNvSpPr/>
              <p:nvPr/>
            </p:nvSpPr>
            <p:spPr>
              <a:xfrm>
                <a:off x="10292991" y="8065008"/>
                <a:ext cx="18770" cy="18928"/>
              </a:xfrm>
              <a:prstGeom prst="rect">
                <a:avLst/>
              </a:prstGeom>
              <a:solidFill>
                <a:srgbClr val="717171"/>
              </a:solidFill>
              <a:ln>
                <a:noFill/>
              </a:ln>
              <a:effectLst/>
            </p:spPr>
            <p:txBody>
              <a:bodyPr rtlCol="0" anchor="ctr"/>
              <a:lstStyle/>
              <a:p>
                <a:pPr algn="ctr"/>
              </a:p>
            </p:txBody>
          </p:sp>
          <p:sp>
            <p:nvSpPr>
              <p:cNvPr id="2911" name="Noise cell"/>
              <p:cNvSpPr/>
              <p:nvPr/>
            </p:nvSpPr>
            <p:spPr>
              <a:xfrm>
                <a:off x="10311121" y="8065008"/>
                <a:ext cx="18770" cy="18928"/>
              </a:xfrm>
              <a:prstGeom prst="rect">
                <a:avLst/>
              </a:prstGeom>
              <a:solidFill>
                <a:srgbClr val="757575"/>
              </a:solidFill>
              <a:ln>
                <a:noFill/>
              </a:ln>
              <a:effectLst/>
            </p:spPr>
            <p:txBody>
              <a:bodyPr rtlCol="0" anchor="ctr"/>
              <a:lstStyle/>
              <a:p>
                <a:pPr algn="ctr"/>
              </a:p>
            </p:txBody>
          </p:sp>
          <p:sp>
            <p:nvSpPr>
              <p:cNvPr id="2912" name="Noise cell"/>
              <p:cNvSpPr/>
              <p:nvPr/>
            </p:nvSpPr>
            <p:spPr>
              <a:xfrm>
                <a:off x="10329252" y="8065008"/>
                <a:ext cx="18770" cy="18928"/>
              </a:xfrm>
              <a:prstGeom prst="rect">
                <a:avLst/>
              </a:prstGeom>
              <a:solidFill>
                <a:srgbClr val="5E5E5E"/>
              </a:solidFill>
              <a:ln>
                <a:noFill/>
              </a:ln>
              <a:effectLst/>
            </p:spPr>
            <p:txBody>
              <a:bodyPr rtlCol="0" anchor="ctr"/>
              <a:lstStyle/>
              <a:p>
                <a:pPr algn="ctr"/>
              </a:p>
            </p:txBody>
          </p:sp>
          <p:sp>
            <p:nvSpPr>
              <p:cNvPr id="2913" name="Noise cell"/>
              <p:cNvSpPr/>
              <p:nvPr/>
            </p:nvSpPr>
            <p:spPr>
              <a:xfrm>
                <a:off x="10347382" y="8065008"/>
                <a:ext cx="18770" cy="18928"/>
              </a:xfrm>
              <a:prstGeom prst="rect">
                <a:avLst/>
              </a:prstGeom>
              <a:solidFill>
                <a:srgbClr val="6D6D6D"/>
              </a:solidFill>
              <a:ln>
                <a:noFill/>
              </a:ln>
              <a:effectLst/>
            </p:spPr>
            <p:txBody>
              <a:bodyPr rtlCol="0" anchor="ctr"/>
              <a:lstStyle/>
              <a:p>
                <a:pPr algn="ctr"/>
              </a:p>
            </p:txBody>
          </p:sp>
          <p:sp>
            <p:nvSpPr>
              <p:cNvPr id="2914" name="Noise cell"/>
              <p:cNvSpPr/>
              <p:nvPr/>
            </p:nvSpPr>
            <p:spPr>
              <a:xfrm>
                <a:off x="10365512" y="8065008"/>
                <a:ext cx="18770" cy="18928"/>
              </a:xfrm>
              <a:prstGeom prst="rect">
                <a:avLst/>
              </a:prstGeom>
              <a:solidFill>
                <a:srgbClr val="868686"/>
              </a:solidFill>
              <a:ln>
                <a:noFill/>
              </a:ln>
              <a:effectLst/>
            </p:spPr>
            <p:txBody>
              <a:bodyPr rtlCol="0" anchor="ctr"/>
              <a:lstStyle/>
              <a:p>
                <a:pPr algn="ctr"/>
              </a:p>
            </p:txBody>
          </p:sp>
          <p:sp>
            <p:nvSpPr>
              <p:cNvPr id="2915" name="Noise cell"/>
              <p:cNvSpPr/>
              <p:nvPr/>
            </p:nvSpPr>
            <p:spPr>
              <a:xfrm>
                <a:off x="10383643" y="8065008"/>
                <a:ext cx="18770" cy="18928"/>
              </a:xfrm>
              <a:prstGeom prst="rect">
                <a:avLst/>
              </a:prstGeom>
              <a:solidFill>
                <a:srgbClr val="8A8A8A"/>
              </a:solidFill>
              <a:ln>
                <a:noFill/>
              </a:ln>
              <a:effectLst/>
            </p:spPr>
            <p:txBody>
              <a:bodyPr rtlCol="0" anchor="ctr"/>
              <a:lstStyle/>
              <a:p>
                <a:pPr algn="ctr"/>
              </a:p>
            </p:txBody>
          </p:sp>
          <p:sp>
            <p:nvSpPr>
              <p:cNvPr id="2916" name="Noise cell"/>
              <p:cNvSpPr/>
              <p:nvPr/>
            </p:nvSpPr>
            <p:spPr>
              <a:xfrm>
                <a:off x="10401773" y="8065008"/>
                <a:ext cx="18770" cy="18928"/>
              </a:xfrm>
              <a:prstGeom prst="rect">
                <a:avLst/>
              </a:prstGeom>
              <a:solidFill>
                <a:srgbClr val="757575"/>
              </a:solidFill>
              <a:ln>
                <a:noFill/>
              </a:ln>
              <a:effectLst/>
            </p:spPr>
            <p:txBody>
              <a:bodyPr rtlCol="0" anchor="ctr"/>
              <a:lstStyle/>
              <a:p>
                <a:pPr algn="ctr"/>
              </a:p>
            </p:txBody>
          </p:sp>
          <p:sp>
            <p:nvSpPr>
              <p:cNvPr id="2917" name="Noise cell"/>
              <p:cNvSpPr/>
              <p:nvPr/>
            </p:nvSpPr>
            <p:spPr>
              <a:xfrm>
                <a:off x="10419903" y="8065008"/>
                <a:ext cx="18770" cy="18928"/>
              </a:xfrm>
              <a:prstGeom prst="rect">
                <a:avLst/>
              </a:prstGeom>
              <a:solidFill>
                <a:srgbClr val="7E7E7E"/>
              </a:solidFill>
              <a:ln>
                <a:noFill/>
              </a:ln>
              <a:effectLst/>
            </p:spPr>
            <p:txBody>
              <a:bodyPr rtlCol="0" anchor="ctr"/>
              <a:lstStyle/>
              <a:p>
                <a:pPr algn="ctr"/>
              </a:p>
            </p:txBody>
          </p:sp>
          <p:sp>
            <p:nvSpPr>
              <p:cNvPr id="2918" name="Noise cell"/>
              <p:cNvSpPr/>
              <p:nvPr/>
            </p:nvSpPr>
            <p:spPr>
              <a:xfrm>
                <a:off x="10438034" y="8065008"/>
                <a:ext cx="18770" cy="18928"/>
              </a:xfrm>
              <a:prstGeom prst="rect">
                <a:avLst/>
              </a:prstGeom>
              <a:solidFill>
                <a:srgbClr val="868686"/>
              </a:solidFill>
              <a:ln>
                <a:noFill/>
              </a:ln>
              <a:effectLst/>
            </p:spPr>
            <p:txBody>
              <a:bodyPr rtlCol="0" anchor="ctr"/>
              <a:lstStyle/>
              <a:p>
                <a:pPr algn="ctr"/>
              </a:p>
            </p:txBody>
          </p:sp>
          <p:sp>
            <p:nvSpPr>
              <p:cNvPr id="2919" name="Noise cell"/>
              <p:cNvSpPr/>
              <p:nvPr/>
            </p:nvSpPr>
            <p:spPr>
              <a:xfrm>
                <a:off x="10456164" y="8065008"/>
                <a:ext cx="18770" cy="18928"/>
              </a:xfrm>
              <a:prstGeom prst="rect">
                <a:avLst/>
              </a:prstGeom>
              <a:solidFill>
                <a:srgbClr val="858585"/>
              </a:solidFill>
              <a:ln>
                <a:noFill/>
              </a:ln>
              <a:effectLst/>
            </p:spPr>
            <p:txBody>
              <a:bodyPr rtlCol="0" anchor="ctr"/>
              <a:lstStyle/>
              <a:p>
                <a:pPr algn="ctr"/>
              </a:p>
            </p:txBody>
          </p:sp>
          <p:sp>
            <p:nvSpPr>
              <p:cNvPr id="2920" name="Noise cell"/>
              <p:cNvSpPr/>
              <p:nvPr/>
            </p:nvSpPr>
            <p:spPr>
              <a:xfrm>
                <a:off x="10474294" y="8065008"/>
                <a:ext cx="18770" cy="18928"/>
              </a:xfrm>
              <a:prstGeom prst="rect">
                <a:avLst/>
              </a:prstGeom>
              <a:solidFill>
                <a:srgbClr val="686868"/>
              </a:solidFill>
              <a:ln>
                <a:noFill/>
              </a:ln>
              <a:effectLst/>
            </p:spPr>
            <p:txBody>
              <a:bodyPr rtlCol="0" anchor="ctr"/>
              <a:lstStyle/>
              <a:p>
                <a:pPr algn="ctr"/>
              </a:p>
            </p:txBody>
          </p:sp>
          <p:sp>
            <p:nvSpPr>
              <p:cNvPr id="2921" name="Noise cell"/>
              <p:cNvSpPr/>
              <p:nvPr/>
            </p:nvSpPr>
            <p:spPr>
              <a:xfrm>
                <a:off x="10492425" y="8065008"/>
                <a:ext cx="18770" cy="18928"/>
              </a:xfrm>
              <a:prstGeom prst="rect">
                <a:avLst/>
              </a:prstGeom>
              <a:solidFill>
                <a:srgbClr val="818181"/>
              </a:solidFill>
              <a:ln>
                <a:noFill/>
              </a:ln>
              <a:effectLst/>
            </p:spPr>
            <p:txBody>
              <a:bodyPr rtlCol="0" anchor="ctr"/>
              <a:lstStyle/>
              <a:p>
                <a:pPr algn="ctr"/>
              </a:p>
            </p:txBody>
          </p:sp>
          <p:sp>
            <p:nvSpPr>
              <p:cNvPr id="2922" name="Noise cell"/>
              <p:cNvSpPr/>
              <p:nvPr/>
            </p:nvSpPr>
            <p:spPr>
              <a:xfrm>
                <a:off x="10510555" y="8065008"/>
                <a:ext cx="18770" cy="18928"/>
              </a:xfrm>
              <a:prstGeom prst="rect">
                <a:avLst/>
              </a:prstGeom>
              <a:solidFill>
                <a:srgbClr val="7A7A7A"/>
              </a:solidFill>
              <a:ln>
                <a:noFill/>
              </a:ln>
              <a:effectLst/>
            </p:spPr>
            <p:txBody>
              <a:bodyPr rtlCol="0" anchor="ctr"/>
              <a:lstStyle/>
              <a:p>
                <a:pPr algn="ctr"/>
              </a:p>
            </p:txBody>
          </p:sp>
          <p:sp>
            <p:nvSpPr>
              <p:cNvPr id="2923" name="Noise cell"/>
              <p:cNvSpPr/>
              <p:nvPr/>
            </p:nvSpPr>
            <p:spPr>
              <a:xfrm>
                <a:off x="10528685" y="8065008"/>
                <a:ext cx="18770" cy="18928"/>
              </a:xfrm>
              <a:prstGeom prst="rect">
                <a:avLst/>
              </a:prstGeom>
              <a:solidFill>
                <a:srgbClr val="949494"/>
              </a:solidFill>
              <a:ln>
                <a:noFill/>
              </a:ln>
              <a:effectLst/>
            </p:spPr>
            <p:txBody>
              <a:bodyPr rtlCol="0" anchor="ctr"/>
              <a:lstStyle/>
              <a:p>
                <a:pPr algn="ctr"/>
              </a:p>
            </p:txBody>
          </p:sp>
          <p:sp>
            <p:nvSpPr>
              <p:cNvPr id="2924" name="Noise cell"/>
              <p:cNvSpPr/>
              <p:nvPr/>
            </p:nvSpPr>
            <p:spPr>
              <a:xfrm>
                <a:off x="10546816" y="8065008"/>
                <a:ext cx="18770" cy="18928"/>
              </a:xfrm>
              <a:prstGeom prst="rect">
                <a:avLst/>
              </a:prstGeom>
              <a:solidFill>
                <a:srgbClr val="818181"/>
              </a:solidFill>
              <a:ln>
                <a:noFill/>
              </a:ln>
              <a:effectLst/>
            </p:spPr>
            <p:txBody>
              <a:bodyPr rtlCol="0" anchor="ctr"/>
              <a:lstStyle/>
              <a:p>
                <a:pPr algn="ctr"/>
              </a:p>
            </p:txBody>
          </p:sp>
          <p:sp>
            <p:nvSpPr>
              <p:cNvPr id="2925" name="Noise cell"/>
              <p:cNvSpPr/>
              <p:nvPr/>
            </p:nvSpPr>
            <p:spPr>
              <a:xfrm>
                <a:off x="10564946" y="8065008"/>
                <a:ext cx="18770" cy="18928"/>
              </a:xfrm>
              <a:prstGeom prst="rect">
                <a:avLst/>
              </a:prstGeom>
              <a:solidFill>
                <a:srgbClr val="888888"/>
              </a:solidFill>
              <a:ln>
                <a:noFill/>
              </a:ln>
              <a:effectLst/>
            </p:spPr>
            <p:txBody>
              <a:bodyPr rtlCol="0" anchor="ctr"/>
              <a:lstStyle/>
              <a:p>
                <a:pPr algn="ctr"/>
              </a:p>
            </p:txBody>
          </p:sp>
          <p:sp>
            <p:nvSpPr>
              <p:cNvPr id="2926" name="Noise cell"/>
              <p:cNvSpPr/>
              <p:nvPr/>
            </p:nvSpPr>
            <p:spPr>
              <a:xfrm>
                <a:off x="10583076" y="8065008"/>
                <a:ext cx="18770" cy="18928"/>
              </a:xfrm>
              <a:prstGeom prst="rect">
                <a:avLst/>
              </a:prstGeom>
              <a:solidFill>
                <a:srgbClr val="A5A5A5"/>
              </a:solidFill>
              <a:ln>
                <a:noFill/>
              </a:ln>
              <a:effectLst/>
            </p:spPr>
            <p:txBody>
              <a:bodyPr rtlCol="0" anchor="ctr"/>
              <a:lstStyle/>
              <a:p>
                <a:pPr algn="ctr"/>
              </a:p>
            </p:txBody>
          </p:sp>
          <p:sp>
            <p:nvSpPr>
              <p:cNvPr id="2927" name="Noise cell"/>
              <p:cNvSpPr/>
              <p:nvPr/>
            </p:nvSpPr>
            <p:spPr>
              <a:xfrm>
                <a:off x="10601207" y="8065008"/>
                <a:ext cx="18770" cy="18928"/>
              </a:xfrm>
              <a:prstGeom prst="rect">
                <a:avLst/>
              </a:prstGeom>
              <a:solidFill>
                <a:srgbClr val="757575"/>
              </a:solidFill>
              <a:ln>
                <a:noFill/>
              </a:ln>
              <a:effectLst/>
            </p:spPr>
            <p:txBody>
              <a:bodyPr rtlCol="0" anchor="ctr"/>
              <a:lstStyle/>
              <a:p>
                <a:pPr algn="ctr"/>
              </a:p>
            </p:txBody>
          </p:sp>
          <p:sp>
            <p:nvSpPr>
              <p:cNvPr id="2928" name="Noise cell"/>
              <p:cNvSpPr/>
              <p:nvPr/>
            </p:nvSpPr>
            <p:spPr>
              <a:xfrm>
                <a:off x="10619337" y="8065008"/>
                <a:ext cx="18770" cy="18928"/>
              </a:xfrm>
              <a:prstGeom prst="rect">
                <a:avLst/>
              </a:prstGeom>
              <a:solidFill>
                <a:srgbClr val="7B7B7B"/>
              </a:solidFill>
              <a:ln>
                <a:noFill/>
              </a:ln>
              <a:effectLst/>
            </p:spPr>
            <p:txBody>
              <a:bodyPr rtlCol="0" anchor="ctr"/>
              <a:lstStyle/>
              <a:p>
                <a:pPr algn="ctr"/>
              </a:p>
            </p:txBody>
          </p:sp>
          <p:sp>
            <p:nvSpPr>
              <p:cNvPr id="2929" name="Noise cell"/>
              <p:cNvSpPr/>
              <p:nvPr/>
            </p:nvSpPr>
            <p:spPr>
              <a:xfrm>
                <a:off x="10637467" y="8065008"/>
                <a:ext cx="18770" cy="18928"/>
              </a:xfrm>
              <a:prstGeom prst="rect">
                <a:avLst/>
              </a:prstGeom>
              <a:solidFill>
                <a:srgbClr val="686868"/>
              </a:solidFill>
              <a:ln>
                <a:noFill/>
              </a:ln>
              <a:effectLst/>
            </p:spPr>
            <p:txBody>
              <a:bodyPr rtlCol="0" anchor="ctr"/>
              <a:lstStyle/>
              <a:p>
                <a:pPr algn="ctr"/>
              </a:p>
            </p:txBody>
          </p:sp>
          <p:sp>
            <p:nvSpPr>
              <p:cNvPr id="2930" name="Noise cell"/>
              <p:cNvSpPr/>
              <p:nvPr/>
            </p:nvSpPr>
            <p:spPr>
              <a:xfrm>
                <a:off x="10655598" y="8065008"/>
                <a:ext cx="18770" cy="18928"/>
              </a:xfrm>
              <a:prstGeom prst="rect">
                <a:avLst/>
              </a:prstGeom>
              <a:solidFill>
                <a:srgbClr val="5C5C5C"/>
              </a:solidFill>
              <a:ln>
                <a:noFill/>
              </a:ln>
              <a:effectLst/>
            </p:spPr>
            <p:txBody>
              <a:bodyPr rtlCol="0" anchor="ctr"/>
              <a:lstStyle/>
              <a:p>
                <a:pPr algn="ctr"/>
              </a:p>
            </p:txBody>
          </p:sp>
          <p:sp>
            <p:nvSpPr>
              <p:cNvPr id="2931" name="Noise cell"/>
              <p:cNvSpPr/>
              <p:nvPr/>
            </p:nvSpPr>
            <p:spPr>
              <a:xfrm>
                <a:off x="10673728" y="8065008"/>
                <a:ext cx="18770" cy="18928"/>
              </a:xfrm>
              <a:prstGeom prst="rect">
                <a:avLst/>
              </a:prstGeom>
              <a:solidFill>
                <a:srgbClr val="838383"/>
              </a:solidFill>
              <a:ln>
                <a:noFill/>
              </a:ln>
              <a:effectLst/>
            </p:spPr>
            <p:txBody>
              <a:bodyPr rtlCol="0" anchor="ctr"/>
              <a:lstStyle/>
              <a:p>
                <a:pPr algn="ctr"/>
              </a:p>
            </p:txBody>
          </p:sp>
          <p:sp>
            <p:nvSpPr>
              <p:cNvPr id="2932" name="Noise cell"/>
              <p:cNvSpPr/>
              <p:nvPr/>
            </p:nvSpPr>
            <p:spPr>
              <a:xfrm>
                <a:off x="10691858" y="8065008"/>
                <a:ext cx="18770" cy="18928"/>
              </a:xfrm>
              <a:prstGeom prst="rect">
                <a:avLst/>
              </a:prstGeom>
              <a:solidFill>
                <a:srgbClr val="8C8C8C"/>
              </a:solidFill>
              <a:ln>
                <a:noFill/>
              </a:ln>
              <a:effectLst/>
            </p:spPr>
            <p:txBody>
              <a:bodyPr rtlCol="0" anchor="ctr"/>
              <a:lstStyle/>
              <a:p>
                <a:pPr algn="ctr"/>
              </a:p>
            </p:txBody>
          </p:sp>
          <p:sp>
            <p:nvSpPr>
              <p:cNvPr id="2933" name="Noise cell"/>
              <p:cNvSpPr/>
              <p:nvPr/>
            </p:nvSpPr>
            <p:spPr>
              <a:xfrm>
                <a:off x="10709989" y="8065008"/>
                <a:ext cx="18770" cy="18928"/>
              </a:xfrm>
              <a:prstGeom prst="rect">
                <a:avLst/>
              </a:prstGeom>
              <a:solidFill>
                <a:srgbClr val="878787"/>
              </a:solidFill>
              <a:ln>
                <a:noFill/>
              </a:ln>
              <a:effectLst/>
            </p:spPr>
            <p:txBody>
              <a:bodyPr rtlCol="0" anchor="ctr"/>
              <a:lstStyle/>
              <a:p>
                <a:pPr algn="ctr"/>
              </a:p>
            </p:txBody>
          </p:sp>
          <p:sp>
            <p:nvSpPr>
              <p:cNvPr id="2934" name="Noise cell"/>
              <p:cNvSpPr/>
              <p:nvPr/>
            </p:nvSpPr>
            <p:spPr>
              <a:xfrm>
                <a:off x="10728119" y="8065008"/>
                <a:ext cx="18770" cy="18928"/>
              </a:xfrm>
              <a:prstGeom prst="rect">
                <a:avLst/>
              </a:prstGeom>
              <a:solidFill>
                <a:srgbClr val="828282"/>
              </a:solidFill>
              <a:ln>
                <a:noFill/>
              </a:ln>
              <a:effectLst/>
            </p:spPr>
            <p:txBody>
              <a:bodyPr rtlCol="0" anchor="ctr"/>
              <a:lstStyle/>
              <a:p>
                <a:pPr algn="ctr"/>
              </a:p>
            </p:txBody>
          </p:sp>
          <p:sp>
            <p:nvSpPr>
              <p:cNvPr id="2935" name="Noise cell"/>
              <p:cNvSpPr/>
              <p:nvPr/>
            </p:nvSpPr>
            <p:spPr>
              <a:xfrm>
                <a:off x="10746250" y="8065008"/>
                <a:ext cx="18770" cy="18928"/>
              </a:xfrm>
              <a:prstGeom prst="rect">
                <a:avLst/>
              </a:prstGeom>
              <a:solidFill>
                <a:srgbClr val="8D8D8D"/>
              </a:solidFill>
              <a:ln>
                <a:noFill/>
              </a:ln>
              <a:effectLst/>
            </p:spPr>
            <p:txBody>
              <a:bodyPr rtlCol="0" anchor="ctr"/>
              <a:lstStyle/>
              <a:p>
                <a:pPr algn="ctr"/>
              </a:p>
            </p:txBody>
          </p:sp>
          <p:sp>
            <p:nvSpPr>
              <p:cNvPr id="2936" name="Noise cell"/>
              <p:cNvSpPr/>
              <p:nvPr/>
            </p:nvSpPr>
            <p:spPr>
              <a:xfrm>
                <a:off x="10764380" y="8065008"/>
                <a:ext cx="18770" cy="18928"/>
              </a:xfrm>
              <a:prstGeom prst="rect">
                <a:avLst/>
              </a:prstGeom>
              <a:solidFill>
                <a:srgbClr val="8A8A8A"/>
              </a:solidFill>
              <a:ln>
                <a:noFill/>
              </a:ln>
              <a:effectLst/>
            </p:spPr>
            <p:txBody>
              <a:bodyPr rtlCol="0" anchor="ctr"/>
              <a:lstStyle/>
              <a:p>
                <a:pPr algn="ctr"/>
              </a:p>
            </p:txBody>
          </p:sp>
          <p:sp>
            <p:nvSpPr>
              <p:cNvPr id="2937" name="Noise cell"/>
              <p:cNvSpPr/>
              <p:nvPr/>
            </p:nvSpPr>
            <p:spPr>
              <a:xfrm>
                <a:off x="10782510" y="8065008"/>
                <a:ext cx="18770" cy="18928"/>
              </a:xfrm>
              <a:prstGeom prst="rect">
                <a:avLst/>
              </a:prstGeom>
              <a:solidFill>
                <a:srgbClr val="8C8C8C"/>
              </a:solidFill>
              <a:ln>
                <a:noFill/>
              </a:ln>
              <a:effectLst/>
            </p:spPr>
            <p:txBody>
              <a:bodyPr rtlCol="0" anchor="ctr"/>
              <a:lstStyle/>
              <a:p>
                <a:pPr algn="ctr"/>
              </a:p>
            </p:txBody>
          </p:sp>
          <p:sp>
            <p:nvSpPr>
              <p:cNvPr id="2938" name="Noise cell"/>
              <p:cNvSpPr/>
              <p:nvPr/>
            </p:nvSpPr>
            <p:spPr>
              <a:xfrm>
                <a:off x="10800641" y="8065008"/>
                <a:ext cx="18770" cy="18928"/>
              </a:xfrm>
              <a:prstGeom prst="rect">
                <a:avLst/>
              </a:prstGeom>
              <a:solidFill>
                <a:srgbClr val="9F9F9F"/>
              </a:solidFill>
              <a:ln>
                <a:noFill/>
              </a:ln>
              <a:effectLst/>
            </p:spPr>
            <p:txBody>
              <a:bodyPr rtlCol="0" anchor="ctr"/>
              <a:lstStyle/>
              <a:p>
                <a:pPr algn="ctr"/>
              </a:p>
            </p:txBody>
          </p:sp>
          <p:sp>
            <p:nvSpPr>
              <p:cNvPr id="2939" name="Noise cell"/>
              <p:cNvSpPr/>
              <p:nvPr/>
            </p:nvSpPr>
            <p:spPr>
              <a:xfrm>
                <a:off x="10818771" y="8065008"/>
                <a:ext cx="18770" cy="18928"/>
              </a:xfrm>
              <a:prstGeom prst="rect">
                <a:avLst/>
              </a:prstGeom>
              <a:solidFill>
                <a:srgbClr val="909090"/>
              </a:solidFill>
              <a:ln>
                <a:noFill/>
              </a:ln>
              <a:effectLst/>
            </p:spPr>
            <p:txBody>
              <a:bodyPr rtlCol="0" anchor="ctr"/>
              <a:lstStyle/>
              <a:p>
                <a:pPr algn="ctr"/>
              </a:p>
            </p:txBody>
          </p:sp>
          <p:sp>
            <p:nvSpPr>
              <p:cNvPr id="2940" name="Noise cell"/>
              <p:cNvSpPr/>
              <p:nvPr/>
            </p:nvSpPr>
            <p:spPr>
              <a:xfrm>
                <a:off x="10836901" y="8065008"/>
                <a:ext cx="18770" cy="18928"/>
              </a:xfrm>
              <a:prstGeom prst="rect">
                <a:avLst/>
              </a:prstGeom>
              <a:solidFill>
                <a:srgbClr val="767676"/>
              </a:solidFill>
              <a:ln>
                <a:noFill/>
              </a:ln>
              <a:effectLst/>
            </p:spPr>
            <p:txBody>
              <a:bodyPr rtlCol="0" anchor="ctr"/>
              <a:lstStyle/>
              <a:p>
                <a:pPr algn="ctr"/>
              </a:p>
            </p:txBody>
          </p:sp>
          <p:sp>
            <p:nvSpPr>
              <p:cNvPr id="2941" name="Noise cell"/>
              <p:cNvSpPr/>
              <p:nvPr/>
            </p:nvSpPr>
            <p:spPr>
              <a:xfrm>
                <a:off x="10855032" y="8065008"/>
                <a:ext cx="18770" cy="18928"/>
              </a:xfrm>
              <a:prstGeom prst="rect">
                <a:avLst/>
              </a:prstGeom>
              <a:solidFill>
                <a:srgbClr val="717171"/>
              </a:solidFill>
              <a:ln>
                <a:noFill/>
              </a:ln>
              <a:effectLst/>
            </p:spPr>
            <p:txBody>
              <a:bodyPr rtlCol="0" anchor="ctr"/>
              <a:lstStyle/>
              <a:p>
                <a:pPr algn="ctr"/>
              </a:p>
            </p:txBody>
          </p:sp>
          <p:sp>
            <p:nvSpPr>
              <p:cNvPr id="2942" name="Noise cell"/>
              <p:cNvSpPr/>
              <p:nvPr/>
            </p:nvSpPr>
            <p:spPr>
              <a:xfrm>
                <a:off x="10873162" y="8065008"/>
                <a:ext cx="18770" cy="18928"/>
              </a:xfrm>
              <a:prstGeom prst="rect">
                <a:avLst/>
              </a:prstGeom>
              <a:solidFill>
                <a:srgbClr val="9F9F9F"/>
              </a:solidFill>
              <a:ln>
                <a:noFill/>
              </a:ln>
              <a:effectLst/>
            </p:spPr>
            <p:txBody>
              <a:bodyPr rtlCol="0" anchor="ctr"/>
              <a:lstStyle/>
              <a:p>
                <a:pPr algn="ctr"/>
              </a:p>
            </p:txBody>
          </p:sp>
          <p:sp>
            <p:nvSpPr>
              <p:cNvPr id="2943" name="Noise cell"/>
              <p:cNvSpPr/>
              <p:nvPr/>
            </p:nvSpPr>
            <p:spPr>
              <a:xfrm>
                <a:off x="10891292" y="8065008"/>
                <a:ext cx="18770" cy="18928"/>
              </a:xfrm>
              <a:prstGeom prst="rect">
                <a:avLst/>
              </a:prstGeom>
              <a:solidFill>
                <a:srgbClr val="6F6F6F"/>
              </a:solidFill>
              <a:ln>
                <a:noFill/>
              </a:ln>
              <a:effectLst/>
            </p:spPr>
            <p:txBody>
              <a:bodyPr rtlCol="0" anchor="ctr"/>
              <a:lstStyle/>
              <a:p>
                <a:pPr algn="ctr"/>
              </a:p>
            </p:txBody>
          </p:sp>
          <p:sp>
            <p:nvSpPr>
              <p:cNvPr id="2944" name="Noise cell"/>
              <p:cNvSpPr/>
              <p:nvPr/>
            </p:nvSpPr>
            <p:spPr>
              <a:xfrm>
                <a:off x="10909423" y="8065008"/>
                <a:ext cx="18770" cy="18928"/>
              </a:xfrm>
              <a:prstGeom prst="rect">
                <a:avLst/>
              </a:prstGeom>
              <a:solidFill>
                <a:srgbClr val="808080"/>
              </a:solidFill>
              <a:ln>
                <a:noFill/>
              </a:ln>
              <a:effectLst/>
            </p:spPr>
            <p:txBody>
              <a:bodyPr rtlCol="0" anchor="ctr"/>
              <a:lstStyle/>
              <a:p>
                <a:pPr algn="ctr"/>
              </a:p>
            </p:txBody>
          </p:sp>
          <p:sp>
            <p:nvSpPr>
              <p:cNvPr id="2945" name="Noise cell"/>
              <p:cNvSpPr/>
              <p:nvPr/>
            </p:nvSpPr>
            <p:spPr>
              <a:xfrm>
                <a:off x="10927553" y="8065008"/>
                <a:ext cx="18770" cy="18928"/>
              </a:xfrm>
              <a:prstGeom prst="rect">
                <a:avLst/>
              </a:prstGeom>
              <a:solidFill>
                <a:srgbClr val="888888"/>
              </a:solidFill>
              <a:ln>
                <a:noFill/>
              </a:ln>
              <a:effectLst/>
            </p:spPr>
            <p:txBody>
              <a:bodyPr rtlCol="0" anchor="ctr"/>
              <a:lstStyle/>
              <a:p>
                <a:pPr algn="ctr"/>
              </a:p>
            </p:txBody>
          </p:sp>
          <p:sp>
            <p:nvSpPr>
              <p:cNvPr id="2946" name="Noise cell"/>
              <p:cNvSpPr/>
              <p:nvPr/>
            </p:nvSpPr>
            <p:spPr>
              <a:xfrm>
                <a:off x="10945683" y="8065008"/>
                <a:ext cx="18770" cy="18928"/>
              </a:xfrm>
              <a:prstGeom prst="rect">
                <a:avLst/>
              </a:prstGeom>
              <a:solidFill>
                <a:srgbClr val="949494"/>
              </a:solidFill>
              <a:ln>
                <a:noFill/>
              </a:ln>
              <a:effectLst/>
            </p:spPr>
            <p:txBody>
              <a:bodyPr rtlCol="0" anchor="ctr"/>
              <a:lstStyle/>
              <a:p>
                <a:pPr algn="ctr"/>
              </a:p>
            </p:txBody>
          </p:sp>
          <p:sp>
            <p:nvSpPr>
              <p:cNvPr id="2947" name="Noise cell"/>
              <p:cNvSpPr/>
              <p:nvPr/>
            </p:nvSpPr>
            <p:spPr>
              <a:xfrm>
                <a:off x="10963814" y="8065008"/>
                <a:ext cx="18770" cy="18928"/>
              </a:xfrm>
              <a:prstGeom prst="rect">
                <a:avLst/>
              </a:prstGeom>
              <a:solidFill>
                <a:srgbClr val="828282"/>
              </a:solidFill>
              <a:ln>
                <a:noFill/>
              </a:ln>
              <a:effectLst/>
            </p:spPr>
            <p:txBody>
              <a:bodyPr rtlCol="0" anchor="ctr"/>
              <a:lstStyle/>
              <a:p>
                <a:pPr algn="ctr"/>
              </a:p>
            </p:txBody>
          </p:sp>
          <p:sp>
            <p:nvSpPr>
              <p:cNvPr id="2948" name="Noise cell"/>
              <p:cNvSpPr/>
              <p:nvPr/>
            </p:nvSpPr>
            <p:spPr>
              <a:xfrm>
                <a:off x="9930384" y="8083296"/>
                <a:ext cx="18770" cy="18928"/>
              </a:xfrm>
              <a:prstGeom prst="rect">
                <a:avLst/>
              </a:prstGeom>
              <a:solidFill>
                <a:srgbClr val="848484"/>
              </a:solidFill>
              <a:ln>
                <a:noFill/>
              </a:ln>
              <a:effectLst/>
            </p:spPr>
            <p:txBody>
              <a:bodyPr rtlCol="0" anchor="ctr"/>
              <a:lstStyle/>
              <a:p>
                <a:pPr algn="ctr"/>
              </a:p>
            </p:txBody>
          </p:sp>
          <p:sp>
            <p:nvSpPr>
              <p:cNvPr id="2949" name="Noise cell"/>
              <p:cNvSpPr/>
              <p:nvPr/>
            </p:nvSpPr>
            <p:spPr>
              <a:xfrm>
                <a:off x="9948514" y="8083296"/>
                <a:ext cx="18770" cy="18928"/>
              </a:xfrm>
              <a:prstGeom prst="rect">
                <a:avLst/>
              </a:prstGeom>
              <a:solidFill>
                <a:srgbClr val="757575"/>
              </a:solidFill>
              <a:ln>
                <a:noFill/>
              </a:ln>
              <a:effectLst/>
            </p:spPr>
            <p:txBody>
              <a:bodyPr rtlCol="0" anchor="ctr"/>
              <a:lstStyle/>
              <a:p>
                <a:pPr algn="ctr"/>
              </a:p>
            </p:txBody>
          </p:sp>
          <p:sp>
            <p:nvSpPr>
              <p:cNvPr id="2950" name="Noise cell"/>
              <p:cNvSpPr/>
              <p:nvPr/>
            </p:nvSpPr>
            <p:spPr>
              <a:xfrm>
                <a:off x="9966645" y="8083296"/>
                <a:ext cx="18770" cy="18928"/>
              </a:xfrm>
              <a:prstGeom prst="rect">
                <a:avLst/>
              </a:prstGeom>
              <a:solidFill>
                <a:srgbClr val="8C8C8C"/>
              </a:solidFill>
              <a:ln>
                <a:noFill/>
              </a:ln>
              <a:effectLst/>
            </p:spPr>
            <p:txBody>
              <a:bodyPr rtlCol="0" anchor="ctr"/>
              <a:lstStyle/>
              <a:p>
                <a:pPr algn="ctr"/>
              </a:p>
            </p:txBody>
          </p:sp>
          <p:sp>
            <p:nvSpPr>
              <p:cNvPr id="2951" name="Noise cell"/>
              <p:cNvSpPr/>
              <p:nvPr/>
            </p:nvSpPr>
            <p:spPr>
              <a:xfrm>
                <a:off x="9984775" y="8083296"/>
                <a:ext cx="18770" cy="18928"/>
              </a:xfrm>
              <a:prstGeom prst="rect">
                <a:avLst/>
              </a:prstGeom>
              <a:solidFill>
                <a:srgbClr val="838383"/>
              </a:solidFill>
              <a:ln>
                <a:noFill/>
              </a:ln>
              <a:effectLst/>
            </p:spPr>
            <p:txBody>
              <a:bodyPr rtlCol="0" anchor="ctr"/>
              <a:lstStyle/>
              <a:p>
                <a:pPr algn="ctr"/>
              </a:p>
            </p:txBody>
          </p:sp>
          <p:sp>
            <p:nvSpPr>
              <p:cNvPr id="2952" name="Noise cell"/>
              <p:cNvSpPr/>
              <p:nvPr/>
            </p:nvSpPr>
            <p:spPr>
              <a:xfrm>
                <a:off x="10002905" y="8083296"/>
                <a:ext cx="18770" cy="18928"/>
              </a:xfrm>
              <a:prstGeom prst="rect">
                <a:avLst/>
              </a:prstGeom>
              <a:solidFill>
                <a:srgbClr val="949494"/>
              </a:solidFill>
              <a:ln>
                <a:noFill/>
              </a:ln>
              <a:effectLst/>
            </p:spPr>
            <p:txBody>
              <a:bodyPr rtlCol="0" anchor="ctr"/>
              <a:lstStyle/>
              <a:p>
                <a:pPr algn="ctr"/>
              </a:p>
            </p:txBody>
          </p:sp>
          <p:sp>
            <p:nvSpPr>
              <p:cNvPr id="2953" name="Noise cell"/>
              <p:cNvSpPr/>
              <p:nvPr/>
            </p:nvSpPr>
            <p:spPr>
              <a:xfrm>
                <a:off x="10021036" y="8083296"/>
                <a:ext cx="18770" cy="18928"/>
              </a:xfrm>
              <a:prstGeom prst="rect">
                <a:avLst/>
              </a:prstGeom>
              <a:solidFill>
                <a:srgbClr val="808080"/>
              </a:solidFill>
              <a:ln>
                <a:noFill/>
              </a:ln>
              <a:effectLst/>
            </p:spPr>
            <p:txBody>
              <a:bodyPr rtlCol="0" anchor="ctr"/>
              <a:lstStyle/>
              <a:p>
                <a:pPr algn="ctr"/>
              </a:p>
            </p:txBody>
          </p:sp>
          <p:sp>
            <p:nvSpPr>
              <p:cNvPr id="2954" name="Noise cell"/>
              <p:cNvSpPr/>
              <p:nvPr/>
            </p:nvSpPr>
            <p:spPr>
              <a:xfrm>
                <a:off x="10039166" y="8083296"/>
                <a:ext cx="18770" cy="18928"/>
              </a:xfrm>
              <a:prstGeom prst="rect">
                <a:avLst/>
              </a:prstGeom>
              <a:solidFill>
                <a:srgbClr val="A1A1A1"/>
              </a:solidFill>
              <a:ln>
                <a:noFill/>
              </a:ln>
              <a:effectLst/>
            </p:spPr>
            <p:txBody>
              <a:bodyPr rtlCol="0" anchor="ctr"/>
              <a:lstStyle/>
              <a:p>
                <a:pPr algn="ctr"/>
              </a:p>
            </p:txBody>
          </p:sp>
          <p:sp>
            <p:nvSpPr>
              <p:cNvPr id="2955" name="Noise cell"/>
              <p:cNvSpPr/>
              <p:nvPr/>
            </p:nvSpPr>
            <p:spPr>
              <a:xfrm>
                <a:off x="10057296" y="8083296"/>
                <a:ext cx="18770" cy="18928"/>
              </a:xfrm>
              <a:prstGeom prst="rect">
                <a:avLst/>
              </a:prstGeom>
              <a:solidFill>
                <a:srgbClr val="757575"/>
              </a:solidFill>
              <a:ln>
                <a:noFill/>
              </a:ln>
              <a:effectLst/>
            </p:spPr>
            <p:txBody>
              <a:bodyPr rtlCol="0" anchor="ctr"/>
              <a:lstStyle/>
              <a:p>
                <a:pPr algn="ctr"/>
              </a:p>
            </p:txBody>
          </p:sp>
          <p:sp>
            <p:nvSpPr>
              <p:cNvPr id="2956" name="Noise cell"/>
              <p:cNvSpPr/>
              <p:nvPr/>
            </p:nvSpPr>
            <p:spPr>
              <a:xfrm>
                <a:off x="10075427" y="8083296"/>
                <a:ext cx="18770" cy="18928"/>
              </a:xfrm>
              <a:prstGeom prst="rect">
                <a:avLst/>
              </a:prstGeom>
              <a:solidFill>
                <a:srgbClr val="878787"/>
              </a:solidFill>
              <a:ln>
                <a:noFill/>
              </a:ln>
              <a:effectLst/>
            </p:spPr>
            <p:txBody>
              <a:bodyPr rtlCol="0" anchor="ctr"/>
              <a:lstStyle/>
              <a:p>
                <a:pPr algn="ctr"/>
              </a:p>
            </p:txBody>
          </p:sp>
          <p:sp>
            <p:nvSpPr>
              <p:cNvPr id="2957" name="Noise cell"/>
              <p:cNvSpPr/>
              <p:nvPr/>
            </p:nvSpPr>
            <p:spPr>
              <a:xfrm>
                <a:off x="10093557" y="8083296"/>
                <a:ext cx="18770" cy="18928"/>
              </a:xfrm>
              <a:prstGeom prst="rect">
                <a:avLst/>
              </a:prstGeom>
              <a:solidFill>
                <a:srgbClr val="8B8B8B"/>
              </a:solidFill>
              <a:ln>
                <a:noFill/>
              </a:ln>
              <a:effectLst/>
            </p:spPr>
            <p:txBody>
              <a:bodyPr rtlCol="0" anchor="ctr"/>
              <a:lstStyle/>
              <a:p>
                <a:pPr algn="ctr"/>
              </a:p>
            </p:txBody>
          </p:sp>
          <p:sp>
            <p:nvSpPr>
              <p:cNvPr id="2958" name="Noise cell"/>
              <p:cNvSpPr/>
              <p:nvPr/>
            </p:nvSpPr>
            <p:spPr>
              <a:xfrm>
                <a:off x="10111687" y="8083296"/>
                <a:ext cx="18770" cy="18928"/>
              </a:xfrm>
              <a:prstGeom prst="rect">
                <a:avLst/>
              </a:prstGeom>
              <a:solidFill>
                <a:srgbClr val="8E8E8E"/>
              </a:solidFill>
              <a:ln>
                <a:noFill/>
              </a:ln>
              <a:effectLst/>
            </p:spPr>
            <p:txBody>
              <a:bodyPr rtlCol="0" anchor="ctr"/>
              <a:lstStyle/>
              <a:p>
                <a:pPr algn="ctr"/>
              </a:p>
            </p:txBody>
          </p:sp>
          <p:sp>
            <p:nvSpPr>
              <p:cNvPr id="2959" name="Noise cell"/>
              <p:cNvSpPr/>
              <p:nvPr/>
            </p:nvSpPr>
            <p:spPr>
              <a:xfrm>
                <a:off x="10129818" y="8083296"/>
                <a:ext cx="18770" cy="18928"/>
              </a:xfrm>
              <a:prstGeom prst="rect">
                <a:avLst/>
              </a:prstGeom>
              <a:solidFill>
                <a:srgbClr val="616161"/>
              </a:solidFill>
              <a:ln>
                <a:noFill/>
              </a:ln>
              <a:effectLst/>
            </p:spPr>
            <p:txBody>
              <a:bodyPr rtlCol="0" anchor="ctr"/>
              <a:lstStyle/>
              <a:p>
                <a:pPr algn="ctr"/>
              </a:p>
            </p:txBody>
          </p:sp>
          <p:sp>
            <p:nvSpPr>
              <p:cNvPr id="2960" name="Noise cell"/>
              <p:cNvSpPr/>
              <p:nvPr/>
            </p:nvSpPr>
            <p:spPr>
              <a:xfrm>
                <a:off x="10147948" y="8083296"/>
                <a:ext cx="18770" cy="18928"/>
              </a:xfrm>
              <a:prstGeom prst="rect">
                <a:avLst/>
              </a:prstGeom>
              <a:solidFill>
                <a:srgbClr val="898989"/>
              </a:solidFill>
              <a:ln>
                <a:noFill/>
              </a:ln>
              <a:effectLst/>
            </p:spPr>
            <p:txBody>
              <a:bodyPr rtlCol="0" anchor="ctr"/>
              <a:lstStyle/>
              <a:p>
                <a:pPr algn="ctr"/>
              </a:p>
            </p:txBody>
          </p:sp>
          <p:sp>
            <p:nvSpPr>
              <p:cNvPr id="2961" name="Noise cell"/>
              <p:cNvSpPr/>
              <p:nvPr/>
            </p:nvSpPr>
            <p:spPr>
              <a:xfrm>
                <a:off x="10166078" y="8083296"/>
                <a:ext cx="18770" cy="18928"/>
              </a:xfrm>
              <a:prstGeom prst="rect">
                <a:avLst/>
              </a:prstGeom>
              <a:solidFill>
                <a:srgbClr val="777777"/>
              </a:solidFill>
              <a:ln>
                <a:noFill/>
              </a:ln>
              <a:effectLst/>
            </p:spPr>
            <p:txBody>
              <a:bodyPr rtlCol="0" anchor="ctr"/>
              <a:lstStyle/>
              <a:p>
                <a:pPr algn="ctr"/>
              </a:p>
            </p:txBody>
          </p:sp>
          <p:sp>
            <p:nvSpPr>
              <p:cNvPr id="2962" name="Noise cell"/>
              <p:cNvSpPr/>
              <p:nvPr/>
            </p:nvSpPr>
            <p:spPr>
              <a:xfrm>
                <a:off x="10184209" y="8083296"/>
                <a:ext cx="18770" cy="18928"/>
              </a:xfrm>
              <a:prstGeom prst="rect">
                <a:avLst/>
              </a:prstGeom>
              <a:solidFill>
                <a:srgbClr val="909090"/>
              </a:solidFill>
              <a:ln>
                <a:noFill/>
              </a:ln>
              <a:effectLst/>
            </p:spPr>
            <p:txBody>
              <a:bodyPr rtlCol="0" anchor="ctr"/>
              <a:lstStyle/>
              <a:p>
                <a:pPr algn="ctr"/>
              </a:p>
            </p:txBody>
          </p:sp>
          <p:sp>
            <p:nvSpPr>
              <p:cNvPr id="2963" name="Noise cell"/>
              <p:cNvSpPr/>
              <p:nvPr/>
            </p:nvSpPr>
            <p:spPr>
              <a:xfrm>
                <a:off x="10202339" y="8083296"/>
                <a:ext cx="18770" cy="18928"/>
              </a:xfrm>
              <a:prstGeom prst="rect">
                <a:avLst/>
              </a:prstGeom>
              <a:solidFill>
                <a:srgbClr val="6D6D6D"/>
              </a:solidFill>
              <a:ln>
                <a:noFill/>
              </a:ln>
              <a:effectLst/>
            </p:spPr>
            <p:txBody>
              <a:bodyPr rtlCol="0" anchor="ctr"/>
              <a:lstStyle/>
              <a:p>
                <a:pPr algn="ctr"/>
              </a:p>
            </p:txBody>
          </p:sp>
          <p:sp>
            <p:nvSpPr>
              <p:cNvPr id="2964" name="Noise cell"/>
              <p:cNvSpPr/>
              <p:nvPr/>
            </p:nvSpPr>
            <p:spPr>
              <a:xfrm>
                <a:off x="10220470" y="8083296"/>
                <a:ext cx="18770" cy="18928"/>
              </a:xfrm>
              <a:prstGeom prst="rect">
                <a:avLst/>
              </a:prstGeom>
              <a:solidFill>
                <a:srgbClr val="A1A1A1"/>
              </a:solidFill>
              <a:ln>
                <a:noFill/>
              </a:ln>
              <a:effectLst/>
            </p:spPr>
            <p:txBody>
              <a:bodyPr rtlCol="0" anchor="ctr"/>
              <a:lstStyle/>
              <a:p>
                <a:pPr algn="ctr"/>
              </a:p>
            </p:txBody>
          </p:sp>
          <p:sp>
            <p:nvSpPr>
              <p:cNvPr id="2965" name="Noise cell"/>
              <p:cNvSpPr/>
              <p:nvPr/>
            </p:nvSpPr>
            <p:spPr>
              <a:xfrm>
                <a:off x="10238600" y="8083296"/>
                <a:ext cx="18770" cy="18928"/>
              </a:xfrm>
              <a:prstGeom prst="rect">
                <a:avLst/>
              </a:prstGeom>
              <a:solidFill>
                <a:srgbClr val="696969"/>
              </a:solidFill>
              <a:ln>
                <a:noFill/>
              </a:ln>
              <a:effectLst/>
            </p:spPr>
            <p:txBody>
              <a:bodyPr rtlCol="0" anchor="ctr"/>
              <a:lstStyle/>
              <a:p>
                <a:pPr algn="ctr"/>
              </a:p>
            </p:txBody>
          </p:sp>
          <p:sp>
            <p:nvSpPr>
              <p:cNvPr id="2966" name="Noise cell"/>
              <p:cNvSpPr/>
              <p:nvPr/>
            </p:nvSpPr>
            <p:spPr>
              <a:xfrm>
                <a:off x="10256730" y="8083296"/>
                <a:ext cx="18770" cy="18928"/>
              </a:xfrm>
              <a:prstGeom prst="rect">
                <a:avLst/>
              </a:prstGeom>
              <a:solidFill>
                <a:srgbClr val="6B6B6B"/>
              </a:solidFill>
              <a:ln>
                <a:noFill/>
              </a:ln>
              <a:effectLst/>
            </p:spPr>
            <p:txBody>
              <a:bodyPr rtlCol="0" anchor="ctr"/>
              <a:lstStyle/>
              <a:p>
                <a:pPr algn="ctr"/>
              </a:p>
            </p:txBody>
          </p:sp>
          <p:sp>
            <p:nvSpPr>
              <p:cNvPr id="2967" name="Noise cell"/>
              <p:cNvSpPr/>
              <p:nvPr/>
            </p:nvSpPr>
            <p:spPr>
              <a:xfrm>
                <a:off x="10274861" y="8083296"/>
                <a:ext cx="18770" cy="18928"/>
              </a:xfrm>
              <a:prstGeom prst="rect">
                <a:avLst/>
              </a:prstGeom>
              <a:solidFill>
                <a:srgbClr val="767676"/>
              </a:solidFill>
              <a:ln>
                <a:noFill/>
              </a:ln>
              <a:effectLst/>
            </p:spPr>
            <p:txBody>
              <a:bodyPr rtlCol="0" anchor="ctr"/>
              <a:lstStyle/>
              <a:p>
                <a:pPr algn="ctr"/>
              </a:p>
            </p:txBody>
          </p:sp>
          <p:sp>
            <p:nvSpPr>
              <p:cNvPr id="2968" name="Noise cell"/>
              <p:cNvSpPr/>
              <p:nvPr/>
            </p:nvSpPr>
            <p:spPr>
              <a:xfrm>
                <a:off x="10292991" y="8083296"/>
                <a:ext cx="18770" cy="18928"/>
              </a:xfrm>
              <a:prstGeom prst="rect">
                <a:avLst/>
              </a:prstGeom>
              <a:solidFill>
                <a:srgbClr val="858585"/>
              </a:solidFill>
              <a:ln>
                <a:noFill/>
              </a:ln>
              <a:effectLst/>
            </p:spPr>
            <p:txBody>
              <a:bodyPr rtlCol="0" anchor="ctr"/>
              <a:lstStyle/>
              <a:p>
                <a:pPr algn="ctr"/>
              </a:p>
            </p:txBody>
          </p:sp>
          <p:sp>
            <p:nvSpPr>
              <p:cNvPr id="2969" name="Noise cell"/>
              <p:cNvSpPr/>
              <p:nvPr/>
            </p:nvSpPr>
            <p:spPr>
              <a:xfrm>
                <a:off x="10311121" y="8083296"/>
                <a:ext cx="18770" cy="18928"/>
              </a:xfrm>
              <a:prstGeom prst="rect">
                <a:avLst/>
              </a:prstGeom>
              <a:solidFill>
                <a:srgbClr val="7C7C7C"/>
              </a:solidFill>
              <a:ln>
                <a:noFill/>
              </a:ln>
              <a:effectLst/>
            </p:spPr>
            <p:txBody>
              <a:bodyPr rtlCol="0" anchor="ctr"/>
              <a:lstStyle/>
              <a:p>
                <a:pPr algn="ctr"/>
              </a:p>
            </p:txBody>
          </p:sp>
          <p:sp>
            <p:nvSpPr>
              <p:cNvPr id="2970" name="Noise cell"/>
              <p:cNvSpPr/>
              <p:nvPr/>
            </p:nvSpPr>
            <p:spPr>
              <a:xfrm>
                <a:off x="10329252" y="8083296"/>
                <a:ext cx="18770" cy="18928"/>
              </a:xfrm>
              <a:prstGeom prst="rect">
                <a:avLst/>
              </a:prstGeom>
              <a:solidFill>
                <a:srgbClr val="797979"/>
              </a:solidFill>
              <a:ln>
                <a:noFill/>
              </a:ln>
              <a:effectLst/>
            </p:spPr>
            <p:txBody>
              <a:bodyPr rtlCol="0" anchor="ctr"/>
              <a:lstStyle/>
              <a:p>
                <a:pPr algn="ctr"/>
              </a:p>
            </p:txBody>
          </p:sp>
          <p:sp>
            <p:nvSpPr>
              <p:cNvPr id="2971" name="Noise cell"/>
              <p:cNvSpPr/>
              <p:nvPr/>
            </p:nvSpPr>
            <p:spPr>
              <a:xfrm>
                <a:off x="10347382" y="8083296"/>
                <a:ext cx="18770" cy="18928"/>
              </a:xfrm>
              <a:prstGeom prst="rect">
                <a:avLst/>
              </a:prstGeom>
              <a:solidFill>
                <a:srgbClr val="929292"/>
              </a:solidFill>
              <a:ln>
                <a:noFill/>
              </a:ln>
              <a:effectLst/>
            </p:spPr>
            <p:txBody>
              <a:bodyPr rtlCol="0" anchor="ctr"/>
              <a:lstStyle/>
              <a:p>
                <a:pPr algn="ctr"/>
              </a:p>
            </p:txBody>
          </p:sp>
          <p:sp>
            <p:nvSpPr>
              <p:cNvPr id="2972" name="Noise cell"/>
              <p:cNvSpPr/>
              <p:nvPr/>
            </p:nvSpPr>
            <p:spPr>
              <a:xfrm>
                <a:off x="10365512" y="8083296"/>
                <a:ext cx="18770" cy="18928"/>
              </a:xfrm>
              <a:prstGeom prst="rect">
                <a:avLst/>
              </a:prstGeom>
              <a:solidFill>
                <a:srgbClr val="797979"/>
              </a:solidFill>
              <a:ln>
                <a:noFill/>
              </a:ln>
              <a:effectLst/>
            </p:spPr>
            <p:txBody>
              <a:bodyPr rtlCol="0" anchor="ctr"/>
              <a:lstStyle/>
              <a:p>
                <a:pPr algn="ctr"/>
              </a:p>
            </p:txBody>
          </p:sp>
          <p:sp>
            <p:nvSpPr>
              <p:cNvPr id="2973" name="Noise cell"/>
              <p:cNvSpPr/>
              <p:nvPr/>
            </p:nvSpPr>
            <p:spPr>
              <a:xfrm>
                <a:off x="10383643" y="8083296"/>
                <a:ext cx="18770" cy="18928"/>
              </a:xfrm>
              <a:prstGeom prst="rect">
                <a:avLst/>
              </a:prstGeom>
              <a:solidFill>
                <a:srgbClr val="929292"/>
              </a:solidFill>
              <a:ln>
                <a:noFill/>
              </a:ln>
              <a:effectLst/>
            </p:spPr>
            <p:txBody>
              <a:bodyPr rtlCol="0" anchor="ctr"/>
              <a:lstStyle/>
              <a:p>
                <a:pPr algn="ctr"/>
              </a:p>
            </p:txBody>
          </p:sp>
          <p:sp>
            <p:nvSpPr>
              <p:cNvPr id="2974" name="Noise cell"/>
              <p:cNvSpPr/>
              <p:nvPr/>
            </p:nvSpPr>
            <p:spPr>
              <a:xfrm>
                <a:off x="10401773" y="8083296"/>
                <a:ext cx="18770" cy="18928"/>
              </a:xfrm>
              <a:prstGeom prst="rect">
                <a:avLst/>
              </a:prstGeom>
              <a:solidFill>
                <a:srgbClr val="7B7B7B"/>
              </a:solidFill>
              <a:ln>
                <a:noFill/>
              </a:ln>
              <a:effectLst/>
            </p:spPr>
            <p:txBody>
              <a:bodyPr rtlCol="0" anchor="ctr"/>
              <a:lstStyle/>
              <a:p>
                <a:pPr algn="ctr"/>
              </a:p>
            </p:txBody>
          </p:sp>
          <p:sp>
            <p:nvSpPr>
              <p:cNvPr id="2975" name="Noise cell"/>
              <p:cNvSpPr/>
              <p:nvPr/>
            </p:nvSpPr>
            <p:spPr>
              <a:xfrm>
                <a:off x="10419903" y="8083296"/>
                <a:ext cx="18770" cy="18928"/>
              </a:xfrm>
              <a:prstGeom prst="rect">
                <a:avLst/>
              </a:prstGeom>
              <a:solidFill>
                <a:srgbClr val="7A7A7A"/>
              </a:solidFill>
              <a:ln>
                <a:noFill/>
              </a:ln>
              <a:effectLst/>
            </p:spPr>
            <p:txBody>
              <a:bodyPr rtlCol="0" anchor="ctr"/>
              <a:lstStyle/>
              <a:p>
                <a:pPr algn="ctr"/>
              </a:p>
            </p:txBody>
          </p:sp>
          <p:sp>
            <p:nvSpPr>
              <p:cNvPr id="2976" name="Noise cell"/>
              <p:cNvSpPr/>
              <p:nvPr/>
            </p:nvSpPr>
            <p:spPr>
              <a:xfrm>
                <a:off x="10438034" y="8083296"/>
                <a:ext cx="18770" cy="18928"/>
              </a:xfrm>
              <a:prstGeom prst="rect">
                <a:avLst/>
              </a:prstGeom>
              <a:solidFill>
                <a:srgbClr val="707070"/>
              </a:solidFill>
              <a:ln>
                <a:noFill/>
              </a:ln>
              <a:effectLst/>
            </p:spPr>
            <p:txBody>
              <a:bodyPr rtlCol="0" anchor="ctr"/>
              <a:lstStyle/>
              <a:p>
                <a:pPr algn="ctr"/>
              </a:p>
            </p:txBody>
          </p:sp>
          <p:sp>
            <p:nvSpPr>
              <p:cNvPr id="2977" name="Noise cell"/>
              <p:cNvSpPr/>
              <p:nvPr/>
            </p:nvSpPr>
            <p:spPr>
              <a:xfrm>
                <a:off x="10456164" y="8083296"/>
                <a:ext cx="18770" cy="18928"/>
              </a:xfrm>
              <a:prstGeom prst="rect">
                <a:avLst/>
              </a:prstGeom>
              <a:solidFill>
                <a:srgbClr val="9A9A9A"/>
              </a:solidFill>
              <a:ln>
                <a:noFill/>
              </a:ln>
              <a:effectLst/>
            </p:spPr>
            <p:txBody>
              <a:bodyPr rtlCol="0" anchor="ctr"/>
              <a:lstStyle/>
              <a:p>
                <a:pPr algn="ctr"/>
              </a:p>
            </p:txBody>
          </p:sp>
          <p:sp>
            <p:nvSpPr>
              <p:cNvPr id="2978" name="Noise cell"/>
              <p:cNvSpPr/>
              <p:nvPr/>
            </p:nvSpPr>
            <p:spPr>
              <a:xfrm>
                <a:off x="10474294" y="8083296"/>
                <a:ext cx="18770" cy="18928"/>
              </a:xfrm>
              <a:prstGeom prst="rect">
                <a:avLst/>
              </a:prstGeom>
              <a:solidFill>
                <a:srgbClr val="9A9A9A"/>
              </a:solidFill>
              <a:ln>
                <a:noFill/>
              </a:ln>
              <a:effectLst/>
            </p:spPr>
            <p:txBody>
              <a:bodyPr rtlCol="0" anchor="ctr"/>
              <a:lstStyle/>
              <a:p>
                <a:pPr algn="ctr"/>
              </a:p>
            </p:txBody>
          </p:sp>
          <p:sp>
            <p:nvSpPr>
              <p:cNvPr id="2979" name="Noise cell"/>
              <p:cNvSpPr/>
              <p:nvPr/>
            </p:nvSpPr>
            <p:spPr>
              <a:xfrm>
                <a:off x="10492425" y="8083296"/>
                <a:ext cx="18770" cy="18928"/>
              </a:xfrm>
              <a:prstGeom prst="rect">
                <a:avLst/>
              </a:prstGeom>
              <a:solidFill>
                <a:srgbClr val="828282"/>
              </a:solidFill>
              <a:ln>
                <a:noFill/>
              </a:ln>
              <a:effectLst/>
            </p:spPr>
            <p:txBody>
              <a:bodyPr rtlCol="0" anchor="ctr"/>
              <a:lstStyle/>
              <a:p>
                <a:pPr algn="ctr"/>
              </a:p>
            </p:txBody>
          </p:sp>
          <p:sp>
            <p:nvSpPr>
              <p:cNvPr id="2980" name="Noise cell"/>
              <p:cNvSpPr/>
              <p:nvPr/>
            </p:nvSpPr>
            <p:spPr>
              <a:xfrm>
                <a:off x="10510555" y="8083296"/>
                <a:ext cx="18770" cy="18928"/>
              </a:xfrm>
              <a:prstGeom prst="rect">
                <a:avLst/>
              </a:prstGeom>
              <a:solidFill>
                <a:srgbClr val="898989"/>
              </a:solidFill>
              <a:ln>
                <a:noFill/>
              </a:ln>
              <a:effectLst/>
            </p:spPr>
            <p:txBody>
              <a:bodyPr rtlCol="0" anchor="ctr"/>
              <a:lstStyle/>
              <a:p>
                <a:pPr algn="ctr"/>
              </a:p>
            </p:txBody>
          </p:sp>
          <p:sp>
            <p:nvSpPr>
              <p:cNvPr id="2981" name="Noise cell"/>
              <p:cNvSpPr/>
              <p:nvPr/>
            </p:nvSpPr>
            <p:spPr>
              <a:xfrm>
                <a:off x="10528685" y="8083296"/>
                <a:ext cx="18770" cy="18928"/>
              </a:xfrm>
              <a:prstGeom prst="rect">
                <a:avLst/>
              </a:prstGeom>
              <a:solidFill>
                <a:srgbClr val="818181"/>
              </a:solidFill>
              <a:ln>
                <a:noFill/>
              </a:ln>
              <a:effectLst/>
            </p:spPr>
            <p:txBody>
              <a:bodyPr rtlCol="0" anchor="ctr"/>
              <a:lstStyle/>
              <a:p>
                <a:pPr algn="ctr"/>
              </a:p>
            </p:txBody>
          </p:sp>
          <p:sp>
            <p:nvSpPr>
              <p:cNvPr id="2982" name="Noise cell"/>
              <p:cNvSpPr/>
              <p:nvPr/>
            </p:nvSpPr>
            <p:spPr>
              <a:xfrm>
                <a:off x="10546816" y="8083296"/>
                <a:ext cx="18770" cy="18928"/>
              </a:xfrm>
              <a:prstGeom prst="rect">
                <a:avLst/>
              </a:prstGeom>
              <a:solidFill>
                <a:srgbClr val="8C8C8C"/>
              </a:solidFill>
              <a:ln>
                <a:noFill/>
              </a:ln>
              <a:effectLst/>
            </p:spPr>
            <p:txBody>
              <a:bodyPr rtlCol="0" anchor="ctr"/>
              <a:lstStyle/>
              <a:p>
                <a:pPr algn="ctr"/>
              </a:p>
            </p:txBody>
          </p:sp>
          <p:sp>
            <p:nvSpPr>
              <p:cNvPr id="2983" name="Noise cell"/>
              <p:cNvSpPr/>
              <p:nvPr/>
            </p:nvSpPr>
            <p:spPr>
              <a:xfrm>
                <a:off x="10564946" y="8083296"/>
                <a:ext cx="18770" cy="18928"/>
              </a:xfrm>
              <a:prstGeom prst="rect">
                <a:avLst/>
              </a:prstGeom>
              <a:solidFill>
                <a:srgbClr val="747474"/>
              </a:solidFill>
              <a:ln>
                <a:noFill/>
              </a:ln>
              <a:effectLst/>
            </p:spPr>
            <p:txBody>
              <a:bodyPr rtlCol="0" anchor="ctr"/>
              <a:lstStyle/>
              <a:p>
                <a:pPr algn="ctr"/>
              </a:p>
            </p:txBody>
          </p:sp>
          <p:sp>
            <p:nvSpPr>
              <p:cNvPr id="2984" name="Noise cell"/>
              <p:cNvSpPr/>
              <p:nvPr/>
            </p:nvSpPr>
            <p:spPr>
              <a:xfrm>
                <a:off x="10583076" y="8083296"/>
                <a:ext cx="18770" cy="18928"/>
              </a:xfrm>
              <a:prstGeom prst="rect">
                <a:avLst/>
              </a:prstGeom>
              <a:solidFill>
                <a:srgbClr val="787878"/>
              </a:solidFill>
              <a:ln>
                <a:noFill/>
              </a:ln>
              <a:effectLst/>
            </p:spPr>
            <p:txBody>
              <a:bodyPr rtlCol="0" anchor="ctr"/>
              <a:lstStyle/>
              <a:p>
                <a:pPr algn="ctr"/>
              </a:p>
            </p:txBody>
          </p:sp>
          <p:sp>
            <p:nvSpPr>
              <p:cNvPr id="2985" name="Noise cell"/>
              <p:cNvSpPr/>
              <p:nvPr/>
            </p:nvSpPr>
            <p:spPr>
              <a:xfrm>
                <a:off x="10601207" y="8083296"/>
                <a:ext cx="18770" cy="18928"/>
              </a:xfrm>
              <a:prstGeom prst="rect">
                <a:avLst/>
              </a:prstGeom>
              <a:solidFill>
                <a:srgbClr val="676767"/>
              </a:solidFill>
              <a:ln>
                <a:noFill/>
              </a:ln>
              <a:effectLst/>
            </p:spPr>
            <p:txBody>
              <a:bodyPr rtlCol="0" anchor="ctr"/>
              <a:lstStyle/>
              <a:p>
                <a:pPr algn="ctr"/>
              </a:p>
            </p:txBody>
          </p:sp>
          <p:sp>
            <p:nvSpPr>
              <p:cNvPr id="2986" name="Noise cell"/>
              <p:cNvSpPr/>
              <p:nvPr/>
            </p:nvSpPr>
            <p:spPr>
              <a:xfrm>
                <a:off x="10619337" y="8083296"/>
                <a:ext cx="18770" cy="18928"/>
              </a:xfrm>
              <a:prstGeom prst="rect">
                <a:avLst/>
              </a:prstGeom>
              <a:solidFill>
                <a:srgbClr val="6C6C6C"/>
              </a:solidFill>
              <a:ln>
                <a:noFill/>
              </a:ln>
              <a:effectLst/>
            </p:spPr>
            <p:txBody>
              <a:bodyPr rtlCol="0" anchor="ctr"/>
              <a:lstStyle/>
              <a:p>
                <a:pPr algn="ctr"/>
              </a:p>
            </p:txBody>
          </p:sp>
          <p:sp>
            <p:nvSpPr>
              <p:cNvPr id="2987" name="Noise cell"/>
              <p:cNvSpPr/>
              <p:nvPr/>
            </p:nvSpPr>
            <p:spPr>
              <a:xfrm>
                <a:off x="10637467" y="8083296"/>
                <a:ext cx="18770" cy="18928"/>
              </a:xfrm>
              <a:prstGeom prst="rect">
                <a:avLst/>
              </a:prstGeom>
              <a:solidFill>
                <a:srgbClr val="808080"/>
              </a:solidFill>
              <a:ln>
                <a:noFill/>
              </a:ln>
              <a:effectLst/>
            </p:spPr>
            <p:txBody>
              <a:bodyPr rtlCol="0" anchor="ctr"/>
              <a:lstStyle/>
              <a:p>
                <a:pPr algn="ctr"/>
              </a:p>
            </p:txBody>
          </p:sp>
          <p:sp>
            <p:nvSpPr>
              <p:cNvPr id="2988" name="Noise cell"/>
              <p:cNvSpPr/>
              <p:nvPr/>
            </p:nvSpPr>
            <p:spPr>
              <a:xfrm>
                <a:off x="10655598" y="8083296"/>
                <a:ext cx="18770" cy="18928"/>
              </a:xfrm>
              <a:prstGeom prst="rect">
                <a:avLst/>
              </a:prstGeom>
              <a:solidFill>
                <a:srgbClr val="727272"/>
              </a:solidFill>
              <a:ln>
                <a:noFill/>
              </a:ln>
              <a:effectLst/>
            </p:spPr>
            <p:txBody>
              <a:bodyPr rtlCol="0" anchor="ctr"/>
              <a:lstStyle/>
              <a:p>
                <a:pPr algn="ctr"/>
              </a:p>
            </p:txBody>
          </p:sp>
          <p:sp>
            <p:nvSpPr>
              <p:cNvPr id="2989" name="Noise cell"/>
              <p:cNvSpPr/>
              <p:nvPr/>
            </p:nvSpPr>
            <p:spPr>
              <a:xfrm>
                <a:off x="10673728" y="8083296"/>
                <a:ext cx="18770" cy="18928"/>
              </a:xfrm>
              <a:prstGeom prst="rect">
                <a:avLst/>
              </a:prstGeom>
              <a:solidFill>
                <a:srgbClr val="7F7F7F"/>
              </a:solidFill>
              <a:ln>
                <a:noFill/>
              </a:ln>
              <a:effectLst/>
            </p:spPr>
            <p:txBody>
              <a:bodyPr rtlCol="0" anchor="ctr"/>
              <a:lstStyle/>
              <a:p>
                <a:pPr algn="ctr"/>
              </a:p>
            </p:txBody>
          </p:sp>
          <p:sp>
            <p:nvSpPr>
              <p:cNvPr id="2990" name="Noise cell"/>
              <p:cNvSpPr/>
              <p:nvPr/>
            </p:nvSpPr>
            <p:spPr>
              <a:xfrm>
                <a:off x="10691858" y="8083296"/>
                <a:ext cx="18770" cy="18928"/>
              </a:xfrm>
              <a:prstGeom prst="rect">
                <a:avLst/>
              </a:prstGeom>
              <a:solidFill>
                <a:srgbClr val="7C7C7C"/>
              </a:solidFill>
              <a:ln>
                <a:noFill/>
              </a:ln>
              <a:effectLst/>
            </p:spPr>
            <p:txBody>
              <a:bodyPr rtlCol="0" anchor="ctr"/>
              <a:lstStyle/>
              <a:p>
                <a:pPr algn="ctr"/>
              </a:p>
            </p:txBody>
          </p:sp>
          <p:sp>
            <p:nvSpPr>
              <p:cNvPr id="2991" name="Noise cell"/>
              <p:cNvSpPr/>
              <p:nvPr/>
            </p:nvSpPr>
            <p:spPr>
              <a:xfrm>
                <a:off x="10709989" y="8083296"/>
                <a:ext cx="18770" cy="18928"/>
              </a:xfrm>
              <a:prstGeom prst="rect">
                <a:avLst/>
              </a:prstGeom>
              <a:solidFill>
                <a:srgbClr val="7C7C7C"/>
              </a:solidFill>
              <a:ln>
                <a:noFill/>
              </a:ln>
              <a:effectLst/>
            </p:spPr>
            <p:txBody>
              <a:bodyPr rtlCol="0" anchor="ctr"/>
              <a:lstStyle/>
              <a:p>
                <a:pPr algn="ctr"/>
              </a:p>
            </p:txBody>
          </p:sp>
          <p:sp>
            <p:nvSpPr>
              <p:cNvPr id="2992" name="Noise cell"/>
              <p:cNvSpPr/>
              <p:nvPr/>
            </p:nvSpPr>
            <p:spPr>
              <a:xfrm>
                <a:off x="10728119" y="8083296"/>
                <a:ext cx="18770" cy="18928"/>
              </a:xfrm>
              <a:prstGeom prst="rect">
                <a:avLst/>
              </a:prstGeom>
              <a:solidFill>
                <a:srgbClr val="878787"/>
              </a:solidFill>
              <a:ln>
                <a:noFill/>
              </a:ln>
              <a:effectLst/>
            </p:spPr>
            <p:txBody>
              <a:bodyPr rtlCol="0" anchor="ctr"/>
              <a:lstStyle/>
              <a:p>
                <a:pPr algn="ctr"/>
              </a:p>
            </p:txBody>
          </p:sp>
          <p:sp>
            <p:nvSpPr>
              <p:cNvPr id="2993" name="Noise cell"/>
              <p:cNvSpPr/>
              <p:nvPr/>
            </p:nvSpPr>
            <p:spPr>
              <a:xfrm>
                <a:off x="10746250" y="8083296"/>
                <a:ext cx="18770" cy="18928"/>
              </a:xfrm>
              <a:prstGeom prst="rect">
                <a:avLst/>
              </a:prstGeom>
              <a:solidFill>
                <a:srgbClr val="7B7B7B"/>
              </a:solidFill>
              <a:ln>
                <a:noFill/>
              </a:ln>
              <a:effectLst/>
            </p:spPr>
            <p:txBody>
              <a:bodyPr rtlCol="0" anchor="ctr"/>
              <a:lstStyle/>
              <a:p>
                <a:pPr algn="ctr"/>
              </a:p>
            </p:txBody>
          </p:sp>
          <p:sp>
            <p:nvSpPr>
              <p:cNvPr id="2994" name="Noise cell"/>
              <p:cNvSpPr/>
              <p:nvPr/>
            </p:nvSpPr>
            <p:spPr>
              <a:xfrm>
                <a:off x="10764380" y="8083296"/>
                <a:ext cx="18770" cy="18928"/>
              </a:xfrm>
              <a:prstGeom prst="rect">
                <a:avLst/>
              </a:prstGeom>
              <a:solidFill>
                <a:srgbClr val="888888"/>
              </a:solidFill>
              <a:ln>
                <a:noFill/>
              </a:ln>
              <a:effectLst/>
            </p:spPr>
            <p:txBody>
              <a:bodyPr rtlCol="0" anchor="ctr"/>
              <a:lstStyle/>
              <a:p>
                <a:pPr algn="ctr"/>
              </a:p>
            </p:txBody>
          </p:sp>
          <p:sp>
            <p:nvSpPr>
              <p:cNvPr id="2995" name="Noise cell"/>
              <p:cNvSpPr/>
              <p:nvPr/>
            </p:nvSpPr>
            <p:spPr>
              <a:xfrm>
                <a:off x="10782510" y="8083296"/>
                <a:ext cx="18770" cy="18928"/>
              </a:xfrm>
              <a:prstGeom prst="rect">
                <a:avLst/>
              </a:prstGeom>
              <a:solidFill>
                <a:srgbClr val="A8A8A8"/>
              </a:solidFill>
              <a:ln>
                <a:noFill/>
              </a:ln>
              <a:effectLst/>
            </p:spPr>
            <p:txBody>
              <a:bodyPr rtlCol="0" anchor="ctr"/>
              <a:lstStyle/>
              <a:p>
                <a:pPr algn="ctr"/>
              </a:p>
            </p:txBody>
          </p:sp>
          <p:sp>
            <p:nvSpPr>
              <p:cNvPr id="2996" name="Noise cell"/>
              <p:cNvSpPr/>
              <p:nvPr/>
            </p:nvSpPr>
            <p:spPr>
              <a:xfrm>
                <a:off x="10800641" y="8083296"/>
                <a:ext cx="18770" cy="18928"/>
              </a:xfrm>
              <a:prstGeom prst="rect">
                <a:avLst/>
              </a:prstGeom>
              <a:solidFill>
                <a:srgbClr val="999999"/>
              </a:solidFill>
              <a:ln>
                <a:noFill/>
              </a:ln>
              <a:effectLst/>
            </p:spPr>
            <p:txBody>
              <a:bodyPr rtlCol="0" anchor="ctr"/>
              <a:lstStyle/>
              <a:p>
                <a:pPr algn="ctr"/>
              </a:p>
            </p:txBody>
          </p:sp>
          <p:sp>
            <p:nvSpPr>
              <p:cNvPr id="2997" name="Noise cell"/>
              <p:cNvSpPr/>
              <p:nvPr/>
            </p:nvSpPr>
            <p:spPr>
              <a:xfrm>
                <a:off x="10818771" y="8083296"/>
                <a:ext cx="18770" cy="18928"/>
              </a:xfrm>
              <a:prstGeom prst="rect">
                <a:avLst/>
              </a:prstGeom>
              <a:solidFill>
                <a:srgbClr val="969696"/>
              </a:solidFill>
              <a:ln>
                <a:noFill/>
              </a:ln>
              <a:effectLst/>
            </p:spPr>
            <p:txBody>
              <a:bodyPr rtlCol="0" anchor="ctr"/>
              <a:lstStyle/>
              <a:p>
                <a:pPr algn="ctr"/>
              </a:p>
            </p:txBody>
          </p:sp>
          <p:sp>
            <p:nvSpPr>
              <p:cNvPr id="2998" name="Noise cell"/>
              <p:cNvSpPr/>
              <p:nvPr/>
            </p:nvSpPr>
            <p:spPr>
              <a:xfrm>
                <a:off x="10836901" y="8083296"/>
                <a:ext cx="18770" cy="18928"/>
              </a:xfrm>
              <a:prstGeom prst="rect">
                <a:avLst/>
              </a:prstGeom>
              <a:solidFill>
                <a:srgbClr val="A5A5A5"/>
              </a:solidFill>
              <a:ln>
                <a:noFill/>
              </a:ln>
              <a:effectLst/>
            </p:spPr>
            <p:txBody>
              <a:bodyPr rtlCol="0" anchor="ctr"/>
              <a:lstStyle/>
              <a:p>
                <a:pPr algn="ctr"/>
              </a:p>
            </p:txBody>
          </p:sp>
          <p:sp>
            <p:nvSpPr>
              <p:cNvPr id="2999" name="Noise cell"/>
              <p:cNvSpPr/>
              <p:nvPr/>
            </p:nvSpPr>
            <p:spPr>
              <a:xfrm>
                <a:off x="10855032" y="8083296"/>
                <a:ext cx="18770" cy="18928"/>
              </a:xfrm>
              <a:prstGeom prst="rect">
                <a:avLst/>
              </a:prstGeom>
              <a:solidFill>
                <a:srgbClr val="848484"/>
              </a:solidFill>
              <a:ln>
                <a:noFill/>
              </a:ln>
              <a:effectLst/>
            </p:spPr>
            <p:txBody>
              <a:bodyPr rtlCol="0" anchor="ctr"/>
              <a:lstStyle/>
              <a:p>
                <a:pPr algn="ctr"/>
              </a:p>
            </p:txBody>
          </p:sp>
          <p:sp>
            <p:nvSpPr>
              <p:cNvPr id="3000" name="Noise cell"/>
              <p:cNvSpPr/>
              <p:nvPr/>
            </p:nvSpPr>
            <p:spPr>
              <a:xfrm>
                <a:off x="10873162" y="8083296"/>
                <a:ext cx="18770" cy="18928"/>
              </a:xfrm>
              <a:prstGeom prst="rect">
                <a:avLst/>
              </a:prstGeom>
              <a:solidFill>
                <a:srgbClr val="727272"/>
              </a:solidFill>
              <a:ln>
                <a:noFill/>
              </a:ln>
              <a:effectLst/>
            </p:spPr>
            <p:txBody>
              <a:bodyPr rtlCol="0" anchor="ctr"/>
              <a:lstStyle/>
              <a:p>
                <a:pPr algn="ctr"/>
              </a:p>
            </p:txBody>
          </p:sp>
          <p:sp>
            <p:nvSpPr>
              <p:cNvPr id="3001" name="Noise cell"/>
              <p:cNvSpPr/>
              <p:nvPr/>
            </p:nvSpPr>
            <p:spPr>
              <a:xfrm>
                <a:off x="10891292" y="8083296"/>
                <a:ext cx="18770" cy="18928"/>
              </a:xfrm>
              <a:prstGeom prst="rect">
                <a:avLst/>
              </a:prstGeom>
              <a:solidFill>
                <a:srgbClr val="737373"/>
              </a:solidFill>
              <a:ln>
                <a:noFill/>
              </a:ln>
              <a:effectLst/>
            </p:spPr>
            <p:txBody>
              <a:bodyPr rtlCol="0" anchor="ctr"/>
              <a:lstStyle/>
              <a:p>
                <a:pPr algn="ctr"/>
              </a:p>
            </p:txBody>
          </p:sp>
          <p:sp>
            <p:nvSpPr>
              <p:cNvPr id="3002" name="Noise cell"/>
              <p:cNvSpPr/>
              <p:nvPr/>
            </p:nvSpPr>
            <p:spPr>
              <a:xfrm>
                <a:off x="10909423" y="8083296"/>
                <a:ext cx="18770" cy="18928"/>
              </a:xfrm>
              <a:prstGeom prst="rect">
                <a:avLst/>
              </a:prstGeom>
              <a:solidFill>
                <a:srgbClr val="A1A1A1"/>
              </a:solidFill>
              <a:ln>
                <a:noFill/>
              </a:ln>
              <a:effectLst/>
            </p:spPr>
            <p:txBody>
              <a:bodyPr rtlCol="0" anchor="ctr"/>
              <a:lstStyle/>
              <a:p>
                <a:pPr algn="ctr"/>
              </a:p>
            </p:txBody>
          </p:sp>
          <p:sp>
            <p:nvSpPr>
              <p:cNvPr id="3003" name="Noise cell"/>
              <p:cNvSpPr/>
              <p:nvPr/>
            </p:nvSpPr>
            <p:spPr>
              <a:xfrm>
                <a:off x="10927553" y="8083296"/>
                <a:ext cx="18770" cy="18928"/>
              </a:xfrm>
              <a:prstGeom prst="rect">
                <a:avLst/>
              </a:prstGeom>
              <a:solidFill>
                <a:srgbClr val="8B8B8B"/>
              </a:solidFill>
              <a:ln>
                <a:noFill/>
              </a:ln>
              <a:effectLst/>
            </p:spPr>
            <p:txBody>
              <a:bodyPr rtlCol="0" anchor="ctr"/>
              <a:lstStyle/>
              <a:p>
                <a:pPr algn="ctr"/>
              </a:p>
            </p:txBody>
          </p:sp>
          <p:sp>
            <p:nvSpPr>
              <p:cNvPr id="3004" name="Noise cell"/>
              <p:cNvSpPr/>
              <p:nvPr/>
            </p:nvSpPr>
            <p:spPr>
              <a:xfrm>
                <a:off x="10945683" y="8083296"/>
                <a:ext cx="18770" cy="18928"/>
              </a:xfrm>
              <a:prstGeom prst="rect">
                <a:avLst/>
              </a:prstGeom>
              <a:solidFill>
                <a:srgbClr val="909090"/>
              </a:solidFill>
              <a:ln>
                <a:noFill/>
              </a:ln>
              <a:effectLst/>
            </p:spPr>
            <p:txBody>
              <a:bodyPr rtlCol="0" anchor="ctr"/>
              <a:lstStyle/>
              <a:p>
                <a:pPr algn="ctr"/>
              </a:p>
            </p:txBody>
          </p:sp>
          <p:sp>
            <p:nvSpPr>
              <p:cNvPr id="3005" name="Noise cell"/>
              <p:cNvSpPr/>
              <p:nvPr/>
            </p:nvSpPr>
            <p:spPr>
              <a:xfrm>
                <a:off x="10963814" y="8083296"/>
                <a:ext cx="18770" cy="18928"/>
              </a:xfrm>
              <a:prstGeom prst="rect">
                <a:avLst/>
              </a:prstGeom>
              <a:solidFill>
                <a:srgbClr val="8F8F8F"/>
              </a:solidFill>
              <a:ln>
                <a:noFill/>
              </a:ln>
              <a:effectLst/>
            </p:spPr>
            <p:txBody>
              <a:bodyPr rtlCol="0" anchor="ctr"/>
              <a:lstStyle/>
              <a:p>
                <a:pPr algn="ctr"/>
              </a:p>
            </p:txBody>
          </p:sp>
          <p:sp>
            <p:nvSpPr>
              <p:cNvPr id="3006" name="Noise cell"/>
              <p:cNvSpPr/>
              <p:nvPr/>
            </p:nvSpPr>
            <p:spPr>
              <a:xfrm>
                <a:off x="9930384" y="8101584"/>
                <a:ext cx="18770" cy="18928"/>
              </a:xfrm>
              <a:prstGeom prst="rect">
                <a:avLst/>
              </a:prstGeom>
              <a:solidFill>
                <a:srgbClr val="838383"/>
              </a:solidFill>
              <a:ln>
                <a:noFill/>
              </a:ln>
              <a:effectLst/>
            </p:spPr>
            <p:txBody>
              <a:bodyPr rtlCol="0" anchor="ctr"/>
              <a:lstStyle/>
              <a:p>
                <a:pPr algn="ctr"/>
              </a:p>
            </p:txBody>
          </p:sp>
          <p:sp>
            <p:nvSpPr>
              <p:cNvPr id="3007" name="Noise cell"/>
              <p:cNvSpPr/>
              <p:nvPr/>
            </p:nvSpPr>
            <p:spPr>
              <a:xfrm>
                <a:off x="9948514" y="8101584"/>
                <a:ext cx="18770" cy="18928"/>
              </a:xfrm>
              <a:prstGeom prst="rect">
                <a:avLst/>
              </a:prstGeom>
              <a:solidFill>
                <a:srgbClr val="767676"/>
              </a:solidFill>
              <a:ln>
                <a:noFill/>
              </a:ln>
              <a:effectLst/>
            </p:spPr>
            <p:txBody>
              <a:bodyPr rtlCol="0" anchor="ctr"/>
              <a:lstStyle/>
              <a:p>
                <a:pPr algn="ctr"/>
              </a:p>
            </p:txBody>
          </p:sp>
          <p:sp>
            <p:nvSpPr>
              <p:cNvPr id="3008" name="Noise cell"/>
              <p:cNvSpPr/>
              <p:nvPr/>
            </p:nvSpPr>
            <p:spPr>
              <a:xfrm>
                <a:off x="9966645" y="8101584"/>
                <a:ext cx="18770" cy="18928"/>
              </a:xfrm>
              <a:prstGeom prst="rect">
                <a:avLst/>
              </a:prstGeom>
              <a:solidFill>
                <a:srgbClr val="858585"/>
              </a:solidFill>
              <a:ln>
                <a:noFill/>
              </a:ln>
              <a:effectLst/>
            </p:spPr>
            <p:txBody>
              <a:bodyPr rtlCol="0" anchor="ctr"/>
              <a:lstStyle/>
              <a:p>
                <a:pPr algn="ctr"/>
              </a:p>
            </p:txBody>
          </p:sp>
          <p:sp>
            <p:nvSpPr>
              <p:cNvPr id="3009" name="Noise cell"/>
              <p:cNvSpPr/>
              <p:nvPr/>
            </p:nvSpPr>
            <p:spPr>
              <a:xfrm>
                <a:off x="9984775" y="8101584"/>
                <a:ext cx="18770" cy="18928"/>
              </a:xfrm>
              <a:prstGeom prst="rect">
                <a:avLst/>
              </a:prstGeom>
              <a:solidFill>
                <a:srgbClr val="7B7B7B"/>
              </a:solidFill>
              <a:ln>
                <a:noFill/>
              </a:ln>
              <a:effectLst/>
            </p:spPr>
            <p:txBody>
              <a:bodyPr rtlCol="0" anchor="ctr"/>
              <a:lstStyle/>
              <a:p>
                <a:pPr algn="ctr"/>
              </a:p>
            </p:txBody>
          </p:sp>
          <p:sp>
            <p:nvSpPr>
              <p:cNvPr id="3010" name="Noise cell"/>
              <p:cNvSpPr/>
              <p:nvPr/>
            </p:nvSpPr>
            <p:spPr>
              <a:xfrm>
                <a:off x="10002905" y="8101584"/>
                <a:ext cx="18770" cy="18928"/>
              </a:xfrm>
              <a:prstGeom prst="rect">
                <a:avLst/>
              </a:prstGeom>
              <a:solidFill>
                <a:srgbClr val="8B8B8B"/>
              </a:solidFill>
              <a:ln>
                <a:noFill/>
              </a:ln>
              <a:effectLst/>
            </p:spPr>
            <p:txBody>
              <a:bodyPr rtlCol="0" anchor="ctr"/>
              <a:lstStyle/>
              <a:p>
                <a:pPr algn="ctr"/>
              </a:p>
            </p:txBody>
          </p:sp>
          <p:sp>
            <p:nvSpPr>
              <p:cNvPr id="3011" name="Noise cell"/>
              <p:cNvSpPr/>
              <p:nvPr/>
            </p:nvSpPr>
            <p:spPr>
              <a:xfrm>
                <a:off x="10021036" y="8101584"/>
                <a:ext cx="18770" cy="18928"/>
              </a:xfrm>
              <a:prstGeom prst="rect">
                <a:avLst/>
              </a:prstGeom>
              <a:solidFill>
                <a:srgbClr val="797979"/>
              </a:solidFill>
              <a:ln>
                <a:noFill/>
              </a:ln>
              <a:effectLst/>
            </p:spPr>
            <p:txBody>
              <a:bodyPr rtlCol="0" anchor="ctr"/>
              <a:lstStyle/>
              <a:p>
                <a:pPr algn="ctr"/>
              </a:p>
            </p:txBody>
          </p:sp>
          <p:sp>
            <p:nvSpPr>
              <p:cNvPr id="3012" name="Noise cell"/>
              <p:cNvSpPr/>
              <p:nvPr/>
            </p:nvSpPr>
            <p:spPr>
              <a:xfrm>
                <a:off x="10039166" y="8101584"/>
                <a:ext cx="18770" cy="18928"/>
              </a:xfrm>
              <a:prstGeom prst="rect">
                <a:avLst/>
              </a:prstGeom>
              <a:solidFill>
                <a:srgbClr val="6C6C6C"/>
              </a:solidFill>
              <a:ln>
                <a:noFill/>
              </a:ln>
              <a:effectLst/>
            </p:spPr>
            <p:txBody>
              <a:bodyPr rtlCol="0" anchor="ctr"/>
              <a:lstStyle/>
              <a:p>
                <a:pPr algn="ctr"/>
              </a:p>
            </p:txBody>
          </p:sp>
          <p:sp>
            <p:nvSpPr>
              <p:cNvPr id="3013" name="Noise cell"/>
              <p:cNvSpPr/>
              <p:nvPr/>
            </p:nvSpPr>
            <p:spPr>
              <a:xfrm>
                <a:off x="10057296" y="8101584"/>
                <a:ext cx="18770" cy="18928"/>
              </a:xfrm>
              <a:prstGeom prst="rect">
                <a:avLst/>
              </a:prstGeom>
              <a:solidFill>
                <a:srgbClr val="9D9D9D"/>
              </a:solidFill>
              <a:ln>
                <a:noFill/>
              </a:ln>
              <a:effectLst/>
            </p:spPr>
            <p:txBody>
              <a:bodyPr rtlCol="0" anchor="ctr"/>
              <a:lstStyle/>
              <a:p>
                <a:pPr algn="ctr"/>
              </a:p>
            </p:txBody>
          </p:sp>
          <p:sp>
            <p:nvSpPr>
              <p:cNvPr id="3014" name="Noise cell"/>
              <p:cNvSpPr/>
              <p:nvPr/>
            </p:nvSpPr>
            <p:spPr>
              <a:xfrm>
                <a:off x="10075427" y="8101584"/>
                <a:ext cx="18770" cy="18928"/>
              </a:xfrm>
              <a:prstGeom prst="rect">
                <a:avLst/>
              </a:prstGeom>
              <a:solidFill>
                <a:srgbClr val="828282"/>
              </a:solidFill>
              <a:ln>
                <a:noFill/>
              </a:ln>
              <a:effectLst/>
            </p:spPr>
            <p:txBody>
              <a:bodyPr rtlCol="0" anchor="ctr"/>
              <a:lstStyle/>
              <a:p>
                <a:pPr algn="ctr"/>
              </a:p>
            </p:txBody>
          </p:sp>
          <p:sp>
            <p:nvSpPr>
              <p:cNvPr id="3015" name="Noise cell"/>
              <p:cNvSpPr/>
              <p:nvPr/>
            </p:nvSpPr>
            <p:spPr>
              <a:xfrm>
                <a:off x="10093557" y="8101584"/>
                <a:ext cx="18770" cy="18928"/>
              </a:xfrm>
              <a:prstGeom prst="rect">
                <a:avLst/>
              </a:prstGeom>
              <a:solidFill>
                <a:srgbClr val="787878"/>
              </a:solidFill>
              <a:ln>
                <a:noFill/>
              </a:ln>
              <a:effectLst/>
            </p:spPr>
            <p:txBody>
              <a:bodyPr rtlCol="0" anchor="ctr"/>
              <a:lstStyle/>
              <a:p>
                <a:pPr algn="ctr"/>
              </a:p>
            </p:txBody>
          </p:sp>
          <p:sp>
            <p:nvSpPr>
              <p:cNvPr id="3016" name="Noise cell"/>
              <p:cNvSpPr/>
              <p:nvPr/>
            </p:nvSpPr>
            <p:spPr>
              <a:xfrm>
                <a:off x="10111687" y="8101584"/>
                <a:ext cx="18770" cy="18928"/>
              </a:xfrm>
              <a:prstGeom prst="rect">
                <a:avLst/>
              </a:prstGeom>
              <a:solidFill>
                <a:srgbClr val="858585"/>
              </a:solidFill>
              <a:ln>
                <a:noFill/>
              </a:ln>
              <a:effectLst/>
            </p:spPr>
            <p:txBody>
              <a:bodyPr rtlCol="0" anchor="ctr"/>
              <a:lstStyle/>
              <a:p>
                <a:pPr algn="ctr"/>
              </a:p>
            </p:txBody>
          </p:sp>
          <p:sp>
            <p:nvSpPr>
              <p:cNvPr id="3017" name="Noise cell"/>
              <p:cNvSpPr/>
              <p:nvPr/>
            </p:nvSpPr>
            <p:spPr>
              <a:xfrm>
                <a:off x="10129818" y="8101584"/>
                <a:ext cx="18770" cy="18928"/>
              </a:xfrm>
              <a:prstGeom prst="rect">
                <a:avLst/>
              </a:prstGeom>
              <a:solidFill>
                <a:srgbClr val="8E8E8E"/>
              </a:solidFill>
              <a:ln>
                <a:noFill/>
              </a:ln>
              <a:effectLst/>
            </p:spPr>
            <p:txBody>
              <a:bodyPr rtlCol="0" anchor="ctr"/>
              <a:lstStyle/>
              <a:p>
                <a:pPr algn="ctr"/>
              </a:p>
            </p:txBody>
          </p:sp>
          <p:sp>
            <p:nvSpPr>
              <p:cNvPr id="3018" name="Noise cell"/>
              <p:cNvSpPr/>
              <p:nvPr/>
            </p:nvSpPr>
            <p:spPr>
              <a:xfrm>
                <a:off x="10147948" y="8101584"/>
                <a:ext cx="18770" cy="18928"/>
              </a:xfrm>
              <a:prstGeom prst="rect">
                <a:avLst/>
              </a:prstGeom>
              <a:solidFill>
                <a:srgbClr val="7D7D7D"/>
              </a:solidFill>
              <a:ln>
                <a:noFill/>
              </a:ln>
              <a:effectLst/>
            </p:spPr>
            <p:txBody>
              <a:bodyPr rtlCol="0" anchor="ctr"/>
              <a:lstStyle/>
              <a:p>
                <a:pPr algn="ctr"/>
              </a:p>
            </p:txBody>
          </p:sp>
          <p:sp>
            <p:nvSpPr>
              <p:cNvPr id="3019" name="Noise cell"/>
              <p:cNvSpPr/>
              <p:nvPr/>
            </p:nvSpPr>
            <p:spPr>
              <a:xfrm>
                <a:off x="10166078" y="8101584"/>
                <a:ext cx="18770" cy="18928"/>
              </a:xfrm>
              <a:prstGeom prst="rect">
                <a:avLst/>
              </a:prstGeom>
              <a:solidFill>
                <a:srgbClr val="7F7F7F"/>
              </a:solidFill>
              <a:ln>
                <a:noFill/>
              </a:ln>
              <a:effectLst/>
            </p:spPr>
            <p:txBody>
              <a:bodyPr rtlCol="0" anchor="ctr"/>
              <a:lstStyle/>
              <a:p>
                <a:pPr algn="ctr"/>
              </a:p>
            </p:txBody>
          </p:sp>
          <p:sp>
            <p:nvSpPr>
              <p:cNvPr id="3020" name="Noise cell"/>
              <p:cNvSpPr/>
              <p:nvPr/>
            </p:nvSpPr>
            <p:spPr>
              <a:xfrm>
                <a:off x="10184209" y="8101584"/>
                <a:ext cx="18770" cy="18928"/>
              </a:xfrm>
              <a:prstGeom prst="rect">
                <a:avLst/>
              </a:prstGeom>
              <a:solidFill>
                <a:srgbClr val="8E8E8E"/>
              </a:solidFill>
              <a:ln>
                <a:noFill/>
              </a:ln>
              <a:effectLst/>
            </p:spPr>
            <p:txBody>
              <a:bodyPr rtlCol="0" anchor="ctr"/>
              <a:lstStyle/>
              <a:p>
                <a:pPr algn="ctr"/>
              </a:p>
            </p:txBody>
          </p:sp>
          <p:sp>
            <p:nvSpPr>
              <p:cNvPr id="3021" name="Noise cell"/>
              <p:cNvSpPr/>
              <p:nvPr/>
            </p:nvSpPr>
            <p:spPr>
              <a:xfrm>
                <a:off x="10202339" y="8101584"/>
                <a:ext cx="18770" cy="18928"/>
              </a:xfrm>
              <a:prstGeom prst="rect">
                <a:avLst/>
              </a:prstGeom>
              <a:solidFill>
                <a:srgbClr val="969696"/>
              </a:solidFill>
              <a:ln>
                <a:noFill/>
              </a:ln>
              <a:effectLst/>
            </p:spPr>
            <p:txBody>
              <a:bodyPr rtlCol="0" anchor="ctr"/>
              <a:lstStyle/>
              <a:p>
                <a:pPr algn="ctr"/>
              </a:p>
            </p:txBody>
          </p:sp>
          <p:sp>
            <p:nvSpPr>
              <p:cNvPr id="3022" name="Noise cell"/>
              <p:cNvSpPr/>
              <p:nvPr/>
            </p:nvSpPr>
            <p:spPr>
              <a:xfrm>
                <a:off x="10220470" y="8101584"/>
                <a:ext cx="18770" cy="18928"/>
              </a:xfrm>
              <a:prstGeom prst="rect">
                <a:avLst/>
              </a:prstGeom>
              <a:solidFill>
                <a:srgbClr val="7C7C7C"/>
              </a:solidFill>
              <a:ln>
                <a:noFill/>
              </a:ln>
              <a:effectLst/>
            </p:spPr>
            <p:txBody>
              <a:bodyPr rtlCol="0" anchor="ctr"/>
              <a:lstStyle/>
              <a:p>
                <a:pPr algn="ctr"/>
              </a:p>
            </p:txBody>
          </p:sp>
          <p:sp>
            <p:nvSpPr>
              <p:cNvPr id="3023" name="Noise cell"/>
              <p:cNvSpPr/>
              <p:nvPr/>
            </p:nvSpPr>
            <p:spPr>
              <a:xfrm>
                <a:off x="10238600" y="8101584"/>
                <a:ext cx="18770" cy="18928"/>
              </a:xfrm>
              <a:prstGeom prst="rect">
                <a:avLst/>
              </a:prstGeom>
              <a:solidFill>
                <a:srgbClr val="7D7D7D"/>
              </a:solidFill>
              <a:ln>
                <a:noFill/>
              </a:ln>
              <a:effectLst/>
            </p:spPr>
            <p:txBody>
              <a:bodyPr rtlCol="0" anchor="ctr"/>
              <a:lstStyle/>
              <a:p>
                <a:pPr algn="ctr"/>
              </a:p>
            </p:txBody>
          </p:sp>
          <p:sp>
            <p:nvSpPr>
              <p:cNvPr id="3024" name="Noise cell"/>
              <p:cNvSpPr/>
              <p:nvPr/>
            </p:nvSpPr>
            <p:spPr>
              <a:xfrm>
                <a:off x="10256730" y="8101584"/>
                <a:ext cx="18770" cy="18928"/>
              </a:xfrm>
              <a:prstGeom prst="rect">
                <a:avLst/>
              </a:prstGeom>
              <a:solidFill>
                <a:srgbClr val="8A8A8A"/>
              </a:solidFill>
              <a:ln>
                <a:noFill/>
              </a:ln>
              <a:effectLst/>
            </p:spPr>
            <p:txBody>
              <a:bodyPr rtlCol="0" anchor="ctr"/>
              <a:lstStyle/>
              <a:p>
                <a:pPr algn="ctr"/>
              </a:p>
            </p:txBody>
          </p:sp>
          <p:sp>
            <p:nvSpPr>
              <p:cNvPr id="3025" name="Noise cell"/>
              <p:cNvSpPr/>
              <p:nvPr/>
            </p:nvSpPr>
            <p:spPr>
              <a:xfrm>
                <a:off x="10274861" y="8101584"/>
                <a:ext cx="18770" cy="18928"/>
              </a:xfrm>
              <a:prstGeom prst="rect">
                <a:avLst/>
              </a:prstGeom>
              <a:solidFill>
                <a:srgbClr val="858585"/>
              </a:solidFill>
              <a:ln>
                <a:noFill/>
              </a:ln>
              <a:effectLst/>
            </p:spPr>
            <p:txBody>
              <a:bodyPr rtlCol="0" anchor="ctr"/>
              <a:lstStyle/>
              <a:p>
                <a:pPr algn="ctr"/>
              </a:p>
            </p:txBody>
          </p:sp>
          <p:sp>
            <p:nvSpPr>
              <p:cNvPr id="3026" name="Noise cell"/>
              <p:cNvSpPr/>
              <p:nvPr/>
            </p:nvSpPr>
            <p:spPr>
              <a:xfrm>
                <a:off x="10292991" y="8101584"/>
                <a:ext cx="18770" cy="18928"/>
              </a:xfrm>
              <a:prstGeom prst="rect">
                <a:avLst/>
              </a:prstGeom>
              <a:solidFill>
                <a:srgbClr val="767676"/>
              </a:solidFill>
              <a:ln>
                <a:noFill/>
              </a:ln>
              <a:effectLst/>
            </p:spPr>
            <p:txBody>
              <a:bodyPr rtlCol="0" anchor="ctr"/>
              <a:lstStyle/>
              <a:p>
                <a:pPr algn="ctr"/>
              </a:p>
            </p:txBody>
          </p:sp>
          <p:sp>
            <p:nvSpPr>
              <p:cNvPr id="3027" name="Noise cell"/>
              <p:cNvSpPr/>
              <p:nvPr/>
            </p:nvSpPr>
            <p:spPr>
              <a:xfrm>
                <a:off x="10311121" y="8101584"/>
                <a:ext cx="18770" cy="18928"/>
              </a:xfrm>
              <a:prstGeom prst="rect">
                <a:avLst/>
              </a:prstGeom>
              <a:solidFill>
                <a:srgbClr val="A0A0A0"/>
              </a:solidFill>
              <a:ln>
                <a:noFill/>
              </a:ln>
              <a:effectLst/>
            </p:spPr>
            <p:txBody>
              <a:bodyPr rtlCol="0" anchor="ctr"/>
              <a:lstStyle/>
              <a:p>
                <a:pPr algn="ctr"/>
              </a:p>
            </p:txBody>
          </p:sp>
          <p:sp>
            <p:nvSpPr>
              <p:cNvPr id="3028" name="Noise cell"/>
              <p:cNvSpPr/>
              <p:nvPr/>
            </p:nvSpPr>
            <p:spPr>
              <a:xfrm>
                <a:off x="10329252" y="8101584"/>
                <a:ext cx="18770" cy="18928"/>
              </a:xfrm>
              <a:prstGeom prst="rect">
                <a:avLst/>
              </a:prstGeom>
              <a:solidFill>
                <a:srgbClr val="717171"/>
              </a:solidFill>
              <a:ln>
                <a:noFill/>
              </a:ln>
              <a:effectLst/>
            </p:spPr>
            <p:txBody>
              <a:bodyPr rtlCol="0" anchor="ctr"/>
              <a:lstStyle/>
              <a:p>
                <a:pPr algn="ctr"/>
              </a:p>
            </p:txBody>
          </p:sp>
          <p:sp>
            <p:nvSpPr>
              <p:cNvPr id="3029" name="Noise cell"/>
              <p:cNvSpPr/>
              <p:nvPr/>
            </p:nvSpPr>
            <p:spPr>
              <a:xfrm>
                <a:off x="10347382" y="8101584"/>
                <a:ext cx="18770" cy="18928"/>
              </a:xfrm>
              <a:prstGeom prst="rect">
                <a:avLst/>
              </a:prstGeom>
              <a:solidFill>
                <a:srgbClr val="9C9C9C"/>
              </a:solidFill>
              <a:ln>
                <a:noFill/>
              </a:ln>
              <a:effectLst/>
            </p:spPr>
            <p:txBody>
              <a:bodyPr rtlCol="0" anchor="ctr"/>
              <a:lstStyle/>
              <a:p>
                <a:pPr algn="ctr"/>
              </a:p>
            </p:txBody>
          </p:sp>
          <p:sp>
            <p:nvSpPr>
              <p:cNvPr id="3030" name="Noise cell"/>
              <p:cNvSpPr/>
              <p:nvPr/>
            </p:nvSpPr>
            <p:spPr>
              <a:xfrm>
                <a:off x="10365512" y="8101584"/>
                <a:ext cx="18770" cy="18928"/>
              </a:xfrm>
              <a:prstGeom prst="rect">
                <a:avLst/>
              </a:prstGeom>
              <a:solidFill>
                <a:srgbClr val="898989"/>
              </a:solidFill>
              <a:ln>
                <a:noFill/>
              </a:ln>
              <a:effectLst/>
            </p:spPr>
            <p:txBody>
              <a:bodyPr rtlCol="0" anchor="ctr"/>
              <a:lstStyle/>
              <a:p>
                <a:pPr algn="ctr"/>
              </a:p>
            </p:txBody>
          </p:sp>
          <p:sp>
            <p:nvSpPr>
              <p:cNvPr id="3031" name="Noise cell"/>
              <p:cNvSpPr/>
              <p:nvPr/>
            </p:nvSpPr>
            <p:spPr>
              <a:xfrm>
                <a:off x="10383643" y="8101584"/>
                <a:ext cx="18770" cy="18928"/>
              </a:xfrm>
              <a:prstGeom prst="rect">
                <a:avLst/>
              </a:prstGeom>
              <a:solidFill>
                <a:srgbClr val="7D7D7D"/>
              </a:solidFill>
              <a:ln>
                <a:noFill/>
              </a:ln>
              <a:effectLst/>
            </p:spPr>
            <p:txBody>
              <a:bodyPr rtlCol="0" anchor="ctr"/>
              <a:lstStyle/>
              <a:p>
                <a:pPr algn="ctr"/>
              </a:p>
            </p:txBody>
          </p:sp>
          <p:sp>
            <p:nvSpPr>
              <p:cNvPr id="3032" name="Noise cell"/>
              <p:cNvSpPr/>
              <p:nvPr/>
            </p:nvSpPr>
            <p:spPr>
              <a:xfrm>
                <a:off x="10401773" y="8101584"/>
                <a:ext cx="18770" cy="18928"/>
              </a:xfrm>
              <a:prstGeom prst="rect">
                <a:avLst/>
              </a:prstGeom>
              <a:solidFill>
                <a:srgbClr val="818181"/>
              </a:solidFill>
              <a:ln>
                <a:noFill/>
              </a:ln>
              <a:effectLst/>
            </p:spPr>
            <p:txBody>
              <a:bodyPr rtlCol="0" anchor="ctr"/>
              <a:lstStyle/>
              <a:p>
                <a:pPr algn="ctr"/>
              </a:p>
            </p:txBody>
          </p:sp>
          <p:sp>
            <p:nvSpPr>
              <p:cNvPr id="3033" name="Noise cell"/>
              <p:cNvSpPr/>
              <p:nvPr/>
            </p:nvSpPr>
            <p:spPr>
              <a:xfrm>
                <a:off x="10419903" y="8101584"/>
                <a:ext cx="18770" cy="18928"/>
              </a:xfrm>
              <a:prstGeom prst="rect">
                <a:avLst/>
              </a:prstGeom>
              <a:solidFill>
                <a:srgbClr val="939393"/>
              </a:solidFill>
              <a:ln>
                <a:noFill/>
              </a:ln>
              <a:effectLst/>
            </p:spPr>
            <p:txBody>
              <a:bodyPr rtlCol="0" anchor="ctr"/>
              <a:lstStyle/>
              <a:p>
                <a:pPr algn="ctr"/>
              </a:p>
            </p:txBody>
          </p:sp>
          <p:sp>
            <p:nvSpPr>
              <p:cNvPr id="3034" name="Noise cell"/>
              <p:cNvSpPr/>
              <p:nvPr/>
            </p:nvSpPr>
            <p:spPr>
              <a:xfrm>
                <a:off x="10438034" y="8101584"/>
                <a:ext cx="18770" cy="18928"/>
              </a:xfrm>
              <a:prstGeom prst="rect">
                <a:avLst/>
              </a:prstGeom>
              <a:solidFill>
                <a:srgbClr val="7F7F7F"/>
              </a:solidFill>
              <a:ln>
                <a:noFill/>
              </a:ln>
              <a:effectLst/>
            </p:spPr>
            <p:txBody>
              <a:bodyPr rtlCol="0" anchor="ctr"/>
              <a:lstStyle/>
              <a:p>
                <a:pPr algn="ctr"/>
              </a:p>
            </p:txBody>
          </p:sp>
          <p:sp>
            <p:nvSpPr>
              <p:cNvPr id="3035" name="Noise cell"/>
              <p:cNvSpPr/>
              <p:nvPr/>
            </p:nvSpPr>
            <p:spPr>
              <a:xfrm>
                <a:off x="10456164" y="8101584"/>
                <a:ext cx="18770" cy="18928"/>
              </a:xfrm>
              <a:prstGeom prst="rect">
                <a:avLst/>
              </a:prstGeom>
              <a:solidFill>
                <a:srgbClr val="7C7C7C"/>
              </a:solidFill>
              <a:ln>
                <a:noFill/>
              </a:ln>
              <a:effectLst/>
            </p:spPr>
            <p:txBody>
              <a:bodyPr rtlCol="0" anchor="ctr"/>
              <a:lstStyle/>
              <a:p>
                <a:pPr algn="ctr"/>
              </a:p>
            </p:txBody>
          </p:sp>
          <p:sp>
            <p:nvSpPr>
              <p:cNvPr id="3036" name="Noise cell"/>
              <p:cNvSpPr/>
              <p:nvPr/>
            </p:nvSpPr>
            <p:spPr>
              <a:xfrm>
                <a:off x="10474294" y="8101584"/>
                <a:ext cx="18770" cy="18928"/>
              </a:xfrm>
              <a:prstGeom prst="rect">
                <a:avLst/>
              </a:prstGeom>
              <a:solidFill>
                <a:srgbClr val="6F6F6F"/>
              </a:solidFill>
              <a:ln>
                <a:noFill/>
              </a:ln>
              <a:effectLst/>
            </p:spPr>
            <p:txBody>
              <a:bodyPr rtlCol="0" anchor="ctr"/>
              <a:lstStyle/>
              <a:p>
                <a:pPr algn="ctr"/>
              </a:p>
            </p:txBody>
          </p:sp>
          <p:sp>
            <p:nvSpPr>
              <p:cNvPr id="3037" name="Noise cell"/>
              <p:cNvSpPr/>
              <p:nvPr/>
            </p:nvSpPr>
            <p:spPr>
              <a:xfrm>
                <a:off x="10492425" y="8101584"/>
                <a:ext cx="18770" cy="18928"/>
              </a:xfrm>
              <a:prstGeom prst="rect">
                <a:avLst/>
              </a:prstGeom>
              <a:solidFill>
                <a:srgbClr val="777777"/>
              </a:solidFill>
              <a:ln>
                <a:noFill/>
              </a:ln>
              <a:effectLst/>
            </p:spPr>
            <p:txBody>
              <a:bodyPr rtlCol="0" anchor="ctr"/>
              <a:lstStyle/>
              <a:p>
                <a:pPr algn="ctr"/>
              </a:p>
            </p:txBody>
          </p:sp>
          <p:sp>
            <p:nvSpPr>
              <p:cNvPr id="3038" name="Noise cell"/>
              <p:cNvSpPr/>
              <p:nvPr/>
            </p:nvSpPr>
            <p:spPr>
              <a:xfrm>
                <a:off x="10510555" y="8101584"/>
                <a:ext cx="18770" cy="18928"/>
              </a:xfrm>
              <a:prstGeom prst="rect">
                <a:avLst/>
              </a:prstGeom>
              <a:solidFill>
                <a:srgbClr val="959595"/>
              </a:solidFill>
              <a:ln>
                <a:noFill/>
              </a:ln>
              <a:effectLst/>
            </p:spPr>
            <p:txBody>
              <a:bodyPr rtlCol="0" anchor="ctr"/>
              <a:lstStyle/>
              <a:p>
                <a:pPr algn="ctr"/>
              </a:p>
            </p:txBody>
          </p:sp>
          <p:sp>
            <p:nvSpPr>
              <p:cNvPr id="3039" name="Noise cell"/>
              <p:cNvSpPr/>
              <p:nvPr/>
            </p:nvSpPr>
            <p:spPr>
              <a:xfrm>
                <a:off x="10528685" y="8101584"/>
                <a:ext cx="18770" cy="18928"/>
              </a:xfrm>
              <a:prstGeom prst="rect">
                <a:avLst/>
              </a:prstGeom>
              <a:solidFill>
                <a:srgbClr val="7A7A7A"/>
              </a:solidFill>
              <a:ln>
                <a:noFill/>
              </a:ln>
              <a:effectLst/>
            </p:spPr>
            <p:txBody>
              <a:bodyPr rtlCol="0" anchor="ctr"/>
              <a:lstStyle/>
              <a:p>
                <a:pPr algn="ctr"/>
              </a:p>
            </p:txBody>
          </p:sp>
          <p:sp>
            <p:nvSpPr>
              <p:cNvPr id="3040" name="Noise cell"/>
              <p:cNvSpPr/>
              <p:nvPr/>
            </p:nvSpPr>
            <p:spPr>
              <a:xfrm>
                <a:off x="10546816" y="8101584"/>
                <a:ext cx="18770" cy="18928"/>
              </a:xfrm>
              <a:prstGeom prst="rect">
                <a:avLst/>
              </a:prstGeom>
              <a:solidFill>
                <a:srgbClr val="8A8A8A"/>
              </a:solidFill>
              <a:ln>
                <a:noFill/>
              </a:ln>
              <a:effectLst/>
            </p:spPr>
            <p:txBody>
              <a:bodyPr rtlCol="0" anchor="ctr"/>
              <a:lstStyle/>
              <a:p>
                <a:pPr algn="ctr"/>
              </a:p>
            </p:txBody>
          </p:sp>
          <p:sp>
            <p:nvSpPr>
              <p:cNvPr id="3041" name="Noise cell"/>
              <p:cNvSpPr/>
              <p:nvPr/>
            </p:nvSpPr>
            <p:spPr>
              <a:xfrm>
                <a:off x="10564946" y="8101584"/>
                <a:ext cx="18770" cy="18928"/>
              </a:xfrm>
              <a:prstGeom prst="rect">
                <a:avLst/>
              </a:prstGeom>
              <a:solidFill>
                <a:srgbClr val="7D7D7D"/>
              </a:solidFill>
              <a:ln>
                <a:noFill/>
              </a:ln>
              <a:effectLst/>
            </p:spPr>
            <p:txBody>
              <a:bodyPr rtlCol="0" anchor="ctr"/>
              <a:lstStyle/>
              <a:p>
                <a:pPr algn="ctr"/>
              </a:p>
            </p:txBody>
          </p:sp>
          <p:sp>
            <p:nvSpPr>
              <p:cNvPr id="3042" name="Noise cell"/>
              <p:cNvSpPr/>
              <p:nvPr/>
            </p:nvSpPr>
            <p:spPr>
              <a:xfrm>
                <a:off x="10583076" y="8101584"/>
                <a:ext cx="18770" cy="18928"/>
              </a:xfrm>
              <a:prstGeom prst="rect">
                <a:avLst/>
              </a:prstGeom>
              <a:solidFill>
                <a:srgbClr val="898989"/>
              </a:solidFill>
              <a:ln>
                <a:noFill/>
              </a:ln>
              <a:effectLst/>
            </p:spPr>
            <p:txBody>
              <a:bodyPr rtlCol="0" anchor="ctr"/>
              <a:lstStyle/>
              <a:p>
                <a:pPr algn="ctr"/>
              </a:p>
            </p:txBody>
          </p:sp>
          <p:sp>
            <p:nvSpPr>
              <p:cNvPr id="3043" name="Noise cell"/>
              <p:cNvSpPr/>
              <p:nvPr/>
            </p:nvSpPr>
            <p:spPr>
              <a:xfrm>
                <a:off x="10601207" y="8101584"/>
                <a:ext cx="18770" cy="18928"/>
              </a:xfrm>
              <a:prstGeom prst="rect">
                <a:avLst/>
              </a:prstGeom>
              <a:solidFill>
                <a:srgbClr val="7E7E7E"/>
              </a:solidFill>
              <a:ln>
                <a:noFill/>
              </a:ln>
              <a:effectLst/>
            </p:spPr>
            <p:txBody>
              <a:bodyPr rtlCol="0" anchor="ctr"/>
              <a:lstStyle/>
              <a:p>
                <a:pPr algn="ctr"/>
              </a:p>
            </p:txBody>
          </p:sp>
          <p:sp>
            <p:nvSpPr>
              <p:cNvPr id="3044" name="Noise cell"/>
              <p:cNvSpPr/>
              <p:nvPr/>
            </p:nvSpPr>
            <p:spPr>
              <a:xfrm>
                <a:off x="10619337" y="8101584"/>
                <a:ext cx="18770" cy="18928"/>
              </a:xfrm>
              <a:prstGeom prst="rect">
                <a:avLst/>
              </a:prstGeom>
              <a:solidFill>
                <a:srgbClr val="7D7D7D"/>
              </a:solidFill>
              <a:ln>
                <a:noFill/>
              </a:ln>
              <a:effectLst/>
            </p:spPr>
            <p:txBody>
              <a:bodyPr rtlCol="0" anchor="ctr"/>
              <a:lstStyle/>
              <a:p>
                <a:pPr algn="ctr"/>
              </a:p>
            </p:txBody>
          </p:sp>
          <p:sp>
            <p:nvSpPr>
              <p:cNvPr id="3045" name="Noise cell"/>
              <p:cNvSpPr/>
              <p:nvPr/>
            </p:nvSpPr>
            <p:spPr>
              <a:xfrm>
                <a:off x="10637467" y="8101584"/>
                <a:ext cx="18770" cy="18928"/>
              </a:xfrm>
              <a:prstGeom prst="rect">
                <a:avLst/>
              </a:prstGeom>
              <a:solidFill>
                <a:srgbClr val="727272"/>
              </a:solidFill>
              <a:ln>
                <a:noFill/>
              </a:ln>
              <a:effectLst/>
            </p:spPr>
            <p:txBody>
              <a:bodyPr rtlCol="0" anchor="ctr"/>
              <a:lstStyle/>
              <a:p>
                <a:pPr algn="ctr"/>
              </a:p>
            </p:txBody>
          </p:sp>
          <p:sp>
            <p:nvSpPr>
              <p:cNvPr id="3046" name="Noise cell"/>
              <p:cNvSpPr/>
              <p:nvPr/>
            </p:nvSpPr>
            <p:spPr>
              <a:xfrm>
                <a:off x="10655598" y="8101584"/>
                <a:ext cx="18770" cy="18928"/>
              </a:xfrm>
              <a:prstGeom prst="rect">
                <a:avLst/>
              </a:prstGeom>
              <a:solidFill>
                <a:srgbClr val="868686"/>
              </a:solidFill>
              <a:ln>
                <a:noFill/>
              </a:ln>
              <a:effectLst/>
            </p:spPr>
            <p:txBody>
              <a:bodyPr rtlCol="0" anchor="ctr"/>
              <a:lstStyle/>
              <a:p>
                <a:pPr algn="ctr"/>
              </a:p>
            </p:txBody>
          </p:sp>
          <p:sp>
            <p:nvSpPr>
              <p:cNvPr id="3047" name="Noise cell"/>
              <p:cNvSpPr/>
              <p:nvPr/>
            </p:nvSpPr>
            <p:spPr>
              <a:xfrm>
                <a:off x="10673728" y="8101584"/>
                <a:ext cx="18770" cy="18928"/>
              </a:xfrm>
              <a:prstGeom prst="rect">
                <a:avLst/>
              </a:prstGeom>
              <a:solidFill>
                <a:srgbClr val="8F8F8F"/>
              </a:solidFill>
              <a:ln>
                <a:noFill/>
              </a:ln>
              <a:effectLst/>
            </p:spPr>
            <p:txBody>
              <a:bodyPr rtlCol="0" anchor="ctr"/>
              <a:lstStyle/>
              <a:p>
                <a:pPr algn="ctr"/>
              </a:p>
            </p:txBody>
          </p:sp>
          <p:sp>
            <p:nvSpPr>
              <p:cNvPr id="3048" name="Noise cell"/>
              <p:cNvSpPr/>
              <p:nvPr/>
            </p:nvSpPr>
            <p:spPr>
              <a:xfrm>
                <a:off x="10691858" y="8101584"/>
                <a:ext cx="18770" cy="18928"/>
              </a:xfrm>
              <a:prstGeom prst="rect">
                <a:avLst/>
              </a:prstGeom>
              <a:solidFill>
                <a:srgbClr val="8B8B8B"/>
              </a:solidFill>
              <a:ln>
                <a:noFill/>
              </a:ln>
              <a:effectLst/>
            </p:spPr>
            <p:txBody>
              <a:bodyPr rtlCol="0" anchor="ctr"/>
              <a:lstStyle/>
              <a:p>
                <a:pPr algn="ctr"/>
              </a:p>
            </p:txBody>
          </p:sp>
          <p:sp>
            <p:nvSpPr>
              <p:cNvPr id="3049" name="Noise cell"/>
              <p:cNvSpPr/>
              <p:nvPr/>
            </p:nvSpPr>
            <p:spPr>
              <a:xfrm>
                <a:off x="10709989" y="8101584"/>
                <a:ext cx="18770" cy="18928"/>
              </a:xfrm>
              <a:prstGeom prst="rect">
                <a:avLst/>
              </a:prstGeom>
              <a:solidFill>
                <a:srgbClr val="747474"/>
              </a:solidFill>
              <a:ln>
                <a:noFill/>
              </a:ln>
              <a:effectLst/>
            </p:spPr>
            <p:txBody>
              <a:bodyPr rtlCol="0" anchor="ctr"/>
              <a:lstStyle/>
              <a:p>
                <a:pPr algn="ctr"/>
              </a:p>
            </p:txBody>
          </p:sp>
          <p:sp>
            <p:nvSpPr>
              <p:cNvPr id="3050" name="Noise cell"/>
              <p:cNvSpPr/>
              <p:nvPr/>
            </p:nvSpPr>
            <p:spPr>
              <a:xfrm>
                <a:off x="10728119" y="8101584"/>
                <a:ext cx="18770" cy="18928"/>
              </a:xfrm>
              <a:prstGeom prst="rect">
                <a:avLst/>
              </a:prstGeom>
              <a:solidFill>
                <a:srgbClr val="888888"/>
              </a:solidFill>
              <a:ln>
                <a:noFill/>
              </a:ln>
              <a:effectLst/>
            </p:spPr>
            <p:txBody>
              <a:bodyPr rtlCol="0" anchor="ctr"/>
              <a:lstStyle/>
              <a:p>
                <a:pPr algn="ctr"/>
              </a:p>
            </p:txBody>
          </p:sp>
          <p:sp>
            <p:nvSpPr>
              <p:cNvPr id="3051" name="Noise cell"/>
              <p:cNvSpPr/>
              <p:nvPr/>
            </p:nvSpPr>
            <p:spPr>
              <a:xfrm>
                <a:off x="10746250" y="8101584"/>
                <a:ext cx="18770" cy="18928"/>
              </a:xfrm>
              <a:prstGeom prst="rect">
                <a:avLst/>
              </a:prstGeom>
              <a:solidFill>
                <a:srgbClr val="777777"/>
              </a:solidFill>
              <a:ln>
                <a:noFill/>
              </a:ln>
              <a:effectLst/>
            </p:spPr>
            <p:txBody>
              <a:bodyPr rtlCol="0" anchor="ctr"/>
              <a:lstStyle/>
              <a:p>
                <a:pPr algn="ctr"/>
              </a:p>
            </p:txBody>
          </p:sp>
          <p:sp>
            <p:nvSpPr>
              <p:cNvPr id="3052" name="Noise cell"/>
              <p:cNvSpPr/>
              <p:nvPr/>
            </p:nvSpPr>
            <p:spPr>
              <a:xfrm>
                <a:off x="10764380" y="8101584"/>
                <a:ext cx="18770" cy="18928"/>
              </a:xfrm>
              <a:prstGeom prst="rect">
                <a:avLst/>
              </a:prstGeom>
              <a:solidFill>
                <a:srgbClr val="7F7F7F"/>
              </a:solidFill>
              <a:ln>
                <a:noFill/>
              </a:ln>
              <a:effectLst/>
            </p:spPr>
            <p:txBody>
              <a:bodyPr rtlCol="0" anchor="ctr"/>
              <a:lstStyle/>
              <a:p>
                <a:pPr algn="ctr"/>
              </a:p>
            </p:txBody>
          </p:sp>
          <p:sp>
            <p:nvSpPr>
              <p:cNvPr id="3053" name="Noise cell"/>
              <p:cNvSpPr/>
              <p:nvPr/>
            </p:nvSpPr>
            <p:spPr>
              <a:xfrm>
                <a:off x="10782510" y="8101584"/>
                <a:ext cx="18770" cy="18928"/>
              </a:xfrm>
              <a:prstGeom prst="rect">
                <a:avLst/>
              </a:prstGeom>
              <a:solidFill>
                <a:srgbClr val="8A8A8A"/>
              </a:solidFill>
              <a:ln>
                <a:noFill/>
              </a:ln>
              <a:effectLst/>
            </p:spPr>
            <p:txBody>
              <a:bodyPr rtlCol="0" anchor="ctr"/>
              <a:lstStyle/>
              <a:p>
                <a:pPr algn="ctr"/>
              </a:p>
            </p:txBody>
          </p:sp>
          <p:sp>
            <p:nvSpPr>
              <p:cNvPr id="3054" name="Noise cell"/>
              <p:cNvSpPr/>
              <p:nvPr/>
            </p:nvSpPr>
            <p:spPr>
              <a:xfrm>
                <a:off x="10800641" y="8101584"/>
                <a:ext cx="18770" cy="18928"/>
              </a:xfrm>
              <a:prstGeom prst="rect">
                <a:avLst/>
              </a:prstGeom>
              <a:solidFill>
                <a:srgbClr val="767676"/>
              </a:solidFill>
              <a:ln>
                <a:noFill/>
              </a:ln>
              <a:effectLst/>
            </p:spPr>
            <p:txBody>
              <a:bodyPr rtlCol="0" anchor="ctr"/>
              <a:lstStyle/>
              <a:p>
                <a:pPr algn="ctr"/>
              </a:p>
            </p:txBody>
          </p:sp>
          <p:sp>
            <p:nvSpPr>
              <p:cNvPr id="3055" name="Noise cell"/>
              <p:cNvSpPr/>
              <p:nvPr/>
            </p:nvSpPr>
            <p:spPr>
              <a:xfrm>
                <a:off x="10818771" y="8101584"/>
                <a:ext cx="18770" cy="18928"/>
              </a:xfrm>
              <a:prstGeom prst="rect">
                <a:avLst/>
              </a:prstGeom>
              <a:solidFill>
                <a:srgbClr val="8B8B8B"/>
              </a:solidFill>
              <a:ln>
                <a:noFill/>
              </a:ln>
              <a:effectLst/>
            </p:spPr>
            <p:txBody>
              <a:bodyPr rtlCol="0" anchor="ctr"/>
              <a:lstStyle/>
              <a:p>
                <a:pPr algn="ctr"/>
              </a:p>
            </p:txBody>
          </p:sp>
          <p:sp>
            <p:nvSpPr>
              <p:cNvPr id="3056" name="Noise cell"/>
              <p:cNvSpPr/>
              <p:nvPr/>
            </p:nvSpPr>
            <p:spPr>
              <a:xfrm>
                <a:off x="10836901" y="8101584"/>
                <a:ext cx="18770" cy="18928"/>
              </a:xfrm>
              <a:prstGeom prst="rect">
                <a:avLst/>
              </a:prstGeom>
              <a:solidFill>
                <a:srgbClr val="787878"/>
              </a:solidFill>
              <a:ln>
                <a:noFill/>
              </a:ln>
              <a:effectLst/>
            </p:spPr>
            <p:txBody>
              <a:bodyPr rtlCol="0" anchor="ctr"/>
              <a:lstStyle/>
              <a:p>
                <a:pPr algn="ctr"/>
              </a:p>
            </p:txBody>
          </p:sp>
          <p:sp>
            <p:nvSpPr>
              <p:cNvPr id="3057" name="Noise cell"/>
              <p:cNvSpPr/>
              <p:nvPr/>
            </p:nvSpPr>
            <p:spPr>
              <a:xfrm>
                <a:off x="10855032" y="8101584"/>
                <a:ext cx="18770" cy="18928"/>
              </a:xfrm>
              <a:prstGeom prst="rect">
                <a:avLst/>
              </a:prstGeom>
              <a:solidFill>
                <a:srgbClr val="8D8D8D"/>
              </a:solidFill>
              <a:ln>
                <a:noFill/>
              </a:ln>
              <a:effectLst/>
            </p:spPr>
            <p:txBody>
              <a:bodyPr rtlCol="0" anchor="ctr"/>
              <a:lstStyle/>
              <a:p>
                <a:pPr algn="ctr"/>
              </a:p>
            </p:txBody>
          </p:sp>
          <p:sp>
            <p:nvSpPr>
              <p:cNvPr id="3058" name="Noise cell"/>
              <p:cNvSpPr/>
              <p:nvPr/>
            </p:nvSpPr>
            <p:spPr>
              <a:xfrm>
                <a:off x="10873162" y="8101584"/>
                <a:ext cx="18770" cy="18928"/>
              </a:xfrm>
              <a:prstGeom prst="rect">
                <a:avLst/>
              </a:prstGeom>
              <a:solidFill>
                <a:srgbClr val="848484"/>
              </a:solidFill>
              <a:ln>
                <a:noFill/>
              </a:ln>
              <a:effectLst/>
            </p:spPr>
            <p:txBody>
              <a:bodyPr rtlCol="0" anchor="ctr"/>
              <a:lstStyle/>
              <a:p>
                <a:pPr algn="ctr"/>
              </a:p>
            </p:txBody>
          </p:sp>
          <p:sp>
            <p:nvSpPr>
              <p:cNvPr id="3059" name="Noise cell"/>
              <p:cNvSpPr/>
              <p:nvPr/>
            </p:nvSpPr>
            <p:spPr>
              <a:xfrm>
                <a:off x="10891292" y="8101584"/>
                <a:ext cx="18770" cy="18928"/>
              </a:xfrm>
              <a:prstGeom prst="rect">
                <a:avLst/>
              </a:prstGeom>
              <a:solidFill>
                <a:srgbClr val="919191"/>
              </a:solidFill>
              <a:ln>
                <a:noFill/>
              </a:ln>
              <a:effectLst/>
            </p:spPr>
            <p:txBody>
              <a:bodyPr rtlCol="0" anchor="ctr"/>
              <a:lstStyle/>
              <a:p>
                <a:pPr algn="ctr"/>
              </a:p>
            </p:txBody>
          </p:sp>
          <p:sp>
            <p:nvSpPr>
              <p:cNvPr id="3060" name="Noise cell"/>
              <p:cNvSpPr/>
              <p:nvPr/>
            </p:nvSpPr>
            <p:spPr>
              <a:xfrm>
                <a:off x="10909423" y="8101584"/>
                <a:ext cx="18770" cy="18928"/>
              </a:xfrm>
              <a:prstGeom prst="rect">
                <a:avLst/>
              </a:prstGeom>
              <a:solidFill>
                <a:srgbClr val="737373"/>
              </a:solidFill>
              <a:ln>
                <a:noFill/>
              </a:ln>
              <a:effectLst/>
            </p:spPr>
            <p:txBody>
              <a:bodyPr rtlCol="0" anchor="ctr"/>
              <a:lstStyle/>
              <a:p>
                <a:pPr algn="ctr"/>
              </a:p>
            </p:txBody>
          </p:sp>
          <p:sp>
            <p:nvSpPr>
              <p:cNvPr id="3061" name="Noise cell"/>
              <p:cNvSpPr/>
              <p:nvPr/>
            </p:nvSpPr>
            <p:spPr>
              <a:xfrm>
                <a:off x="10927553" y="8101584"/>
                <a:ext cx="18770" cy="18928"/>
              </a:xfrm>
              <a:prstGeom prst="rect">
                <a:avLst/>
              </a:prstGeom>
              <a:solidFill>
                <a:srgbClr val="878787"/>
              </a:solidFill>
              <a:ln>
                <a:noFill/>
              </a:ln>
              <a:effectLst/>
            </p:spPr>
            <p:txBody>
              <a:bodyPr rtlCol="0" anchor="ctr"/>
              <a:lstStyle/>
              <a:p>
                <a:pPr algn="ctr"/>
              </a:p>
            </p:txBody>
          </p:sp>
          <p:sp>
            <p:nvSpPr>
              <p:cNvPr id="3062" name="Noise cell"/>
              <p:cNvSpPr/>
              <p:nvPr/>
            </p:nvSpPr>
            <p:spPr>
              <a:xfrm>
                <a:off x="10945683" y="8101584"/>
                <a:ext cx="18770" cy="18928"/>
              </a:xfrm>
              <a:prstGeom prst="rect">
                <a:avLst/>
              </a:prstGeom>
              <a:solidFill>
                <a:srgbClr val="919191"/>
              </a:solidFill>
              <a:ln>
                <a:noFill/>
              </a:ln>
              <a:effectLst/>
            </p:spPr>
            <p:txBody>
              <a:bodyPr rtlCol="0" anchor="ctr"/>
              <a:lstStyle/>
              <a:p>
                <a:pPr algn="ctr"/>
              </a:p>
            </p:txBody>
          </p:sp>
          <p:sp>
            <p:nvSpPr>
              <p:cNvPr id="3063" name="Noise cell"/>
              <p:cNvSpPr/>
              <p:nvPr/>
            </p:nvSpPr>
            <p:spPr>
              <a:xfrm>
                <a:off x="10963814" y="8101584"/>
                <a:ext cx="18770" cy="18928"/>
              </a:xfrm>
              <a:prstGeom prst="rect">
                <a:avLst/>
              </a:prstGeom>
              <a:solidFill>
                <a:srgbClr val="777777"/>
              </a:solidFill>
              <a:ln>
                <a:noFill/>
              </a:ln>
              <a:effectLst/>
            </p:spPr>
            <p:txBody>
              <a:bodyPr rtlCol="0" anchor="ctr"/>
              <a:lstStyle/>
              <a:p>
                <a:pPr algn="ctr"/>
              </a:p>
            </p:txBody>
          </p:sp>
          <p:sp>
            <p:nvSpPr>
              <p:cNvPr id="3064" name="Noise cell"/>
              <p:cNvSpPr/>
              <p:nvPr/>
            </p:nvSpPr>
            <p:spPr>
              <a:xfrm>
                <a:off x="9930384" y="8119872"/>
                <a:ext cx="18770" cy="18928"/>
              </a:xfrm>
              <a:prstGeom prst="rect">
                <a:avLst/>
              </a:prstGeom>
              <a:solidFill>
                <a:srgbClr val="808080"/>
              </a:solidFill>
              <a:ln>
                <a:noFill/>
              </a:ln>
              <a:effectLst/>
            </p:spPr>
            <p:txBody>
              <a:bodyPr rtlCol="0" anchor="ctr"/>
              <a:lstStyle/>
              <a:p>
                <a:pPr algn="ctr"/>
              </a:p>
            </p:txBody>
          </p:sp>
          <p:sp>
            <p:nvSpPr>
              <p:cNvPr id="3065" name="Noise cell"/>
              <p:cNvSpPr/>
              <p:nvPr/>
            </p:nvSpPr>
            <p:spPr>
              <a:xfrm>
                <a:off x="9948514" y="8119872"/>
                <a:ext cx="18770" cy="18928"/>
              </a:xfrm>
              <a:prstGeom prst="rect">
                <a:avLst/>
              </a:prstGeom>
              <a:solidFill>
                <a:srgbClr val="7D7D7D"/>
              </a:solidFill>
              <a:ln>
                <a:noFill/>
              </a:ln>
              <a:effectLst/>
            </p:spPr>
            <p:txBody>
              <a:bodyPr rtlCol="0" anchor="ctr"/>
              <a:lstStyle/>
              <a:p>
                <a:pPr algn="ctr"/>
              </a:p>
            </p:txBody>
          </p:sp>
          <p:sp>
            <p:nvSpPr>
              <p:cNvPr id="3066" name="Noise cell"/>
              <p:cNvSpPr/>
              <p:nvPr/>
            </p:nvSpPr>
            <p:spPr>
              <a:xfrm>
                <a:off x="9966645" y="8119872"/>
                <a:ext cx="18770" cy="18928"/>
              </a:xfrm>
              <a:prstGeom prst="rect">
                <a:avLst/>
              </a:prstGeom>
              <a:solidFill>
                <a:srgbClr val="868686"/>
              </a:solidFill>
              <a:ln>
                <a:noFill/>
              </a:ln>
              <a:effectLst/>
            </p:spPr>
            <p:txBody>
              <a:bodyPr rtlCol="0" anchor="ctr"/>
              <a:lstStyle/>
              <a:p>
                <a:pPr algn="ctr"/>
              </a:p>
            </p:txBody>
          </p:sp>
          <p:sp>
            <p:nvSpPr>
              <p:cNvPr id="3067" name="Noise cell"/>
              <p:cNvSpPr/>
              <p:nvPr/>
            </p:nvSpPr>
            <p:spPr>
              <a:xfrm>
                <a:off x="9984775" y="8119872"/>
                <a:ext cx="18770" cy="18928"/>
              </a:xfrm>
              <a:prstGeom prst="rect">
                <a:avLst/>
              </a:prstGeom>
              <a:solidFill>
                <a:srgbClr val="9E9E9E"/>
              </a:solidFill>
              <a:ln>
                <a:noFill/>
              </a:ln>
              <a:effectLst/>
            </p:spPr>
            <p:txBody>
              <a:bodyPr rtlCol="0" anchor="ctr"/>
              <a:lstStyle/>
              <a:p>
                <a:pPr algn="ctr"/>
              </a:p>
            </p:txBody>
          </p:sp>
          <p:sp>
            <p:nvSpPr>
              <p:cNvPr id="3068" name="Noise cell"/>
              <p:cNvSpPr/>
              <p:nvPr/>
            </p:nvSpPr>
            <p:spPr>
              <a:xfrm>
                <a:off x="10002905" y="8119872"/>
                <a:ext cx="18770" cy="18928"/>
              </a:xfrm>
              <a:prstGeom prst="rect">
                <a:avLst/>
              </a:prstGeom>
              <a:solidFill>
                <a:srgbClr val="868686"/>
              </a:solidFill>
              <a:ln>
                <a:noFill/>
              </a:ln>
              <a:effectLst/>
            </p:spPr>
            <p:txBody>
              <a:bodyPr rtlCol="0" anchor="ctr"/>
              <a:lstStyle/>
              <a:p>
                <a:pPr algn="ctr"/>
              </a:p>
            </p:txBody>
          </p:sp>
          <p:sp>
            <p:nvSpPr>
              <p:cNvPr id="3069" name="Noise cell"/>
              <p:cNvSpPr/>
              <p:nvPr/>
            </p:nvSpPr>
            <p:spPr>
              <a:xfrm>
                <a:off x="10021036" y="8119872"/>
                <a:ext cx="18770" cy="18928"/>
              </a:xfrm>
              <a:prstGeom prst="rect">
                <a:avLst/>
              </a:prstGeom>
              <a:solidFill>
                <a:srgbClr val="6F6F6F"/>
              </a:solidFill>
              <a:ln>
                <a:noFill/>
              </a:ln>
              <a:effectLst/>
            </p:spPr>
            <p:txBody>
              <a:bodyPr rtlCol="0" anchor="ctr"/>
              <a:lstStyle/>
              <a:p>
                <a:pPr algn="ctr"/>
              </a:p>
            </p:txBody>
          </p:sp>
          <p:sp>
            <p:nvSpPr>
              <p:cNvPr id="3070" name="Noise cell"/>
              <p:cNvSpPr/>
              <p:nvPr/>
            </p:nvSpPr>
            <p:spPr>
              <a:xfrm>
                <a:off x="10039166" y="8119872"/>
                <a:ext cx="18770" cy="18928"/>
              </a:xfrm>
              <a:prstGeom prst="rect">
                <a:avLst/>
              </a:prstGeom>
              <a:solidFill>
                <a:srgbClr val="858585"/>
              </a:solidFill>
              <a:ln>
                <a:noFill/>
              </a:ln>
              <a:effectLst/>
            </p:spPr>
            <p:txBody>
              <a:bodyPr rtlCol="0" anchor="ctr"/>
              <a:lstStyle/>
              <a:p>
                <a:pPr algn="ctr"/>
              </a:p>
            </p:txBody>
          </p:sp>
          <p:sp>
            <p:nvSpPr>
              <p:cNvPr id="3071" name="Noise cell"/>
              <p:cNvSpPr/>
              <p:nvPr/>
            </p:nvSpPr>
            <p:spPr>
              <a:xfrm>
                <a:off x="10057296" y="8119872"/>
                <a:ext cx="18770" cy="18928"/>
              </a:xfrm>
              <a:prstGeom prst="rect">
                <a:avLst/>
              </a:prstGeom>
              <a:solidFill>
                <a:srgbClr val="9C9C9C"/>
              </a:solidFill>
              <a:ln>
                <a:noFill/>
              </a:ln>
              <a:effectLst/>
            </p:spPr>
            <p:txBody>
              <a:bodyPr rtlCol="0" anchor="ctr"/>
              <a:lstStyle/>
              <a:p>
                <a:pPr algn="ctr"/>
              </a:p>
            </p:txBody>
          </p:sp>
          <p:sp>
            <p:nvSpPr>
              <p:cNvPr id="3072" name="Noise cell"/>
              <p:cNvSpPr/>
              <p:nvPr/>
            </p:nvSpPr>
            <p:spPr>
              <a:xfrm>
                <a:off x="10075427" y="8119872"/>
                <a:ext cx="18770" cy="18928"/>
              </a:xfrm>
              <a:prstGeom prst="rect">
                <a:avLst/>
              </a:prstGeom>
              <a:solidFill>
                <a:srgbClr val="6D6D6D"/>
              </a:solidFill>
              <a:ln>
                <a:noFill/>
              </a:ln>
              <a:effectLst/>
            </p:spPr>
            <p:txBody>
              <a:bodyPr rtlCol="0" anchor="ctr"/>
              <a:lstStyle/>
              <a:p>
                <a:pPr algn="ctr"/>
              </a:p>
            </p:txBody>
          </p:sp>
          <p:sp>
            <p:nvSpPr>
              <p:cNvPr id="3073" name="Noise cell"/>
              <p:cNvSpPr/>
              <p:nvPr/>
            </p:nvSpPr>
            <p:spPr>
              <a:xfrm>
                <a:off x="10093557" y="8119872"/>
                <a:ext cx="18770" cy="18928"/>
              </a:xfrm>
              <a:prstGeom prst="rect">
                <a:avLst/>
              </a:prstGeom>
              <a:solidFill>
                <a:srgbClr val="7D7D7D"/>
              </a:solidFill>
              <a:ln>
                <a:noFill/>
              </a:ln>
              <a:effectLst/>
            </p:spPr>
            <p:txBody>
              <a:bodyPr rtlCol="0" anchor="ctr"/>
              <a:lstStyle/>
              <a:p>
                <a:pPr algn="ctr"/>
              </a:p>
            </p:txBody>
          </p:sp>
          <p:sp>
            <p:nvSpPr>
              <p:cNvPr id="3074" name="Noise cell"/>
              <p:cNvSpPr/>
              <p:nvPr/>
            </p:nvSpPr>
            <p:spPr>
              <a:xfrm>
                <a:off x="10111687" y="8119872"/>
                <a:ext cx="18770" cy="18928"/>
              </a:xfrm>
              <a:prstGeom prst="rect">
                <a:avLst/>
              </a:prstGeom>
              <a:solidFill>
                <a:srgbClr val="8E8E8E"/>
              </a:solidFill>
              <a:ln>
                <a:noFill/>
              </a:ln>
              <a:effectLst/>
            </p:spPr>
            <p:txBody>
              <a:bodyPr rtlCol="0" anchor="ctr"/>
              <a:lstStyle/>
              <a:p>
                <a:pPr algn="ctr"/>
              </a:p>
            </p:txBody>
          </p:sp>
          <p:sp>
            <p:nvSpPr>
              <p:cNvPr id="3075" name="Noise cell"/>
              <p:cNvSpPr/>
              <p:nvPr/>
            </p:nvSpPr>
            <p:spPr>
              <a:xfrm>
                <a:off x="10129818" y="8119872"/>
                <a:ext cx="18770" cy="18928"/>
              </a:xfrm>
              <a:prstGeom prst="rect">
                <a:avLst/>
              </a:prstGeom>
              <a:solidFill>
                <a:srgbClr val="6F6F6F"/>
              </a:solidFill>
              <a:ln>
                <a:noFill/>
              </a:ln>
              <a:effectLst/>
            </p:spPr>
            <p:txBody>
              <a:bodyPr rtlCol="0" anchor="ctr"/>
              <a:lstStyle/>
              <a:p>
                <a:pPr algn="ctr"/>
              </a:p>
            </p:txBody>
          </p:sp>
          <p:sp>
            <p:nvSpPr>
              <p:cNvPr id="3076" name="Noise cell"/>
              <p:cNvSpPr/>
              <p:nvPr/>
            </p:nvSpPr>
            <p:spPr>
              <a:xfrm>
                <a:off x="10147948" y="8119872"/>
                <a:ext cx="18770" cy="18928"/>
              </a:xfrm>
              <a:prstGeom prst="rect">
                <a:avLst/>
              </a:prstGeom>
              <a:solidFill>
                <a:srgbClr val="8A8A8A"/>
              </a:solidFill>
              <a:ln>
                <a:noFill/>
              </a:ln>
              <a:effectLst/>
            </p:spPr>
            <p:txBody>
              <a:bodyPr rtlCol="0" anchor="ctr"/>
              <a:lstStyle/>
              <a:p>
                <a:pPr algn="ctr"/>
              </a:p>
            </p:txBody>
          </p:sp>
          <p:sp>
            <p:nvSpPr>
              <p:cNvPr id="3077" name="Noise cell"/>
              <p:cNvSpPr/>
              <p:nvPr/>
            </p:nvSpPr>
            <p:spPr>
              <a:xfrm>
                <a:off x="10166078" y="8119872"/>
                <a:ext cx="18770" cy="18928"/>
              </a:xfrm>
              <a:prstGeom prst="rect">
                <a:avLst/>
              </a:prstGeom>
              <a:solidFill>
                <a:srgbClr val="7F7F7F"/>
              </a:solidFill>
              <a:ln>
                <a:noFill/>
              </a:ln>
              <a:effectLst/>
            </p:spPr>
            <p:txBody>
              <a:bodyPr rtlCol="0" anchor="ctr"/>
              <a:lstStyle/>
              <a:p>
                <a:pPr algn="ctr"/>
              </a:p>
            </p:txBody>
          </p:sp>
          <p:sp>
            <p:nvSpPr>
              <p:cNvPr id="3078" name="Noise cell"/>
              <p:cNvSpPr/>
              <p:nvPr/>
            </p:nvSpPr>
            <p:spPr>
              <a:xfrm>
                <a:off x="10184209" y="8119872"/>
                <a:ext cx="18770" cy="18928"/>
              </a:xfrm>
              <a:prstGeom prst="rect">
                <a:avLst/>
              </a:prstGeom>
              <a:solidFill>
                <a:srgbClr val="8E8E8E"/>
              </a:solidFill>
              <a:ln>
                <a:noFill/>
              </a:ln>
              <a:effectLst/>
            </p:spPr>
            <p:txBody>
              <a:bodyPr rtlCol="0" anchor="ctr"/>
              <a:lstStyle/>
              <a:p>
                <a:pPr algn="ctr"/>
              </a:p>
            </p:txBody>
          </p:sp>
          <p:sp>
            <p:nvSpPr>
              <p:cNvPr id="3079" name="Noise cell"/>
              <p:cNvSpPr/>
              <p:nvPr/>
            </p:nvSpPr>
            <p:spPr>
              <a:xfrm>
                <a:off x="10202339" y="8119872"/>
                <a:ext cx="18770" cy="18928"/>
              </a:xfrm>
              <a:prstGeom prst="rect">
                <a:avLst/>
              </a:prstGeom>
              <a:solidFill>
                <a:srgbClr val="919191"/>
              </a:solidFill>
              <a:ln>
                <a:noFill/>
              </a:ln>
              <a:effectLst/>
            </p:spPr>
            <p:txBody>
              <a:bodyPr rtlCol="0" anchor="ctr"/>
              <a:lstStyle/>
              <a:p>
                <a:pPr algn="ctr"/>
              </a:p>
            </p:txBody>
          </p:sp>
          <p:sp>
            <p:nvSpPr>
              <p:cNvPr id="3080" name="Noise cell"/>
              <p:cNvSpPr/>
              <p:nvPr/>
            </p:nvSpPr>
            <p:spPr>
              <a:xfrm>
                <a:off x="10220470" y="8119872"/>
                <a:ext cx="18770" cy="18928"/>
              </a:xfrm>
              <a:prstGeom prst="rect">
                <a:avLst/>
              </a:prstGeom>
              <a:solidFill>
                <a:srgbClr val="929292"/>
              </a:solidFill>
              <a:ln>
                <a:noFill/>
              </a:ln>
              <a:effectLst/>
            </p:spPr>
            <p:txBody>
              <a:bodyPr rtlCol="0" anchor="ctr"/>
              <a:lstStyle/>
              <a:p>
                <a:pPr algn="ctr"/>
              </a:p>
            </p:txBody>
          </p:sp>
          <p:sp>
            <p:nvSpPr>
              <p:cNvPr id="3081" name="Noise cell"/>
              <p:cNvSpPr/>
              <p:nvPr/>
            </p:nvSpPr>
            <p:spPr>
              <a:xfrm>
                <a:off x="10238600" y="8119872"/>
                <a:ext cx="18770" cy="18928"/>
              </a:xfrm>
              <a:prstGeom prst="rect">
                <a:avLst/>
              </a:prstGeom>
              <a:solidFill>
                <a:srgbClr val="777777"/>
              </a:solidFill>
              <a:ln>
                <a:noFill/>
              </a:ln>
              <a:effectLst/>
            </p:spPr>
            <p:txBody>
              <a:bodyPr rtlCol="0" anchor="ctr"/>
              <a:lstStyle/>
              <a:p>
                <a:pPr algn="ctr"/>
              </a:p>
            </p:txBody>
          </p:sp>
          <p:sp>
            <p:nvSpPr>
              <p:cNvPr id="3082" name="Noise cell"/>
              <p:cNvSpPr/>
              <p:nvPr/>
            </p:nvSpPr>
            <p:spPr>
              <a:xfrm>
                <a:off x="10256730" y="8119872"/>
                <a:ext cx="18770" cy="18928"/>
              </a:xfrm>
              <a:prstGeom prst="rect">
                <a:avLst/>
              </a:prstGeom>
              <a:solidFill>
                <a:srgbClr val="838383"/>
              </a:solidFill>
              <a:ln>
                <a:noFill/>
              </a:ln>
              <a:effectLst/>
            </p:spPr>
            <p:txBody>
              <a:bodyPr rtlCol="0" anchor="ctr"/>
              <a:lstStyle/>
              <a:p>
                <a:pPr algn="ctr"/>
              </a:p>
            </p:txBody>
          </p:sp>
          <p:sp>
            <p:nvSpPr>
              <p:cNvPr id="3083" name="Noise cell"/>
              <p:cNvSpPr/>
              <p:nvPr/>
            </p:nvSpPr>
            <p:spPr>
              <a:xfrm>
                <a:off x="10274861" y="8119872"/>
                <a:ext cx="18770" cy="18928"/>
              </a:xfrm>
              <a:prstGeom prst="rect">
                <a:avLst/>
              </a:prstGeom>
              <a:solidFill>
                <a:srgbClr val="8E8E8E"/>
              </a:solidFill>
              <a:ln>
                <a:noFill/>
              </a:ln>
              <a:effectLst/>
            </p:spPr>
            <p:txBody>
              <a:bodyPr rtlCol="0" anchor="ctr"/>
              <a:lstStyle/>
              <a:p>
                <a:pPr algn="ctr"/>
              </a:p>
            </p:txBody>
          </p:sp>
          <p:sp>
            <p:nvSpPr>
              <p:cNvPr id="3084" name="Noise cell"/>
              <p:cNvSpPr/>
              <p:nvPr/>
            </p:nvSpPr>
            <p:spPr>
              <a:xfrm>
                <a:off x="10292991" y="8119872"/>
                <a:ext cx="18770" cy="18928"/>
              </a:xfrm>
              <a:prstGeom prst="rect">
                <a:avLst/>
              </a:prstGeom>
              <a:solidFill>
                <a:srgbClr val="7A7A7A"/>
              </a:solidFill>
              <a:ln>
                <a:noFill/>
              </a:ln>
              <a:effectLst/>
            </p:spPr>
            <p:txBody>
              <a:bodyPr rtlCol="0" anchor="ctr"/>
              <a:lstStyle/>
              <a:p>
                <a:pPr algn="ctr"/>
              </a:p>
            </p:txBody>
          </p:sp>
          <p:sp>
            <p:nvSpPr>
              <p:cNvPr id="3085" name="Noise cell"/>
              <p:cNvSpPr/>
              <p:nvPr/>
            </p:nvSpPr>
            <p:spPr>
              <a:xfrm>
                <a:off x="10311121" y="8119872"/>
                <a:ext cx="18770" cy="18928"/>
              </a:xfrm>
              <a:prstGeom prst="rect">
                <a:avLst/>
              </a:prstGeom>
              <a:solidFill>
                <a:srgbClr val="7B7B7B"/>
              </a:solidFill>
              <a:ln>
                <a:noFill/>
              </a:ln>
              <a:effectLst/>
            </p:spPr>
            <p:txBody>
              <a:bodyPr rtlCol="0" anchor="ctr"/>
              <a:lstStyle/>
              <a:p>
                <a:pPr algn="ctr"/>
              </a:p>
            </p:txBody>
          </p:sp>
          <p:sp>
            <p:nvSpPr>
              <p:cNvPr id="3086" name="Noise cell"/>
              <p:cNvSpPr/>
              <p:nvPr/>
            </p:nvSpPr>
            <p:spPr>
              <a:xfrm>
                <a:off x="10329252" y="8119872"/>
                <a:ext cx="18770" cy="18928"/>
              </a:xfrm>
              <a:prstGeom prst="rect">
                <a:avLst/>
              </a:prstGeom>
              <a:solidFill>
                <a:srgbClr val="858585"/>
              </a:solidFill>
              <a:ln>
                <a:noFill/>
              </a:ln>
              <a:effectLst/>
            </p:spPr>
            <p:txBody>
              <a:bodyPr rtlCol="0" anchor="ctr"/>
              <a:lstStyle/>
              <a:p>
                <a:pPr algn="ctr"/>
              </a:p>
            </p:txBody>
          </p:sp>
          <p:sp>
            <p:nvSpPr>
              <p:cNvPr id="3087" name="Noise cell"/>
              <p:cNvSpPr/>
              <p:nvPr/>
            </p:nvSpPr>
            <p:spPr>
              <a:xfrm>
                <a:off x="10347382" y="8119872"/>
                <a:ext cx="18770" cy="18928"/>
              </a:xfrm>
              <a:prstGeom prst="rect">
                <a:avLst/>
              </a:prstGeom>
              <a:solidFill>
                <a:srgbClr val="888888"/>
              </a:solidFill>
              <a:ln>
                <a:noFill/>
              </a:ln>
              <a:effectLst/>
            </p:spPr>
            <p:txBody>
              <a:bodyPr rtlCol="0" anchor="ctr"/>
              <a:lstStyle/>
              <a:p>
                <a:pPr algn="ctr"/>
              </a:p>
            </p:txBody>
          </p:sp>
          <p:sp>
            <p:nvSpPr>
              <p:cNvPr id="3088" name="Noise cell"/>
              <p:cNvSpPr/>
              <p:nvPr/>
            </p:nvSpPr>
            <p:spPr>
              <a:xfrm>
                <a:off x="10365512" y="8119872"/>
                <a:ext cx="18770" cy="18928"/>
              </a:xfrm>
              <a:prstGeom prst="rect">
                <a:avLst/>
              </a:prstGeom>
              <a:solidFill>
                <a:srgbClr val="757575"/>
              </a:solidFill>
              <a:ln>
                <a:noFill/>
              </a:ln>
              <a:effectLst/>
            </p:spPr>
            <p:txBody>
              <a:bodyPr rtlCol="0" anchor="ctr"/>
              <a:lstStyle/>
              <a:p>
                <a:pPr algn="ctr"/>
              </a:p>
            </p:txBody>
          </p:sp>
          <p:sp>
            <p:nvSpPr>
              <p:cNvPr id="3089" name="Noise cell"/>
              <p:cNvSpPr/>
              <p:nvPr/>
            </p:nvSpPr>
            <p:spPr>
              <a:xfrm>
                <a:off x="10383643" y="8119872"/>
                <a:ext cx="18770" cy="18928"/>
              </a:xfrm>
              <a:prstGeom prst="rect">
                <a:avLst/>
              </a:prstGeom>
              <a:solidFill>
                <a:srgbClr val="838383"/>
              </a:solidFill>
              <a:ln>
                <a:noFill/>
              </a:ln>
              <a:effectLst/>
            </p:spPr>
            <p:txBody>
              <a:bodyPr rtlCol="0" anchor="ctr"/>
              <a:lstStyle/>
              <a:p>
                <a:pPr algn="ctr"/>
              </a:p>
            </p:txBody>
          </p:sp>
          <p:sp>
            <p:nvSpPr>
              <p:cNvPr id="3090" name="Noise cell"/>
              <p:cNvSpPr/>
              <p:nvPr/>
            </p:nvSpPr>
            <p:spPr>
              <a:xfrm>
                <a:off x="10401773" y="8119872"/>
                <a:ext cx="18770" cy="18928"/>
              </a:xfrm>
              <a:prstGeom prst="rect">
                <a:avLst/>
              </a:prstGeom>
              <a:solidFill>
                <a:srgbClr val="777777"/>
              </a:solidFill>
              <a:ln>
                <a:noFill/>
              </a:ln>
              <a:effectLst/>
            </p:spPr>
            <p:txBody>
              <a:bodyPr rtlCol="0" anchor="ctr"/>
              <a:lstStyle/>
              <a:p>
                <a:pPr algn="ctr"/>
              </a:p>
            </p:txBody>
          </p:sp>
          <p:sp>
            <p:nvSpPr>
              <p:cNvPr id="3091" name="Noise cell"/>
              <p:cNvSpPr/>
              <p:nvPr/>
            </p:nvSpPr>
            <p:spPr>
              <a:xfrm>
                <a:off x="10419903" y="8119872"/>
                <a:ext cx="18770" cy="18928"/>
              </a:xfrm>
              <a:prstGeom prst="rect">
                <a:avLst/>
              </a:prstGeom>
              <a:solidFill>
                <a:srgbClr val="8E8E8E"/>
              </a:solidFill>
              <a:ln>
                <a:noFill/>
              </a:ln>
              <a:effectLst/>
            </p:spPr>
            <p:txBody>
              <a:bodyPr rtlCol="0" anchor="ctr"/>
              <a:lstStyle/>
              <a:p>
                <a:pPr algn="ctr"/>
              </a:p>
            </p:txBody>
          </p:sp>
          <p:sp>
            <p:nvSpPr>
              <p:cNvPr id="3092" name="Noise cell"/>
              <p:cNvSpPr/>
              <p:nvPr/>
            </p:nvSpPr>
            <p:spPr>
              <a:xfrm>
                <a:off x="10438034" y="8119872"/>
                <a:ext cx="18770" cy="18928"/>
              </a:xfrm>
              <a:prstGeom prst="rect">
                <a:avLst/>
              </a:prstGeom>
              <a:solidFill>
                <a:srgbClr val="878787"/>
              </a:solidFill>
              <a:ln>
                <a:noFill/>
              </a:ln>
              <a:effectLst/>
            </p:spPr>
            <p:txBody>
              <a:bodyPr rtlCol="0" anchor="ctr"/>
              <a:lstStyle/>
              <a:p>
                <a:pPr algn="ctr"/>
              </a:p>
            </p:txBody>
          </p:sp>
          <p:sp>
            <p:nvSpPr>
              <p:cNvPr id="3093" name="Noise cell"/>
              <p:cNvSpPr/>
              <p:nvPr/>
            </p:nvSpPr>
            <p:spPr>
              <a:xfrm>
                <a:off x="10456164" y="8119872"/>
                <a:ext cx="18770" cy="18928"/>
              </a:xfrm>
              <a:prstGeom prst="rect">
                <a:avLst/>
              </a:prstGeom>
              <a:solidFill>
                <a:srgbClr val="969696"/>
              </a:solidFill>
              <a:ln>
                <a:noFill/>
              </a:ln>
              <a:effectLst/>
            </p:spPr>
            <p:txBody>
              <a:bodyPr rtlCol="0" anchor="ctr"/>
              <a:lstStyle/>
              <a:p>
                <a:pPr algn="ctr"/>
              </a:p>
            </p:txBody>
          </p:sp>
          <p:sp>
            <p:nvSpPr>
              <p:cNvPr id="3094" name="Noise cell"/>
              <p:cNvSpPr/>
              <p:nvPr/>
            </p:nvSpPr>
            <p:spPr>
              <a:xfrm>
                <a:off x="10474294" y="8119872"/>
                <a:ext cx="18770" cy="18928"/>
              </a:xfrm>
              <a:prstGeom prst="rect">
                <a:avLst/>
              </a:prstGeom>
              <a:solidFill>
                <a:srgbClr val="7F7F7F"/>
              </a:solidFill>
              <a:ln>
                <a:noFill/>
              </a:ln>
              <a:effectLst/>
            </p:spPr>
            <p:txBody>
              <a:bodyPr rtlCol="0" anchor="ctr"/>
              <a:lstStyle/>
              <a:p>
                <a:pPr algn="ctr"/>
              </a:p>
            </p:txBody>
          </p:sp>
          <p:sp>
            <p:nvSpPr>
              <p:cNvPr id="3095" name="Noise cell"/>
              <p:cNvSpPr/>
              <p:nvPr/>
            </p:nvSpPr>
            <p:spPr>
              <a:xfrm>
                <a:off x="10492425" y="8119872"/>
                <a:ext cx="18770" cy="18928"/>
              </a:xfrm>
              <a:prstGeom prst="rect">
                <a:avLst/>
              </a:prstGeom>
              <a:solidFill>
                <a:srgbClr val="727272"/>
              </a:solidFill>
              <a:ln>
                <a:noFill/>
              </a:ln>
              <a:effectLst/>
            </p:spPr>
            <p:txBody>
              <a:bodyPr rtlCol="0" anchor="ctr"/>
              <a:lstStyle/>
              <a:p>
                <a:pPr algn="ctr"/>
              </a:p>
            </p:txBody>
          </p:sp>
          <p:sp>
            <p:nvSpPr>
              <p:cNvPr id="3096" name="Noise cell"/>
              <p:cNvSpPr/>
              <p:nvPr/>
            </p:nvSpPr>
            <p:spPr>
              <a:xfrm>
                <a:off x="10510555" y="8119872"/>
                <a:ext cx="18770" cy="18928"/>
              </a:xfrm>
              <a:prstGeom prst="rect">
                <a:avLst/>
              </a:prstGeom>
              <a:solidFill>
                <a:srgbClr val="787878"/>
              </a:solidFill>
              <a:ln>
                <a:noFill/>
              </a:ln>
              <a:effectLst/>
            </p:spPr>
            <p:txBody>
              <a:bodyPr rtlCol="0" anchor="ctr"/>
              <a:lstStyle/>
              <a:p>
                <a:pPr algn="ctr"/>
              </a:p>
            </p:txBody>
          </p:sp>
          <p:sp>
            <p:nvSpPr>
              <p:cNvPr id="3097" name="Noise cell"/>
              <p:cNvSpPr/>
              <p:nvPr/>
            </p:nvSpPr>
            <p:spPr>
              <a:xfrm>
                <a:off x="10528685" y="8119872"/>
                <a:ext cx="18770" cy="18928"/>
              </a:xfrm>
              <a:prstGeom prst="rect">
                <a:avLst/>
              </a:prstGeom>
              <a:solidFill>
                <a:srgbClr val="757575"/>
              </a:solidFill>
              <a:ln>
                <a:noFill/>
              </a:ln>
              <a:effectLst/>
            </p:spPr>
            <p:txBody>
              <a:bodyPr rtlCol="0" anchor="ctr"/>
              <a:lstStyle/>
              <a:p>
                <a:pPr algn="ctr"/>
              </a:p>
            </p:txBody>
          </p:sp>
          <p:sp>
            <p:nvSpPr>
              <p:cNvPr id="3098" name="Noise cell"/>
              <p:cNvSpPr/>
              <p:nvPr/>
            </p:nvSpPr>
            <p:spPr>
              <a:xfrm>
                <a:off x="10546816" y="8119872"/>
                <a:ext cx="18770" cy="18928"/>
              </a:xfrm>
              <a:prstGeom prst="rect">
                <a:avLst/>
              </a:prstGeom>
              <a:solidFill>
                <a:srgbClr val="8B8B8B"/>
              </a:solidFill>
              <a:ln>
                <a:noFill/>
              </a:ln>
              <a:effectLst/>
            </p:spPr>
            <p:txBody>
              <a:bodyPr rtlCol="0" anchor="ctr"/>
              <a:lstStyle/>
              <a:p>
                <a:pPr algn="ctr"/>
              </a:p>
            </p:txBody>
          </p:sp>
          <p:sp>
            <p:nvSpPr>
              <p:cNvPr id="3099" name="Noise cell"/>
              <p:cNvSpPr/>
              <p:nvPr/>
            </p:nvSpPr>
            <p:spPr>
              <a:xfrm>
                <a:off x="10564946" y="8119872"/>
                <a:ext cx="18770" cy="18928"/>
              </a:xfrm>
              <a:prstGeom prst="rect">
                <a:avLst/>
              </a:prstGeom>
              <a:solidFill>
                <a:srgbClr val="6E6E6E"/>
              </a:solidFill>
              <a:ln>
                <a:noFill/>
              </a:ln>
              <a:effectLst/>
            </p:spPr>
            <p:txBody>
              <a:bodyPr rtlCol="0" anchor="ctr"/>
              <a:lstStyle/>
              <a:p>
                <a:pPr algn="ctr"/>
              </a:p>
            </p:txBody>
          </p:sp>
          <p:sp>
            <p:nvSpPr>
              <p:cNvPr id="3100" name="Noise cell"/>
              <p:cNvSpPr/>
              <p:nvPr/>
            </p:nvSpPr>
            <p:spPr>
              <a:xfrm>
                <a:off x="10583076" y="8119872"/>
                <a:ext cx="18770" cy="18928"/>
              </a:xfrm>
              <a:prstGeom prst="rect">
                <a:avLst/>
              </a:prstGeom>
              <a:solidFill>
                <a:srgbClr val="838383"/>
              </a:solidFill>
              <a:ln>
                <a:noFill/>
              </a:ln>
              <a:effectLst/>
            </p:spPr>
            <p:txBody>
              <a:bodyPr rtlCol="0" anchor="ctr"/>
              <a:lstStyle/>
              <a:p>
                <a:pPr algn="ctr"/>
              </a:p>
            </p:txBody>
          </p:sp>
          <p:sp>
            <p:nvSpPr>
              <p:cNvPr id="3101" name="Noise cell"/>
              <p:cNvSpPr/>
              <p:nvPr/>
            </p:nvSpPr>
            <p:spPr>
              <a:xfrm>
                <a:off x="10601207" y="8119872"/>
                <a:ext cx="18770" cy="18928"/>
              </a:xfrm>
              <a:prstGeom prst="rect">
                <a:avLst/>
              </a:prstGeom>
              <a:solidFill>
                <a:srgbClr val="7C7C7C"/>
              </a:solidFill>
              <a:ln>
                <a:noFill/>
              </a:ln>
              <a:effectLst/>
            </p:spPr>
            <p:txBody>
              <a:bodyPr rtlCol="0" anchor="ctr"/>
              <a:lstStyle/>
              <a:p>
                <a:pPr algn="ctr"/>
              </a:p>
            </p:txBody>
          </p:sp>
          <p:sp>
            <p:nvSpPr>
              <p:cNvPr id="3102" name="Noise cell"/>
              <p:cNvSpPr/>
              <p:nvPr/>
            </p:nvSpPr>
            <p:spPr>
              <a:xfrm>
                <a:off x="10619337" y="8119872"/>
                <a:ext cx="18770" cy="18928"/>
              </a:xfrm>
              <a:prstGeom prst="rect">
                <a:avLst/>
              </a:prstGeom>
              <a:solidFill>
                <a:srgbClr val="7F7F7F"/>
              </a:solidFill>
              <a:ln>
                <a:noFill/>
              </a:ln>
              <a:effectLst/>
            </p:spPr>
            <p:txBody>
              <a:bodyPr rtlCol="0" anchor="ctr"/>
              <a:lstStyle/>
              <a:p>
                <a:pPr algn="ctr"/>
              </a:p>
            </p:txBody>
          </p:sp>
          <p:sp>
            <p:nvSpPr>
              <p:cNvPr id="3103" name="Noise cell"/>
              <p:cNvSpPr/>
              <p:nvPr/>
            </p:nvSpPr>
            <p:spPr>
              <a:xfrm>
                <a:off x="10637467" y="8119872"/>
                <a:ext cx="18770" cy="18928"/>
              </a:xfrm>
              <a:prstGeom prst="rect">
                <a:avLst/>
              </a:prstGeom>
              <a:solidFill>
                <a:srgbClr val="898989"/>
              </a:solidFill>
              <a:ln>
                <a:noFill/>
              </a:ln>
              <a:effectLst/>
            </p:spPr>
            <p:txBody>
              <a:bodyPr rtlCol="0" anchor="ctr"/>
              <a:lstStyle/>
              <a:p>
                <a:pPr algn="ctr"/>
              </a:p>
            </p:txBody>
          </p:sp>
          <p:sp>
            <p:nvSpPr>
              <p:cNvPr id="3104" name="Noise cell"/>
              <p:cNvSpPr/>
              <p:nvPr/>
            </p:nvSpPr>
            <p:spPr>
              <a:xfrm>
                <a:off x="10655598" y="8119872"/>
                <a:ext cx="18770" cy="18928"/>
              </a:xfrm>
              <a:prstGeom prst="rect">
                <a:avLst/>
              </a:prstGeom>
              <a:solidFill>
                <a:srgbClr val="7D7D7D"/>
              </a:solidFill>
              <a:ln>
                <a:noFill/>
              </a:ln>
              <a:effectLst/>
            </p:spPr>
            <p:txBody>
              <a:bodyPr rtlCol="0" anchor="ctr"/>
              <a:lstStyle/>
              <a:p>
                <a:pPr algn="ctr"/>
              </a:p>
            </p:txBody>
          </p:sp>
          <p:sp>
            <p:nvSpPr>
              <p:cNvPr id="3105" name="Noise cell"/>
              <p:cNvSpPr/>
              <p:nvPr/>
            </p:nvSpPr>
            <p:spPr>
              <a:xfrm>
                <a:off x="10673728" y="8119872"/>
                <a:ext cx="18770" cy="18928"/>
              </a:xfrm>
              <a:prstGeom prst="rect">
                <a:avLst/>
              </a:prstGeom>
              <a:solidFill>
                <a:srgbClr val="8D8D8D"/>
              </a:solidFill>
              <a:ln>
                <a:noFill/>
              </a:ln>
              <a:effectLst/>
            </p:spPr>
            <p:txBody>
              <a:bodyPr rtlCol="0" anchor="ctr"/>
              <a:lstStyle/>
              <a:p>
                <a:pPr algn="ctr"/>
              </a:p>
            </p:txBody>
          </p:sp>
          <p:sp>
            <p:nvSpPr>
              <p:cNvPr id="3106" name="Noise cell"/>
              <p:cNvSpPr/>
              <p:nvPr/>
            </p:nvSpPr>
            <p:spPr>
              <a:xfrm>
                <a:off x="10691858" y="8119872"/>
                <a:ext cx="18770" cy="18928"/>
              </a:xfrm>
              <a:prstGeom prst="rect">
                <a:avLst/>
              </a:prstGeom>
              <a:solidFill>
                <a:srgbClr val="7C7C7C"/>
              </a:solidFill>
              <a:ln>
                <a:noFill/>
              </a:ln>
              <a:effectLst/>
            </p:spPr>
            <p:txBody>
              <a:bodyPr rtlCol="0" anchor="ctr"/>
              <a:lstStyle/>
              <a:p>
                <a:pPr algn="ctr"/>
              </a:p>
            </p:txBody>
          </p:sp>
          <p:sp>
            <p:nvSpPr>
              <p:cNvPr id="3107" name="Noise cell"/>
              <p:cNvSpPr/>
              <p:nvPr/>
            </p:nvSpPr>
            <p:spPr>
              <a:xfrm>
                <a:off x="10709989" y="8119872"/>
                <a:ext cx="18770" cy="18928"/>
              </a:xfrm>
              <a:prstGeom prst="rect">
                <a:avLst/>
              </a:prstGeom>
              <a:solidFill>
                <a:srgbClr val="828282"/>
              </a:solidFill>
              <a:ln>
                <a:noFill/>
              </a:ln>
              <a:effectLst/>
            </p:spPr>
            <p:txBody>
              <a:bodyPr rtlCol="0" anchor="ctr"/>
              <a:lstStyle/>
              <a:p>
                <a:pPr algn="ctr"/>
              </a:p>
            </p:txBody>
          </p:sp>
          <p:sp>
            <p:nvSpPr>
              <p:cNvPr id="3108" name="Noise cell"/>
              <p:cNvSpPr/>
              <p:nvPr/>
            </p:nvSpPr>
            <p:spPr>
              <a:xfrm>
                <a:off x="10728119" y="8119872"/>
                <a:ext cx="18770" cy="18928"/>
              </a:xfrm>
              <a:prstGeom prst="rect">
                <a:avLst/>
              </a:prstGeom>
              <a:solidFill>
                <a:srgbClr val="8B8B8B"/>
              </a:solidFill>
              <a:ln>
                <a:noFill/>
              </a:ln>
              <a:effectLst/>
            </p:spPr>
            <p:txBody>
              <a:bodyPr rtlCol="0" anchor="ctr"/>
              <a:lstStyle/>
              <a:p>
                <a:pPr algn="ctr"/>
              </a:p>
            </p:txBody>
          </p:sp>
          <p:sp>
            <p:nvSpPr>
              <p:cNvPr id="3109" name="Noise cell"/>
              <p:cNvSpPr/>
              <p:nvPr/>
            </p:nvSpPr>
            <p:spPr>
              <a:xfrm>
                <a:off x="10746250" y="8119872"/>
                <a:ext cx="18770" cy="18928"/>
              </a:xfrm>
              <a:prstGeom prst="rect">
                <a:avLst/>
              </a:prstGeom>
              <a:solidFill>
                <a:srgbClr val="7A7A7A"/>
              </a:solidFill>
              <a:ln>
                <a:noFill/>
              </a:ln>
              <a:effectLst/>
            </p:spPr>
            <p:txBody>
              <a:bodyPr rtlCol="0" anchor="ctr"/>
              <a:lstStyle/>
              <a:p>
                <a:pPr algn="ctr"/>
              </a:p>
            </p:txBody>
          </p:sp>
          <p:sp>
            <p:nvSpPr>
              <p:cNvPr id="3110" name="Noise cell"/>
              <p:cNvSpPr/>
              <p:nvPr/>
            </p:nvSpPr>
            <p:spPr>
              <a:xfrm>
                <a:off x="10764380" y="8119872"/>
                <a:ext cx="18770" cy="18928"/>
              </a:xfrm>
              <a:prstGeom prst="rect">
                <a:avLst/>
              </a:prstGeom>
              <a:solidFill>
                <a:srgbClr val="7E7E7E"/>
              </a:solidFill>
              <a:ln>
                <a:noFill/>
              </a:ln>
              <a:effectLst/>
            </p:spPr>
            <p:txBody>
              <a:bodyPr rtlCol="0" anchor="ctr"/>
              <a:lstStyle/>
              <a:p>
                <a:pPr algn="ctr"/>
              </a:p>
            </p:txBody>
          </p:sp>
          <p:sp>
            <p:nvSpPr>
              <p:cNvPr id="3111" name="Noise cell"/>
              <p:cNvSpPr/>
              <p:nvPr/>
            </p:nvSpPr>
            <p:spPr>
              <a:xfrm>
                <a:off x="10782510" y="8119872"/>
                <a:ext cx="18770" cy="18928"/>
              </a:xfrm>
              <a:prstGeom prst="rect">
                <a:avLst/>
              </a:prstGeom>
              <a:solidFill>
                <a:srgbClr val="999999"/>
              </a:solidFill>
              <a:ln>
                <a:noFill/>
              </a:ln>
              <a:effectLst/>
            </p:spPr>
            <p:txBody>
              <a:bodyPr rtlCol="0" anchor="ctr"/>
              <a:lstStyle/>
              <a:p>
                <a:pPr algn="ctr"/>
              </a:p>
            </p:txBody>
          </p:sp>
          <p:sp>
            <p:nvSpPr>
              <p:cNvPr id="3112" name="Noise cell"/>
              <p:cNvSpPr/>
              <p:nvPr/>
            </p:nvSpPr>
            <p:spPr>
              <a:xfrm>
                <a:off x="10800641" y="8119872"/>
                <a:ext cx="18770" cy="18928"/>
              </a:xfrm>
              <a:prstGeom prst="rect">
                <a:avLst/>
              </a:prstGeom>
              <a:solidFill>
                <a:srgbClr val="646464"/>
              </a:solidFill>
              <a:ln>
                <a:noFill/>
              </a:ln>
              <a:effectLst/>
            </p:spPr>
            <p:txBody>
              <a:bodyPr rtlCol="0" anchor="ctr"/>
              <a:lstStyle/>
              <a:p>
                <a:pPr algn="ctr"/>
              </a:p>
            </p:txBody>
          </p:sp>
          <p:sp>
            <p:nvSpPr>
              <p:cNvPr id="3113" name="Noise cell"/>
              <p:cNvSpPr/>
              <p:nvPr/>
            </p:nvSpPr>
            <p:spPr>
              <a:xfrm>
                <a:off x="10818771" y="8119872"/>
                <a:ext cx="18770" cy="18928"/>
              </a:xfrm>
              <a:prstGeom prst="rect">
                <a:avLst/>
              </a:prstGeom>
              <a:solidFill>
                <a:srgbClr val="6D6D6D"/>
              </a:solidFill>
              <a:ln>
                <a:noFill/>
              </a:ln>
              <a:effectLst/>
            </p:spPr>
            <p:txBody>
              <a:bodyPr rtlCol="0" anchor="ctr"/>
              <a:lstStyle/>
              <a:p>
                <a:pPr algn="ctr"/>
              </a:p>
            </p:txBody>
          </p:sp>
          <p:sp>
            <p:nvSpPr>
              <p:cNvPr id="3114" name="Noise cell"/>
              <p:cNvSpPr/>
              <p:nvPr/>
            </p:nvSpPr>
            <p:spPr>
              <a:xfrm>
                <a:off x="10836901" y="8119872"/>
                <a:ext cx="18770" cy="18928"/>
              </a:xfrm>
              <a:prstGeom prst="rect">
                <a:avLst/>
              </a:prstGeom>
              <a:solidFill>
                <a:srgbClr val="818181"/>
              </a:solidFill>
              <a:ln>
                <a:noFill/>
              </a:ln>
              <a:effectLst/>
            </p:spPr>
            <p:txBody>
              <a:bodyPr rtlCol="0" anchor="ctr"/>
              <a:lstStyle/>
              <a:p>
                <a:pPr algn="ctr"/>
              </a:p>
            </p:txBody>
          </p:sp>
          <p:sp>
            <p:nvSpPr>
              <p:cNvPr id="3115" name="Noise cell"/>
              <p:cNvSpPr/>
              <p:nvPr/>
            </p:nvSpPr>
            <p:spPr>
              <a:xfrm>
                <a:off x="10855032" y="8119872"/>
                <a:ext cx="18770" cy="18928"/>
              </a:xfrm>
              <a:prstGeom prst="rect">
                <a:avLst/>
              </a:prstGeom>
              <a:solidFill>
                <a:srgbClr val="787878"/>
              </a:solidFill>
              <a:ln>
                <a:noFill/>
              </a:ln>
              <a:effectLst/>
            </p:spPr>
            <p:txBody>
              <a:bodyPr rtlCol="0" anchor="ctr"/>
              <a:lstStyle/>
              <a:p>
                <a:pPr algn="ctr"/>
              </a:p>
            </p:txBody>
          </p:sp>
          <p:sp>
            <p:nvSpPr>
              <p:cNvPr id="3116" name="Noise cell"/>
              <p:cNvSpPr/>
              <p:nvPr/>
            </p:nvSpPr>
            <p:spPr>
              <a:xfrm>
                <a:off x="10873162" y="8119872"/>
                <a:ext cx="18770" cy="18928"/>
              </a:xfrm>
              <a:prstGeom prst="rect">
                <a:avLst/>
              </a:prstGeom>
              <a:solidFill>
                <a:srgbClr val="6C6C6C"/>
              </a:solidFill>
              <a:ln>
                <a:noFill/>
              </a:ln>
              <a:effectLst/>
            </p:spPr>
            <p:txBody>
              <a:bodyPr rtlCol="0" anchor="ctr"/>
              <a:lstStyle/>
              <a:p>
                <a:pPr algn="ctr"/>
              </a:p>
            </p:txBody>
          </p:sp>
          <p:sp>
            <p:nvSpPr>
              <p:cNvPr id="3117" name="Noise cell"/>
              <p:cNvSpPr/>
              <p:nvPr/>
            </p:nvSpPr>
            <p:spPr>
              <a:xfrm>
                <a:off x="10891292" y="8119872"/>
                <a:ext cx="18770" cy="18928"/>
              </a:xfrm>
              <a:prstGeom prst="rect">
                <a:avLst/>
              </a:prstGeom>
              <a:solidFill>
                <a:srgbClr val="949494"/>
              </a:solidFill>
              <a:ln>
                <a:noFill/>
              </a:ln>
              <a:effectLst/>
            </p:spPr>
            <p:txBody>
              <a:bodyPr rtlCol="0" anchor="ctr"/>
              <a:lstStyle/>
              <a:p>
                <a:pPr algn="ctr"/>
              </a:p>
            </p:txBody>
          </p:sp>
          <p:sp>
            <p:nvSpPr>
              <p:cNvPr id="3118" name="Noise cell"/>
              <p:cNvSpPr/>
              <p:nvPr/>
            </p:nvSpPr>
            <p:spPr>
              <a:xfrm>
                <a:off x="10909423" y="8119872"/>
                <a:ext cx="18770" cy="18928"/>
              </a:xfrm>
              <a:prstGeom prst="rect">
                <a:avLst/>
              </a:prstGeom>
              <a:solidFill>
                <a:srgbClr val="909090"/>
              </a:solidFill>
              <a:ln>
                <a:noFill/>
              </a:ln>
              <a:effectLst/>
            </p:spPr>
            <p:txBody>
              <a:bodyPr rtlCol="0" anchor="ctr"/>
              <a:lstStyle/>
              <a:p>
                <a:pPr algn="ctr"/>
              </a:p>
            </p:txBody>
          </p:sp>
          <p:sp>
            <p:nvSpPr>
              <p:cNvPr id="3119" name="Noise cell"/>
              <p:cNvSpPr/>
              <p:nvPr/>
            </p:nvSpPr>
            <p:spPr>
              <a:xfrm>
                <a:off x="10927553" y="8119872"/>
                <a:ext cx="18770" cy="18928"/>
              </a:xfrm>
              <a:prstGeom prst="rect">
                <a:avLst/>
              </a:prstGeom>
              <a:solidFill>
                <a:srgbClr val="8B8B8B"/>
              </a:solidFill>
              <a:ln>
                <a:noFill/>
              </a:ln>
              <a:effectLst/>
            </p:spPr>
            <p:txBody>
              <a:bodyPr rtlCol="0" anchor="ctr"/>
              <a:lstStyle/>
              <a:p>
                <a:pPr algn="ctr"/>
              </a:p>
            </p:txBody>
          </p:sp>
          <p:sp>
            <p:nvSpPr>
              <p:cNvPr id="3120" name="Noise cell"/>
              <p:cNvSpPr/>
              <p:nvPr/>
            </p:nvSpPr>
            <p:spPr>
              <a:xfrm>
                <a:off x="10945683" y="8119872"/>
                <a:ext cx="18770" cy="18928"/>
              </a:xfrm>
              <a:prstGeom prst="rect">
                <a:avLst/>
              </a:prstGeom>
              <a:solidFill>
                <a:srgbClr val="7F7F7F"/>
              </a:solidFill>
              <a:ln>
                <a:noFill/>
              </a:ln>
              <a:effectLst/>
            </p:spPr>
            <p:txBody>
              <a:bodyPr rtlCol="0" anchor="ctr"/>
              <a:lstStyle/>
              <a:p>
                <a:pPr algn="ctr"/>
              </a:p>
            </p:txBody>
          </p:sp>
          <p:sp>
            <p:nvSpPr>
              <p:cNvPr id="3121" name="Noise cell"/>
              <p:cNvSpPr/>
              <p:nvPr/>
            </p:nvSpPr>
            <p:spPr>
              <a:xfrm>
                <a:off x="10963814" y="8119872"/>
                <a:ext cx="18770" cy="18928"/>
              </a:xfrm>
              <a:prstGeom prst="rect">
                <a:avLst/>
              </a:prstGeom>
              <a:solidFill>
                <a:srgbClr val="848484"/>
              </a:solidFill>
              <a:ln>
                <a:noFill/>
              </a:ln>
              <a:effectLst/>
            </p:spPr>
            <p:txBody>
              <a:bodyPr rtlCol="0" anchor="ctr"/>
              <a:lstStyle/>
              <a:p>
                <a:pPr algn="ctr"/>
              </a:p>
            </p:txBody>
          </p:sp>
          <p:sp>
            <p:nvSpPr>
              <p:cNvPr id="3122" name="Noise cell"/>
              <p:cNvSpPr/>
              <p:nvPr/>
            </p:nvSpPr>
            <p:spPr>
              <a:xfrm>
                <a:off x="9930384" y="8138160"/>
                <a:ext cx="18770" cy="18928"/>
              </a:xfrm>
              <a:prstGeom prst="rect">
                <a:avLst/>
              </a:prstGeom>
              <a:solidFill>
                <a:srgbClr val="7A7A7A"/>
              </a:solidFill>
              <a:ln>
                <a:noFill/>
              </a:ln>
              <a:effectLst/>
            </p:spPr>
            <p:txBody>
              <a:bodyPr rtlCol="0" anchor="ctr"/>
              <a:lstStyle/>
              <a:p>
                <a:pPr algn="ctr"/>
              </a:p>
            </p:txBody>
          </p:sp>
          <p:sp>
            <p:nvSpPr>
              <p:cNvPr id="3123" name="Noise cell"/>
              <p:cNvSpPr/>
              <p:nvPr/>
            </p:nvSpPr>
            <p:spPr>
              <a:xfrm>
                <a:off x="9948514" y="8138160"/>
                <a:ext cx="18770" cy="18928"/>
              </a:xfrm>
              <a:prstGeom prst="rect">
                <a:avLst/>
              </a:prstGeom>
              <a:solidFill>
                <a:srgbClr val="868686"/>
              </a:solidFill>
              <a:ln>
                <a:noFill/>
              </a:ln>
              <a:effectLst/>
            </p:spPr>
            <p:txBody>
              <a:bodyPr rtlCol="0" anchor="ctr"/>
              <a:lstStyle/>
              <a:p>
                <a:pPr algn="ctr"/>
              </a:p>
            </p:txBody>
          </p:sp>
          <p:sp>
            <p:nvSpPr>
              <p:cNvPr id="3124" name="Noise cell"/>
              <p:cNvSpPr/>
              <p:nvPr/>
            </p:nvSpPr>
            <p:spPr>
              <a:xfrm>
                <a:off x="9966645" y="8138160"/>
                <a:ext cx="18770" cy="18928"/>
              </a:xfrm>
              <a:prstGeom prst="rect">
                <a:avLst/>
              </a:prstGeom>
              <a:solidFill>
                <a:srgbClr val="9B9B9B"/>
              </a:solidFill>
              <a:ln>
                <a:noFill/>
              </a:ln>
              <a:effectLst/>
            </p:spPr>
            <p:txBody>
              <a:bodyPr rtlCol="0" anchor="ctr"/>
              <a:lstStyle/>
              <a:p>
                <a:pPr algn="ctr"/>
              </a:p>
            </p:txBody>
          </p:sp>
          <p:sp>
            <p:nvSpPr>
              <p:cNvPr id="3125" name="Noise cell"/>
              <p:cNvSpPr/>
              <p:nvPr/>
            </p:nvSpPr>
            <p:spPr>
              <a:xfrm>
                <a:off x="9984775" y="8138160"/>
                <a:ext cx="18770" cy="18928"/>
              </a:xfrm>
              <a:prstGeom prst="rect">
                <a:avLst/>
              </a:prstGeom>
              <a:solidFill>
                <a:srgbClr val="818181"/>
              </a:solidFill>
              <a:ln>
                <a:noFill/>
              </a:ln>
              <a:effectLst/>
            </p:spPr>
            <p:txBody>
              <a:bodyPr rtlCol="0" anchor="ctr"/>
              <a:lstStyle/>
              <a:p>
                <a:pPr algn="ctr"/>
              </a:p>
            </p:txBody>
          </p:sp>
          <p:sp>
            <p:nvSpPr>
              <p:cNvPr id="3126" name="Noise cell"/>
              <p:cNvSpPr/>
              <p:nvPr/>
            </p:nvSpPr>
            <p:spPr>
              <a:xfrm>
                <a:off x="10002905" y="8138160"/>
                <a:ext cx="18770" cy="18928"/>
              </a:xfrm>
              <a:prstGeom prst="rect">
                <a:avLst/>
              </a:prstGeom>
              <a:solidFill>
                <a:srgbClr val="7E7E7E"/>
              </a:solidFill>
              <a:ln>
                <a:noFill/>
              </a:ln>
              <a:effectLst/>
            </p:spPr>
            <p:txBody>
              <a:bodyPr rtlCol="0" anchor="ctr"/>
              <a:lstStyle/>
              <a:p>
                <a:pPr algn="ctr"/>
              </a:p>
            </p:txBody>
          </p:sp>
          <p:sp>
            <p:nvSpPr>
              <p:cNvPr id="3127" name="Noise cell"/>
              <p:cNvSpPr/>
              <p:nvPr/>
            </p:nvSpPr>
            <p:spPr>
              <a:xfrm>
                <a:off x="10021036" y="8138160"/>
                <a:ext cx="18770" cy="18928"/>
              </a:xfrm>
              <a:prstGeom prst="rect">
                <a:avLst/>
              </a:prstGeom>
              <a:solidFill>
                <a:srgbClr val="7F7F7F"/>
              </a:solidFill>
              <a:ln>
                <a:noFill/>
              </a:ln>
              <a:effectLst/>
            </p:spPr>
            <p:txBody>
              <a:bodyPr rtlCol="0" anchor="ctr"/>
              <a:lstStyle/>
              <a:p>
                <a:pPr algn="ctr"/>
              </a:p>
            </p:txBody>
          </p:sp>
          <p:sp>
            <p:nvSpPr>
              <p:cNvPr id="3128" name="Noise cell"/>
              <p:cNvSpPr/>
              <p:nvPr/>
            </p:nvSpPr>
            <p:spPr>
              <a:xfrm>
                <a:off x="10039166" y="8138160"/>
                <a:ext cx="18770" cy="18928"/>
              </a:xfrm>
              <a:prstGeom prst="rect">
                <a:avLst/>
              </a:prstGeom>
              <a:solidFill>
                <a:srgbClr val="8D8D8D"/>
              </a:solidFill>
              <a:ln>
                <a:noFill/>
              </a:ln>
              <a:effectLst/>
            </p:spPr>
            <p:txBody>
              <a:bodyPr rtlCol="0" anchor="ctr"/>
              <a:lstStyle/>
              <a:p>
                <a:pPr algn="ctr"/>
              </a:p>
            </p:txBody>
          </p:sp>
          <p:sp>
            <p:nvSpPr>
              <p:cNvPr id="3129" name="Noise cell"/>
              <p:cNvSpPr/>
              <p:nvPr/>
            </p:nvSpPr>
            <p:spPr>
              <a:xfrm>
                <a:off x="10057296" y="8138160"/>
                <a:ext cx="18770" cy="18928"/>
              </a:xfrm>
              <a:prstGeom prst="rect">
                <a:avLst/>
              </a:prstGeom>
              <a:solidFill>
                <a:srgbClr val="6E6E6E"/>
              </a:solidFill>
              <a:ln>
                <a:noFill/>
              </a:ln>
              <a:effectLst/>
            </p:spPr>
            <p:txBody>
              <a:bodyPr rtlCol="0" anchor="ctr"/>
              <a:lstStyle/>
              <a:p>
                <a:pPr algn="ctr"/>
              </a:p>
            </p:txBody>
          </p:sp>
          <p:sp>
            <p:nvSpPr>
              <p:cNvPr id="3130" name="Noise cell"/>
              <p:cNvSpPr/>
              <p:nvPr/>
            </p:nvSpPr>
            <p:spPr>
              <a:xfrm>
                <a:off x="10075427" y="8138160"/>
                <a:ext cx="18770" cy="18928"/>
              </a:xfrm>
              <a:prstGeom prst="rect">
                <a:avLst/>
              </a:prstGeom>
              <a:solidFill>
                <a:srgbClr val="868686"/>
              </a:solidFill>
              <a:ln>
                <a:noFill/>
              </a:ln>
              <a:effectLst/>
            </p:spPr>
            <p:txBody>
              <a:bodyPr rtlCol="0" anchor="ctr"/>
              <a:lstStyle/>
              <a:p>
                <a:pPr algn="ctr"/>
              </a:p>
            </p:txBody>
          </p:sp>
          <p:sp>
            <p:nvSpPr>
              <p:cNvPr id="3131" name="Noise cell"/>
              <p:cNvSpPr/>
              <p:nvPr/>
            </p:nvSpPr>
            <p:spPr>
              <a:xfrm>
                <a:off x="10093557" y="8138160"/>
                <a:ext cx="18770" cy="18928"/>
              </a:xfrm>
              <a:prstGeom prst="rect">
                <a:avLst/>
              </a:prstGeom>
              <a:solidFill>
                <a:srgbClr val="999999"/>
              </a:solidFill>
              <a:ln>
                <a:noFill/>
              </a:ln>
              <a:effectLst/>
            </p:spPr>
            <p:txBody>
              <a:bodyPr rtlCol="0" anchor="ctr"/>
              <a:lstStyle/>
              <a:p>
                <a:pPr algn="ctr"/>
              </a:p>
            </p:txBody>
          </p:sp>
          <p:sp>
            <p:nvSpPr>
              <p:cNvPr id="3132" name="Noise cell"/>
              <p:cNvSpPr/>
              <p:nvPr/>
            </p:nvSpPr>
            <p:spPr>
              <a:xfrm>
                <a:off x="10111687" y="8138160"/>
                <a:ext cx="18770" cy="18928"/>
              </a:xfrm>
              <a:prstGeom prst="rect">
                <a:avLst/>
              </a:prstGeom>
              <a:solidFill>
                <a:srgbClr val="8A8A8A"/>
              </a:solidFill>
              <a:ln>
                <a:noFill/>
              </a:ln>
              <a:effectLst/>
            </p:spPr>
            <p:txBody>
              <a:bodyPr rtlCol="0" anchor="ctr"/>
              <a:lstStyle/>
              <a:p>
                <a:pPr algn="ctr"/>
              </a:p>
            </p:txBody>
          </p:sp>
          <p:sp>
            <p:nvSpPr>
              <p:cNvPr id="3133" name="Noise cell"/>
              <p:cNvSpPr/>
              <p:nvPr/>
            </p:nvSpPr>
            <p:spPr>
              <a:xfrm>
                <a:off x="10129818" y="8138160"/>
                <a:ext cx="18770" cy="18928"/>
              </a:xfrm>
              <a:prstGeom prst="rect">
                <a:avLst/>
              </a:prstGeom>
              <a:solidFill>
                <a:srgbClr val="898989"/>
              </a:solidFill>
              <a:ln>
                <a:noFill/>
              </a:ln>
              <a:effectLst/>
            </p:spPr>
            <p:txBody>
              <a:bodyPr rtlCol="0" anchor="ctr"/>
              <a:lstStyle/>
              <a:p>
                <a:pPr algn="ctr"/>
              </a:p>
            </p:txBody>
          </p:sp>
          <p:sp>
            <p:nvSpPr>
              <p:cNvPr id="3134" name="Noise cell"/>
              <p:cNvSpPr/>
              <p:nvPr/>
            </p:nvSpPr>
            <p:spPr>
              <a:xfrm>
                <a:off x="10147948" y="8138160"/>
                <a:ext cx="18770" cy="18928"/>
              </a:xfrm>
              <a:prstGeom prst="rect">
                <a:avLst/>
              </a:prstGeom>
              <a:solidFill>
                <a:srgbClr val="838383"/>
              </a:solidFill>
              <a:ln>
                <a:noFill/>
              </a:ln>
              <a:effectLst/>
            </p:spPr>
            <p:txBody>
              <a:bodyPr rtlCol="0" anchor="ctr"/>
              <a:lstStyle/>
              <a:p>
                <a:pPr algn="ctr"/>
              </a:p>
            </p:txBody>
          </p:sp>
          <p:sp>
            <p:nvSpPr>
              <p:cNvPr id="3135" name="Noise cell"/>
              <p:cNvSpPr/>
              <p:nvPr/>
            </p:nvSpPr>
            <p:spPr>
              <a:xfrm>
                <a:off x="10166078" y="8138160"/>
                <a:ext cx="18770" cy="18928"/>
              </a:xfrm>
              <a:prstGeom prst="rect">
                <a:avLst/>
              </a:prstGeom>
              <a:solidFill>
                <a:srgbClr val="818181"/>
              </a:solidFill>
              <a:ln>
                <a:noFill/>
              </a:ln>
              <a:effectLst/>
            </p:spPr>
            <p:txBody>
              <a:bodyPr rtlCol="0" anchor="ctr"/>
              <a:lstStyle/>
              <a:p>
                <a:pPr algn="ctr"/>
              </a:p>
            </p:txBody>
          </p:sp>
          <p:sp>
            <p:nvSpPr>
              <p:cNvPr id="3136" name="Noise cell"/>
              <p:cNvSpPr/>
              <p:nvPr/>
            </p:nvSpPr>
            <p:spPr>
              <a:xfrm>
                <a:off x="10184209" y="8138160"/>
                <a:ext cx="18770" cy="18928"/>
              </a:xfrm>
              <a:prstGeom prst="rect">
                <a:avLst/>
              </a:prstGeom>
              <a:solidFill>
                <a:srgbClr val="909090"/>
              </a:solidFill>
              <a:ln>
                <a:noFill/>
              </a:ln>
              <a:effectLst/>
            </p:spPr>
            <p:txBody>
              <a:bodyPr rtlCol="0" anchor="ctr"/>
              <a:lstStyle/>
              <a:p>
                <a:pPr algn="ctr"/>
              </a:p>
            </p:txBody>
          </p:sp>
          <p:sp>
            <p:nvSpPr>
              <p:cNvPr id="3137" name="Noise cell"/>
              <p:cNvSpPr/>
              <p:nvPr/>
            </p:nvSpPr>
            <p:spPr>
              <a:xfrm>
                <a:off x="10202339" y="8138160"/>
                <a:ext cx="18770" cy="18928"/>
              </a:xfrm>
              <a:prstGeom prst="rect">
                <a:avLst/>
              </a:prstGeom>
              <a:solidFill>
                <a:srgbClr val="939393"/>
              </a:solidFill>
              <a:ln>
                <a:noFill/>
              </a:ln>
              <a:effectLst/>
            </p:spPr>
            <p:txBody>
              <a:bodyPr rtlCol="0" anchor="ctr"/>
              <a:lstStyle/>
              <a:p>
                <a:pPr algn="ctr"/>
              </a:p>
            </p:txBody>
          </p:sp>
          <p:sp>
            <p:nvSpPr>
              <p:cNvPr id="3138" name="Noise cell"/>
              <p:cNvSpPr/>
              <p:nvPr/>
            </p:nvSpPr>
            <p:spPr>
              <a:xfrm>
                <a:off x="10220470" y="8138160"/>
                <a:ext cx="18770" cy="18928"/>
              </a:xfrm>
              <a:prstGeom prst="rect">
                <a:avLst/>
              </a:prstGeom>
              <a:solidFill>
                <a:srgbClr val="909090"/>
              </a:solidFill>
              <a:ln>
                <a:noFill/>
              </a:ln>
              <a:effectLst/>
            </p:spPr>
            <p:txBody>
              <a:bodyPr rtlCol="0" anchor="ctr"/>
              <a:lstStyle/>
              <a:p>
                <a:pPr algn="ctr"/>
              </a:p>
            </p:txBody>
          </p:sp>
          <p:sp>
            <p:nvSpPr>
              <p:cNvPr id="3139" name="Noise cell"/>
              <p:cNvSpPr/>
              <p:nvPr/>
            </p:nvSpPr>
            <p:spPr>
              <a:xfrm>
                <a:off x="10238600" y="8138160"/>
                <a:ext cx="18770" cy="18928"/>
              </a:xfrm>
              <a:prstGeom prst="rect">
                <a:avLst/>
              </a:prstGeom>
              <a:solidFill>
                <a:srgbClr val="8F8F8F"/>
              </a:solidFill>
              <a:ln>
                <a:noFill/>
              </a:ln>
              <a:effectLst/>
            </p:spPr>
            <p:txBody>
              <a:bodyPr rtlCol="0" anchor="ctr"/>
              <a:lstStyle/>
              <a:p>
                <a:pPr algn="ctr"/>
              </a:p>
            </p:txBody>
          </p:sp>
          <p:sp>
            <p:nvSpPr>
              <p:cNvPr id="3140" name="Noise cell"/>
              <p:cNvSpPr/>
              <p:nvPr/>
            </p:nvSpPr>
            <p:spPr>
              <a:xfrm>
                <a:off x="10256730" y="8138160"/>
                <a:ext cx="18770" cy="18928"/>
              </a:xfrm>
              <a:prstGeom prst="rect">
                <a:avLst/>
              </a:prstGeom>
              <a:solidFill>
                <a:srgbClr val="7D7D7D"/>
              </a:solidFill>
              <a:ln>
                <a:noFill/>
              </a:ln>
              <a:effectLst/>
            </p:spPr>
            <p:txBody>
              <a:bodyPr rtlCol="0" anchor="ctr"/>
              <a:lstStyle/>
              <a:p>
                <a:pPr algn="ctr"/>
              </a:p>
            </p:txBody>
          </p:sp>
          <p:sp>
            <p:nvSpPr>
              <p:cNvPr id="3141" name="Noise cell"/>
              <p:cNvSpPr/>
              <p:nvPr/>
            </p:nvSpPr>
            <p:spPr>
              <a:xfrm>
                <a:off x="10274861" y="8138160"/>
                <a:ext cx="18770" cy="18928"/>
              </a:xfrm>
              <a:prstGeom prst="rect">
                <a:avLst/>
              </a:prstGeom>
              <a:solidFill>
                <a:srgbClr val="8A8A8A"/>
              </a:solidFill>
              <a:ln>
                <a:noFill/>
              </a:ln>
              <a:effectLst/>
            </p:spPr>
            <p:txBody>
              <a:bodyPr rtlCol="0" anchor="ctr"/>
              <a:lstStyle/>
              <a:p>
                <a:pPr algn="ctr"/>
              </a:p>
            </p:txBody>
          </p:sp>
          <p:sp>
            <p:nvSpPr>
              <p:cNvPr id="3142" name="Noise cell"/>
              <p:cNvSpPr/>
              <p:nvPr/>
            </p:nvSpPr>
            <p:spPr>
              <a:xfrm>
                <a:off x="10292991" y="8138160"/>
                <a:ext cx="18770" cy="18928"/>
              </a:xfrm>
              <a:prstGeom prst="rect">
                <a:avLst/>
              </a:prstGeom>
              <a:solidFill>
                <a:srgbClr val="959595"/>
              </a:solidFill>
              <a:ln>
                <a:noFill/>
              </a:ln>
              <a:effectLst/>
            </p:spPr>
            <p:txBody>
              <a:bodyPr rtlCol="0" anchor="ctr"/>
              <a:lstStyle/>
              <a:p>
                <a:pPr algn="ctr"/>
              </a:p>
            </p:txBody>
          </p:sp>
          <p:sp>
            <p:nvSpPr>
              <p:cNvPr id="3143" name="Noise cell"/>
              <p:cNvSpPr/>
              <p:nvPr/>
            </p:nvSpPr>
            <p:spPr>
              <a:xfrm>
                <a:off x="10311121" y="8138160"/>
                <a:ext cx="18770" cy="18928"/>
              </a:xfrm>
              <a:prstGeom prst="rect">
                <a:avLst/>
              </a:prstGeom>
              <a:solidFill>
                <a:srgbClr val="757575"/>
              </a:solidFill>
              <a:ln>
                <a:noFill/>
              </a:ln>
              <a:effectLst/>
            </p:spPr>
            <p:txBody>
              <a:bodyPr rtlCol="0" anchor="ctr"/>
              <a:lstStyle/>
              <a:p>
                <a:pPr algn="ctr"/>
              </a:p>
            </p:txBody>
          </p:sp>
          <p:sp>
            <p:nvSpPr>
              <p:cNvPr id="3144" name="Noise cell"/>
              <p:cNvSpPr/>
              <p:nvPr/>
            </p:nvSpPr>
            <p:spPr>
              <a:xfrm>
                <a:off x="10329252" y="8138160"/>
                <a:ext cx="18770" cy="18928"/>
              </a:xfrm>
              <a:prstGeom prst="rect">
                <a:avLst/>
              </a:prstGeom>
              <a:solidFill>
                <a:srgbClr val="838383"/>
              </a:solidFill>
              <a:ln>
                <a:noFill/>
              </a:ln>
              <a:effectLst/>
            </p:spPr>
            <p:txBody>
              <a:bodyPr rtlCol="0" anchor="ctr"/>
              <a:lstStyle/>
              <a:p>
                <a:pPr algn="ctr"/>
              </a:p>
            </p:txBody>
          </p:sp>
          <p:sp>
            <p:nvSpPr>
              <p:cNvPr id="3145" name="Noise cell"/>
              <p:cNvSpPr/>
              <p:nvPr/>
            </p:nvSpPr>
            <p:spPr>
              <a:xfrm>
                <a:off x="10347382" y="8138160"/>
                <a:ext cx="18770" cy="18928"/>
              </a:xfrm>
              <a:prstGeom prst="rect">
                <a:avLst/>
              </a:prstGeom>
              <a:solidFill>
                <a:srgbClr val="767676"/>
              </a:solidFill>
              <a:ln>
                <a:noFill/>
              </a:ln>
              <a:effectLst/>
            </p:spPr>
            <p:txBody>
              <a:bodyPr rtlCol="0" anchor="ctr"/>
              <a:lstStyle/>
              <a:p>
                <a:pPr algn="ctr"/>
              </a:p>
            </p:txBody>
          </p:sp>
          <p:sp>
            <p:nvSpPr>
              <p:cNvPr id="3146" name="Noise cell"/>
              <p:cNvSpPr/>
              <p:nvPr/>
            </p:nvSpPr>
            <p:spPr>
              <a:xfrm>
                <a:off x="10365512" y="8138160"/>
                <a:ext cx="18770" cy="18928"/>
              </a:xfrm>
              <a:prstGeom prst="rect">
                <a:avLst/>
              </a:prstGeom>
              <a:solidFill>
                <a:srgbClr val="909090"/>
              </a:solidFill>
              <a:ln>
                <a:noFill/>
              </a:ln>
              <a:effectLst/>
            </p:spPr>
            <p:txBody>
              <a:bodyPr rtlCol="0" anchor="ctr"/>
              <a:lstStyle/>
              <a:p>
                <a:pPr algn="ctr"/>
              </a:p>
            </p:txBody>
          </p:sp>
          <p:sp>
            <p:nvSpPr>
              <p:cNvPr id="3147" name="Noise cell"/>
              <p:cNvSpPr/>
              <p:nvPr/>
            </p:nvSpPr>
            <p:spPr>
              <a:xfrm>
                <a:off x="10383643" y="8138160"/>
                <a:ext cx="18770" cy="18928"/>
              </a:xfrm>
              <a:prstGeom prst="rect">
                <a:avLst/>
              </a:prstGeom>
              <a:solidFill>
                <a:srgbClr val="5C5C5C"/>
              </a:solidFill>
              <a:ln>
                <a:noFill/>
              </a:ln>
              <a:effectLst/>
            </p:spPr>
            <p:txBody>
              <a:bodyPr rtlCol="0" anchor="ctr"/>
              <a:lstStyle/>
              <a:p>
                <a:pPr algn="ctr"/>
              </a:p>
            </p:txBody>
          </p:sp>
          <p:sp>
            <p:nvSpPr>
              <p:cNvPr id="3148" name="Noise cell"/>
              <p:cNvSpPr/>
              <p:nvPr/>
            </p:nvSpPr>
            <p:spPr>
              <a:xfrm>
                <a:off x="10401773" y="8138160"/>
                <a:ext cx="18770" cy="18928"/>
              </a:xfrm>
              <a:prstGeom prst="rect">
                <a:avLst/>
              </a:prstGeom>
              <a:solidFill>
                <a:srgbClr val="858585"/>
              </a:solidFill>
              <a:ln>
                <a:noFill/>
              </a:ln>
              <a:effectLst/>
            </p:spPr>
            <p:txBody>
              <a:bodyPr rtlCol="0" anchor="ctr"/>
              <a:lstStyle/>
              <a:p>
                <a:pPr algn="ctr"/>
              </a:p>
            </p:txBody>
          </p:sp>
          <p:sp>
            <p:nvSpPr>
              <p:cNvPr id="3149" name="Noise cell"/>
              <p:cNvSpPr/>
              <p:nvPr/>
            </p:nvSpPr>
            <p:spPr>
              <a:xfrm>
                <a:off x="10419903" y="8138160"/>
                <a:ext cx="18770" cy="18928"/>
              </a:xfrm>
              <a:prstGeom prst="rect">
                <a:avLst/>
              </a:prstGeom>
              <a:solidFill>
                <a:srgbClr val="767676"/>
              </a:solidFill>
              <a:ln>
                <a:noFill/>
              </a:ln>
              <a:effectLst/>
            </p:spPr>
            <p:txBody>
              <a:bodyPr rtlCol="0" anchor="ctr"/>
              <a:lstStyle/>
              <a:p>
                <a:pPr algn="ctr"/>
              </a:p>
            </p:txBody>
          </p:sp>
          <p:sp>
            <p:nvSpPr>
              <p:cNvPr id="3150" name="Noise cell"/>
              <p:cNvSpPr/>
              <p:nvPr/>
            </p:nvSpPr>
            <p:spPr>
              <a:xfrm>
                <a:off x="10438034" y="8138160"/>
                <a:ext cx="18770" cy="18928"/>
              </a:xfrm>
              <a:prstGeom prst="rect">
                <a:avLst/>
              </a:prstGeom>
              <a:solidFill>
                <a:srgbClr val="757575"/>
              </a:solidFill>
              <a:ln>
                <a:noFill/>
              </a:ln>
              <a:effectLst/>
            </p:spPr>
            <p:txBody>
              <a:bodyPr rtlCol="0" anchor="ctr"/>
              <a:lstStyle/>
              <a:p>
                <a:pPr algn="ctr"/>
              </a:p>
            </p:txBody>
          </p:sp>
          <p:sp>
            <p:nvSpPr>
              <p:cNvPr id="3151" name="Noise cell"/>
              <p:cNvSpPr/>
              <p:nvPr/>
            </p:nvSpPr>
            <p:spPr>
              <a:xfrm>
                <a:off x="10456164" y="8138160"/>
                <a:ext cx="18770" cy="18928"/>
              </a:xfrm>
              <a:prstGeom prst="rect">
                <a:avLst/>
              </a:prstGeom>
              <a:solidFill>
                <a:srgbClr val="828282"/>
              </a:solidFill>
              <a:ln>
                <a:noFill/>
              </a:ln>
              <a:effectLst/>
            </p:spPr>
            <p:txBody>
              <a:bodyPr rtlCol="0" anchor="ctr"/>
              <a:lstStyle/>
              <a:p>
                <a:pPr algn="ctr"/>
              </a:p>
            </p:txBody>
          </p:sp>
          <p:sp>
            <p:nvSpPr>
              <p:cNvPr id="3152" name="Noise cell"/>
              <p:cNvSpPr/>
              <p:nvPr/>
            </p:nvSpPr>
            <p:spPr>
              <a:xfrm>
                <a:off x="10474294" y="8138160"/>
                <a:ext cx="18770" cy="18928"/>
              </a:xfrm>
              <a:prstGeom prst="rect">
                <a:avLst/>
              </a:prstGeom>
              <a:solidFill>
                <a:srgbClr val="727272"/>
              </a:solidFill>
              <a:ln>
                <a:noFill/>
              </a:ln>
              <a:effectLst/>
            </p:spPr>
            <p:txBody>
              <a:bodyPr rtlCol="0" anchor="ctr"/>
              <a:lstStyle/>
              <a:p>
                <a:pPr algn="ctr"/>
              </a:p>
            </p:txBody>
          </p:sp>
          <p:sp>
            <p:nvSpPr>
              <p:cNvPr id="3153" name="Noise cell"/>
              <p:cNvSpPr/>
              <p:nvPr/>
            </p:nvSpPr>
            <p:spPr>
              <a:xfrm>
                <a:off x="10492425" y="8138160"/>
                <a:ext cx="18770" cy="18928"/>
              </a:xfrm>
              <a:prstGeom prst="rect">
                <a:avLst/>
              </a:prstGeom>
              <a:solidFill>
                <a:srgbClr val="939393"/>
              </a:solidFill>
              <a:ln>
                <a:noFill/>
              </a:ln>
              <a:effectLst/>
            </p:spPr>
            <p:txBody>
              <a:bodyPr rtlCol="0" anchor="ctr"/>
              <a:lstStyle/>
              <a:p>
                <a:pPr algn="ctr"/>
              </a:p>
            </p:txBody>
          </p:sp>
          <p:sp>
            <p:nvSpPr>
              <p:cNvPr id="3154" name="Noise cell"/>
              <p:cNvSpPr/>
              <p:nvPr/>
            </p:nvSpPr>
            <p:spPr>
              <a:xfrm>
                <a:off x="10510555" y="8138160"/>
                <a:ext cx="18770" cy="18928"/>
              </a:xfrm>
              <a:prstGeom prst="rect">
                <a:avLst/>
              </a:prstGeom>
              <a:solidFill>
                <a:srgbClr val="8E8E8E"/>
              </a:solidFill>
              <a:ln>
                <a:noFill/>
              </a:ln>
              <a:effectLst/>
            </p:spPr>
            <p:txBody>
              <a:bodyPr rtlCol="0" anchor="ctr"/>
              <a:lstStyle/>
              <a:p>
                <a:pPr algn="ctr"/>
              </a:p>
            </p:txBody>
          </p:sp>
          <p:sp>
            <p:nvSpPr>
              <p:cNvPr id="3155" name="Noise cell"/>
              <p:cNvSpPr/>
              <p:nvPr/>
            </p:nvSpPr>
            <p:spPr>
              <a:xfrm>
                <a:off x="10528685" y="8138160"/>
                <a:ext cx="18770" cy="18928"/>
              </a:xfrm>
              <a:prstGeom prst="rect">
                <a:avLst/>
              </a:prstGeom>
              <a:solidFill>
                <a:srgbClr val="676767"/>
              </a:solidFill>
              <a:ln>
                <a:noFill/>
              </a:ln>
              <a:effectLst/>
            </p:spPr>
            <p:txBody>
              <a:bodyPr rtlCol="0" anchor="ctr"/>
              <a:lstStyle/>
              <a:p>
                <a:pPr algn="ctr"/>
              </a:p>
            </p:txBody>
          </p:sp>
          <p:sp>
            <p:nvSpPr>
              <p:cNvPr id="3156" name="Noise cell"/>
              <p:cNvSpPr/>
              <p:nvPr/>
            </p:nvSpPr>
            <p:spPr>
              <a:xfrm>
                <a:off x="10546816" y="8138160"/>
                <a:ext cx="18770" cy="18928"/>
              </a:xfrm>
              <a:prstGeom prst="rect">
                <a:avLst/>
              </a:prstGeom>
              <a:solidFill>
                <a:srgbClr val="8F8F8F"/>
              </a:solidFill>
              <a:ln>
                <a:noFill/>
              </a:ln>
              <a:effectLst/>
            </p:spPr>
            <p:txBody>
              <a:bodyPr rtlCol="0" anchor="ctr"/>
              <a:lstStyle/>
              <a:p>
                <a:pPr algn="ctr"/>
              </a:p>
            </p:txBody>
          </p:sp>
          <p:sp>
            <p:nvSpPr>
              <p:cNvPr id="3157" name="Noise cell"/>
              <p:cNvSpPr/>
              <p:nvPr/>
            </p:nvSpPr>
            <p:spPr>
              <a:xfrm>
                <a:off x="10564946" y="8138160"/>
                <a:ext cx="18770" cy="18928"/>
              </a:xfrm>
              <a:prstGeom prst="rect">
                <a:avLst/>
              </a:prstGeom>
              <a:solidFill>
                <a:srgbClr val="868686"/>
              </a:solidFill>
              <a:ln>
                <a:noFill/>
              </a:ln>
              <a:effectLst/>
            </p:spPr>
            <p:txBody>
              <a:bodyPr rtlCol="0" anchor="ctr"/>
              <a:lstStyle/>
              <a:p>
                <a:pPr algn="ctr"/>
              </a:p>
            </p:txBody>
          </p:sp>
          <p:sp>
            <p:nvSpPr>
              <p:cNvPr id="3158" name="Noise cell"/>
              <p:cNvSpPr/>
              <p:nvPr/>
            </p:nvSpPr>
            <p:spPr>
              <a:xfrm>
                <a:off x="10583076" y="8138160"/>
                <a:ext cx="18770" cy="18928"/>
              </a:xfrm>
              <a:prstGeom prst="rect">
                <a:avLst/>
              </a:prstGeom>
              <a:solidFill>
                <a:srgbClr val="7E7E7E"/>
              </a:solidFill>
              <a:ln>
                <a:noFill/>
              </a:ln>
              <a:effectLst/>
            </p:spPr>
            <p:txBody>
              <a:bodyPr rtlCol="0" anchor="ctr"/>
              <a:lstStyle/>
              <a:p>
                <a:pPr algn="ctr"/>
              </a:p>
            </p:txBody>
          </p:sp>
          <p:sp>
            <p:nvSpPr>
              <p:cNvPr id="3159" name="Noise cell"/>
              <p:cNvSpPr/>
              <p:nvPr/>
            </p:nvSpPr>
            <p:spPr>
              <a:xfrm>
                <a:off x="10601207" y="8138160"/>
                <a:ext cx="18770" cy="18928"/>
              </a:xfrm>
              <a:prstGeom prst="rect">
                <a:avLst/>
              </a:prstGeom>
              <a:solidFill>
                <a:srgbClr val="7A7A7A"/>
              </a:solidFill>
              <a:ln>
                <a:noFill/>
              </a:ln>
              <a:effectLst/>
            </p:spPr>
            <p:txBody>
              <a:bodyPr rtlCol="0" anchor="ctr"/>
              <a:lstStyle/>
              <a:p>
                <a:pPr algn="ctr"/>
              </a:p>
            </p:txBody>
          </p:sp>
          <p:sp>
            <p:nvSpPr>
              <p:cNvPr id="3160" name="Noise cell"/>
              <p:cNvSpPr/>
              <p:nvPr/>
            </p:nvSpPr>
            <p:spPr>
              <a:xfrm>
                <a:off x="10619337" y="8138160"/>
                <a:ext cx="18770" cy="18928"/>
              </a:xfrm>
              <a:prstGeom prst="rect">
                <a:avLst/>
              </a:prstGeom>
              <a:solidFill>
                <a:srgbClr val="848484"/>
              </a:solidFill>
              <a:ln>
                <a:noFill/>
              </a:ln>
              <a:effectLst/>
            </p:spPr>
            <p:txBody>
              <a:bodyPr rtlCol="0" anchor="ctr"/>
              <a:lstStyle/>
              <a:p>
                <a:pPr algn="ctr"/>
              </a:p>
            </p:txBody>
          </p:sp>
          <p:sp>
            <p:nvSpPr>
              <p:cNvPr id="3161" name="Noise cell"/>
              <p:cNvSpPr/>
              <p:nvPr/>
            </p:nvSpPr>
            <p:spPr>
              <a:xfrm>
                <a:off x="10637467" y="8138160"/>
                <a:ext cx="18770" cy="18928"/>
              </a:xfrm>
              <a:prstGeom prst="rect">
                <a:avLst/>
              </a:prstGeom>
              <a:solidFill>
                <a:srgbClr val="7F7F7F"/>
              </a:solidFill>
              <a:ln>
                <a:noFill/>
              </a:ln>
              <a:effectLst/>
            </p:spPr>
            <p:txBody>
              <a:bodyPr rtlCol="0" anchor="ctr"/>
              <a:lstStyle/>
              <a:p>
                <a:pPr algn="ctr"/>
              </a:p>
            </p:txBody>
          </p:sp>
          <p:sp>
            <p:nvSpPr>
              <p:cNvPr id="3162" name="Noise cell"/>
              <p:cNvSpPr/>
              <p:nvPr/>
            </p:nvSpPr>
            <p:spPr>
              <a:xfrm>
                <a:off x="10655598" y="8138160"/>
                <a:ext cx="18770" cy="18928"/>
              </a:xfrm>
              <a:prstGeom prst="rect">
                <a:avLst/>
              </a:prstGeom>
              <a:solidFill>
                <a:srgbClr val="979797"/>
              </a:solidFill>
              <a:ln>
                <a:noFill/>
              </a:ln>
              <a:effectLst/>
            </p:spPr>
            <p:txBody>
              <a:bodyPr rtlCol="0" anchor="ctr"/>
              <a:lstStyle/>
              <a:p>
                <a:pPr algn="ctr"/>
              </a:p>
            </p:txBody>
          </p:sp>
          <p:sp>
            <p:nvSpPr>
              <p:cNvPr id="3163" name="Noise cell"/>
              <p:cNvSpPr/>
              <p:nvPr/>
            </p:nvSpPr>
            <p:spPr>
              <a:xfrm>
                <a:off x="10673728" y="8138160"/>
                <a:ext cx="18770" cy="18928"/>
              </a:xfrm>
              <a:prstGeom prst="rect">
                <a:avLst/>
              </a:prstGeom>
              <a:solidFill>
                <a:srgbClr val="9D9D9D"/>
              </a:solidFill>
              <a:ln>
                <a:noFill/>
              </a:ln>
              <a:effectLst/>
            </p:spPr>
            <p:txBody>
              <a:bodyPr rtlCol="0" anchor="ctr"/>
              <a:lstStyle/>
              <a:p>
                <a:pPr algn="ctr"/>
              </a:p>
            </p:txBody>
          </p:sp>
          <p:sp>
            <p:nvSpPr>
              <p:cNvPr id="3164" name="Noise cell"/>
              <p:cNvSpPr/>
              <p:nvPr/>
            </p:nvSpPr>
            <p:spPr>
              <a:xfrm>
                <a:off x="10691858" y="8138160"/>
                <a:ext cx="18770" cy="18928"/>
              </a:xfrm>
              <a:prstGeom prst="rect">
                <a:avLst/>
              </a:prstGeom>
              <a:solidFill>
                <a:srgbClr val="A5A5A5"/>
              </a:solidFill>
              <a:ln>
                <a:noFill/>
              </a:ln>
              <a:effectLst/>
            </p:spPr>
            <p:txBody>
              <a:bodyPr rtlCol="0" anchor="ctr"/>
              <a:lstStyle/>
              <a:p>
                <a:pPr algn="ctr"/>
              </a:p>
            </p:txBody>
          </p:sp>
          <p:sp>
            <p:nvSpPr>
              <p:cNvPr id="3165" name="Noise cell"/>
              <p:cNvSpPr/>
              <p:nvPr/>
            </p:nvSpPr>
            <p:spPr>
              <a:xfrm>
                <a:off x="10709989" y="8138160"/>
                <a:ext cx="18770" cy="18928"/>
              </a:xfrm>
              <a:prstGeom prst="rect">
                <a:avLst/>
              </a:prstGeom>
              <a:solidFill>
                <a:srgbClr val="858585"/>
              </a:solidFill>
              <a:ln>
                <a:noFill/>
              </a:ln>
              <a:effectLst/>
            </p:spPr>
            <p:txBody>
              <a:bodyPr rtlCol="0" anchor="ctr"/>
              <a:lstStyle/>
              <a:p>
                <a:pPr algn="ctr"/>
              </a:p>
            </p:txBody>
          </p:sp>
          <p:sp>
            <p:nvSpPr>
              <p:cNvPr id="3166" name="Noise cell"/>
              <p:cNvSpPr/>
              <p:nvPr/>
            </p:nvSpPr>
            <p:spPr>
              <a:xfrm>
                <a:off x="10728119" y="8138160"/>
                <a:ext cx="18770" cy="18928"/>
              </a:xfrm>
              <a:prstGeom prst="rect">
                <a:avLst/>
              </a:prstGeom>
              <a:solidFill>
                <a:srgbClr val="737373"/>
              </a:solidFill>
              <a:ln>
                <a:noFill/>
              </a:ln>
              <a:effectLst/>
            </p:spPr>
            <p:txBody>
              <a:bodyPr rtlCol="0" anchor="ctr"/>
              <a:lstStyle/>
              <a:p>
                <a:pPr algn="ctr"/>
              </a:p>
            </p:txBody>
          </p:sp>
          <p:sp>
            <p:nvSpPr>
              <p:cNvPr id="3167" name="Noise cell"/>
              <p:cNvSpPr/>
              <p:nvPr/>
            </p:nvSpPr>
            <p:spPr>
              <a:xfrm>
                <a:off x="10746250" y="8138160"/>
                <a:ext cx="18770" cy="18928"/>
              </a:xfrm>
              <a:prstGeom prst="rect">
                <a:avLst/>
              </a:prstGeom>
              <a:solidFill>
                <a:srgbClr val="989898"/>
              </a:solidFill>
              <a:ln>
                <a:noFill/>
              </a:ln>
              <a:effectLst/>
            </p:spPr>
            <p:txBody>
              <a:bodyPr rtlCol="0" anchor="ctr"/>
              <a:lstStyle/>
              <a:p>
                <a:pPr algn="ctr"/>
              </a:p>
            </p:txBody>
          </p:sp>
          <p:sp>
            <p:nvSpPr>
              <p:cNvPr id="3168" name="Noise cell"/>
              <p:cNvSpPr/>
              <p:nvPr/>
            </p:nvSpPr>
            <p:spPr>
              <a:xfrm>
                <a:off x="10764380" y="8138160"/>
                <a:ext cx="18770" cy="18928"/>
              </a:xfrm>
              <a:prstGeom prst="rect">
                <a:avLst/>
              </a:prstGeom>
              <a:solidFill>
                <a:srgbClr val="828282"/>
              </a:solidFill>
              <a:ln>
                <a:noFill/>
              </a:ln>
              <a:effectLst/>
            </p:spPr>
            <p:txBody>
              <a:bodyPr rtlCol="0" anchor="ctr"/>
              <a:lstStyle/>
              <a:p>
                <a:pPr algn="ctr"/>
              </a:p>
            </p:txBody>
          </p:sp>
          <p:sp>
            <p:nvSpPr>
              <p:cNvPr id="3169" name="Noise cell"/>
              <p:cNvSpPr/>
              <p:nvPr/>
            </p:nvSpPr>
            <p:spPr>
              <a:xfrm>
                <a:off x="10782510" y="8138160"/>
                <a:ext cx="18770" cy="18928"/>
              </a:xfrm>
              <a:prstGeom prst="rect">
                <a:avLst/>
              </a:prstGeom>
              <a:solidFill>
                <a:srgbClr val="868686"/>
              </a:solidFill>
              <a:ln>
                <a:noFill/>
              </a:ln>
              <a:effectLst/>
            </p:spPr>
            <p:txBody>
              <a:bodyPr rtlCol="0" anchor="ctr"/>
              <a:lstStyle/>
              <a:p>
                <a:pPr algn="ctr"/>
              </a:p>
            </p:txBody>
          </p:sp>
          <p:sp>
            <p:nvSpPr>
              <p:cNvPr id="3170" name="Noise cell"/>
              <p:cNvSpPr/>
              <p:nvPr/>
            </p:nvSpPr>
            <p:spPr>
              <a:xfrm>
                <a:off x="10800641" y="8138160"/>
                <a:ext cx="18770" cy="18928"/>
              </a:xfrm>
              <a:prstGeom prst="rect">
                <a:avLst/>
              </a:prstGeom>
              <a:solidFill>
                <a:srgbClr val="8A8A8A"/>
              </a:solidFill>
              <a:ln>
                <a:noFill/>
              </a:ln>
              <a:effectLst/>
            </p:spPr>
            <p:txBody>
              <a:bodyPr rtlCol="0" anchor="ctr"/>
              <a:lstStyle/>
              <a:p>
                <a:pPr algn="ctr"/>
              </a:p>
            </p:txBody>
          </p:sp>
          <p:sp>
            <p:nvSpPr>
              <p:cNvPr id="3171" name="Noise cell"/>
              <p:cNvSpPr/>
              <p:nvPr/>
            </p:nvSpPr>
            <p:spPr>
              <a:xfrm>
                <a:off x="10818771" y="8138160"/>
                <a:ext cx="18770" cy="18928"/>
              </a:xfrm>
              <a:prstGeom prst="rect">
                <a:avLst/>
              </a:prstGeom>
              <a:solidFill>
                <a:srgbClr val="9A9A9A"/>
              </a:solidFill>
              <a:ln>
                <a:noFill/>
              </a:ln>
              <a:effectLst/>
            </p:spPr>
            <p:txBody>
              <a:bodyPr rtlCol="0" anchor="ctr"/>
              <a:lstStyle/>
              <a:p>
                <a:pPr algn="ctr"/>
              </a:p>
            </p:txBody>
          </p:sp>
          <p:sp>
            <p:nvSpPr>
              <p:cNvPr id="3172" name="Noise cell"/>
              <p:cNvSpPr/>
              <p:nvPr/>
            </p:nvSpPr>
            <p:spPr>
              <a:xfrm>
                <a:off x="10836901" y="8138160"/>
                <a:ext cx="18770" cy="18928"/>
              </a:xfrm>
              <a:prstGeom prst="rect">
                <a:avLst/>
              </a:prstGeom>
              <a:solidFill>
                <a:srgbClr val="7F7F7F"/>
              </a:solidFill>
              <a:ln>
                <a:noFill/>
              </a:ln>
              <a:effectLst/>
            </p:spPr>
            <p:txBody>
              <a:bodyPr rtlCol="0" anchor="ctr"/>
              <a:lstStyle/>
              <a:p>
                <a:pPr algn="ctr"/>
              </a:p>
            </p:txBody>
          </p:sp>
          <p:sp>
            <p:nvSpPr>
              <p:cNvPr id="3173" name="Noise cell"/>
              <p:cNvSpPr/>
              <p:nvPr/>
            </p:nvSpPr>
            <p:spPr>
              <a:xfrm>
                <a:off x="10855032" y="8138160"/>
                <a:ext cx="18770" cy="18928"/>
              </a:xfrm>
              <a:prstGeom prst="rect">
                <a:avLst/>
              </a:prstGeom>
              <a:solidFill>
                <a:srgbClr val="8B8B8B"/>
              </a:solidFill>
              <a:ln>
                <a:noFill/>
              </a:ln>
              <a:effectLst/>
            </p:spPr>
            <p:txBody>
              <a:bodyPr rtlCol="0" anchor="ctr"/>
              <a:lstStyle/>
              <a:p>
                <a:pPr algn="ctr"/>
              </a:p>
            </p:txBody>
          </p:sp>
          <p:sp>
            <p:nvSpPr>
              <p:cNvPr id="3174" name="Noise cell"/>
              <p:cNvSpPr/>
              <p:nvPr/>
            </p:nvSpPr>
            <p:spPr>
              <a:xfrm>
                <a:off x="10873162" y="8138160"/>
                <a:ext cx="18770" cy="18928"/>
              </a:xfrm>
              <a:prstGeom prst="rect">
                <a:avLst/>
              </a:prstGeom>
              <a:solidFill>
                <a:srgbClr val="8F8F8F"/>
              </a:solidFill>
              <a:ln>
                <a:noFill/>
              </a:ln>
              <a:effectLst/>
            </p:spPr>
            <p:txBody>
              <a:bodyPr rtlCol="0" anchor="ctr"/>
              <a:lstStyle/>
              <a:p>
                <a:pPr algn="ctr"/>
              </a:p>
            </p:txBody>
          </p:sp>
          <p:sp>
            <p:nvSpPr>
              <p:cNvPr id="3175" name="Noise cell"/>
              <p:cNvSpPr/>
              <p:nvPr/>
            </p:nvSpPr>
            <p:spPr>
              <a:xfrm>
                <a:off x="10891292" y="8138160"/>
                <a:ext cx="18770" cy="18928"/>
              </a:xfrm>
              <a:prstGeom prst="rect">
                <a:avLst/>
              </a:prstGeom>
              <a:solidFill>
                <a:srgbClr val="737373"/>
              </a:solidFill>
              <a:ln>
                <a:noFill/>
              </a:ln>
              <a:effectLst/>
            </p:spPr>
            <p:txBody>
              <a:bodyPr rtlCol="0" anchor="ctr"/>
              <a:lstStyle/>
              <a:p>
                <a:pPr algn="ctr"/>
              </a:p>
            </p:txBody>
          </p:sp>
          <p:sp>
            <p:nvSpPr>
              <p:cNvPr id="3176" name="Noise cell"/>
              <p:cNvSpPr/>
              <p:nvPr/>
            </p:nvSpPr>
            <p:spPr>
              <a:xfrm>
                <a:off x="10909423" y="8138160"/>
                <a:ext cx="18770" cy="18928"/>
              </a:xfrm>
              <a:prstGeom prst="rect">
                <a:avLst/>
              </a:prstGeom>
              <a:solidFill>
                <a:srgbClr val="656565"/>
              </a:solidFill>
              <a:ln>
                <a:noFill/>
              </a:ln>
              <a:effectLst/>
            </p:spPr>
            <p:txBody>
              <a:bodyPr rtlCol="0" anchor="ctr"/>
              <a:lstStyle/>
              <a:p>
                <a:pPr algn="ctr"/>
              </a:p>
            </p:txBody>
          </p:sp>
          <p:sp>
            <p:nvSpPr>
              <p:cNvPr id="3177" name="Noise cell"/>
              <p:cNvSpPr/>
              <p:nvPr/>
            </p:nvSpPr>
            <p:spPr>
              <a:xfrm>
                <a:off x="10927553" y="8138160"/>
                <a:ext cx="18770" cy="18928"/>
              </a:xfrm>
              <a:prstGeom prst="rect">
                <a:avLst/>
              </a:prstGeom>
              <a:solidFill>
                <a:srgbClr val="7E7E7E"/>
              </a:solidFill>
              <a:ln>
                <a:noFill/>
              </a:ln>
              <a:effectLst/>
            </p:spPr>
            <p:txBody>
              <a:bodyPr rtlCol="0" anchor="ctr"/>
              <a:lstStyle/>
              <a:p>
                <a:pPr algn="ctr"/>
              </a:p>
            </p:txBody>
          </p:sp>
          <p:sp>
            <p:nvSpPr>
              <p:cNvPr id="3178" name="Noise cell"/>
              <p:cNvSpPr/>
              <p:nvPr/>
            </p:nvSpPr>
            <p:spPr>
              <a:xfrm>
                <a:off x="10945683" y="8138160"/>
                <a:ext cx="18770" cy="18928"/>
              </a:xfrm>
              <a:prstGeom prst="rect">
                <a:avLst/>
              </a:prstGeom>
              <a:solidFill>
                <a:srgbClr val="7F7F7F"/>
              </a:solidFill>
              <a:ln>
                <a:noFill/>
              </a:ln>
              <a:effectLst/>
            </p:spPr>
            <p:txBody>
              <a:bodyPr rtlCol="0" anchor="ctr"/>
              <a:lstStyle/>
              <a:p>
                <a:pPr algn="ctr"/>
              </a:p>
            </p:txBody>
          </p:sp>
          <p:sp>
            <p:nvSpPr>
              <p:cNvPr id="3179" name="Noise cell"/>
              <p:cNvSpPr/>
              <p:nvPr/>
            </p:nvSpPr>
            <p:spPr>
              <a:xfrm>
                <a:off x="10963814" y="8138160"/>
                <a:ext cx="18770" cy="18928"/>
              </a:xfrm>
              <a:prstGeom prst="rect">
                <a:avLst/>
              </a:prstGeom>
              <a:solidFill>
                <a:srgbClr val="6F6F6F"/>
              </a:solidFill>
              <a:ln>
                <a:noFill/>
              </a:ln>
              <a:effectLst/>
            </p:spPr>
            <p:txBody>
              <a:bodyPr rtlCol="0" anchor="ctr"/>
              <a:lstStyle/>
              <a:p>
                <a:pPr algn="ctr"/>
              </a:p>
            </p:txBody>
          </p:sp>
          <p:sp>
            <p:nvSpPr>
              <p:cNvPr id="3180" name="Noise cell"/>
              <p:cNvSpPr/>
              <p:nvPr/>
            </p:nvSpPr>
            <p:spPr>
              <a:xfrm>
                <a:off x="9930384" y="8156448"/>
                <a:ext cx="18770" cy="18928"/>
              </a:xfrm>
              <a:prstGeom prst="rect">
                <a:avLst/>
              </a:prstGeom>
              <a:solidFill>
                <a:srgbClr val="8E8E8E"/>
              </a:solidFill>
              <a:ln>
                <a:noFill/>
              </a:ln>
              <a:effectLst/>
            </p:spPr>
            <p:txBody>
              <a:bodyPr rtlCol="0" anchor="ctr"/>
              <a:lstStyle/>
              <a:p>
                <a:pPr algn="ctr"/>
              </a:p>
            </p:txBody>
          </p:sp>
          <p:sp>
            <p:nvSpPr>
              <p:cNvPr id="3181" name="Noise cell"/>
              <p:cNvSpPr/>
              <p:nvPr/>
            </p:nvSpPr>
            <p:spPr>
              <a:xfrm>
                <a:off x="9948514" y="8156448"/>
                <a:ext cx="18770" cy="18928"/>
              </a:xfrm>
              <a:prstGeom prst="rect">
                <a:avLst/>
              </a:prstGeom>
              <a:solidFill>
                <a:srgbClr val="7A7A7A"/>
              </a:solidFill>
              <a:ln>
                <a:noFill/>
              </a:ln>
              <a:effectLst/>
            </p:spPr>
            <p:txBody>
              <a:bodyPr rtlCol="0" anchor="ctr"/>
              <a:lstStyle/>
              <a:p>
                <a:pPr algn="ctr"/>
              </a:p>
            </p:txBody>
          </p:sp>
          <p:sp>
            <p:nvSpPr>
              <p:cNvPr id="3182" name="Noise cell"/>
              <p:cNvSpPr/>
              <p:nvPr/>
            </p:nvSpPr>
            <p:spPr>
              <a:xfrm>
                <a:off x="9966645" y="8156448"/>
                <a:ext cx="18770" cy="18928"/>
              </a:xfrm>
              <a:prstGeom prst="rect">
                <a:avLst/>
              </a:prstGeom>
              <a:solidFill>
                <a:srgbClr val="858585"/>
              </a:solidFill>
              <a:ln>
                <a:noFill/>
              </a:ln>
              <a:effectLst/>
            </p:spPr>
            <p:txBody>
              <a:bodyPr rtlCol="0" anchor="ctr"/>
              <a:lstStyle/>
              <a:p>
                <a:pPr algn="ctr"/>
              </a:p>
            </p:txBody>
          </p:sp>
          <p:sp>
            <p:nvSpPr>
              <p:cNvPr id="3183" name="Noise cell"/>
              <p:cNvSpPr/>
              <p:nvPr/>
            </p:nvSpPr>
            <p:spPr>
              <a:xfrm>
                <a:off x="9984775" y="8156448"/>
                <a:ext cx="18770" cy="18928"/>
              </a:xfrm>
              <a:prstGeom prst="rect">
                <a:avLst/>
              </a:prstGeom>
              <a:solidFill>
                <a:srgbClr val="8D8D8D"/>
              </a:solidFill>
              <a:ln>
                <a:noFill/>
              </a:ln>
              <a:effectLst/>
            </p:spPr>
            <p:txBody>
              <a:bodyPr rtlCol="0" anchor="ctr"/>
              <a:lstStyle/>
              <a:p>
                <a:pPr algn="ctr"/>
              </a:p>
            </p:txBody>
          </p:sp>
          <p:sp>
            <p:nvSpPr>
              <p:cNvPr id="3184" name="Noise cell"/>
              <p:cNvSpPr/>
              <p:nvPr/>
            </p:nvSpPr>
            <p:spPr>
              <a:xfrm>
                <a:off x="10002905" y="8156448"/>
                <a:ext cx="18770" cy="18928"/>
              </a:xfrm>
              <a:prstGeom prst="rect">
                <a:avLst/>
              </a:prstGeom>
              <a:solidFill>
                <a:srgbClr val="979797"/>
              </a:solidFill>
              <a:ln>
                <a:noFill/>
              </a:ln>
              <a:effectLst/>
            </p:spPr>
            <p:txBody>
              <a:bodyPr rtlCol="0" anchor="ctr"/>
              <a:lstStyle/>
              <a:p>
                <a:pPr algn="ctr"/>
              </a:p>
            </p:txBody>
          </p:sp>
          <p:sp>
            <p:nvSpPr>
              <p:cNvPr id="3185" name="Noise cell"/>
              <p:cNvSpPr/>
              <p:nvPr/>
            </p:nvSpPr>
            <p:spPr>
              <a:xfrm>
                <a:off x="10021036" y="8156448"/>
                <a:ext cx="18770" cy="18928"/>
              </a:xfrm>
              <a:prstGeom prst="rect">
                <a:avLst/>
              </a:prstGeom>
              <a:solidFill>
                <a:srgbClr val="848484"/>
              </a:solidFill>
              <a:ln>
                <a:noFill/>
              </a:ln>
              <a:effectLst/>
            </p:spPr>
            <p:txBody>
              <a:bodyPr rtlCol="0" anchor="ctr"/>
              <a:lstStyle/>
              <a:p>
                <a:pPr algn="ctr"/>
              </a:p>
            </p:txBody>
          </p:sp>
          <p:sp>
            <p:nvSpPr>
              <p:cNvPr id="3186" name="Noise cell"/>
              <p:cNvSpPr/>
              <p:nvPr/>
            </p:nvSpPr>
            <p:spPr>
              <a:xfrm>
                <a:off x="10039166" y="8156448"/>
                <a:ext cx="18770" cy="18928"/>
              </a:xfrm>
              <a:prstGeom prst="rect">
                <a:avLst/>
              </a:prstGeom>
              <a:solidFill>
                <a:srgbClr val="848484"/>
              </a:solidFill>
              <a:ln>
                <a:noFill/>
              </a:ln>
              <a:effectLst/>
            </p:spPr>
            <p:txBody>
              <a:bodyPr rtlCol="0" anchor="ctr"/>
              <a:lstStyle/>
              <a:p>
                <a:pPr algn="ctr"/>
              </a:p>
            </p:txBody>
          </p:sp>
          <p:sp>
            <p:nvSpPr>
              <p:cNvPr id="3187" name="Noise cell"/>
              <p:cNvSpPr/>
              <p:nvPr/>
            </p:nvSpPr>
            <p:spPr>
              <a:xfrm>
                <a:off x="10057296" y="8156448"/>
                <a:ext cx="18770" cy="18928"/>
              </a:xfrm>
              <a:prstGeom prst="rect">
                <a:avLst/>
              </a:prstGeom>
              <a:solidFill>
                <a:srgbClr val="757575"/>
              </a:solidFill>
              <a:ln>
                <a:noFill/>
              </a:ln>
              <a:effectLst/>
            </p:spPr>
            <p:txBody>
              <a:bodyPr rtlCol="0" anchor="ctr"/>
              <a:lstStyle/>
              <a:p>
                <a:pPr algn="ctr"/>
              </a:p>
            </p:txBody>
          </p:sp>
          <p:sp>
            <p:nvSpPr>
              <p:cNvPr id="3188" name="Noise cell"/>
              <p:cNvSpPr/>
              <p:nvPr/>
            </p:nvSpPr>
            <p:spPr>
              <a:xfrm>
                <a:off x="10075427" y="8156448"/>
                <a:ext cx="18770" cy="18928"/>
              </a:xfrm>
              <a:prstGeom prst="rect">
                <a:avLst/>
              </a:prstGeom>
              <a:solidFill>
                <a:srgbClr val="797979"/>
              </a:solidFill>
              <a:ln>
                <a:noFill/>
              </a:ln>
              <a:effectLst/>
            </p:spPr>
            <p:txBody>
              <a:bodyPr rtlCol="0" anchor="ctr"/>
              <a:lstStyle/>
              <a:p>
                <a:pPr algn="ctr"/>
              </a:p>
            </p:txBody>
          </p:sp>
          <p:sp>
            <p:nvSpPr>
              <p:cNvPr id="3189" name="Noise cell"/>
              <p:cNvSpPr/>
              <p:nvPr/>
            </p:nvSpPr>
            <p:spPr>
              <a:xfrm>
                <a:off x="10093557" y="8156448"/>
                <a:ext cx="18770" cy="18928"/>
              </a:xfrm>
              <a:prstGeom prst="rect">
                <a:avLst/>
              </a:prstGeom>
              <a:solidFill>
                <a:srgbClr val="929292"/>
              </a:solidFill>
              <a:ln>
                <a:noFill/>
              </a:ln>
              <a:effectLst/>
            </p:spPr>
            <p:txBody>
              <a:bodyPr rtlCol="0" anchor="ctr"/>
              <a:lstStyle/>
              <a:p>
                <a:pPr algn="ctr"/>
              </a:p>
            </p:txBody>
          </p:sp>
          <p:sp>
            <p:nvSpPr>
              <p:cNvPr id="3190" name="Noise cell"/>
              <p:cNvSpPr/>
              <p:nvPr/>
            </p:nvSpPr>
            <p:spPr>
              <a:xfrm>
                <a:off x="10111687" y="8156448"/>
                <a:ext cx="18770" cy="18928"/>
              </a:xfrm>
              <a:prstGeom prst="rect">
                <a:avLst/>
              </a:prstGeom>
              <a:solidFill>
                <a:srgbClr val="888888"/>
              </a:solidFill>
              <a:ln>
                <a:noFill/>
              </a:ln>
              <a:effectLst/>
            </p:spPr>
            <p:txBody>
              <a:bodyPr rtlCol="0" anchor="ctr"/>
              <a:lstStyle/>
              <a:p>
                <a:pPr algn="ctr"/>
              </a:p>
            </p:txBody>
          </p:sp>
          <p:sp>
            <p:nvSpPr>
              <p:cNvPr id="3191" name="Noise cell"/>
              <p:cNvSpPr/>
              <p:nvPr/>
            </p:nvSpPr>
            <p:spPr>
              <a:xfrm>
                <a:off x="10129818" y="8156448"/>
                <a:ext cx="18770" cy="18928"/>
              </a:xfrm>
              <a:prstGeom prst="rect">
                <a:avLst/>
              </a:prstGeom>
              <a:solidFill>
                <a:srgbClr val="7B7B7B"/>
              </a:solidFill>
              <a:ln>
                <a:noFill/>
              </a:ln>
              <a:effectLst/>
            </p:spPr>
            <p:txBody>
              <a:bodyPr rtlCol="0" anchor="ctr"/>
              <a:lstStyle/>
              <a:p>
                <a:pPr algn="ctr"/>
              </a:p>
            </p:txBody>
          </p:sp>
          <p:sp>
            <p:nvSpPr>
              <p:cNvPr id="3192" name="Noise cell"/>
              <p:cNvSpPr/>
              <p:nvPr/>
            </p:nvSpPr>
            <p:spPr>
              <a:xfrm>
                <a:off x="10147948" y="8156448"/>
                <a:ext cx="18770" cy="18928"/>
              </a:xfrm>
              <a:prstGeom prst="rect">
                <a:avLst/>
              </a:prstGeom>
              <a:solidFill>
                <a:srgbClr val="838383"/>
              </a:solidFill>
              <a:ln>
                <a:noFill/>
              </a:ln>
              <a:effectLst/>
            </p:spPr>
            <p:txBody>
              <a:bodyPr rtlCol="0" anchor="ctr"/>
              <a:lstStyle/>
              <a:p>
                <a:pPr algn="ctr"/>
              </a:p>
            </p:txBody>
          </p:sp>
          <p:sp>
            <p:nvSpPr>
              <p:cNvPr id="3193" name="Noise cell"/>
              <p:cNvSpPr/>
              <p:nvPr/>
            </p:nvSpPr>
            <p:spPr>
              <a:xfrm>
                <a:off x="10166078" y="8156448"/>
                <a:ext cx="18770" cy="18928"/>
              </a:xfrm>
              <a:prstGeom prst="rect">
                <a:avLst/>
              </a:prstGeom>
              <a:solidFill>
                <a:srgbClr val="9B9B9B"/>
              </a:solidFill>
              <a:ln>
                <a:noFill/>
              </a:ln>
              <a:effectLst/>
            </p:spPr>
            <p:txBody>
              <a:bodyPr rtlCol="0" anchor="ctr"/>
              <a:lstStyle/>
              <a:p>
                <a:pPr algn="ctr"/>
              </a:p>
            </p:txBody>
          </p:sp>
          <p:sp>
            <p:nvSpPr>
              <p:cNvPr id="3194" name="Noise cell"/>
              <p:cNvSpPr/>
              <p:nvPr/>
            </p:nvSpPr>
            <p:spPr>
              <a:xfrm>
                <a:off x="10184209" y="8156448"/>
                <a:ext cx="18770" cy="18928"/>
              </a:xfrm>
              <a:prstGeom prst="rect">
                <a:avLst/>
              </a:prstGeom>
              <a:solidFill>
                <a:srgbClr val="6B6B6B"/>
              </a:solidFill>
              <a:ln>
                <a:noFill/>
              </a:ln>
              <a:effectLst/>
            </p:spPr>
            <p:txBody>
              <a:bodyPr rtlCol="0" anchor="ctr"/>
              <a:lstStyle/>
              <a:p>
                <a:pPr algn="ctr"/>
              </a:p>
            </p:txBody>
          </p:sp>
          <p:sp>
            <p:nvSpPr>
              <p:cNvPr id="3195" name="Noise cell"/>
              <p:cNvSpPr/>
              <p:nvPr/>
            </p:nvSpPr>
            <p:spPr>
              <a:xfrm>
                <a:off x="10202339" y="8156448"/>
                <a:ext cx="18770" cy="18928"/>
              </a:xfrm>
              <a:prstGeom prst="rect">
                <a:avLst/>
              </a:prstGeom>
              <a:solidFill>
                <a:srgbClr val="848484"/>
              </a:solidFill>
              <a:ln>
                <a:noFill/>
              </a:ln>
              <a:effectLst/>
            </p:spPr>
            <p:txBody>
              <a:bodyPr rtlCol="0" anchor="ctr"/>
              <a:lstStyle/>
              <a:p>
                <a:pPr algn="ctr"/>
              </a:p>
            </p:txBody>
          </p:sp>
          <p:sp>
            <p:nvSpPr>
              <p:cNvPr id="3196" name="Noise cell"/>
              <p:cNvSpPr/>
              <p:nvPr/>
            </p:nvSpPr>
            <p:spPr>
              <a:xfrm>
                <a:off x="10220470" y="8156448"/>
                <a:ext cx="18770" cy="18928"/>
              </a:xfrm>
              <a:prstGeom prst="rect">
                <a:avLst/>
              </a:prstGeom>
              <a:solidFill>
                <a:srgbClr val="838383"/>
              </a:solidFill>
              <a:ln>
                <a:noFill/>
              </a:ln>
              <a:effectLst/>
            </p:spPr>
            <p:txBody>
              <a:bodyPr rtlCol="0" anchor="ctr"/>
              <a:lstStyle/>
              <a:p>
                <a:pPr algn="ctr"/>
              </a:p>
            </p:txBody>
          </p:sp>
          <p:sp>
            <p:nvSpPr>
              <p:cNvPr id="3197" name="Noise cell"/>
              <p:cNvSpPr/>
              <p:nvPr/>
            </p:nvSpPr>
            <p:spPr>
              <a:xfrm>
                <a:off x="10238600" y="8156448"/>
                <a:ext cx="18770" cy="18928"/>
              </a:xfrm>
              <a:prstGeom prst="rect">
                <a:avLst/>
              </a:prstGeom>
              <a:solidFill>
                <a:srgbClr val="939393"/>
              </a:solidFill>
              <a:ln>
                <a:noFill/>
              </a:ln>
              <a:effectLst/>
            </p:spPr>
            <p:txBody>
              <a:bodyPr rtlCol="0" anchor="ctr"/>
              <a:lstStyle/>
              <a:p>
                <a:pPr algn="ctr"/>
              </a:p>
            </p:txBody>
          </p:sp>
          <p:sp>
            <p:nvSpPr>
              <p:cNvPr id="3198" name="Noise cell"/>
              <p:cNvSpPr/>
              <p:nvPr/>
            </p:nvSpPr>
            <p:spPr>
              <a:xfrm>
                <a:off x="10256730" y="8156448"/>
                <a:ext cx="18770" cy="18928"/>
              </a:xfrm>
              <a:prstGeom prst="rect">
                <a:avLst/>
              </a:prstGeom>
              <a:solidFill>
                <a:srgbClr val="999999"/>
              </a:solidFill>
              <a:ln>
                <a:noFill/>
              </a:ln>
              <a:effectLst/>
            </p:spPr>
            <p:txBody>
              <a:bodyPr rtlCol="0" anchor="ctr"/>
              <a:lstStyle/>
              <a:p>
                <a:pPr algn="ctr"/>
              </a:p>
            </p:txBody>
          </p:sp>
          <p:sp>
            <p:nvSpPr>
              <p:cNvPr id="3199" name="Noise cell"/>
              <p:cNvSpPr/>
              <p:nvPr/>
            </p:nvSpPr>
            <p:spPr>
              <a:xfrm>
                <a:off x="10274861" y="8156448"/>
                <a:ext cx="18770" cy="18928"/>
              </a:xfrm>
              <a:prstGeom prst="rect">
                <a:avLst/>
              </a:prstGeom>
              <a:solidFill>
                <a:srgbClr val="A7A7A7"/>
              </a:solidFill>
              <a:ln>
                <a:noFill/>
              </a:ln>
              <a:effectLst/>
            </p:spPr>
            <p:txBody>
              <a:bodyPr rtlCol="0" anchor="ctr"/>
              <a:lstStyle/>
              <a:p>
                <a:pPr algn="ctr"/>
              </a:p>
            </p:txBody>
          </p:sp>
          <p:sp>
            <p:nvSpPr>
              <p:cNvPr id="3200" name="Noise cell"/>
              <p:cNvSpPr/>
              <p:nvPr/>
            </p:nvSpPr>
            <p:spPr>
              <a:xfrm>
                <a:off x="10292991" y="8156448"/>
                <a:ext cx="18770" cy="18928"/>
              </a:xfrm>
              <a:prstGeom prst="rect">
                <a:avLst/>
              </a:prstGeom>
              <a:solidFill>
                <a:srgbClr val="747474"/>
              </a:solidFill>
              <a:ln>
                <a:noFill/>
              </a:ln>
              <a:effectLst/>
            </p:spPr>
            <p:txBody>
              <a:bodyPr rtlCol="0" anchor="ctr"/>
              <a:lstStyle/>
              <a:p>
                <a:pPr algn="ctr"/>
              </a:p>
            </p:txBody>
          </p:sp>
          <p:sp>
            <p:nvSpPr>
              <p:cNvPr id="3201" name="Noise cell"/>
              <p:cNvSpPr/>
              <p:nvPr/>
            </p:nvSpPr>
            <p:spPr>
              <a:xfrm>
                <a:off x="10311121" y="8156448"/>
                <a:ext cx="18770" cy="18928"/>
              </a:xfrm>
              <a:prstGeom prst="rect">
                <a:avLst/>
              </a:prstGeom>
              <a:solidFill>
                <a:srgbClr val="7D7D7D"/>
              </a:solidFill>
              <a:ln>
                <a:noFill/>
              </a:ln>
              <a:effectLst/>
            </p:spPr>
            <p:txBody>
              <a:bodyPr rtlCol="0" anchor="ctr"/>
              <a:lstStyle/>
              <a:p>
                <a:pPr algn="ctr"/>
              </a:p>
            </p:txBody>
          </p:sp>
          <p:sp>
            <p:nvSpPr>
              <p:cNvPr id="3202" name="Noise cell"/>
              <p:cNvSpPr/>
              <p:nvPr/>
            </p:nvSpPr>
            <p:spPr>
              <a:xfrm>
                <a:off x="10329252" y="8156448"/>
                <a:ext cx="18770" cy="18928"/>
              </a:xfrm>
              <a:prstGeom prst="rect">
                <a:avLst/>
              </a:prstGeom>
              <a:solidFill>
                <a:srgbClr val="6F6F6F"/>
              </a:solidFill>
              <a:ln>
                <a:noFill/>
              </a:ln>
              <a:effectLst/>
            </p:spPr>
            <p:txBody>
              <a:bodyPr rtlCol="0" anchor="ctr"/>
              <a:lstStyle/>
              <a:p>
                <a:pPr algn="ctr"/>
              </a:p>
            </p:txBody>
          </p:sp>
          <p:sp>
            <p:nvSpPr>
              <p:cNvPr id="3203" name="Noise cell"/>
              <p:cNvSpPr/>
              <p:nvPr/>
            </p:nvSpPr>
            <p:spPr>
              <a:xfrm>
                <a:off x="10347382" y="8156448"/>
                <a:ext cx="18770" cy="18928"/>
              </a:xfrm>
              <a:prstGeom prst="rect">
                <a:avLst/>
              </a:prstGeom>
              <a:solidFill>
                <a:srgbClr val="727272"/>
              </a:solidFill>
              <a:ln>
                <a:noFill/>
              </a:ln>
              <a:effectLst/>
            </p:spPr>
            <p:txBody>
              <a:bodyPr rtlCol="0" anchor="ctr"/>
              <a:lstStyle/>
              <a:p>
                <a:pPr algn="ctr"/>
              </a:p>
            </p:txBody>
          </p:sp>
          <p:sp>
            <p:nvSpPr>
              <p:cNvPr id="3204" name="Noise cell"/>
              <p:cNvSpPr/>
              <p:nvPr/>
            </p:nvSpPr>
            <p:spPr>
              <a:xfrm>
                <a:off x="10365512" y="8156448"/>
                <a:ext cx="18770" cy="18928"/>
              </a:xfrm>
              <a:prstGeom prst="rect">
                <a:avLst/>
              </a:prstGeom>
              <a:solidFill>
                <a:srgbClr val="8A8A8A"/>
              </a:solidFill>
              <a:ln>
                <a:noFill/>
              </a:ln>
              <a:effectLst/>
            </p:spPr>
            <p:txBody>
              <a:bodyPr rtlCol="0" anchor="ctr"/>
              <a:lstStyle/>
              <a:p>
                <a:pPr algn="ctr"/>
              </a:p>
            </p:txBody>
          </p:sp>
          <p:sp>
            <p:nvSpPr>
              <p:cNvPr id="3205" name="Noise cell"/>
              <p:cNvSpPr/>
              <p:nvPr/>
            </p:nvSpPr>
            <p:spPr>
              <a:xfrm>
                <a:off x="10383643" y="8156448"/>
                <a:ext cx="18770" cy="18928"/>
              </a:xfrm>
              <a:prstGeom prst="rect">
                <a:avLst/>
              </a:prstGeom>
              <a:solidFill>
                <a:srgbClr val="959595"/>
              </a:solidFill>
              <a:ln>
                <a:noFill/>
              </a:ln>
              <a:effectLst/>
            </p:spPr>
            <p:txBody>
              <a:bodyPr rtlCol="0" anchor="ctr"/>
              <a:lstStyle/>
              <a:p>
                <a:pPr algn="ctr"/>
              </a:p>
            </p:txBody>
          </p:sp>
          <p:sp>
            <p:nvSpPr>
              <p:cNvPr id="3206" name="Noise cell"/>
              <p:cNvSpPr/>
              <p:nvPr/>
            </p:nvSpPr>
            <p:spPr>
              <a:xfrm>
                <a:off x="10401773" y="8156448"/>
                <a:ext cx="18770" cy="18928"/>
              </a:xfrm>
              <a:prstGeom prst="rect">
                <a:avLst/>
              </a:prstGeom>
              <a:solidFill>
                <a:srgbClr val="969696"/>
              </a:solidFill>
              <a:ln>
                <a:noFill/>
              </a:ln>
              <a:effectLst/>
            </p:spPr>
            <p:txBody>
              <a:bodyPr rtlCol="0" anchor="ctr"/>
              <a:lstStyle/>
              <a:p>
                <a:pPr algn="ctr"/>
              </a:p>
            </p:txBody>
          </p:sp>
          <p:sp>
            <p:nvSpPr>
              <p:cNvPr id="3207" name="Noise cell"/>
              <p:cNvSpPr/>
              <p:nvPr/>
            </p:nvSpPr>
            <p:spPr>
              <a:xfrm>
                <a:off x="10419903" y="8156448"/>
                <a:ext cx="18770" cy="18928"/>
              </a:xfrm>
              <a:prstGeom prst="rect">
                <a:avLst/>
              </a:prstGeom>
              <a:solidFill>
                <a:srgbClr val="808080"/>
              </a:solidFill>
              <a:ln>
                <a:noFill/>
              </a:ln>
              <a:effectLst/>
            </p:spPr>
            <p:txBody>
              <a:bodyPr rtlCol="0" anchor="ctr"/>
              <a:lstStyle/>
              <a:p>
                <a:pPr algn="ctr"/>
              </a:p>
            </p:txBody>
          </p:sp>
          <p:sp>
            <p:nvSpPr>
              <p:cNvPr id="3208" name="Noise cell"/>
              <p:cNvSpPr/>
              <p:nvPr/>
            </p:nvSpPr>
            <p:spPr>
              <a:xfrm>
                <a:off x="10438034" y="8156448"/>
                <a:ext cx="18770" cy="18928"/>
              </a:xfrm>
              <a:prstGeom prst="rect">
                <a:avLst/>
              </a:prstGeom>
              <a:solidFill>
                <a:srgbClr val="747474"/>
              </a:solidFill>
              <a:ln>
                <a:noFill/>
              </a:ln>
              <a:effectLst/>
            </p:spPr>
            <p:txBody>
              <a:bodyPr rtlCol="0" anchor="ctr"/>
              <a:lstStyle/>
              <a:p>
                <a:pPr algn="ctr"/>
              </a:p>
            </p:txBody>
          </p:sp>
          <p:sp>
            <p:nvSpPr>
              <p:cNvPr id="3209" name="Noise cell"/>
              <p:cNvSpPr/>
              <p:nvPr/>
            </p:nvSpPr>
            <p:spPr>
              <a:xfrm>
                <a:off x="10456164" y="8156448"/>
                <a:ext cx="18770" cy="18928"/>
              </a:xfrm>
              <a:prstGeom prst="rect">
                <a:avLst/>
              </a:prstGeom>
              <a:solidFill>
                <a:srgbClr val="7D7D7D"/>
              </a:solidFill>
              <a:ln>
                <a:noFill/>
              </a:ln>
              <a:effectLst/>
            </p:spPr>
            <p:txBody>
              <a:bodyPr rtlCol="0" anchor="ctr"/>
              <a:lstStyle/>
              <a:p>
                <a:pPr algn="ctr"/>
              </a:p>
            </p:txBody>
          </p:sp>
          <p:sp>
            <p:nvSpPr>
              <p:cNvPr id="3210" name="Noise cell"/>
              <p:cNvSpPr/>
              <p:nvPr/>
            </p:nvSpPr>
            <p:spPr>
              <a:xfrm>
                <a:off x="10474294" y="8156448"/>
                <a:ext cx="18770" cy="18928"/>
              </a:xfrm>
              <a:prstGeom prst="rect">
                <a:avLst/>
              </a:prstGeom>
              <a:solidFill>
                <a:srgbClr val="8C8C8C"/>
              </a:solidFill>
              <a:ln>
                <a:noFill/>
              </a:ln>
              <a:effectLst/>
            </p:spPr>
            <p:txBody>
              <a:bodyPr rtlCol="0" anchor="ctr"/>
              <a:lstStyle/>
              <a:p>
                <a:pPr algn="ctr"/>
              </a:p>
            </p:txBody>
          </p:sp>
          <p:sp>
            <p:nvSpPr>
              <p:cNvPr id="3211" name="Noise cell"/>
              <p:cNvSpPr/>
              <p:nvPr/>
            </p:nvSpPr>
            <p:spPr>
              <a:xfrm>
                <a:off x="10492425" y="8156448"/>
                <a:ext cx="18770" cy="18928"/>
              </a:xfrm>
              <a:prstGeom prst="rect">
                <a:avLst/>
              </a:prstGeom>
              <a:solidFill>
                <a:srgbClr val="818181"/>
              </a:solidFill>
              <a:ln>
                <a:noFill/>
              </a:ln>
              <a:effectLst/>
            </p:spPr>
            <p:txBody>
              <a:bodyPr rtlCol="0" anchor="ctr"/>
              <a:lstStyle/>
              <a:p>
                <a:pPr algn="ctr"/>
              </a:p>
            </p:txBody>
          </p:sp>
          <p:sp>
            <p:nvSpPr>
              <p:cNvPr id="3212" name="Noise cell"/>
              <p:cNvSpPr/>
              <p:nvPr/>
            </p:nvSpPr>
            <p:spPr>
              <a:xfrm>
                <a:off x="10510555" y="8156448"/>
                <a:ext cx="18770" cy="18928"/>
              </a:xfrm>
              <a:prstGeom prst="rect">
                <a:avLst/>
              </a:prstGeom>
              <a:solidFill>
                <a:srgbClr val="787878"/>
              </a:solidFill>
              <a:ln>
                <a:noFill/>
              </a:ln>
              <a:effectLst/>
            </p:spPr>
            <p:txBody>
              <a:bodyPr rtlCol="0" anchor="ctr"/>
              <a:lstStyle/>
              <a:p>
                <a:pPr algn="ctr"/>
              </a:p>
            </p:txBody>
          </p:sp>
          <p:sp>
            <p:nvSpPr>
              <p:cNvPr id="3213" name="Noise cell"/>
              <p:cNvSpPr/>
              <p:nvPr/>
            </p:nvSpPr>
            <p:spPr>
              <a:xfrm>
                <a:off x="10528685" y="8156448"/>
                <a:ext cx="18770" cy="18928"/>
              </a:xfrm>
              <a:prstGeom prst="rect">
                <a:avLst/>
              </a:prstGeom>
              <a:solidFill>
                <a:srgbClr val="7D7D7D"/>
              </a:solidFill>
              <a:ln>
                <a:noFill/>
              </a:ln>
              <a:effectLst/>
            </p:spPr>
            <p:txBody>
              <a:bodyPr rtlCol="0" anchor="ctr"/>
              <a:lstStyle/>
              <a:p>
                <a:pPr algn="ctr"/>
              </a:p>
            </p:txBody>
          </p:sp>
          <p:sp>
            <p:nvSpPr>
              <p:cNvPr id="3214" name="Noise cell"/>
              <p:cNvSpPr/>
              <p:nvPr/>
            </p:nvSpPr>
            <p:spPr>
              <a:xfrm>
                <a:off x="10546816" y="8156448"/>
                <a:ext cx="18770" cy="18928"/>
              </a:xfrm>
              <a:prstGeom prst="rect">
                <a:avLst/>
              </a:prstGeom>
              <a:solidFill>
                <a:srgbClr val="939393"/>
              </a:solidFill>
              <a:ln>
                <a:noFill/>
              </a:ln>
              <a:effectLst/>
            </p:spPr>
            <p:txBody>
              <a:bodyPr rtlCol="0" anchor="ctr"/>
              <a:lstStyle/>
              <a:p>
                <a:pPr algn="ctr"/>
              </a:p>
            </p:txBody>
          </p:sp>
          <p:sp>
            <p:nvSpPr>
              <p:cNvPr id="3215" name="Noise cell"/>
              <p:cNvSpPr/>
              <p:nvPr/>
            </p:nvSpPr>
            <p:spPr>
              <a:xfrm>
                <a:off x="10564946" y="8156448"/>
                <a:ext cx="18770" cy="18928"/>
              </a:xfrm>
              <a:prstGeom prst="rect">
                <a:avLst/>
              </a:prstGeom>
              <a:solidFill>
                <a:srgbClr val="828282"/>
              </a:solidFill>
              <a:ln>
                <a:noFill/>
              </a:ln>
              <a:effectLst/>
            </p:spPr>
            <p:txBody>
              <a:bodyPr rtlCol="0" anchor="ctr"/>
              <a:lstStyle/>
              <a:p>
                <a:pPr algn="ctr"/>
              </a:p>
            </p:txBody>
          </p:sp>
          <p:sp>
            <p:nvSpPr>
              <p:cNvPr id="3216" name="Noise cell"/>
              <p:cNvSpPr/>
              <p:nvPr/>
            </p:nvSpPr>
            <p:spPr>
              <a:xfrm>
                <a:off x="10583076" y="8156448"/>
                <a:ext cx="18770" cy="18928"/>
              </a:xfrm>
              <a:prstGeom prst="rect">
                <a:avLst/>
              </a:prstGeom>
              <a:solidFill>
                <a:srgbClr val="858585"/>
              </a:solidFill>
              <a:ln>
                <a:noFill/>
              </a:ln>
              <a:effectLst/>
            </p:spPr>
            <p:txBody>
              <a:bodyPr rtlCol="0" anchor="ctr"/>
              <a:lstStyle/>
              <a:p>
                <a:pPr algn="ctr"/>
              </a:p>
            </p:txBody>
          </p:sp>
          <p:sp>
            <p:nvSpPr>
              <p:cNvPr id="3217" name="Noise cell"/>
              <p:cNvSpPr/>
              <p:nvPr/>
            </p:nvSpPr>
            <p:spPr>
              <a:xfrm>
                <a:off x="10601207" y="8156448"/>
                <a:ext cx="18770" cy="18928"/>
              </a:xfrm>
              <a:prstGeom prst="rect">
                <a:avLst/>
              </a:prstGeom>
              <a:solidFill>
                <a:srgbClr val="888888"/>
              </a:solidFill>
              <a:ln>
                <a:noFill/>
              </a:ln>
              <a:effectLst/>
            </p:spPr>
            <p:txBody>
              <a:bodyPr rtlCol="0" anchor="ctr"/>
              <a:lstStyle/>
              <a:p>
                <a:pPr algn="ctr"/>
              </a:p>
            </p:txBody>
          </p:sp>
          <p:sp>
            <p:nvSpPr>
              <p:cNvPr id="3218" name="Noise cell"/>
              <p:cNvSpPr/>
              <p:nvPr/>
            </p:nvSpPr>
            <p:spPr>
              <a:xfrm>
                <a:off x="10619337" y="8156448"/>
                <a:ext cx="18770" cy="18928"/>
              </a:xfrm>
              <a:prstGeom prst="rect">
                <a:avLst/>
              </a:prstGeom>
              <a:solidFill>
                <a:srgbClr val="767676"/>
              </a:solidFill>
              <a:ln>
                <a:noFill/>
              </a:ln>
              <a:effectLst/>
            </p:spPr>
            <p:txBody>
              <a:bodyPr rtlCol="0" anchor="ctr"/>
              <a:lstStyle/>
              <a:p>
                <a:pPr algn="ctr"/>
              </a:p>
            </p:txBody>
          </p:sp>
          <p:sp>
            <p:nvSpPr>
              <p:cNvPr id="3219" name="Noise cell"/>
              <p:cNvSpPr/>
              <p:nvPr/>
            </p:nvSpPr>
            <p:spPr>
              <a:xfrm>
                <a:off x="10637467" y="8156448"/>
                <a:ext cx="18770" cy="18928"/>
              </a:xfrm>
              <a:prstGeom prst="rect">
                <a:avLst/>
              </a:prstGeom>
              <a:solidFill>
                <a:srgbClr val="8A8A8A"/>
              </a:solidFill>
              <a:ln>
                <a:noFill/>
              </a:ln>
              <a:effectLst/>
            </p:spPr>
            <p:txBody>
              <a:bodyPr rtlCol="0" anchor="ctr"/>
              <a:lstStyle/>
              <a:p>
                <a:pPr algn="ctr"/>
              </a:p>
            </p:txBody>
          </p:sp>
          <p:sp>
            <p:nvSpPr>
              <p:cNvPr id="3220" name="Noise cell"/>
              <p:cNvSpPr/>
              <p:nvPr/>
            </p:nvSpPr>
            <p:spPr>
              <a:xfrm>
                <a:off x="10655598" y="8156448"/>
                <a:ext cx="18770" cy="18928"/>
              </a:xfrm>
              <a:prstGeom prst="rect">
                <a:avLst/>
              </a:prstGeom>
              <a:solidFill>
                <a:srgbClr val="939393"/>
              </a:solidFill>
              <a:ln>
                <a:noFill/>
              </a:ln>
              <a:effectLst/>
            </p:spPr>
            <p:txBody>
              <a:bodyPr rtlCol="0" anchor="ctr"/>
              <a:lstStyle/>
              <a:p>
                <a:pPr algn="ctr"/>
              </a:p>
            </p:txBody>
          </p:sp>
          <p:sp>
            <p:nvSpPr>
              <p:cNvPr id="3221" name="Noise cell"/>
              <p:cNvSpPr/>
              <p:nvPr/>
            </p:nvSpPr>
            <p:spPr>
              <a:xfrm>
                <a:off x="10673728" y="8156448"/>
                <a:ext cx="18770" cy="18928"/>
              </a:xfrm>
              <a:prstGeom prst="rect">
                <a:avLst/>
              </a:prstGeom>
              <a:solidFill>
                <a:srgbClr val="787878"/>
              </a:solidFill>
              <a:ln>
                <a:noFill/>
              </a:ln>
              <a:effectLst/>
            </p:spPr>
            <p:txBody>
              <a:bodyPr rtlCol="0" anchor="ctr"/>
              <a:lstStyle/>
              <a:p>
                <a:pPr algn="ctr"/>
              </a:p>
            </p:txBody>
          </p:sp>
          <p:sp>
            <p:nvSpPr>
              <p:cNvPr id="3222" name="Noise cell"/>
              <p:cNvSpPr/>
              <p:nvPr/>
            </p:nvSpPr>
            <p:spPr>
              <a:xfrm>
                <a:off x="10691858" y="8156448"/>
                <a:ext cx="18770" cy="18928"/>
              </a:xfrm>
              <a:prstGeom prst="rect">
                <a:avLst/>
              </a:prstGeom>
              <a:solidFill>
                <a:srgbClr val="838383"/>
              </a:solidFill>
              <a:ln>
                <a:noFill/>
              </a:ln>
              <a:effectLst/>
            </p:spPr>
            <p:txBody>
              <a:bodyPr rtlCol="0" anchor="ctr"/>
              <a:lstStyle/>
              <a:p>
                <a:pPr algn="ctr"/>
              </a:p>
            </p:txBody>
          </p:sp>
          <p:sp>
            <p:nvSpPr>
              <p:cNvPr id="3223" name="Noise cell"/>
              <p:cNvSpPr/>
              <p:nvPr/>
            </p:nvSpPr>
            <p:spPr>
              <a:xfrm>
                <a:off x="10709989" y="8156448"/>
                <a:ext cx="18770" cy="18928"/>
              </a:xfrm>
              <a:prstGeom prst="rect">
                <a:avLst/>
              </a:prstGeom>
              <a:solidFill>
                <a:srgbClr val="909090"/>
              </a:solidFill>
              <a:ln>
                <a:noFill/>
              </a:ln>
              <a:effectLst/>
            </p:spPr>
            <p:txBody>
              <a:bodyPr rtlCol="0" anchor="ctr"/>
              <a:lstStyle/>
              <a:p>
                <a:pPr algn="ctr"/>
              </a:p>
            </p:txBody>
          </p:sp>
          <p:sp>
            <p:nvSpPr>
              <p:cNvPr id="3224" name="Noise cell"/>
              <p:cNvSpPr/>
              <p:nvPr/>
            </p:nvSpPr>
            <p:spPr>
              <a:xfrm>
                <a:off x="10728119" y="8156448"/>
                <a:ext cx="18770" cy="18928"/>
              </a:xfrm>
              <a:prstGeom prst="rect">
                <a:avLst/>
              </a:prstGeom>
              <a:solidFill>
                <a:srgbClr val="818181"/>
              </a:solidFill>
              <a:ln>
                <a:noFill/>
              </a:ln>
              <a:effectLst/>
            </p:spPr>
            <p:txBody>
              <a:bodyPr rtlCol="0" anchor="ctr"/>
              <a:lstStyle/>
              <a:p>
                <a:pPr algn="ctr"/>
              </a:p>
            </p:txBody>
          </p:sp>
          <p:sp>
            <p:nvSpPr>
              <p:cNvPr id="3225" name="Noise cell"/>
              <p:cNvSpPr/>
              <p:nvPr/>
            </p:nvSpPr>
            <p:spPr>
              <a:xfrm>
                <a:off x="10746250" y="8156448"/>
                <a:ext cx="18770" cy="18928"/>
              </a:xfrm>
              <a:prstGeom prst="rect">
                <a:avLst/>
              </a:prstGeom>
              <a:solidFill>
                <a:srgbClr val="949494"/>
              </a:solidFill>
              <a:ln>
                <a:noFill/>
              </a:ln>
              <a:effectLst/>
            </p:spPr>
            <p:txBody>
              <a:bodyPr rtlCol="0" anchor="ctr"/>
              <a:lstStyle/>
              <a:p>
                <a:pPr algn="ctr"/>
              </a:p>
            </p:txBody>
          </p:sp>
          <p:sp>
            <p:nvSpPr>
              <p:cNvPr id="3226" name="Noise cell"/>
              <p:cNvSpPr/>
              <p:nvPr/>
            </p:nvSpPr>
            <p:spPr>
              <a:xfrm>
                <a:off x="10764380" y="8156448"/>
                <a:ext cx="18770" cy="18928"/>
              </a:xfrm>
              <a:prstGeom prst="rect">
                <a:avLst/>
              </a:prstGeom>
              <a:solidFill>
                <a:srgbClr val="898989"/>
              </a:solidFill>
              <a:ln>
                <a:noFill/>
              </a:ln>
              <a:effectLst/>
            </p:spPr>
            <p:txBody>
              <a:bodyPr rtlCol="0" anchor="ctr"/>
              <a:lstStyle/>
              <a:p>
                <a:pPr algn="ctr"/>
              </a:p>
            </p:txBody>
          </p:sp>
          <p:sp>
            <p:nvSpPr>
              <p:cNvPr id="3227" name="Noise cell"/>
              <p:cNvSpPr/>
              <p:nvPr/>
            </p:nvSpPr>
            <p:spPr>
              <a:xfrm>
                <a:off x="10782510" y="8156448"/>
                <a:ext cx="18770" cy="18928"/>
              </a:xfrm>
              <a:prstGeom prst="rect">
                <a:avLst/>
              </a:prstGeom>
              <a:solidFill>
                <a:srgbClr val="7E7E7E"/>
              </a:solidFill>
              <a:ln>
                <a:noFill/>
              </a:ln>
              <a:effectLst/>
            </p:spPr>
            <p:txBody>
              <a:bodyPr rtlCol="0" anchor="ctr"/>
              <a:lstStyle/>
              <a:p>
                <a:pPr algn="ctr"/>
              </a:p>
            </p:txBody>
          </p:sp>
          <p:sp>
            <p:nvSpPr>
              <p:cNvPr id="3228" name="Noise cell"/>
              <p:cNvSpPr/>
              <p:nvPr/>
            </p:nvSpPr>
            <p:spPr>
              <a:xfrm>
                <a:off x="10800641" y="8156448"/>
                <a:ext cx="18770" cy="18928"/>
              </a:xfrm>
              <a:prstGeom prst="rect">
                <a:avLst/>
              </a:prstGeom>
              <a:solidFill>
                <a:srgbClr val="848484"/>
              </a:solidFill>
              <a:ln>
                <a:noFill/>
              </a:ln>
              <a:effectLst/>
            </p:spPr>
            <p:txBody>
              <a:bodyPr rtlCol="0" anchor="ctr"/>
              <a:lstStyle/>
              <a:p>
                <a:pPr algn="ctr"/>
              </a:p>
            </p:txBody>
          </p:sp>
          <p:sp>
            <p:nvSpPr>
              <p:cNvPr id="3229" name="Noise cell"/>
              <p:cNvSpPr/>
              <p:nvPr/>
            </p:nvSpPr>
            <p:spPr>
              <a:xfrm>
                <a:off x="10818771" y="8156448"/>
                <a:ext cx="18770" cy="18928"/>
              </a:xfrm>
              <a:prstGeom prst="rect">
                <a:avLst/>
              </a:prstGeom>
              <a:solidFill>
                <a:srgbClr val="868686"/>
              </a:solidFill>
              <a:ln>
                <a:noFill/>
              </a:ln>
              <a:effectLst/>
            </p:spPr>
            <p:txBody>
              <a:bodyPr rtlCol="0" anchor="ctr"/>
              <a:lstStyle/>
              <a:p>
                <a:pPr algn="ctr"/>
              </a:p>
            </p:txBody>
          </p:sp>
          <p:sp>
            <p:nvSpPr>
              <p:cNvPr id="3230" name="Noise cell"/>
              <p:cNvSpPr/>
              <p:nvPr/>
            </p:nvSpPr>
            <p:spPr>
              <a:xfrm>
                <a:off x="10836901" y="8156448"/>
                <a:ext cx="18770" cy="18928"/>
              </a:xfrm>
              <a:prstGeom prst="rect">
                <a:avLst/>
              </a:prstGeom>
              <a:solidFill>
                <a:srgbClr val="8D8D8D"/>
              </a:solidFill>
              <a:ln>
                <a:noFill/>
              </a:ln>
              <a:effectLst/>
            </p:spPr>
            <p:txBody>
              <a:bodyPr rtlCol="0" anchor="ctr"/>
              <a:lstStyle/>
              <a:p>
                <a:pPr algn="ctr"/>
              </a:p>
            </p:txBody>
          </p:sp>
          <p:sp>
            <p:nvSpPr>
              <p:cNvPr id="3231" name="Noise cell"/>
              <p:cNvSpPr/>
              <p:nvPr/>
            </p:nvSpPr>
            <p:spPr>
              <a:xfrm>
                <a:off x="10855032" y="8156448"/>
                <a:ext cx="18770" cy="18928"/>
              </a:xfrm>
              <a:prstGeom prst="rect">
                <a:avLst/>
              </a:prstGeom>
              <a:solidFill>
                <a:srgbClr val="979797"/>
              </a:solidFill>
              <a:ln>
                <a:noFill/>
              </a:ln>
              <a:effectLst/>
            </p:spPr>
            <p:txBody>
              <a:bodyPr rtlCol="0" anchor="ctr"/>
              <a:lstStyle/>
              <a:p>
                <a:pPr algn="ctr"/>
              </a:p>
            </p:txBody>
          </p:sp>
          <p:sp>
            <p:nvSpPr>
              <p:cNvPr id="3232" name="Noise cell"/>
              <p:cNvSpPr/>
              <p:nvPr/>
            </p:nvSpPr>
            <p:spPr>
              <a:xfrm>
                <a:off x="10873162" y="8156448"/>
                <a:ext cx="18770" cy="18928"/>
              </a:xfrm>
              <a:prstGeom prst="rect">
                <a:avLst/>
              </a:prstGeom>
              <a:solidFill>
                <a:srgbClr val="7E7E7E"/>
              </a:solidFill>
              <a:ln>
                <a:noFill/>
              </a:ln>
              <a:effectLst/>
            </p:spPr>
            <p:txBody>
              <a:bodyPr rtlCol="0" anchor="ctr"/>
              <a:lstStyle/>
              <a:p>
                <a:pPr algn="ctr"/>
              </a:p>
            </p:txBody>
          </p:sp>
          <p:sp>
            <p:nvSpPr>
              <p:cNvPr id="3233" name="Noise cell"/>
              <p:cNvSpPr/>
              <p:nvPr/>
            </p:nvSpPr>
            <p:spPr>
              <a:xfrm>
                <a:off x="10891292" y="8156448"/>
                <a:ext cx="18770" cy="18928"/>
              </a:xfrm>
              <a:prstGeom prst="rect">
                <a:avLst/>
              </a:prstGeom>
              <a:solidFill>
                <a:srgbClr val="7F7F7F"/>
              </a:solidFill>
              <a:ln>
                <a:noFill/>
              </a:ln>
              <a:effectLst/>
            </p:spPr>
            <p:txBody>
              <a:bodyPr rtlCol="0" anchor="ctr"/>
              <a:lstStyle/>
              <a:p>
                <a:pPr algn="ctr"/>
              </a:p>
            </p:txBody>
          </p:sp>
          <p:sp>
            <p:nvSpPr>
              <p:cNvPr id="3234" name="Noise cell"/>
              <p:cNvSpPr/>
              <p:nvPr/>
            </p:nvSpPr>
            <p:spPr>
              <a:xfrm>
                <a:off x="10909423" y="8156448"/>
                <a:ext cx="18770" cy="18928"/>
              </a:xfrm>
              <a:prstGeom prst="rect">
                <a:avLst/>
              </a:prstGeom>
              <a:solidFill>
                <a:srgbClr val="7A7A7A"/>
              </a:solidFill>
              <a:ln>
                <a:noFill/>
              </a:ln>
              <a:effectLst/>
            </p:spPr>
            <p:txBody>
              <a:bodyPr rtlCol="0" anchor="ctr"/>
              <a:lstStyle/>
              <a:p>
                <a:pPr algn="ctr"/>
              </a:p>
            </p:txBody>
          </p:sp>
          <p:sp>
            <p:nvSpPr>
              <p:cNvPr id="3235" name="Noise cell"/>
              <p:cNvSpPr/>
              <p:nvPr/>
            </p:nvSpPr>
            <p:spPr>
              <a:xfrm>
                <a:off x="10927553" y="8156448"/>
                <a:ext cx="18770" cy="18928"/>
              </a:xfrm>
              <a:prstGeom prst="rect">
                <a:avLst/>
              </a:prstGeom>
              <a:solidFill>
                <a:srgbClr val="909090"/>
              </a:solidFill>
              <a:ln>
                <a:noFill/>
              </a:ln>
              <a:effectLst/>
            </p:spPr>
            <p:txBody>
              <a:bodyPr rtlCol="0" anchor="ctr"/>
              <a:lstStyle/>
              <a:p>
                <a:pPr algn="ctr"/>
              </a:p>
            </p:txBody>
          </p:sp>
          <p:sp>
            <p:nvSpPr>
              <p:cNvPr id="3236" name="Noise cell"/>
              <p:cNvSpPr/>
              <p:nvPr/>
            </p:nvSpPr>
            <p:spPr>
              <a:xfrm>
                <a:off x="10945683" y="8156448"/>
                <a:ext cx="18770" cy="18928"/>
              </a:xfrm>
              <a:prstGeom prst="rect">
                <a:avLst/>
              </a:prstGeom>
              <a:solidFill>
                <a:srgbClr val="8C8C8C"/>
              </a:solidFill>
              <a:ln>
                <a:noFill/>
              </a:ln>
              <a:effectLst/>
            </p:spPr>
            <p:txBody>
              <a:bodyPr rtlCol="0" anchor="ctr"/>
              <a:lstStyle/>
              <a:p>
                <a:pPr algn="ctr"/>
              </a:p>
            </p:txBody>
          </p:sp>
          <p:sp>
            <p:nvSpPr>
              <p:cNvPr id="3237" name="Noise cell"/>
              <p:cNvSpPr/>
              <p:nvPr/>
            </p:nvSpPr>
            <p:spPr>
              <a:xfrm>
                <a:off x="10963814" y="8156448"/>
                <a:ext cx="18770" cy="18928"/>
              </a:xfrm>
              <a:prstGeom prst="rect">
                <a:avLst/>
              </a:prstGeom>
              <a:solidFill>
                <a:srgbClr val="797979"/>
              </a:solidFill>
              <a:ln>
                <a:noFill/>
              </a:ln>
              <a:effectLst/>
            </p:spPr>
            <p:txBody>
              <a:bodyPr rtlCol="0" anchor="ctr"/>
              <a:lstStyle/>
              <a:p>
                <a:pPr algn="ctr"/>
              </a:p>
            </p:txBody>
          </p:sp>
          <p:sp>
            <p:nvSpPr>
              <p:cNvPr id="3238" name="Noise cell"/>
              <p:cNvSpPr/>
              <p:nvPr/>
            </p:nvSpPr>
            <p:spPr>
              <a:xfrm>
                <a:off x="9930384" y="8174736"/>
                <a:ext cx="18770" cy="18928"/>
              </a:xfrm>
              <a:prstGeom prst="rect">
                <a:avLst/>
              </a:prstGeom>
              <a:solidFill>
                <a:srgbClr val="767676"/>
              </a:solidFill>
              <a:ln>
                <a:noFill/>
              </a:ln>
              <a:effectLst/>
            </p:spPr>
            <p:txBody>
              <a:bodyPr rtlCol="0" anchor="ctr"/>
              <a:lstStyle/>
              <a:p>
                <a:pPr algn="ctr"/>
              </a:p>
            </p:txBody>
          </p:sp>
          <p:sp>
            <p:nvSpPr>
              <p:cNvPr id="3239" name="Noise cell"/>
              <p:cNvSpPr/>
              <p:nvPr/>
            </p:nvSpPr>
            <p:spPr>
              <a:xfrm>
                <a:off x="9948514" y="8174736"/>
                <a:ext cx="18770" cy="18928"/>
              </a:xfrm>
              <a:prstGeom prst="rect">
                <a:avLst/>
              </a:prstGeom>
              <a:solidFill>
                <a:srgbClr val="7E7E7E"/>
              </a:solidFill>
              <a:ln>
                <a:noFill/>
              </a:ln>
              <a:effectLst/>
            </p:spPr>
            <p:txBody>
              <a:bodyPr rtlCol="0" anchor="ctr"/>
              <a:lstStyle/>
              <a:p>
                <a:pPr algn="ctr"/>
              </a:p>
            </p:txBody>
          </p:sp>
          <p:sp>
            <p:nvSpPr>
              <p:cNvPr id="3240" name="Noise cell"/>
              <p:cNvSpPr/>
              <p:nvPr/>
            </p:nvSpPr>
            <p:spPr>
              <a:xfrm>
                <a:off x="9966645" y="8174736"/>
                <a:ext cx="18770" cy="18928"/>
              </a:xfrm>
              <a:prstGeom prst="rect">
                <a:avLst/>
              </a:prstGeom>
              <a:solidFill>
                <a:srgbClr val="909090"/>
              </a:solidFill>
              <a:ln>
                <a:noFill/>
              </a:ln>
              <a:effectLst/>
            </p:spPr>
            <p:txBody>
              <a:bodyPr rtlCol="0" anchor="ctr"/>
              <a:lstStyle/>
              <a:p>
                <a:pPr algn="ctr"/>
              </a:p>
            </p:txBody>
          </p:sp>
          <p:sp>
            <p:nvSpPr>
              <p:cNvPr id="3241" name="Noise cell"/>
              <p:cNvSpPr/>
              <p:nvPr/>
            </p:nvSpPr>
            <p:spPr>
              <a:xfrm>
                <a:off x="9984775" y="8174736"/>
                <a:ext cx="18770" cy="18928"/>
              </a:xfrm>
              <a:prstGeom prst="rect">
                <a:avLst/>
              </a:prstGeom>
              <a:solidFill>
                <a:srgbClr val="7C7C7C"/>
              </a:solidFill>
              <a:ln>
                <a:noFill/>
              </a:ln>
              <a:effectLst/>
            </p:spPr>
            <p:txBody>
              <a:bodyPr rtlCol="0" anchor="ctr"/>
              <a:lstStyle/>
              <a:p>
                <a:pPr algn="ctr"/>
              </a:p>
            </p:txBody>
          </p:sp>
          <p:sp>
            <p:nvSpPr>
              <p:cNvPr id="3242" name="Noise cell"/>
              <p:cNvSpPr/>
              <p:nvPr/>
            </p:nvSpPr>
            <p:spPr>
              <a:xfrm>
                <a:off x="10002905" y="8174736"/>
                <a:ext cx="18770" cy="18928"/>
              </a:xfrm>
              <a:prstGeom prst="rect">
                <a:avLst/>
              </a:prstGeom>
              <a:solidFill>
                <a:srgbClr val="7A7A7A"/>
              </a:solidFill>
              <a:ln>
                <a:noFill/>
              </a:ln>
              <a:effectLst/>
            </p:spPr>
            <p:txBody>
              <a:bodyPr rtlCol="0" anchor="ctr"/>
              <a:lstStyle/>
              <a:p>
                <a:pPr algn="ctr"/>
              </a:p>
            </p:txBody>
          </p:sp>
          <p:sp>
            <p:nvSpPr>
              <p:cNvPr id="3243" name="Noise cell"/>
              <p:cNvSpPr/>
              <p:nvPr/>
            </p:nvSpPr>
            <p:spPr>
              <a:xfrm>
                <a:off x="10021036" y="8174736"/>
                <a:ext cx="18770" cy="18928"/>
              </a:xfrm>
              <a:prstGeom prst="rect">
                <a:avLst/>
              </a:prstGeom>
              <a:solidFill>
                <a:srgbClr val="979797"/>
              </a:solidFill>
              <a:ln>
                <a:noFill/>
              </a:ln>
              <a:effectLst/>
            </p:spPr>
            <p:txBody>
              <a:bodyPr rtlCol="0" anchor="ctr"/>
              <a:lstStyle/>
              <a:p>
                <a:pPr algn="ctr"/>
              </a:p>
            </p:txBody>
          </p:sp>
          <p:sp>
            <p:nvSpPr>
              <p:cNvPr id="3244" name="Noise cell"/>
              <p:cNvSpPr/>
              <p:nvPr/>
            </p:nvSpPr>
            <p:spPr>
              <a:xfrm>
                <a:off x="10039166" y="8174736"/>
                <a:ext cx="18770" cy="18928"/>
              </a:xfrm>
              <a:prstGeom prst="rect">
                <a:avLst/>
              </a:prstGeom>
              <a:solidFill>
                <a:srgbClr val="919191"/>
              </a:solidFill>
              <a:ln>
                <a:noFill/>
              </a:ln>
              <a:effectLst/>
            </p:spPr>
            <p:txBody>
              <a:bodyPr rtlCol="0" anchor="ctr"/>
              <a:lstStyle/>
              <a:p>
                <a:pPr algn="ctr"/>
              </a:p>
            </p:txBody>
          </p:sp>
          <p:sp>
            <p:nvSpPr>
              <p:cNvPr id="3245" name="Noise cell"/>
              <p:cNvSpPr/>
              <p:nvPr/>
            </p:nvSpPr>
            <p:spPr>
              <a:xfrm>
                <a:off x="10057296" y="8174736"/>
                <a:ext cx="18770" cy="18928"/>
              </a:xfrm>
              <a:prstGeom prst="rect">
                <a:avLst/>
              </a:prstGeom>
              <a:solidFill>
                <a:srgbClr val="757575"/>
              </a:solidFill>
              <a:ln>
                <a:noFill/>
              </a:ln>
              <a:effectLst/>
            </p:spPr>
            <p:txBody>
              <a:bodyPr rtlCol="0" anchor="ctr"/>
              <a:lstStyle/>
              <a:p>
                <a:pPr algn="ctr"/>
              </a:p>
            </p:txBody>
          </p:sp>
          <p:sp>
            <p:nvSpPr>
              <p:cNvPr id="3246" name="Noise cell"/>
              <p:cNvSpPr/>
              <p:nvPr/>
            </p:nvSpPr>
            <p:spPr>
              <a:xfrm>
                <a:off x="10075427" y="8174736"/>
                <a:ext cx="18770" cy="18928"/>
              </a:xfrm>
              <a:prstGeom prst="rect">
                <a:avLst/>
              </a:prstGeom>
              <a:solidFill>
                <a:srgbClr val="777777"/>
              </a:solidFill>
              <a:ln>
                <a:noFill/>
              </a:ln>
              <a:effectLst/>
            </p:spPr>
            <p:txBody>
              <a:bodyPr rtlCol="0" anchor="ctr"/>
              <a:lstStyle/>
              <a:p>
                <a:pPr algn="ctr"/>
              </a:p>
            </p:txBody>
          </p:sp>
          <p:sp>
            <p:nvSpPr>
              <p:cNvPr id="3247" name="Noise cell"/>
              <p:cNvSpPr/>
              <p:nvPr/>
            </p:nvSpPr>
            <p:spPr>
              <a:xfrm>
                <a:off x="10093557" y="8174736"/>
                <a:ext cx="18770" cy="18928"/>
              </a:xfrm>
              <a:prstGeom prst="rect">
                <a:avLst/>
              </a:prstGeom>
              <a:solidFill>
                <a:srgbClr val="7B7B7B"/>
              </a:solidFill>
              <a:ln>
                <a:noFill/>
              </a:ln>
              <a:effectLst/>
            </p:spPr>
            <p:txBody>
              <a:bodyPr rtlCol="0" anchor="ctr"/>
              <a:lstStyle/>
              <a:p>
                <a:pPr algn="ctr"/>
              </a:p>
            </p:txBody>
          </p:sp>
          <p:sp>
            <p:nvSpPr>
              <p:cNvPr id="3248" name="Noise cell"/>
              <p:cNvSpPr/>
              <p:nvPr/>
            </p:nvSpPr>
            <p:spPr>
              <a:xfrm>
                <a:off x="10111687" y="8174736"/>
                <a:ext cx="18770" cy="18928"/>
              </a:xfrm>
              <a:prstGeom prst="rect">
                <a:avLst/>
              </a:prstGeom>
              <a:solidFill>
                <a:srgbClr val="898989"/>
              </a:solidFill>
              <a:ln>
                <a:noFill/>
              </a:ln>
              <a:effectLst/>
            </p:spPr>
            <p:txBody>
              <a:bodyPr rtlCol="0" anchor="ctr"/>
              <a:lstStyle/>
              <a:p>
                <a:pPr algn="ctr"/>
              </a:p>
            </p:txBody>
          </p:sp>
          <p:sp>
            <p:nvSpPr>
              <p:cNvPr id="3249" name="Noise cell"/>
              <p:cNvSpPr/>
              <p:nvPr/>
            </p:nvSpPr>
            <p:spPr>
              <a:xfrm>
                <a:off x="10129818" y="8174736"/>
                <a:ext cx="18770" cy="18928"/>
              </a:xfrm>
              <a:prstGeom prst="rect">
                <a:avLst/>
              </a:prstGeom>
              <a:solidFill>
                <a:srgbClr val="818181"/>
              </a:solidFill>
              <a:ln>
                <a:noFill/>
              </a:ln>
              <a:effectLst/>
            </p:spPr>
            <p:txBody>
              <a:bodyPr rtlCol="0" anchor="ctr"/>
              <a:lstStyle/>
              <a:p>
                <a:pPr algn="ctr"/>
              </a:p>
            </p:txBody>
          </p:sp>
          <p:sp>
            <p:nvSpPr>
              <p:cNvPr id="3250" name="Noise cell"/>
              <p:cNvSpPr/>
              <p:nvPr/>
            </p:nvSpPr>
            <p:spPr>
              <a:xfrm>
                <a:off x="10147948" y="8174736"/>
                <a:ext cx="18770" cy="18928"/>
              </a:xfrm>
              <a:prstGeom prst="rect">
                <a:avLst/>
              </a:prstGeom>
              <a:solidFill>
                <a:srgbClr val="656565"/>
              </a:solidFill>
              <a:ln>
                <a:noFill/>
              </a:ln>
              <a:effectLst/>
            </p:spPr>
            <p:txBody>
              <a:bodyPr rtlCol="0" anchor="ctr"/>
              <a:lstStyle/>
              <a:p>
                <a:pPr algn="ctr"/>
              </a:p>
            </p:txBody>
          </p:sp>
          <p:sp>
            <p:nvSpPr>
              <p:cNvPr id="3251" name="Noise cell"/>
              <p:cNvSpPr/>
              <p:nvPr/>
            </p:nvSpPr>
            <p:spPr>
              <a:xfrm>
                <a:off x="10166078" y="8174736"/>
                <a:ext cx="18770" cy="18928"/>
              </a:xfrm>
              <a:prstGeom prst="rect">
                <a:avLst/>
              </a:prstGeom>
              <a:solidFill>
                <a:srgbClr val="7C7C7C"/>
              </a:solidFill>
              <a:ln>
                <a:noFill/>
              </a:ln>
              <a:effectLst/>
            </p:spPr>
            <p:txBody>
              <a:bodyPr rtlCol="0" anchor="ctr"/>
              <a:lstStyle/>
              <a:p>
                <a:pPr algn="ctr"/>
              </a:p>
            </p:txBody>
          </p:sp>
          <p:sp>
            <p:nvSpPr>
              <p:cNvPr id="3252" name="Noise cell"/>
              <p:cNvSpPr/>
              <p:nvPr/>
            </p:nvSpPr>
            <p:spPr>
              <a:xfrm>
                <a:off x="10184209" y="8174736"/>
                <a:ext cx="18770" cy="18928"/>
              </a:xfrm>
              <a:prstGeom prst="rect">
                <a:avLst/>
              </a:prstGeom>
              <a:solidFill>
                <a:srgbClr val="949494"/>
              </a:solidFill>
              <a:ln>
                <a:noFill/>
              </a:ln>
              <a:effectLst/>
            </p:spPr>
            <p:txBody>
              <a:bodyPr rtlCol="0" anchor="ctr"/>
              <a:lstStyle/>
              <a:p>
                <a:pPr algn="ctr"/>
              </a:p>
            </p:txBody>
          </p:sp>
          <p:sp>
            <p:nvSpPr>
              <p:cNvPr id="3253" name="Noise cell"/>
              <p:cNvSpPr/>
              <p:nvPr/>
            </p:nvSpPr>
            <p:spPr>
              <a:xfrm>
                <a:off x="10202339" y="8174736"/>
                <a:ext cx="18770" cy="18928"/>
              </a:xfrm>
              <a:prstGeom prst="rect">
                <a:avLst/>
              </a:prstGeom>
              <a:solidFill>
                <a:srgbClr val="959595"/>
              </a:solidFill>
              <a:ln>
                <a:noFill/>
              </a:ln>
              <a:effectLst/>
            </p:spPr>
            <p:txBody>
              <a:bodyPr rtlCol="0" anchor="ctr"/>
              <a:lstStyle/>
              <a:p>
                <a:pPr algn="ctr"/>
              </a:p>
            </p:txBody>
          </p:sp>
          <p:sp>
            <p:nvSpPr>
              <p:cNvPr id="3254" name="Noise cell"/>
              <p:cNvSpPr/>
              <p:nvPr/>
            </p:nvSpPr>
            <p:spPr>
              <a:xfrm>
                <a:off x="10220470" y="8174736"/>
                <a:ext cx="18770" cy="18928"/>
              </a:xfrm>
              <a:prstGeom prst="rect">
                <a:avLst/>
              </a:prstGeom>
              <a:solidFill>
                <a:srgbClr val="949494"/>
              </a:solidFill>
              <a:ln>
                <a:noFill/>
              </a:ln>
              <a:effectLst/>
            </p:spPr>
            <p:txBody>
              <a:bodyPr rtlCol="0" anchor="ctr"/>
              <a:lstStyle/>
              <a:p>
                <a:pPr algn="ctr"/>
              </a:p>
            </p:txBody>
          </p:sp>
          <p:sp>
            <p:nvSpPr>
              <p:cNvPr id="3255" name="Noise cell"/>
              <p:cNvSpPr/>
              <p:nvPr/>
            </p:nvSpPr>
            <p:spPr>
              <a:xfrm>
                <a:off x="10238600" y="8174736"/>
                <a:ext cx="18770" cy="18928"/>
              </a:xfrm>
              <a:prstGeom prst="rect">
                <a:avLst/>
              </a:prstGeom>
              <a:solidFill>
                <a:srgbClr val="6C6C6C"/>
              </a:solidFill>
              <a:ln>
                <a:noFill/>
              </a:ln>
              <a:effectLst/>
            </p:spPr>
            <p:txBody>
              <a:bodyPr rtlCol="0" anchor="ctr"/>
              <a:lstStyle/>
              <a:p>
                <a:pPr algn="ctr"/>
              </a:p>
            </p:txBody>
          </p:sp>
          <p:sp>
            <p:nvSpPr>
              <p:cNvPr id="3256" name="Noise cell"/>
              <p:cNvSpPr/>
              <p:nvPr/>
            </p:nvSpPr>
            <p:spPr>
              <a:xfrm>
                <a:off x="10256730" y="8174736"/>
                <a:ext cx="18770" cy="18928"/>
              </a:xfrm>
              <a:prstGeom prst="rect">
                <a:avLst/>
              </a:prstGeom>
              <a:solidFill>
                <a:srgbClr val="808080"/>
              </a:solidFill>
              <a:ln>
                <a:noFill/>
              </a:ln>
              <a:effectLst/>
            </p:spPr>
            <p:txBody>
              <a:bodyPr rtlCol="0" anchor="ctr"/>
              <a:lstStyle/>
              <a:p>
                <a:pPr algn="ctr"/>
              </a:p>
            </p:txBody>
          </p:sp>
          <p:sp>
            <p:nvSpPr>
              <p:cNvPr id="3257" name="Noise cell"/>
              <p:cNvSpPr/>
              <p:nvPr/>
            </p:nvSpPr>
            <p:spPr>
              <a:xfrm>
                <a:off x="10274861" y="8174736"/>
                <a:ext cx="18770" cy="18928"/>
              </a:xfrm>
              <a:prstGeom prst="rect">
                <a:avLst/>
              </a:prstGeom>
              <a:solidFill>
                <a:srgbClr val="8C8C8C"/>
              </a:solidFill>
              <a:ln>
                <a:noFill/>
              </a:ln>
              <a:effectLst/>
            </p:spPr>
            <p:txBody>
              <a:bodyPr rtlCol="0" anchor="ctr"/>
              <a:lstStyle/>
              <a:p>
                <a:pPr algn="ctr"/>
              </a:p>
            </p:txBody>
          </p:sp>
          <p:sp>
            <p:nvSpPr>
              <p:cNvPr id="3258" name="Noise cell"/>
              <p:cNvSpPr/>
              <p:nvPr/>
            </p:nvSpPr>
            <p:spPr>
              <a:xfrm>
                <a:off x="10292991" y="8174736"/>
                <a:ext cx="18770" cy="18928"/>
              </a:xfrm>
              <a:prstGeom prst="rect">
                <a:avLst/>
              </a:prstGeom>
              <a:solidFill>
                <a:srgbClr val="878787"/>
              </a:solidFill>
              <a:ln>
                <a:noFill/>
              </a:ln>
              <a:effectLst/>
            </p:spPr>
            <p:txBody>
              <a:bodyPr rtlCol="0" anchor="ctr"/>
              <a:lstStyle/>
              <a:p>
                <a:pPr algn="ctr"/>
              </a:p>
            </p:txBody>
          </p:sp>
          <p:sp>
            <p:nvSpPr>
              <p:cNvPr id="3259" name="Noise cell"/>
              <p:cNvSpPr/>
              <p:nvPr/>
            </p:nvSpPr>
            <p:spPr>
              <a:xfrm>
                <a:off x="10311121" y="8174736"/>
                <a:ext cx="18770" cy="18928"/>
              </a:xfrm>
              <a:prstGeom prst="rect">
                <a:avLst/>
              </a:prstGeom>
              <a:solidFill>
                <a:srgbClr val="888888"/>
              </a:solidFill>
              <a:ln>
                <a:noFill/>
              </a:ln>
              <a:effectLst/>
            </p:spPr>
            <p:txBody>
              <a:bodyPr rtlCol="0" anchor="ctr"/>
              <a:lstStyle/>
              <a:p>
                <a:pPr algn="ctr"/>
              </a:p>
            </p:txBody>
          </p:sp>
          <p:sp>
            <p:nvSpPr>
              <p:cNvPr id="3260" name="Noise cell"/>
              <p:cNvSpPr/>
              <p:nvPr/>
            </p:nvSpPr>
            <p:spPr>
              <a:xfrm>
                <a:off x="10329252" y="8174736"/>
                <a:ext cx="18770" cy="18928"/>
              </a:xfrm>
              <a:prstGeom prst="rect">
                <a:avLst/>
              </a:prstGeom>
              <a:solidFill>
                <a:srgbClr val="898989"/>
              </a:solidFill>
              <a:ln>
                <a:noFill/>
              </a:ln>
              <a:effectLst/>
            </p:spPr>
            <p:txBody>
              <a:bodyPr rtlCol="0" anchor="ctr"/>
              <a:lstStyle/>
              <a:p>
                <a:pPr algn="ctr"/>
              </a:p>
            </p:txBody>
          </p:sp>
          <p:sp>
            <p:nvSpPr>
              <p:cNvPr id="3261" name="Noise cell"/>
              <p:cNvSpPr/>
              <p:nvPr/>
            </p:nvSpPr>
            <p:spPr>
              <a:xfrm>
                <a:off x="10347382" y="8174736"/>
                <a:ext cx="18770" cy="18928"/>
              </a:xfrm>
              <a:prstGeom prst="rect">
                <a:avLst/>
              </a:prstGeom>
              <a:solidFill>
                <a:srgbClr val="9E9E9E"/>
              </a:solidFill>
              <a:ln>
                <a:noFill/>
              </a:ln>
              <a:effectLst/>
            </p:spPr>
            <p:txBody>
              <a:bodyPr rtlCol="0" anchor="ctr"/>
              <a:lstStyle/>
              <a:p>
                <a:pPr algn="ctr"/>
              </a:p>
            </p:txBody>
          </p:sp>
          <p:sp>
            <p:nvSpPr>
              <p:cNvPr id="3262" name="Noise cell"/>
              <p:cNvSpPr/>
              <p:nvPr/>
            </p:nvSpPr>
            <p:spPr>
              <a:xfrm>
                <a:off x="10365512" y="8174736"/>
                <a:ext cx="18770" cy="18928"/>
              </a:xfrm>
              <a:prstGeom prst="rect">
                <a:avLst/>
              </a:prstGeom>
              <a:solidFill>
                <a:srgbClr val="818181"/>
              </a:solidFill>
              <a:ln>
                <a:noFill/>
              </a:ln>
              <a:effectLst/>
            </p:spPr>
            <p:txBody>
              <a:bodyPr rtlCol="0" anchor="ctr"/>
              <a:lstStyle/>
              <a:p>
                <a:pPr algn="ctr"/>
              </a:p>
            </p:txBody>
          </p:sp>
          <p:sp>
            <p:nvSpPr>
              <p:cNvPr id="3263" name="Noise cell"/>
              <p:cNvSpPr/>
              <p:nvPr/>
            </p:nvSpPr>
            <p:spPr>
              <a:xfrm>
                <a:off x="10383643" y="8174736"/>
                <a:ext cx="18770" cy="18928"/>
              </a:xfrm>
              <a:prstGeom prst="rect">
                <a:avLst/>
              </a:prstGeom>
              <a:solidFill>
                <a:srgbClr val="8C8C8C"/>
              </a:solidFill>
              <a:ln>
                <a:noFill/>
              </a:ln>
              <a:effectLst/>
            </p:spPr>
            <p:txBody>
              <a:bodyPr rtlCol="0" anchor="ctr"/>
              <a:lstStyle/>
              <a:p>
                <a:pPr algn="ctr"/>
              </a:p>
            </p:txBody>
          </p:sp>
          <p:sp>
            <p:nvSpPr>
              <p:cNvPr id="3264" name="Noise cell"/>
              <p:cNvSpPr/>
              <p:nvPr/>
            </p:nvSpPr>
            <p:spPr>
              <a:xfrm>
                <a:off x="10401773" y="8174736"/>
                <a:ext cx="18770" cy="18928"/>
              </a:xfrm>
              <a:prstGeom prst="rect">
                <a:avLst/>
              </a:prstGeom>
              <a:solidFill>
                <a:srgbClr val="838383"/>
              </a:solidFill>
              <a:ln>
                <a:noFill/>
              </a:ln>
              <a:effectLst/>
            </p:spPr>
            <p:txBody>
              <a:bodyPr rtlCol="0" anchor="ctr"/>
              <a:lstStyle/>
              <a:p>
                <a:pPr algn="ctr"/>
              </a:p>
            </p:txBody>
          </p:sp>
          <p:sp>
            <p:nvSpPr>
              <p:cNvPr id="3265" name="Noise cell"/>
              <p:cNvSpPr/>
              <p:nvPr/>
            </p:nvSpPr>
            <p:spPr>
              <a:xfrm>
                <a:off x="10419903" y="8174736"/>
                <a:ext cx="18770" cy="18928"/>
              </a:xfrm>
              <a:prstGeom prst="rect">
                <a:avLst/>
              </a:prstGeom>
              <a:solidFill>
                <a:srgbClr val="757575"/>
              </a:solidFill>
              <a:ln>
                <a:noFill/>
              </a:ln>
              <a:effectLst/>
            </p:spPr>
            <p:txBody>
              <a:bodyPr rtlCol="0" anchor="ctr"/>
              <a:lstStyle/>
              <a:p>
                <a:pPr algn="ctr"/>
              </a:p>
            </p:txBody>
          </p:sp>
          <p:sp>
            <p:nvSpPr>
              <p:cNvPr id="3266" name="Noise cell"/>
              <p:cNvSpPr/>
              <p:nvPr/>
            </p:nvSpPr>
            <p:spPr>
              <a:xfrm>
                <a:off x="10438034" y="8174736"/>
                <a:ext cx="18770" cy="18928"/>
              </a:xfrm>
              <a:prstGeom prst="rect">
                <a:avLst/>
              </a:prstGeom>
              <a:solidFill>
                <a:srgbClr val="686868"/>
              </a:solidFill>
              <a:ln>
                <a:noFill/>
              </a:ln>
              <a:effectLst/>
            </p:spPr>
            <p:txBody>
              <a:bodyPr rtlCol="0" anchor="ctr"/>
              <a:lstStyle/>
              <a:p>
                <a:pPr algn="ctr"/>
              </a:p>
            </p:txBody>
          </p:sp>
          <p:sp>
            <p:nvSpPr>
              <p:cNvPr id="3267" name="Noise cell"/>
              <p:cNvSpPr/>
              <p:nvPr/>
            </p:nvSpPr>
            <p:spPr>
              <a:xfrm>
                <a:off x="10456164" y="8174736"/>
                <a:ext cx="18770" cy="18928"/>
              </a:xfrm>
              <a:prstGeom prst="rect">
                <a:avLst/>
              </a:prstGeom>
              <a:solidFill>
                <a:srgbClr val="888888"/>
              </a:solidFill>
              <a:ln>
                <a:noFill/>
              </a:ln>
              <a:effectLst/>
            </p:spPr>
            <p:txBody>
              <a:bodyPr rtlCol="0" anchor="ctr"/>
              <a:lstStyle/>
              <a:p>
                <a:pPr algn="ctr"/>
              </a:p>
            </p:txBody>
          </p:sp>
          <p:sp>
            <p:nvSpPr>
              <p:cNvPr id="3268" name="Noise cell"/>
              <p:cNvSpPr/>
              <p:nvPr/>
            </p:nvSpPr>
            <p:spPr>
              <a:xfrm>
                <a:off x="10474294" y="8174736"/>
                <a:ext cx="18770" cy="18928"/>
              </a:xfrm>
              <a:prstGeom prst="rect">
                <a:avLst/>
              </a:prstGeom>
              <a:solidFill>
                <a:srgbClr val="6C6C6C"/>
              </a:solidFill>
              <a:ln>
                <a:noFill/>
              </a:ln>
              <a:effectLst/>
            </p:spPr>
            <p:txBody>
              <a:bodyPr rtlCol="0" anchor="ctr"/>
              <a:lstStyle/>
              <a:p>
                <a:pPr algn="ctr"/>
              </a:p>
            </p:txBody>
          </p:sp>
          <p:sp>
            <p:nvSpPr>
              <p:cNvPr id="3269" name="Noise cell"/>
              <p:cNvSpPr/>
              <p:nvPr/>
            </p:nvSpPr>
            <p:spPr>
              <a:xfrm>
                <a:off x="10492425" y="8174736"/>
                <a:ext cx="18770" cy="18928"/>
              </a:xfrm>
              <a:prstGeom prst="rect">
                <a:avLst/>
              </a:prstGeom>
              <a:solidFill>
                <a:srgbClr val="9F9F9F"/>
              </a:solidFill>
              <a:ln>
                <a:noFill/>
              </a:ln>
              <a:effectLst/>
            </p:spPr>
            <p:txBody>
              <a:bodyPr rtlCol="0" anchor="ctr"/>
              <a:lstStyle/>
              <a:p>
                <a:pPr algn="ctr"/>
              </a:p>
            </p:txBody>
          </p:sp>
          <p:sp>
            <p:nvSpPr>
              <p:cNvPr id="3270" name="Noise cell"/>
              <p:cNvSpPr/>
              <p:nvPr/>
            </p:nvSpPr>
            <p:spPr>
              <a:xfrm>
                <a:off x="10510555" y="8174736"/>
                <a:ext cx="18770" cy="18928"/>
              </a:xfrm>
              <a:prstGeom prst="rect">
                <a:avLst/>
              </a:prstGeom>
              <a:solidFill>
                <a:srgbClr val="818181"/>
              </a:solidFill>
              <a:ln>
                <a:noFill/>
              </a:ln>
              <a:effectLst/>
            </p:spPr>
            <p:txBody>
              <a:bodyPr rtlCol="0" anchor="ctr"/>
              <a:lstStyle/>
              <a:p>
                <a:pPr algn="ctr"/>
              </a:p>
            </p:txBody>
          </p:sp>
          <p:sp>
            <p:nvSpPr>
              <p:cNvPr id="3271" name="Noise cell"/>
              <p:cNvSpPr/>
              <p:nvPr/>
            </p:nvSpPr>
            <p:spPr>
              <a:xfrm>
                <a:off x="10528685" y="8174736"/>
                <a:ext cx="18770" cy="18928"/>
              </a:xfrm>
              <a:prstGeom prst="rect">
                <a:avLst/>
              </a:prstGeom>
              <a:solidFill>
                <a:srgbClr val="999999"/>
              </a:solidFill>
              <a:ln>
                <a:noFill/>
              </a:ln>
              <a:effectLst/>
            </p:spPr>
            <p:txBody>
              <a:bodyPr rtlCol="0" anchor="ctr"/>
              <a:lstStyle/>
              <a:p>
                <a:pPr algn="ctr"/>
              </a:p>
            </p:txBody>
          </p:sp>
          <p:sp>
            <p:nvSpPr>
              <p:cNvPr id="3272" name="Noise cell"/>
              <p:cNvSpPr/>
              <p:nvPr/>
            </p:nvSpPr>
            <p:spPr>
              <a:xfrm>
                <a:off x="10546816" y="8174736"/>
                <a:ext cx="18770" cy="18928"/>
              </a:xfrm>
              <a:prstGeom prst="rect">
                <a:avLst/>
              </a:prstGeom>
              <a:solidFill>
                <a:srgbClr val="868686"/>
              </a:solidFill>
              <a:ln>
                <a:noFill/>
              </a:ln>
              <a:effectLst/>
            </p:spPr>
            <p:txBody>
              <a:bodyPr rtlCol="0" anchor="ctr"/>
              <a:lstStyle/>
              <a:p>
                <a:pPr algn="ctr"/>
              </a:p>
            </p:txBody>
          </p:sp>
          <p:sp>
            <p:nvSpPr>
              <p:cNvPr id="3273" name="Noise cell"/>
              <p:cNvSpPr/>
              <p:nvPr/>
            </p:nvSpPr>
            <p:spPr>
              <a:xfrm>
                <a:off x="10564946" y="8174736"/>
                <a:ext cx="18770" cy="18928"/>
              </a:xfrm>
              <a:prstGeom prst="rect">
                <a:avLst/>
              </a:prstGeom>
              <a:solidFill>
                <a:srgbClr val="8F8F8F"/>
              </a:solidFill>
              <a:ln>
                <a:noFill/>
              </a:ln>
              <a:effectLst/>
            </p:spPr>
            <p:txBody>
              <a:bodyPr rtlCol="0" anchor="ctr"/>
              <a:lstStyle/>
              <a:p>
                <a:pPr algn="ctr"/>
              </a:p>
            </p:txBody>
          </p:sp>
          <p:sp>
            <p:nvSpPr>
              <p:cNvPr id="3274" name="Noise cell"/>
              <p:cNvSpPr/>
              <p:nvPr/>
            </p:nvSpPr>
            <p:spPr>
              <a:xfrm>
                <a:off x="10583076" y="8174736"/>
                <a:ext cx="18770" cy="18928"/>
              </a:xfrm>
              <a:prstGeom prst="rect">
                <a:avLst/>
              </a:prstGeom>
              <a:solidFill>
                <a:srgbClr val="919191"/>
              </a:solidFill>
              <a:ln>
                <a:noFill/>
              </a:ln>
              <a:effectLst/>
            </p:spPr>
            <p:txBody>
              <a:bodyPr rtlCol="0" anchor="ctr"/>
              <a:lstStyle/>
              <a:p>
                <a:pPr algn="ctr"/>
              </a:p>
            </p:txBody>
          </p:sp>
          <p:sp>
            <p:nvSpPr>
              <p:cNvPr id="3275" name="Noise cell"/>
              <p:cNvSpPr/>
              <p:nvPr/>
            </p:nvSpPr>
            <p:spPr>
              <a:xfrm>
                <a:off x="10601207" y="8174736"/>
                <a:ext cx="18770" cy="18928"/>
              </a:xfrm>
              <a:prstGeom prst="rect">
                <a:avLst/>
              </a:prstGeom>
              <a:solidFill>
                <a:srgbClr val="777777"/>
              </a:solidFill>
              <a:ln>
                <a:noFill/>
              </a:ln>
              <a:effectLst/>
            </p:spPr>
            <p:txBody>
              <a:bodyPr rtlCol="0" anchor="ctr"/>
              <a:lstStyle/>
              <a:p>
                <a:pPr algn="ctr"/>
              </a:p>
            </p:txBody>
          </p:sp>
          <p:sp>
            <p:nvSpPr>
              <p:cNvPr id="3276" name="Noise cell"/>
              <p:cNvSpPr/>
              <p:nvPr/>
            </p:nvSpPr>
            <p:spPr>
              <a:xfrm>
                <a:off x="10619337" y="8174736"/>
                <a:ext cx="18770" cy="18928"/>
              </a:xfrm>
              <a:prstGeom prst="rect">
                <a:avLst/>
              </a:prstGeom>
              <a:solidFill>
                <a:srgbClr val="888888"/>
              </a:solidFill>
              <a:ln>
                <a:noFill/>
              </a:ln>
              <a:effectLst/>
            </p:spPr>
            <p:txBody>
              <a:bodyPr rtlCol="0" anchor="ctr"/>
              <a:lstStyle/>
              <a:p>
                <a:pPr algn="ctr"/>
              </a:p>
            </p:txBody>
          </p:sp>
          <p:sp>
            <p:nvSpPr>
              <p:cNvPr id="3277" name="Noise cell"/>
              <p:cNvSpPr/>
              <p:nvPr/>
            </p:nvSpPr>
            <p:spPr>
              <a:xfrm>
                <a:off x="10637467" y="8174736"/>
                <a:ext cx="18770" cy="18928"/>
              </a:xfrm>
              <a:prstGeom prst="rect">
                <a:avLst/>
              </a:prstGeom>
              <a:solidFill>
                <a:srgbClr val="7B7B7B"/>
              </a:solidFill>
              <a:ln>
                <a:noFill/>
              </a:ln>
              <a:effectLst/>
            </p:spPr>
            <p:txBody>
              <a:bodyPr rtlCol="0" anchor="ctr"/>
              <a:lstStyle/>
              <a:p>
                <a:pPr algn="ctr"/>
              </a:p>
            </p:txBody>
          </p:sp>
          <p:sp>
            <p:nvSpPr>
              <p:cNvPr id="3278" name="Noise cell"/>
              <p:cNvSpPr/>
              <p:nvPr/>
            </p:nvSpPr>
            <p:spPr>
              <a:xfrm>
                <a:off x="10655598" y="8174736"/>
                <a:ext cx="18770" cy="18928"/>
              </a:xfrm>
              <a:prstGeom prst="rect">
                <a:avLst/>
              </a:prstGeom>
              <a:solidFill>
                <a:srgbClr val="828282"/>
              </a:solidFill>
              <a:ln>
                <a:noFill/>
              </a:ln>
              <a:effectLst/>
            </p:spPr>
            <p:txBody>
              <a:bodyPr rtlCol="0" anchor="ctr"/>
              <a:lstStyle/>
              <a:p>
                <a:pPr algn="ctr"/>
              </a:p>
            </p:txBody>
          </p:sp>
          <p:sp>
            <p:nvSpPr>
              <p:cNvPr id="3279" name="Noise cell"/>
              <p:cNvSpPr/>
              <p:nvPr/>
            </p:nvSpPr>
            <p:spPr>
              <a:xfrm>
                <a:off x="10673728" y="8174736"/>
                <a:ext cx="18770" cy="18928"/>
              </a:xfrm>
              <a:prstGeom prst="rect">
                <a:avLst/>
              </a:prstGeom>
              <a:solidFill>
                <a:srgbClr val="6E6E6E"/>
              </a:solidFill>
              <a:ln>
                <a:noFill/>
              </a:ln>
              <a:effectLst/>
            </p:spPr>
            <p:txBody>
              <a:bodyPr rtlCol="0" anchor="ctr"/>
              <a:lstStyle/>
              <a:p>
                <a:pPr algn="ctr"/>
              </a:p>
            </p:txBody>
          </p:sp>
          <p:sp>
            <p:nvSpPr>
              <p:cNvPr id="3280" name="Noise cell"/>
              <p:cNvSpPr/>
              <p:nvPr/>
            </p:nvSpPr>
            <p:spPr>
              <a:xfrm>
                <a:off x="10691858" y="8174736"/>
                <a:ext cx="18770" cy="18928"/>
              </a:xfrm>
              <a:prstGeom prst="rect">
                <a:avLst/>
              </a:prstGeom>
              <a:solidFill>
                <a:srgbClr val="787878"/>
              </a:solidFill>
              <a:ln>
                <a:noFill/>
              </a:ln>
              <a:effectLst/>
            </p:spPr>
            <p:txBody>
              <a:bodyPr rtlCol="0" anchor="ctr"/>
              <a:lstStyle/>
              <a:p>
                <a:pPr algn="ctr"/>
              </a:p>
            </p:txBody>
          </p:sp>
          <p:sp>
            <p:nvSpPr>
              <p:cNvPr id="3281" name="Noise cell"/>
              <p:cNvSpPr/>
              <p:nvPr/>
            </p:nvSpPr>
            <p:spPr>
              <a:xfrm>
                <a:off x="10709989" y="8174736"/>
                <a:ext cx="18770" cy="18928"/>
              </a:xfrm>
              <a:prstGeom prst="rect">
                <a:avLst/>
              </a:prstGeom>
              <a:solidFill>
                <a:srgbClr val="7F7F7F"/>
              </a:solidFill>
              <a:ln>
                <a:noFill/>
              </a:ln>
              <a:effectLst/>
            </p:spPr>
            <p:txBody>
              <a:bodyPr rtlCol="0" anchor="ctr"/>
              <a:lstStyle/>
              <a:p>
                <a:pPr algn="ctr"/>
              </a:p>
            </p:txBody>
          </p:sp>
          <p:sp>
            <p:nvSpPr>
              <p:cNvPr id="3282" name="Noise cell"/>
              <p:cNvSpPr/>
              <p:nvPr/>
            </p:nvSpPr>
            <p:spPr>
              <a:xfrm>
                <a:off x="10728119" y="8174736"/>
                <a:ext cx="18770" cy="18928"/>
              </a:xfrm>
              <a:prstGeom prst="rect">
                <a:avLst/>
              </a:prstGeom>
              <a:solidFill>
                <a:srgbClr val="8D8D8D"/>
              </a:solidFill>
              <a:ln>
                <a:noFill/>
              </a:ln>
              <a:effectLst/>
            </p:spPr>
            <p:txBody>
              <a:bodyPr rtlCol="0" anchor="ctr"/>
              <a:lstStyle/>
              <a:p>
                <a:pPr algn="ctr"/>
              </a:p>
            </p:txBody>
          </p:sp>
          <p:sp>
            <p:nvSpPr>
              <p:cNvPr id="3283" name="Noise cell"/>
              <p:cNvSpPr/>
              <p:nvPr/>
            </p:nvSpPr>
            <p:spPr>
              <a:xfrm>
                <a:off x="10746250" y="8174736"/>
                <a:ext cx="18770" cy="18928"/>
              </a:xfrm>
              <a:prstGeom prst="rect">
                <a:avLst/>
              </a:prstGeom>
              <a:solidFill>
                <a:srgbClr val="838383"/>
              </a:solidFill>
              <a:ln>
                <a:noFill/>
              </a:ln>
              <a:effectLst/>
            </p:spPr>
            <p:txBody>
              <a:bodyPr rtlCol="0" anchor="ctr"/>
              <a:lstStyle/>
              <a:p>
                <a:pPr algn="ctr"/>
              </a:p>
            </p:txBody>
          </p:sp>
          <p:sp>
            <p:nvSpPr>
              <p:cNvPr id="3284" name="Noise cell"/>
              <p:cNvSpPr/>
              <p:nvPr/>
            </p:nvSpPr>
            <p:spPr>
              <a:xfrm>
                <a:off x="10764380" y="8174736"/>
                <a:ext cx="18770" cy="18928"/>
              </a:xfrm>
              <a:prstGeom prst="rect">
                <a:avLst/>
              </a:prstGeom>
              <a:solidFill>
                <a:srgbClr val="777777"/>
              </a:solidFill>
              <a:ln>
                <a:noFill/>
              </a:ln>
              <a:effectLst/>
            </p:spPr>
            <p:txBody>
              <a:bodyPr rtlCol="0" anchor="ctr"/>
              <a:lstStyle/>
              <a:p>
                <a:pPr algn="ctr"/>
              </a:p>
            </p:txBody>
          </p:sp>
          <p:sp>
            <p:nvSpPr>
              <p:cNvPr id="3285" name="Noise cell"/>
              <p:cNvSpPr/>
              <p:nvPr/>
            </p:nvSpPr>
            <p:spPr>
              <a:xfrm>
                <a:off x="10782510" y="8174736"/>
                <a:ext cx="18770" cy="18928"/>
              </a:xfrm>
              <a:prstGeom prst="rect">
                <a:avLst/>
              </a:prstGeom>
              <a:solidFill>
                <a:srgbClr val="606060"/>
              </a:solidFill>
              <a:ln>
                <a:noFill/>
              </a:ln>
              <a:effectLst/>
            </p:spPr>
            <p:txBody>
              <a:bodyPr rtlCol="0" anchor="ctr"/>
              <a:lstStyle/>
              <a:p>
                <a:pPr algn="ctr"/>
              </a:p>
            </p:txBody>
          </p:sp>
          <p:sp>
            <p:nvSpPr>
              <p:cNvPr id="3286" name="Noise cell"/>
              <p:cNvSpPr/>
              <p:nvPr/>
            </p:nvSpPr>
            <p:spPr>
              <a:xfrm>
                <a:off x="10800641" y="8174736"/>
                <a:ext cx="18770" cy="18928"/>
              </a:xfrm>
              <a:prstGeom prst="rect">
                <a:avLst/>
              </a:prstGeom>
              <a:solidFill>
                <a:srgbClr val="808080"/>
              </a:solidFill>
              <a:ln>
                <a:noFill/>
              </a:ln>
              <a:effectLst/>
            </p:spPr>
            <p:txBody>
              <a:bodyPr rtlCol="0" anchor="ctr"/>
              <a:lstStyle/>
              <a:p>
                <a:pPr algn="ctr"/>
              </a:p>
            </p:txBody>
          </p:sp>
          <p:sp>
            <p:nvSpPr>
              <p:cNvPr id="3287" name="Noise cell"/>
              <p:cNvSpPr/>
              <p:nvPr/>
            </p:nvSpPr>
            <p:spPr>
              <a:xfrm>
                <a:off x="10818771" y="8174736"/>
                <a:ext cx="18770" cy="18928"/>
              </a:xfrm>
              <a:prstGeom prst="rect">
                <a:avLst/>
              </a:prstGeom>
              <a:solidFill>
                <a:srgbClr val="909090"/>
              </a:solidFill>
              <a:ln>
                <a:noFill/>
              </a:ln>
              <a:effectLst/>
            </p:spPr>
            <p:txBody>
              <a:bodyPr rtlCol="0" anchor="ctr"/>
              <a:lstStyle/>
              <a:p>
                <a:pPr algn="ctr"/>
              </a:p>
            </p:txBody>
          </p:sp>
          <p:sp>
            <p:nvSpPr>
              <p:cNvPr id="3288" name="Noise cell"/>
              <p:cNvSpPr/>
              <p:nvPr/>
            </p:nvSpPr>
            <p:spPr>
              <a:xfrm>
                <a:off x="10836901" y="8174736"/>
                <a:ext cx="18770" cy="18928"/>
              </a:xfrm>
              <a:prstGeom prst="rect">
                <a:avLst/>
              </a:prstGeom>
              <a:solidFill>
                <a:srgbClr val="7C7C7C"/>
              </a:solidFill>
              <a:ln>
                <a:noFill/>
              </a:ln>
              <a:effectLst/>
            </p:spPr>
            <p:txBody>
              <a:bodyPr rtlCol="0" anchor="ctr"/>
              <a:lstStyle/>
              <a:p>
                <a:pPr algn="ctr"/>
              </a:p>
            </p:txBody>
          </p:sp>
          <p:sp>
            <p:nvSpPr>
              <p:cNvPr id="3289" name="Noise cell"/>
              <p:cNvSpPr/>
              <p:nvPr/>
            </p:nvSpPr>
            <p:spPr>
              <a:xfrm>
                <a:off x="10855032" y="8174736"/>
                <a:ext cx="18770" cy="18928"/>
              </a:xfrm>
              <a:prstGeom prst="rect">
                <a:avLst/>
              </a:prstGeom>
              <a:solidFill>
                <a:srgbClr val="757575"/>
              </a:solidFill>
              <a:ln>
                <a:noFill/>
              </a:ln>
              <a:effectLst/>
            </p:spPr>
            <p:txBody>
              <a:bodyPr rtlCol="0" anchor="ctr"/>
              <a:lstStyle/>
              <a:p>
                <a:pPr algn="ctr"/>
              </a:p>
            </p:txBody>
          </p:sp>
          <p:sp>
            <p:nvSpPr>
              <p:cNvPr id="3290" name="Noise cell"/>
              <p:cNvSpPr/>
              <p:nvPr/>
            </p:nvSpPr>
            <p:spPr>
              <a:xfrm>
                <a:off x="10873162" y="8174736"/>
                <a:ext cx="18770" cy="18928"/>
              </a:xfrm>
              <a:prstGeom prst="rect">
                <a:avLst/>
              </a:prstGeom>
              <a:solidFill>
                <a:srgbClr val="6C6C6C"/>
              </a:solidFill>
              <a:ln>
                <a:noFill/>
              </a:ln>
              <a:effectLst/>
            </p:spPr>
            <p:txBody>
              <a:bodyPr rtlCol="0" anchor="ctr"/>
              <a:lstStyle/>
              <a:p>
                <a:pPr algn="ctr"/>
              </a:p>
            </p:txBody>
          </p:sp>
          <p:sp>
            <p:nvSpPr>
              <p:cNvPr id="3291" name="Noise cell"/>
              <p:cNvSpPr/>
              <p:nvPr/>
            </p:nvSpPr>
            <p:spPr>
              <a:xfrm>
                <a:off x="10891292" y="8174736"/>
                <a:ext cx="18770" cy="18928"/>
              </a:xfrm>
              <a:prstGeom prst="rect">
                <a:avLst/>
              </a:prstGeom>
              <a:solidFill>
                <a:srgbClr val="9D9D9D"/>
              </a:solidFill>
              <a:ln>
                <a:noFill/>
              </a:ln>
              <a:effectLst/>
            </p:spPr>
            <p:txBody>
              <a:bodyPr rtlCol="0" anchor="ctr"/>
              <a:lstStyle/>
              <a:p>
                <a:pPr algn="ctr"/>
              </a:p>
            </p:txBody>
          </p:sp>
          <p:sp>
            <p:nvSpPr>
              <p:cNvPr id="3292" name="Noise cell"/>
              <p:cNvSpPr/>
              <p:nvPr/>
            </p:nvSpPr>
            <p:spPr>
              <a:xfrm>
                <a:off x="10909423" y="8174736"/>
                <a:ext cx="18770" cy="18928"/>
              </a:xfrm>
              <a:prstGeom prst="rect">
                <a:avLst/>
              </a:prstGeom>
              <a:solidFill>
                <a:srgbClr val="8D8D8D"/>
              </a:solidFill>
              <a:ln>
                <a:noFill/>
              </a:ln>
              <a:effectLst/>
            </p:spPr>
            <p:txBody>
              <a:bodyPr rtlCol="0" anchor="ctr"/>
              <a:lstStyle/>
              <a:p>
                <a:pPr algn="ctr"/>
              </a:p>
            </p:txBody>
          </p:sp>
          <p:sp>
            <p:nvSpPr>
              <p:cNvPr id="3293" name="Noise cell"/>
              <p:cNvSpPr/>
              <p:nvPr/>
            </p:nvSpPr>
            <p:spPr>
              <a:xfrm>
                <a:off x="10927553" y="8174736"/>
                <a:ext cx="18770" cy="18928"/>
              </a:xfrm>
              <a:prstGeom prst="rect">
                <a:avLst/>
              </a:prstGeom>
              <a:solidFill>
                <a:srgbClr val="6B6B6B"/>
              </a:solidFill>
              <a:ln>
                <a:noFill/>
              </a:ln>
              <a:effectLst/>
            </p:spPr>
            <p:txBody>
              <a:bodyPr rtlCol="0" anchor="ctr"/>
              <a:lstStyle/>
              <a:p>
                <a:pPr algn="ctr"/>
              </a:p>
            </p:txBody>
          </p:sp>
          <p:sp>
            <p:nvSpPr>
              <p:cNvPr id="3294" name="Noise cell"/>
              <p:cNvSpPr/>
              <p:nvPr/>
            </p:nvSpPr>
            <p:spPr>
              <a:xfrm>
                <a:off x="10945683" y="8174736"/>
                <a:ext cx="18770" cy="18928"/>
              </a:xfrm>
              <a:prstGeom prst="rect">
                <a:avLst/>
              </a:prstGeom>
              <a:solidFill>
                <a:srgbClr val="878787"/>
              </a:solidFill>
              <a:ln>
                <a:noFill/>
              </a:ln>
              <a:effectLst/>
            </p:spPr>
            <p:txBody>
              <a:bodyPr rtlCol="0" anchor="ctr"/>
              <a:lstStyle/>
              <a:p>
                <a:pPr algn="ctr"/>
              </a:p>
            </p:txBody>
          </p:sp>
          <p:sp>
            <p:nvSpPr>
              <p:cNvPr id="3295" name="Noise cell"/>
              <p:cNvSpPr/>
              <p:nvPr/>
            </p:nvSpPr>
            <p:spPr>
              <a:xfrm>
                <a:off x="10963814" y="8174736"/>
                <a:ext cx="18770" cy="18928"/>
              </a:xfrm>
              <a:prstGeom prst="rect">
                <a:avLst/>
              </a:prstGeom>
              <a:solidFill>
                <a:srgbClr val="787878"/>
              </a:solidFill>
              <a:ln>
                <a:noFill/>
              </a:ln>
              <a:effectLst/>
            </p:spPr>
            <p:txBody>
              <a:bodyPr rtlCol="0" anchor="ctr"/>
              <a:lstStyle/>
              <a:p>
                <a:pPr algn="ctr"/>
              </a:p>
            </p:txBody>
          </p:sp>
          <p:sp>
            <p:nvSpPr>
              <p:cNvPr id="3296" name="Noise cell"/>
              <p:cNvSpPr/>
              <p:nvPr/>
            </p:nvSpPr>
            <p:spPr>
              <a:xfrm>
                <a:off x="9930384" y="8193024"/>
                <a:ext cx="18770" cy="18928"/>
              </a:xfrm>
              <a:prstGeom prst="rect">
                <a:avLst/>
              </a:prstGeom>
              <a:solidFill>
                <a:srgbClr val="727272"/>
              </a:solidFill>
              <a:ln>
                <a:noFill/>
              </a:ln>
              <a:effectLst/>
            </p:spPr>
            <p:txBody>
              <a:bodyPr rtlCol="0" anchor="ctr"/>
              <a:lstStyle/>
              <a:p>
                <a:pPr algn="ctr"/>
              </a:p>
            </p:txBody>
          </p:sp>
          <p:sp>
            <p:nvSpPr>
              <p:cNvPr id="3297" name="Noise cell"/>
              <p:cNvSpPr/>
              <p:nvPr/>
            </p:nvSpPr>
            <p:spPr>
              <a:xfrm>
                <a:off x="9948514" y="8193024"/>
                <a:ext cx="18770" cy="18928"/>
              </a:xfrm>
              <a:prstGeom prst="rect">
                <a:avLst/>
              </a:prstGeom>
              <a:solidFill>
                <a:srgbClr val="7D7D7D"/>
              </a:solidFill>
              <a:ln>
                <a:noFill/>
              </a:ln>
              <a:effectLst/>
            </p:spPr>
            <p:txBody>
              <a:bodyPr rtlCol="0" anchor="ctr"/>
              <a:lstStyle/>
              <a:p>
                <a:pPr algn="ctr"/>
              </a:p>
            </p:txBody>
          </p:sp>
          <p:sp>
            <p:nvSpPr>
              <p:cNvPr id="3298" name="Noise cell"/>
              <p:cNvSpPr/>
              <p:nvPr/>
            </p:nvSpPr>
            <p:spPr>
              <a:xfrm>
                <a:off x="9966645" y="8193024"/>
                <a:ext cx="18770" cy="18928"/>
              </a:xfrm>
              <a:prstGeom prst="rect">
                <a:avLst/>
              </a:prstGeom>
              <a:solidFill>
                <a:srgbClr val="7D7D7D"/>
              </a:solidFill>
              <a:ln>
                <a:noFill/>
              </a:ln>
              <a:effectLst/>
            </p:spPr>
            <p:txBody>
              <a:bodyPr rtlCol="0" anchor="ctr"/>
              <a:lstStyle/>
              <a:p>
                <a:pPr algn="ctr"/>
              </a:p>
            </p:txBody>
          </p:sp>
          <p:sp>
            <p:nvSpPr>
              <p:cNvPr id="3299" name="Noise cell"/>
              <p:cNvSpPr/>
              <p:nvPr/>
            </p:nvSpPr>
            <p:spPr>
              <a:xfrm>
                <a:off x="9984775" y="8193024"/>
                <a:ext cx="18770" cy="18928"/>
              </a:xfrm>
              <a:prstGeom prst="rect">
                <a:avLst/>
              </a:prstGeom>
              <a:solidFill>
                <a:srgbClr val="A0A0A0"/>
              </a:solidFill>
              <a:ln>
                <a:noFill/>
              </a:ln>
              <a:effectLst/>
            </p:spPr>
            <p:txBody>
              <a:bodyPr rtlCol="0" anchor="ctr"/>
              <a:lstStyle/>
              <a:p>
                <a:pPr algn="ctr"/>
              </a:p>
            </p:txBody>
          </p:sp>
          <p:sp>
            <p:nvSpPr>
              <p:cNvPr id="3300" name="Noise cell"/>
              <p:cNvSpPr/>
              <p:nvPr/>
            </p:nvSpPr>
            <p:spPr>
              <a:xfrm>
                <a:off x="10002905" y="8193024"/>
                <a:ext cx="18770" cy="18928"/>
              </a:xfrm>
              <a:prstGeom prst="rect">
                <a:avLst/>
              </a:prstGeom>
              <a:solidFill>
                <a:srgbClr val="8E8E8E"/>
              </a:solidFill>
              <a:ln>
                <a:noFill/>
              </a:ln>
              <a:effectLst/>
            </p:spPr>
            <p:txBody>
              <a:bodyPr rtlCol="0" anchor="ctr"/>
              <a:lstStyle/>
              <a:p>
                <a:pPr algn="ctr"/>
              </a:p>
            </p:txBody>
          </p:sp>
          <p:sp>
            <p:nvSpPr>
              <p:cNvPr id="3301" name="Noise cell"/>
              <p:cNvSpPr/>
              <p:nvPr/>
            </p:nvSpPr>
            <p:spPr>
              <a:xfrm>
                <a:off x="10021036" y="8193024"/>
                <a:ext cx="18770" cy="18928"/>
              </a:xfrm>
              <a:prstGeom prst="rect">
                <a:avLst/>
              </a:prstGeom>
              <a:solidFill>
                <a:srgbClr val="838383"/>
              </a:solidFill>
              <a:ln>
                <a:noFill/>
              </a:ln>
              <a:effectLst/>
            </p:spPr>
            <p:txBody>
              <a:bodyPr rtlCol="0" anchor="ctr"/>
              <a:lstStyle/>
              <a:p>
                <a:pPr algn="ctr"/>
              </a:p>
            </p:txBody>
          </p:sp>
          <p:sp>
            <p:nvSpPr>
              <p:cNvPr id="3302" name="Noise cell"/>
              <p:cNvSpPr/>
              <p:nvPr/>
            </p:nvSpPr>
            <p:spPr>
              <a:xfrm>
                <a:off x="10039166" y="8193024"/>
                <a:ext cx="18770" cy="18928"/>
              </a:xfrm>
              <a:prstGeom prst="rect">
                <a:avLst/>
              </a:prstGeom>
              <a:solidFill>
                <a:srgbClr val="959595"/>
              </a:solidFill>
              <a:ln>
                <a:noFill/>
              </a:ln>
              <a:effectLst/>
            </p:spPr>
            <p:txBody>
              <a:bodyPr rtlCol="0" anchor="ctr"/>
              <a:lstStyle/>
              <a:p>
                <a:pPr algn="ctr"/>
              </a:p>
            </p:txBody>
          </p:sp>
          <p:sp>
            <p:nvSpPr>
              <p:cNvPr id="3303" name="Noise cell"/>
              <p:cNvSpPr/>
              <p:nvPr/>
            </p:nvSpPr>
            <p:spPr>
              <a:xfrm>
                <a:off x="10057296" y="8193024"/>
                <a:ext cx="18770" cy="18928"/>
              </a:xfrm>
              <a:prstGeom prst="rect">
                <a:avLst/>
              </a:prstGeom>
              <a:solidFill>
                <a:srgbClr val="747474"/>
              </a:solidFill>
              <a:ln>
                <a:noFill/>
              </a:ln>
              <a:effectLst/>
            </p:spPr>
            <p:txBody>
              <a:bodyPr rtlCol="0" anchor="ctr"/>
              <a:lstStyle/>
              <a:p>
                <a:pPr algn="ctr"/>
              </a:p>
            </p:txBody>
          </p:sp>
          <p:sp>
            <p:nvSpPr>
              <p:cNvPr id="3304" name="Noise cell"/>
              <p:cNvSpPr/>
              <p:nvPr/>
            </p:nvSpPr>
            <p:spPr>
              <a:xfrm>
                <a:off x="10075427" y="8193024"/>
                <a:ext cx="18770" cy="18928"/>
              </a:xfrm>
              <a:prstGeom prst="rect">
                <a:avLst/>
              </a:prstGeom>
              <a:solidFill>
                <a:srgbClr val="8B8B8B"/>
              </a:solidFill>
              <a:ln>
                <a:noFill/>
              </a:ln>
              <a:effectLst/>
            </p:spPr>
            <p:txBody>
              <a:bodyPr rtlCol="0" anchor="ctr"/>
              <a:lstStyle/>
              <a:p>
                <a:pPr algn="ctr"/>
              </a:p>
            </p:txBody>
          </p:sp>
          <p:sp>
            <p:nvSpPr>
              <p:cNvPr id="3305" name="Noise cell"/>
              <p:cNvSpPr/>
              <p:nvPr/>
            </p:nvSpPr>
            <p:spPr>
              <a:xfrm>
                <a:off x="10093557" y="8193024"/>
                <a:ext cx="18770" cy="18928"/>
              </a:xfrm>
              <a:prstGeom prst="rect">
                <a:avLst/>
              </a:prstGeom>
              <a:solidFill>
                <a:srgbClr val="8D8D8D"/>
              </a:solidFill>
              <a:ln>
                <a:noFill/>
              </a:ln>
              <a:effectLst/>
            </p:spPr>
            <p:txBody>
              <a:bodyPr rtlCol="0" anchor="ctr"/>
              <a:lstStyle/>
              <a:p>
                <a:pPr algn="ctr"/>
              </a:p>
            </p:txBody>
          </p:sp>
          <p:sp>
            <p:nvSpPr>
              <p:cNvPr id="3306" name="Noise cell"/>
              <p:cNvSpPr/>
              <p:nvPr/>
            </p:nvSpPr>
            <p:spPr>
              <a:xfrm>
                <a:off x="10111687" y="8193024"/>
                <a:ext cx="18770" cy="18928"/>
              </a:xfrm>
              <a:prstGeom prst="rect">
                <a:avLst/>
              </a:prstGeom>
              <a:solidFill>
                <a:srgbClr val="797979"/>
              </a:solidFill>
              <a:ln>
                <a:noFill/>
              </a:ln>
              <a:effectLst/>
            </p:spPr>
            <p:txBody>
              <a:bodyPr rtlCol="0" anchor="ctr"/>
              <a:lstStyle/>
              <a:p>
                <a:pPr algn="ctr"/>
              </a:p>
            </p:txBody>
          </p:sp>
          <p:sp>
            <p:nvSpPr>
              <p:cNvPr id="3307" name="Noise cell"/>
              <p:cNvSpPr/>
              <p:nvPr/>
            </p:nvSpPr>
            <p:spPr>
              <a:xfrm>
                <a:off x="10129818" y="8193024"/>
                <a:ext cx="18770" cy="18928"/>
              </a:xfrm>
              <a:prstGeom prst="rect">
                <a:avLst/>
              </a:prstGeom>
              <a:solidFill>
                <a:srgbClr val="959595"/>
              </a:solidFill>
              <a:ln>
                <a:noFill/>
              </a:ln>
              <a:effectLst/>
            </p:spPr>
            <p:txBody>
              <a:bodyPr rtlCol="0" anchor="ctr"/>
              <a:lstStyle/>
              <a:p>
                <a:pPr algn="ctr"/>
              </a:p>
            </p:txBody>
          </p:sp>
          <p:sp>
            <p:nvSpPr>
              <p:cNvPr id="3308" name="Noise cell"/>
              <p:cNvSpPr/>
              <p:nvPr/>
            </p:nvSpPr>
            <p:spPr>
              <a:xfrm>
                <a:off x="10147948" y="8193024"/>
                <a:ext cx="18770" cy="18928"/>
              </a:xfrm>
              <a:prstGeom prst="rect">
                <a:avLst/>
              </a:prstGeom>
              <a:solidFill>
                <a:srgbClr val="7E7E7E"/>
              </a:solidFill>
              <a:ln>
                <a:noFill/>
              </a:ln>
              <a:effectLst/>
            </p:spPr>
            <p:txBody>
              <a:bodyPr rtlCol="0" anchor="ctr"/>
              <a:lstStyle/>
              <a:p>
                <a:pPr algn="ctr"/>
              </a:p>
            </p:txBody>
          </p:sp>
          <p:sp>
            <p:nvSpPr>
              <p:cNvPr id="3309" name="Noise cell"/>
              <p:cNvSpPr/>
              <p:nvPr/>
            </p:nvSpPr>
            <p:spPr>
              <a:xfrm>
                <a:off x="10166078" y="8193024"/>
                <a:ext cx="18770" cy="18928"/>
              </a:xfrm>
              <a:prstGeom prst="rect">
                <a:avLst/>
              </a:prstGeom>
              <a:solidFill>
                <a:srgbClr val="7D7D7D"/>
              </a:solidFill>
              <a:ln>
                <a:noFill/>
              </a:ln>
              <a:effectLst/>
            </p:spPr>
            <p:txBody>
              <a:bodyPr rtlCol="0" anchor="ctr"/>
              <a:lstStyle/>
              <a:p>
                <a:pPr algn="ctr"/>
              </a:p>
            </p:txBody>
          </p:sp>
          <p:sp>
            <p:nvSpPr>
              <p:cNvPr id="3310" name="Noise cell"/>
              <p:cNvSpPr/>
              <p:nvPr/>
            </p:nvSpPr>
            <p:spPr>
              <a:xfrm>
                <a:off x="10184209" y="8193024"/>
                <a:ext cx="18770" cy="18928"/>
              </a:xfrm>
              <a:prstGeom prst="rect">
                <a:avLst/>
              </a:prstGeom>
              <a:solidFill>
                <a:srgbClr val="7E7E7E"/>
              </a:solidFill>
              <a:ln>
                <a:noFill/>
              </a:ln>
              <a:effectLst/>
            </p:spPr>
            <p:txBody>
              <a:bodyPr rtlCol="0" anchor="ctr"/>
              <a:lstStyle/>
              <a:p>
                <a:pPr algn="ctr"/>
              </a:p>
            </p:txBody>
          </p:sp>
          <p:sp>
            <p:nvSpPr>
              <p:cNvPr id="3311" name="Noise cell"/>
              <p:cNvSpPr/>
              <p:nvPr/>
            </p:nvSpPr>
            <p:spPr>
              <a:xfrm>
                <a:off x="10202339" y="8193024"/>
                <a:ext cx="18770" cy="18928"/>
              </a:xfrm>
              <a:prstGeom prst="rect">
                <a:avLst/>
              </a:prstGeom>
              <a:solidFill>
                <a:srgbClr val="8E8E8E"/>
              </a:solidFill>
              <a:ln>
                <a:noFill/>
              </a:ln>
              <a:effectLst/>
            </p:spPr>
            <p:txBody>
              <a:bodyPr rtlCol="0" anchor="ctr"/>
              <a:lstStyle/>
              <a:p>
                <a:pPr algn="ctr"/>
              </a:p>
            </p:txBody>
          </p:sp>
          <p:sp>
            <p:nvSpPr>
              <p:cNvPr id="3312" name="Noise cell"/>
              <p:cNvSpPr/>
              <p:nvPr/>
            </p:nvSpPr>
            <p:spPr>
              <a:xfrm>
                <a:off x="10220470" y="8193024"/>
                <a:ext cx="18770" cy="18928"/>
              </a:xfrm>
              <a:prstGeom prst="rect">
                <a:avLst/>
              </a:prstGeom>
              <a:solidFill>
                <a:srgbClr val="7A7A7A"/>
              </a:solidFill>
              <a:ln>
                <a:noFill/>
              </a:ln>
              <a:effectLst/>
            </p:spPr>
            <p:txBody>
              <a:bodyPr rtlCol="0" anchor="ctr"/>
              <a:lstStyle/>
              <a:p>
                <a:pPr algn="ctr"/>
              </a:p>
            </p:txBody>
          </p:sp>
          <p:sp>
            <p:nvSpPr>
              <p:cNvPr id="3313" name="Noise cell"/>
              <p:cNvSpPr/>
              <p:nvPr/>
            </p:nvSpPr>
            <p:spPr>
              <a:xfrm>
                <a:off x="10238600" y="8193024"/>
                <a:ext cx="18770" cy="18928"/>
              </a:xfrm>
              <a:prstGeom prst="rect">
                <a:avLst/>
              </a:prstGeom>
              <a:solidFill>
                <a:srgbClr val="797979"/>
              </a:solidFill>
              <a:ln>
                <a:noFill/>
              </a:ln>
              <a:effectLst/>
            </p:spPr>
            <p:txBody>
              <a:bodyPr rtlCol="0" anchor="ctr"/>
              <a:lstStyle/>
              <a:p>
                <a:pPr algn="ctr"/>
              </a:p>
            </p:txBody>
          </p:sp>
          <p:sp>
            <p:nvSpPr>
              <p:cNvPr id="3314" name="Noise cell"/>
              <p:cNvSpPr/>
              <p:nvPr/>
            </p:nvSpPr>
            <p:spPr>
              <a:xfrm>
                <a:off x="10256730" y="8193024"/>
                <a:ext cx="18770" cy="18928"/>
              </a:xfrm>
              <a:prstGeom prst="rect">
                <a:avLst/>
              </a:prstGeom>
              <a:solidFill>
                <a:srgbClr val="717171"/>
              </a:solidFill>
              <a:ln>
                <a:noFill/>
              </a:ln>
              <a:effectLst/>
            </p:spPr>
            <p:txBody>
              <a:bodyPr rtlCol="0" anchor="ctr"/>
              <a:lstStyle/>
              <a:p>
                <a:pPr algn="ctr"/>
              </a:p>
            </p:txBody>
          </p:sp>
          <p:sp>
            <p:nvSpPr>
              <p:cNvPr id="3315" name="Noise cell"/>
              <p:cNvSpPr/>
              <p:nvPr/>
            </p:nvSpPr>
            <p:spPr>
              <a:xfrm>
                <a:off x="10274861" y="8193024"/>
                <a:ext cx="18770" cy="18928"/>
              </a:xfrm>
              <a:prstGeom prst="rect">
                <a:avLst/>
              </a:prstGeom>
              <a:solidFill>
                <a:srgbClr val="747474"/>
              </a:solidFill>
              <a:ln>
                <a:noFill/>
              </a:ln>
              <a:effectLst/>
            </p:spPr>
            <p:txBody>
              <a:bodyPr rtlCol="0" anchor="ctr"/>
              <a:lstStyle/>
              <a:p>
                <a:pPr algn="ctr"/>
              </a:p>
            </p:txBody>
          </p:sp>
          <p:sp>
            <p:nvSpPr>
              <p:cNvPr id="3316" name="Noise cell"/>
              <p:cNvSpPr/>
              <p:nvPr/>
            </p:nvSpPr>
            <p:spPr>
              <a:xfrm>
                <a:off x="10292991" y="8193024"/>
                <a:ext cx="18770" cy="18928"/>
              </a:xfrm>
              <a:prstGeom prst="rect">
                <a:avLst/>
              </a:prstGeom>
              <a:solidFill>
                <a:srgbClr val="808080"/>
              </a:solidFill>
              <a:ln>
                <a:noFill/>
              </a:ln>
              <a:effectLst/>
            </p:spPr>
            <p:txBody>
              <a:bodyPr rtlCol="0" anchor="ctr"/>
              <a:lstStyle/>
              <a:p>
                <a:pPr algn="ctr"/>
              </a:p>
            </p:txBody>
          </p:sp>
          <p:sp>
            <p:nvSpPr>
              <p:cNvPr id="3317" name="Noise cell"/>
              <p:cNvSpPr/>
              <p:nvPr/>
            </p:nvSpPr>
            <p:spPr>
              <a:xfrm>
                <a:off x="10311121" y="8193024"/>
                <a:ext cx="18770" cy="18928"/>
              </a:xfrm>
              <a:prstGeom prst="rect">
                <a:avLst/>
              </a:prstGeom>
              <a:solidFill>
                <a:srgbClr val="868686"/>
              </a:solidFill>
              <a:ln>
                <a:noFill/>
              </a:ln>
              <a:effectLst/>
            </p:spPr>
            <p:txBody>
              <a:bodyPr rtlCol="0" anchor="ctr"/>
              <a:lstStyle/>
              <a:p>
                <a:pPr algn="ctr"/>
              </a:p>
            </p:txBody>
          </p:sp>
          <p:sp>
            <p:nvSpPr>
              <p:cNvPr id="3318" name="Noise cell"/>
              <p:cNvSpPr/>
              <p:nvPr/>
            </p:nvSpPr>
            <p:spPr>
              <a:xfrm>
                <a:off x="10329252" y="8193024"/>
                <a:ext cx="18770" cy="18928"/>
              </a:xfrm>
              <a:prstGeom prst="rect">
                <a:avLst/>
              </a:prstGeom>
              <a:solidFill>
                <a:srgbClr val="858585"/>
              </a:solidFill>
              <a:ln>
                <a:noFill/>
              </a:ln>
              <a:effectLst/>
            </p:spPr>
            <p:txBody>
              <a:bodyPr rtlCol="0" anchor="ctr"/>
              <a:lstStyle/>
              <a:p>
                <a:pPr algn="ctr"/>
              </a:p>
            </p:txBody>
          </p:sp>
          <p:sp>
            <p:nvSpPr>
              <p:cNvPr id="3319" name="Noise cell"/>
              <p:cNvSpPr/>
              <p:nvPr/>
            </p:nvSpPr>
            <p:spPr>
              <a:xfrm>
                <a:off x="10347382" y="8193024"/>
                <a:ext cx="18770" cy="18928"/>
              </a:xfrm>
              <a:prstGeom prst="rect">
                <a:avLst/>
              </a:prstGeom>
              <a:solidFill>
                <a:srgbClr val="808080"/>
              </a:solidFill>
              <a:ln>
                <a:noFill/>
              </a:ln>
              <a:effectLst/>
            </p:spPr>
            <p:txBody>
              <a:bodyPr rtlCol="0" anchor="ctr"/>
              <a:lstStyle/>
              <a:p>
                <a:pPr algn="ctr"/>
              </a:p>
            </p:txBody>
          </p:sp>
          <p:sp>
            <p:nvSpPr>
              <p:cNvPr id="3320" name="Noise cell"/>
              <p:cNvSpPr/>
              <p:nvPr/>
            </p:nvSpPr>
            <p:spPr>
              <a:xfrm>
                <a:off x="10365512" y="8193024"/>
                <a:ext cx="18770" cy="18928"/>
              </a:xfrm>
              <a:prstGeom prst="rect">
                <a:avLst/>
              </a:prstGeom>
              <a:solidFill>
                <a:srgbClr val="7F7F7F"/>
              </a:solidFill>
              <a:ln>
                <a:noFill/>
              </a:ln>
              <a:effectLst/>
            </p:spPr>
            <p:txBody>
              <a:bodyPr rtlCol="0" anchor="ctr"/>
              <a:lstStyle/>
              <a:p>
                <a:pPr algn="ctr"/>
              </a:p>
            </p:txBody>
          </p:sp>
          <p:sp>
            <p:nvSpPr>
              <p:cNvPr id="3321" name="Noise cell"/>
              <p:cNvSpPr/>
              <p:nvPr/>
            </p:nvSpPr>
            <p:spPr>
              <a:xfrm>
                <a:off x="10383643" y="8193024"/>
                <a:ext cx="18770" cy="18928"/>
              </a:xfrm>
              <a:prstGeom prst="rect">
                <a:avLst/>
              </a:prstGeom>
              <a:solidFill>
                <a:srgbClr val="929292"/>
              </a:solidFill>
              <a:ln>
                <a:noFill/>
              </a:ln>
              <a:effectLst/>
            </p:spPr>
            <p:txBody>
              <a:bodyPr rtlCol="0" anchor="ctr"/>
              <a:lstStyle/>
              <a:p>
                <a:pPr algn="ctr"/>
              </a:p>
            </p:txBody>
          </p:sp>
          <p:sp>
            <p:nvSpPr>
              <p:cNvPr id="3322" name="Noise cell"/>
              <p:cNvSpPr/>
              <p:nvPr/>
            </p:nvSpPr>
            <p:spPr>
              <a:xfrm>
                <a:off x="10401773" y="8193024"/>
                <a:ext cx="18770" cy="18928"/>
              </a:xfrm>
              <a:prstGeom prst="rect">
                <a:avLst/>
              </a:prstGeom>
              <a:solidFill>
                <a:srgbClr val="8A8A8A"/>
              </a:solidFill>
              <a:ln>
                <a:noFill/>
              </a:ln>
              <a:effectLst/>
            </p:spPr>
            <p:txBody>
              <a:bodyPr rtlCol="0" anchor="ctr"/>
              <a:lstStyle/>
              <a:p>
                <a:pPr algn="ctr"/>
              </a:p>
            </p:txBody>
          </p:sp>
          <p:sp>
            <p:nvSpPr>
              <p:cNvPr id="3323" name="Noise cell"/>
              <p:cNvSpPr/>
              <p:nvPr/>
            </p:nvSpPr>
            <p:spPr>
              <a:xfrm>
                <a:off x="10419903" y="8193024"/>
                <a:ext cx="18770" cy="18928"/>
              </a:xfrm>
              <a:prstGeom prst="rect">
                <a:avLst/>
              </a:prstGeom>
              <a:solidFill>
                <a:srgbClr val="6C6C6C"/>
              </a:solidFill>
              <a:ln>
                <a:noFill/>
              </a:ln>
              <a:effectLst/>
            </p:spPr>
            <p:txBody>
              <a:bodyPr rtlCol="0" anchor="ctr"/>
              <a:lstStyle/>
              <a:p>
                <a:pPr algn="ctr"/>
              </a:p>
            </p:txBody>
          </p:sp>
          <p:sp>
            <p:nvSpPr>
              <p:cNvPr id="3324" name="Noise cell"/>
              <p:cNvSpPr/>
              <p:nvPr/>
            </p:nvSpPr>
            <p:spPr>
              <a:xfrm>
                <a:off x="10438034" y="8193024"/>
                <a:ext cx="18770" cy="18928"/>
              </a:xfrm>
              <a:prstGeom prst="rect">
                <a:avLst/>
              </a:prstGeom>
              <a:solidFill>
                <a:srgbClr val="858585"/>
              </a:solidFill>
              <a:ln>
                <a:noFill/>
              </a:ln>
              <a:effectLst/>
            </p:spPr>
            <p:txBody>
              <a:bodyPr rtlCol="0" anchor="ctr"/>
              <a:lstStyle/>
              <a:p>
                <a:pPr algn="ctr"/>
              </a:p>
            </p:txBody>
          </p:sp>
          <p:sp>
            <p:nvSpPr>
              <p:cNvPr id="3325" name="Noise cell"/>
              <p:cNvSpPr/>
              <p:nvPr/>
            </p:nvSpPr>
            <p:spPr>
              <a:xfrm>
                <a:off x="10456164" y="8193024"/>
                <a:ext cx="18770" cy="18928"/>
              </a:xfrm>
              <a:prstGeom prst="rect">
                <a:avLst/>
              </a:prstGeom>
              <a:solidFill>
                <a:srgbClr val="727272"/>
              </a:solidFill>
              <a:ln>
                <a:noFill/>
              </a:ln>
              <a:effectLst/>
            </p:spPr>
            <p:txBody>
              <a:bodyPr rtlCol="0" anchor="ctr"/>
              <a:lstStyle/>
              <a:p>
                <a:pPr algn="ctr"/>
              </a:p>
            </p:txBody>
          </p:sp>
          <p:sp>
            <p:nvSpPr>
              <p:cNvPr id="3326" name="Noise cell"/>
              <p:cNvSpPr/>
              <p:nvPr/>
            </p:nvSpPr>
            <p:spPr>
              <a:xfrm>
                <a:off x="10474294" y="8193024"/>
                <a:ext cx="18770" cy="18928"/>
              </a:xfrm>
              <a:prstGeom prst="rect">
                <a:avLst/>
              </a:prstGeom>
              <a:solidFill>
                <a:srgbClr val="767676"/>
              </a:solidFill>
              <a:ln>
                <a:noFill/>
              </a:ln>
              <a:effectLst/>
            </p:spPr>
            <p:txBody>
              <a:bodyPr rtlCol="0" anchor="ctr"/>
              <a:lstStyle/>
              <a:p>
                <a:pPr algn="ctr"/>
              </a:p>
            </p:txBody>
          </p:sp>
          <p:sp>
            <p:nvSpPr>
              <p:cNvPr id="3327" name="Noise cell"/>
              <p:cNvSpPr/>
              <p:nvPr/>
            </p:nvSpPr>
            <p:spPr>
              <a:xfrm>
                <a:off x="10492425" y="8193024"/>
                <a:ext cx="18770" cy="18928"/>
              </a:xfrm>
              <a:prstGeom prst="rect">
                <a:avLst/>
              </a:prstGeom>
              <a:solidFill>
                <a:srgbClr val="848484"/>
              </a:solidFill>
              <a:ln>
                <a:noFill/>
              </a:ln>
              <a:effectLst/>
            </p:spPr>
            <p:txBody>
              <a:bodyPr rtlCol="0" anchor="ctr"/>
              <a:lstStyle/>
              <a:p>
                <a:pPr algn="ctr"/>
              </a:p>
            </p:txBody>
          </p:sp>
          <p:sp>
            <p:nvSpPr>
              <p:cNvPr id="3328" name="Noise cell"/>
              <p:cNvSpPr/>
              <p:nvPr/>
            </p:nvSpPr>
            <p:spPr>
              <a:xfrm>
                <a:off x="10510555" y="8193024"/>
                <a:ext cx="18770" cy="18928"/>
              </a:xfrm>
              <a:prstGeom prst="rect">
                <a:avLst/>
              </a:prstGeom>
              <a:solidFill>
                <a:srgbClr val="7C7C7C"/>
              </a:solidFill>
              <a:ln>
                <a:noFill/>
              </a:ln>
              <a:effectLst/>
            </p:spPr>
            <p:txBody>
              <a:bodyPr rtlCol="0" anchor="ctr"/>
              <a:lstStyle/>
              <a:p>
                <a:pPr algn="ctr"/>
              </a:p>
            </p:txBody>
          </p:sp>
          <p:sp>
            <p:nvSpPr>
              <p:cNvPr id="3329" name="Noise cell"/>
              <p:cNvSpPr/>
              <p:nvPr/>
            </p:nvSpPr>
            <p:spPr>
              <a:xfrm>
                <a:off x="10528685" y="8193024"/>
                <a:ext cx="18770" cy="18928"/>
              </a:xfrm>
              <a:prstGeom prst="rect">
                <a:avLst/>
              </a:prstGeom>
              <a:solidFill>
                <a:srgbClr val="818181"/>
              </a:solidFill>
              <a:ln>
                <a:noFill/>
              </a:ln>
              <a:effectLst/>
            </p:spPr>
            <p:txBody>
              <a:bodyPr rtlCol="0" anchor="ctr"/>
              <a:lstStyle/>
              <a:p>
                <a:pPr algn="ctr"/>
              </a:p>
            </p:txBody>
          </p:sp>
          <p:sp>
            <p:nvSpPr>
              <p:cNvPr id="3330" name="Noise cell"/>
              <p:cNvSpPr/>
              <p:nvPr/>
            </p:nvSpPr>
            <p:spPr>
              <a:xfrm>
                <a:off x="10546816" y="8193024"/>
                <a:ext cx="18770" cy="18928"/>
              </a:xfrm>
              <a:prstGeom prst="rect">
                <a:avLst/>
              </a:prstGeom>
              <a:solidFill>
                <a:srgbClr val="888888"/>
              </a:solidFill>
              <a:ln>
                <a:noFill/>
              </a:ln>
              <a:effectLst/>
            </p:spPr>
            <p:txBody>
              <a:bodyPr rtlCol="0" anchor="ctr"/>
              <a:lstStyle/>
              <a:p>
                <a:pPr algn="ctr"/>
              </a:p>
            </p:txBody>
          </p:sp>
          <p:sp>
            <p:nvSpPr>
              <p:cNvPr id="3331" name="Noise cell"/>
              <p:cNvSpPr/>
              <p:nvPr/>
            </p:nvSpPr>
            <p:spPr>
              <a:xfrm>
                <a:off x="10564946" y="8193024"/>
                <a:ext cx="18770" cy="18928"/>
              </a:xfrm>
              <a:prstGeom prst="rect">
                <a:avLst/>
              </a:prstGeom>
              <a:solidFill>
                <a:srgbClr val="959595"/>
              </a:solidFill>
              <a:ln>
                <a:noFill/>
              </a:ln>
              <a:effectLst/>
            </p:spPr>
            <p:txBody>
              <a:bodyPr rtlCol="0" anchor="ctr"/>
              <a:lstStyle/>
              <a:p>
                <a:pPr algn="ctr"/>
              </a:p>
            </p:txBody>
          </p:sp>
          <p:sp>
            <p:nvSpPr>
              <p:cNvPr id="3332" name="Noise cell"/>
              <p:cNvSpPr/>
              <p:nvPr/>
            </p:nvSpPr>
            <p:spPr>
              <a:xfrm>
                <a:off x="10583076" y="8193024"/>
                <a:ext cx="18770" cy="18928"/>
              </a:xfrm>
              <a:prstGeom prst="rect">
                <a:avLst/>
              </a:prstGeom>
              <a:solidFill>
                <a:srgbClr val="929292"/>
              </a:solidFill>
              <a:ln>
                <a:noFill/>
              </a:ln>
              <a:effectLst/>
            </p:spPr>
            <p:txBody>
              <a:bodyPr rtlCol="0" anchor="ctr"/>
              <a:lstStyle/>
              <a:p>
                <a:pPr algn="ctr"/>
              </a:p>
            </p:txBody>
          </p:sp>
          <p:sp>
            <p:nvSpPr>
              <p:cNvPr id="3333" name="Noise cell"/>
              <p:cNvSpPr/>
              <p:nvPr/>
            </p:nvSpPr>
            <p:spPr>
              <a:xfrm>
                <a:off x="10601207" y="8193024"/>
                <a:ext cx="18770" cy="18928"/>
              </a:xfrm>
              <a:prstGeom prst="rect">
                <a:avLst/>
              </a:prstGeom>
              <a:solidFill>
                <a:srgbClr val="878787"/>
              </a:solidFill>
              <a:ln>
                <a:noFill/>
              </a:ln>
              <a:effectLst/>
            </p:spPr>
            <p:txBody>
              <a:bodyPr rtlCol="0" anchor="ctr"/>
              <a:lstStyle/>
              <a:p>
                <a:pPr algn="ctr"/>
              </a:p>
            </p:txBody>
          </p:sp>
          <p:sp>
            <p:nvSpPr>
              <p:cNvPr id="3334" name="Noise cell"/>
              <p:cNvSpPr/>
              <p:nvPr/>
            </p:nvSpPr>
            <p:spPr>
              <a:xfrm>
                <a:off x="10619337" y="8193024"/>
                <a:ext cx="18770" cy="18928"/>
              </a:xfrm>
              <a:prstGeom prst="rect">
                <a:avLst/>
              </a:prstGeom>
              <a:solidFill>
                <a:srgbClr val="757575"/>
              </a:solidFill>
              <a:ln>
                <a:noFill/>
              </a:ln>
              <a:effectLst/>
            </p:spPr>
            <p:txBody>
              <a:bodyPr rtlCol="0" anchor="ctr"/>
              <a:lstStyle/>
              <a:p>
                <a:pPr algn="ctr"/>
              </a:p>
            </p:txBody>
          </p:sp>
          <p:sp>
            <p:nvSpPr>
              <p:cNvPr id="3335" name="Noise cell"/>
              <p:cNvSpPr/>
              <p:nvPr/>
            </p:nvSpPr>
            <p:spPr>
              <a:xfrm>
                <a:off x="10637467" y="8193024"/>
                <a:ext cx="18770" cy="18928"/>
              </a:xfrm>
              <a:prstGeom prst="rect">
                <a:avLst/>
              </a:prstGeom>
              <a:solidFill>
                <a:srgbClr val="5C5C5C"/>
              </a:solidFill>
              <a:ln>
                <a:noFill/>
              </a:ln>
              <a:effectLst/>
            </p:spPr>
            <p:txBody>
              <a:bodyPr rtlCol="0" anchor="ctr"/>
              <a:lstStyle/>
              <a:p>
                <a:pPr algn="ctr"/>
              </a:p>
            </p:txBody>
          </p:sp>
          <p:sp>
            <p:nvSpPr>
              <p:cNvPr id="3336" name="Noise cell"/>
              <p:cNvSpPr/>
              <p:nvPr/>
            </p:nvSpPr>
            <p:spPr>
              <a:xfrm>
                <a:off x="10655598" y="8193024"/>
                <a:ext cx="18770" cy="18928"/>
              </a:xfrm>
              <a:prstGeom prst="rect">
                <a:avLst/>
              </a:prstGeom>
              <a:solidFill>
                <a:srgbClr val="6F6F6F"/>
              </a:solidFill>
              <a:ln>
                <a:noFill/>
              </a:ln>
              <a:effectLst/>
            </p:spPr>
            <p:txBody>
              <a:bodyPr rtlCol="0" anchor="ctr"/>
              <a:lstStyle/>
              <a:p>
                <a:pPr algn="ctr"/>
              </a:p>
            </p:txBody>
          </p:sp>
          <p:sp>
            <p:nvSpPr>
              <p:cNvPr id="3337" name="Noise cell"/>
              <p:cNvSpPr/>
              <p:nvPr/>
            </p:nvSpPr>
            <p:spPr>
              <a:xfrm>
                <a:off x="10673728" y="8193024"/>
                <a:ext cx="18770" cy="18928"/>
              </a:xfrm>
              <a:prstGeom prst="rect">
                <a:avLst/>
              </a:prstGeom>
              <a:solidFill>
                <a:srgbClr val="8A8A8A"/>
              </a:solidFill>
              <a:ln>
                <a:noFill/>
              </a:ln>
              <a:effectLst/>
            </p:spPr>
            <p:txBody>
              <a:bodyPr rtlCol="0" anchor="ctr"/>
              <a:lstStyle/>
              <a:p>
                <a:pPr algn="ctr"/>
              </a:p>
            </p:txBody>
          </p:sp>
          <p:sp>
            <p:nvSpPr>
              <p:cNvPr id="3338" name="Noise cell"/>
              <p:cNvSpPr/>
              <p:nvPr/>
            </p:nvSpPr>
            <p:spPr>
              <a:xfrm>
                <a:off x="10691858" y="8193024"/>
                <a:ext cx="18770" cy="18928"/>
              </a:xfrm>
              <a:prstGeom prst="rect">
                <a:avLst/>
              </a:prstGeom>
              <a:solidFill>
                <a:srgbClr val="939393"/>
              </a:solidFill>
              <a:ln>
                <a:noFill/>
              </a:ln>
              <a:effectLst/>
            </p:spPr>
            <p:txBody>
              <a:bodyPr rtlCol="0" anchor="ctr"/>
              <a:lstStyle/>
              <a:p>
                <a:pPr algn="ctr"/>
              </a:p>
            </p:txBody>
          </p:sp>
          <p:sp>
            <p:nvSpPr>
              <p:cNvPr id="3339" name="Noise cell"/>
              <p:cNvSpPr/>
              <p:nvPr/>
            </p:nvSpPr>
            <p:spPr>
              <a:xfrm>
                <a:off x="10709989" y="8193024"/>
                <a:ext cx="18770" cy="18928"/>
              </a:xfrm>
              <a:prstGeom prst="rect">
                <a:avLst/>
              </a:prstGeom>
              <a:solidFill>
                <a:srgbClr val="868686"/>
              </a:solidFill>
              <a:ln>
                <a:noFill/>
              </a:ln>
              <a:effectLst/>
            </p:spPr>
            <p:txBody>
              <a:bodyPr rtlCol="0" anchor="ctr"/>
              <a:lstStyle/>
              <a:p>
                <a:pPr algn="ctr"/>
              </a:p>
            </p:txBody>
          </p:sp>
          <p:sp>
            <p:nvSpPr>
              <p:cNvPr id="3340" name="Noise cell"/>
              <p:cNvSpPr/>
              <p:nvPr/>
            </p:nvSpPr>
            <p:spPr>
              <a:xfrm>
                <a:off x="10728119" y="8193024"/>
                <a:ext cx="18770" cy="18928"/>
              </a:xfrm>
              <a:prstGeom prst="rect">
                <a:avLst/>
              </a:prstGeom>
              <a:solidFill>
                <a:srgbClr val="A0A0A0"/>
              </a:solidFill>
              <a:ln>
                <a:noFill/>
              </a:ln>
              <a:effectLst/>
            </p:spPr>
            <p:txBody>
              <a:bodyPr rtlCol="0" anchor="ctr"/>
              <a:lstStyle/>
              <a:p>
                <a:pPr algn="ctr"/>
              </a:p>
            </p:txBody>
          </p:sp>
          <p:sp>
            <p:nvSpPr>
              <p:cNvPr id="3341" name="Noise cell"/>
              <p:cNvSpPr/>
              <p:nvPr/>
            </p:nvSpPr>
            <p:spPr>
              <a:xfrm>
                <a:off x="10746250" y="8193024"/>
                <a:ext cx="18770" cy="18928"/>
              </a:xfrm>
              <a:prstGeom prst="rect">
                <a:avLst/>
              </a:prstGeom>
              <a:solidFill>
                <a:srgbClr val="919191"/>
              </a:solidFill>
              <a:ln>
                <a:noFill/>
              </a:ln>
              <a:effectLst/>
            </p:spPr>
            <p:txBody>
              <a:bodyPr rtlCol="0" anchor="ctr"/>
              <a:lstStyle/>
              <a:p>
                <a:pPr algn="ctr"/>
              </a:p>
            </p:txBody>
          </p:sp>
          <p:sp>
            <p:nvSpPr>
              <p:cNvPr id="3342" name="Noise cell"/>
              <p:cNvSpPr/>
              <p:nvPr/>
            </p:nvSpPr>
            <p:spPr>
              <a:xfrm>
                <a:off x="10764380" y="8193024"/>
                <a:ext cx="18770" cy="18928"/>
              </a:xfrm>
              <a:prstGeom prst="rect">
                <a:avLst/>
              </a:prstGeom>
              <a:solidFill>
                <a:srgbClr val="888888"/>
              </a:solidFill>
              <a:ln>
                <a:noFill/>
              </a:ln>
              <a:effectLst/>
            </p:spPr>
            <p:txBody>
              <a:bodyPr rtlCol="0" anchor="ctr"/>
              <a:lstStyle/>
              <a:p>
                <a:pPr algn="ctr"/>
              </a:p>
            </p:txBody>
          </p:sp>
          <p:sp>
            <p:nvSpPr>
              <p:cNvPr id="3343" name="Noise cell"/>
              <p:cNvSpPr/>
              <p:nvPr/>
            </p:nvSpPr>
            <p:spPr>
              <a:xfrm>
                <a:off x="10782510" y="8193024"/>
                <a:ext cx="18770" cy="18928"/>
              </a:xfrm>
              <a:prstGeom prst="rect">
                <a:avLst/>
              </a:prstGeom>
              <a:solidFill>
                <a:srgbClr val="8E8E8E"/>
              </a:solidFill>
              <a:ln>
                <a:noFill/>
              </a:ln>
              <a:effectLst/>
            </p:spPr>
            <p:txBody>
              <a:bodyPr rtlCol="0" anchor="ctr"/>
              <a:lstStyle/>
              <a:p>
                <a:pPr algn="ctr"/>
              </a:p>
            </p:txBody>
          </p:sp>
          <p:sp>
            <p:nvSpPr>
              <p:cNvPr id="3344" name="Noise cell"/>
              <p:cNvSpPr/>
              <p:nvPr/>
            </p:nvSpPr>
            <p:spPr>
              <a:xfrm>
                <a:off x="10800641" y="8193024"/>
                <a:ext cx="18770" cy="18928"/>
              </a:xfrm>
              <a:prstGeom prst="rect">
                <a:avLst/>
              </a:prstGeom>
              <a:solidFill>
                <a:srgbClr val="787878"/>
              </a:solidFill>
              <a:ln>
                <a:noFill/>
              </a:ln>
              <a:effectLst/>
            </p:spPr>
            <p:txBody>
              <a:bodyPr rtlCol="0" anchor="ctr"/>
              <a:lstStyle/>
              <a:p>
                <a:pPr algn="ctr"/>
              </a:p>
            </p:txBody>
          </p:sp>
          <p:sp>
            <p:nvSpPr>
              <p:cNvPr id="3345" name="Noise cell"/>
              <p:cNvSpPr/>
              <p:nvPr/>
            </p:nvSpPr>
            <p:spPr>
              <a:xfrm>
                <a:off x="10818771" y="8193024"/>
                <a:ext cx="18770" cy="18928"/>
              </a:xfrm>
              <a:prstGeom prst="rect">
                <a:avLst/>
              </a:prstGeom>
              <a:solidFill>
                <a:srgbClr val="858585"/>
              </a:solidFill>
              <a:ln>
                <a:noFill/>
              </a:ln>
              <a:effectLst/>
            </p:spPr>
            <p:txBody>
              <a:bodyPr rtlCol="0" anchor="ctr"/>
              <a:lstStyle/>
              <a:p>
                <a:pPr algn="ctr"/>
              </a:p>
            </p:txBody>
          </p:sp>
          <p:sp>
            <p:nvSpPr>
              <p:cNvPr id="3346" name="Noise cell"/>
              <p:cNvSpPr/>
              <p:nvPr/>
            </p:nvSpPr>
            <p:spPr>
              <a:xfrm>
                <a:off x="10836901" y="8193024"/>
                <a:ext cx="18770" cy="18928"/>
              </a:xfrm>
              <a:prstGeom prst="rect">
                <a:avLst/>
              </a:prstGeom>
              <a:solidFill>
                <a:srgbClr val="787878"/>
              </a:solidFill>
              <a:ln>
                <a:noFill/>
              </a:ln>
              <a:effectLst/>
            </p:spPr>
            <p:txBody>
              <a:bodyPr rtlCol="0" anchor="ctr"/>
              <a:lstStyle/>
              <a:p>
                <a:pPr algn="ctr"/>
              </a:p>
            </p:txBody>
          </p:sp>
          <p:sp>
            <p:nvSpPr>
              <p:cNvPr id="3347" name="Noise cell"/>
              <p:cNvSpPr/>
              <p:nvPr/>
            </p:nvSpPr>
            <p:spPr>
              <a:xfrm>
                <a:off x="10855032" y="8193024"/>
                <a:ext cx="18770" cy="18928"/>
              </a:xfrm>
              <a:prstGeom prst="rect">
                <a:avLst/>
              </a:prstGeom>
              <a:solidFill>
                <a:srgbClr val="828282"/>
              </a:solidFill>
              <a:ln>
                <a:noFill/>
              </a:ln>
              <a:effectLst/>
            </p:spPr>
            <p:txBody>
              <a:bodyPr rtlCol="0" anchor="ctr"/>
              <a:lstStyle/>
              <a:p>
                <a:pPr algn="ctr"/>
              </a:p>
            </p:txBody>
          </p:sp>
          <p:sp>
            <p:nvSpPr>
              <p:cNvPr id="3348" name="Noise cell"/>
              <p:cNvSpPr/>
              <p:nvPr/>
            </p:nvSpPr>
            <p:spPr>
              <a:xfrm>
                <a:off x="10873162" y="8193024"/>
                <a:ext cx="18770" cy="18928"/>
              </a:xfrm>
              <a:prstGeom prst="rect">
                <a:avLst/>
              </a:prstGeom>
              <a:solidFill>
                <a:srgbClr val="737373"/>
              </a:solidFill>
              <a:ln>
                <a:noFill/>
              </a:ln>
              <a:effectLst/>
            </p:spPr>
            <p:txBody>
              <a:bodyPr rtlCol="0" anchor="ctr"/>
              <a:lstStyle/>
              <a:p>
                <a:pPr algn="ctr"/>
              </a:p>
            </p:txBody>
          </p:sp>
          <p:sp>
            <p:nvSpPr>
              <p:cNvPr id="3349" name="Noise cell"/>
              <p:cNvSpPr/>
              <p:nvPr/>
            </p:nvSpPr>
            <p:spPr>
              <a:xfrm>
                <a:off x="10891292" y="8193024"/>
                <a:ext cx="18770" cy="18928"/>
              </a:xfrm>
              <a:prstGeom prst="rect">
                <a:avLst/>
              </a:prstGeom>
              <a:solidFill>
                <a:srgbClr val="7A7A7A"/>
              </a:solidFill>
              <a:ln>
                <a:noFill/>
              </a:ln>
              <a:effectLst/>
            </p:spPr>
            <p:txBody>
              <a:bodyPr rtlCol="0" anchor="ctr"/>
              <a:lstStyle/>
              <a:p>
                <a:pPr algn="ctr"/>
              </a:p>
            </p:txBody>
          </p:sp>
          <p:sp>
            <p:nvSpPr>
              <p:cNvPr id="3350" name="Noise cell"/>
              <p:cNvSpPr/>
              <p:nvPr/>
            </p:nvSpPr>
            <p:spPr>
              <a:xfrm>
                <a:off x="10909423" y="8193024"/>
                <a:ext cx="18770" cy="18928"/>
              </a:xfrm>
              <a:prstGeom prst="rect">
                <a:avLst/>
              </a:prstGeom>
              <a:solidFill>
                <a:srgbClr val="8C8C8C"/>
              </a:solidFill>
              <a:ln>
                <a:noFill/>
              </a:ln>
              <a:effectLst/>
            </p:spPr>
            <p:txBody>
              <a:bodyPr rtlCol="0" anchor="ctr"/>
              <a:lstStyle/>
              <a:p>
                <a:pPr algn="ctr"/>
              </a:p>
            </p:txBody>
          </p:sp>
          <p:sp>
            <p:nvSpPr>
              <p:cNvPr id="3351" name="Noise cell"/>
              <p:cNvSpPr/>
              <p:nvPr/>
            </p:nvSpPr>
            <p:spPr>
              <a:xfrm>
                <a:off x="10927553" y="8193024"/>
                <a:ext cx="18770" cy="18928"/>
              </a:xfrm>
              <a:prstGeom prst="rect">
                <a:avLst/>
              </a:prstGeom>
              <a:solidFill>
                <a:srgbClr val="818181"/>
              </a:solidFill>
              <a:ln>
                <a:noFill/>
              </a:ln>
              <a:effectLst/>
            </p:spPr>
            <p:txBody>
              <a:bodyPr rtlCol="0" anchor="ctr"/>
              <a:lstStyle/>
              <a:p>
                <a:pPr algn="ctr"/>
              </a:p>
            </p:txBody>
          </p:sp>
          <p:sp>
            <p:nvSpPr>
              <p:cNvPr id="3352" name="Noise cell"/>
              <p:cNvSpPr/>
              <p:nvPr/>
            </p:nvSpPr>
            <p:spPr>
              <a:xfrm>
                <a:off x="10945683" y="8193024"/>
                <a:ext cx="18770" cy="18928"/>
              </a:xfrm>
              <a:prstGeom prst="rect">
                <a:avLst/>
              </a:prstGeom>
              <a:solidFill>
                <a:srgbClr val="878787"/>
              </a:solidFill>
              <a:ln>
                <a:noFill/>
              </a:ln>
              <a:effectLst/>
            </p:spPr>
            <p:txBody>
              <a:bodyPr rtlCol="0" anchor="ctr"/>
              <a:lstStyle/>
              <a:p>
                <a:pPr algn="ctr"/>
              </a:p>
            </p:txBody>
          </p:sp>
          <p:sp>
            <p:nvSpPr>
              <p:cNvPr id="3353" name="Noise cell"/>
              <p:cNvSpPr/>
              <p:nvPr/>
            </p:nvSpPr>
            <p:spPr>
              <a:xfrm>
                <a:off x="10963814" y="8193024"/>
                <a:ext cx="18770" cy="18928"/>
              </a:xfrm>
              <a:prstGeom prst="rect">
                <a:avLst/>
              </a:prstGeom>
              <a:solidFill>
                <a:srgbClr val="919191"/>
              </a:solidFill>
              <a:ln>
                <a:noFill/>
              </a:ln>
              <a:effectLst/>
            </p:spPr>
            <p:txBody>
              <a:bodyPr rtlCol="0" anchor="ctr"/>
              <a:lstStyle/>
              <a:p>
                <a:pPr algn="ctr"/>
              </a:p>
            </p:txBody>
          </p:sp>
          <p:sp>
            <p:nvSpPr>
              <p:cNvPr id="3354" name="Noise cell"/>
              <p:cNvSpPr/>
              <p:nvPr/>
            </p:nvSpPr>
            <p:spPr>
              <a:xfrm>
                <a:off x="9930384" y="8211312"/>
                <a:ext cx="18770" cy="18928"/>
              </a:xfrm>
              <a:prstGeom prst="rect">
                <a:avLst/>
              </a:prstGeom>
              <a:solidFill>
                <a:srgbClr val="898989"/>
              </a:solidFill>
              <a:ln>
                <a:noFill/>
              </a:ln>
              <a:effectLst/>
            </p:spPr>
            <p:txBody>
              <a:bodyPr rtlCol="0" anchor="ctr"/>
              <a:lstStyle/>
              <a:p>
                <a:pPr algn="ctr"/>
              </a:p>
            </p:txBody>
          </p:sp>
          <p:sp>
            <p:nvSpPr>
              <p:cNvPr id="3355" name="Noise cell"/>
              <p:cNvSpPr/>
              <p:nvPr/>
            </p:nvSpPr>
            <p:spPr>
              <a:xfrm>
                <a:off x="9948514" y="8211312"/>
                <a:ext cx="18770" cy="18928"/>
              </a:xfrm>
              <a:prstGeom prst="rect">
                <a:avLst/>
              </a:prstGeom>
              <a:solidFill>
                <a:srgbClr val="838383"/>
              </a:solidFill>
              <a:ln>
                <a:noFill/>
              </a:ln>
              <a:effectLst/>
            </p:spPr>
            <p:txBody>
              <a:bodyPr rtlCol="0" anchor="ctr"/>
              <a:lstStyle/>
              <a:p>
                <a:pPr algn="ctr"/>
              </a:p>
            </p:txBody>
          </p:sp>
          <p:sp>
            <p:nvSpPr>
              <p:cNvPr id="3356" name="Noise cell"/>
              <p:cNvSpPr/>
              <p:nvPr/>
            </p:nvSpPr>
            <p:spPr>
              <a:xfrm>
                <a:off x="9966645" y="8211312"/>
                <a:ext cx="18770" cy="18928"/>
              </a:xfrm>
              <a:prstGeom prst="rect">
                <a:avLst/>
              </a:prstGeom>
              <a:solidFill>
                <a:srgbClr val="A1A1A1"/>
              </a:solidFill>
              <a:ln>
                <a:noFill/>
              </a:ln>
              <a:effectLst/>
            </p:spPr>
            <p:txBody>
              <a:bodyPr rtlCol="0" anchor="ctr"/>
              <a:lstStyle/>
              <a:p>
                <a:pPr algn="ctr"/>
              </a:p>
            </p:txBody>
          </p:sp>
          <p:sp>
            <p:nvSpPr>
              <p:cNvPr id="3357" name="Noise cell"/>
              <p:cNvSpPr/>
              <p:nvPr/>
            </p:nvSpPr>
            <p:spPr>
              <a:xfrm>
                <a:off x="9984775" y="8211312"/>
                <a:ext cx="18770" cy="18928"/>
              </a:xfrm>
              <a:prstGeom prst="rect">
                <a:avLst/>
              </a:prstGeom>
              <a:solidFill>
                <a:srgbClr val="A7A7A7"/>
              </a:solidFill>
              <a:ln>
                <a:noFill/>
              </a:ln>
              <a:effectLst/>
            </p:spPr>
            <p:txBody>
              <a:bodyPr rtlCol="0" anchor="ctr"/>
              <a:lstStyle/>
              <a:p>
                <a:pPr algn="ctr"/>
              </a:p>
            </p:txBody>
          </p:sp>
          <p:sp>
            <p:nvSpPr>
              <p:cNvPr id="3358" name="Noise cell"/>
              <p:cNvSpPr/>
              <p:nvPr/>
            </p:nvSpPr>
            <p:spPr>
              <a:xfrm>
                <a:off x="10002905" y="8211312"/>
                <a:ext cx="18770" cy="18928"/>
              </a:xfrm>
              <a:prstGeom prst="rect">
                <a:avLst/>
              </a:prstGeom>
              <a:solidFill>
                <a:srgbClr val="5C5C5C"/>
              </a:solidFill>
              <a:ln>
                <a:noFill/>
              </a:ln>
              <a:effectLst/>
            </p:spPr>
            <p:txBody>
              <a:bodyPr rtlCol="0" anchor="ctr"/>
              <a:lstStyle/>
              <a:p>
                <a:pPr algn="ctr"/>
              </a:p>
            </p:txBody>
          </p:sp>
          <p:sp>
            <p:nvSpPr>
              <p:cNvPr id="3359" name="Noise cell"/>
              <p:cNvSpPr/>
              <p:nvPr/>
            </p:nvSpPr>
            <p:spPr>
              <a:xfrm>
                <a:off x="10021036" y="8211312"/>
                <a:ext cx="18770" cy="18928"/>
              </a:xfrm>
              <a:prstGeom prst="rect">
                <a:avLst/>
              </a:prstGeom>
              <a:solidFill>
                <a:srgbClr val="8E8E8E"/>
              </a:solidFill>
              <a:ln>
                <a:noFill/>
              </a:ln>
              <a:effectLst/>
            </p:spPr>
            <p:txBody>
              <a:bodyPr rtlCol="0" anchor="ctr"/>
              <a:lstStyle/>
              <a:p>
                <a:pPr algn="ctr"/>
              </a:p>
            </p:txBody>
          </p:sp>
          <p:sp>
            <p:nvSpPr>
              <p:cNvPr id="3360" name="Noise cell"/>
              <p:cNvSpPr/>
              <p:nvPr/>
            </p:nvSpPr>
            <p:spPr>
              <a:xfrm>
                <a:off x="10039166" y="8211312"/>
                <a:ext cx="18770" cy="18928"/>
              </a:xfrm>
              <a:prstGeom prst="rect">
                <a:avLst/>
              </a:prstGeom>
              <a:solidFill>
                <a:srgbClr val="808080"/>
              </a:solidFill>
              <a:ln>
                <a:noFill/>
              </a:ln>
              <a:effectLst/>
            </p:spPr>
            <p:txBody>
              <a:bodyPr rtlCol="0" anchor="ctr"/>
              <a:lstStyle/>
              <a:p>
                <a:pPr algn="ctr"/>
              </a:p>
            </p:txBody>
          </p:sp>
          <p:sp>
            <p:nvSpPr>
              <p:cNvPr id="3361" name="Noise cell"/>
              <p:cNvSpPr/>
              <p:nvPr/>
            </p:nvSpPr>
            <p:spPr>
              <a:xfrm>
                <a:off x="10057296" y="8211312"/>
                <a:ext cx="18770" cy="18928"/>
              </a:xfrm>
              <a:prstGeom prst="rect">
                <a:avLst/>
              </a:prstGeom>
              <a:solidFill>
                <a:srgbClr val="818181"/>
              </a:solidFill>
              <a:ln>
                <a:noFill/>
              </a:ln>
              <a:effectLst/>
            </p:spPr>
            <p:txBody>
              <a:bodyPr rtlCol="0" anchor="ctr"/>
              <a:lstStyle/>
              <a:p>
                <a:pPr algn="ctr"/>
              </a:p>
            </p:txBody>
          </p:sp>
          <p:sp>
            <p:nvSpPr>
              <p:cNvPr id="3362" name="Noise cell"/>
              <p:cNvSpPr/>
              <p:nvPr/>
            </p:nvSpPr>
            <p:spPr>
              <a:xfrm>
                <a:off x="10075427" y="8211312"/>
                <a:ext cx="18770" cy="18928"/>
              </a:xfrm>
              <a:prstGeom prst="rect">
                <a:avLst/>
              </a:prstGeom>
              <a:solidFill>
                <a:srgbClr val="7E7E7E"/>
              </a:solidFill>
              <a:ln>
                <a:noFill/>
              </a:ln>
              <a:effectLst/>
            </p:spPr>
            <p:txBody>
              <a:bodyPr rtlCol="0" anchor="ctr"/>
              <a:lstStyle/>
              <a:p>
                <a:pPr algn="ctr"/>
              </a:p>
            </p:txBody>
          </p:sp>
          <p:sp>
            <p:nvSpPr>
              <p:cNvPr id="3363" name="Noise cell"/>
              <p:cNvSpPr/>
              <p:nvPr/>
            </p:nvSpPr>
            <p:spPr>
              <a:xfrm>
                <a:off x="10093557" y="8211312"/>
                <a:ext cx="18770" cy="18928"/>
              </a:xfrm>
              <a:prstGeom prst="rect">
                <a:avLst/>
              </a:prstGeom>
              <a:solidFill>
                <a:srgbClr val="6F6F6F"/>
              </a:solidFill>
              <a:ln>
                <a:noFill/>
              </a:ln>
              <a:effectLst/>
            </p:spPr>
            <p:txBody>
              <a:bodyPr rtlCol="0" anchor="ctr"/>
              <a:lstStyle/>
              <a:p>
                <a:pPr algn="ctr"/>
              </a:p>
            </p:txBody>
          </p:sp>
          <p:sp>
            <p:nvSpPr>
              <p:cNvPr id="3364" name="Noise cell"/>
              <p:cNvSpPr/>
              <p:nvPr/>
            </p:nvSpPr>
            <p:spPr>
              <a:xfrm>
                <a:off x="10111687" y="8211312"/>
                <a:ext cx="18770" cy="18928"/>
              </a:xfrm>
              <a:prstGeom prst="rect">
                <a:avLst/>
              </a:prstGeom>
              <a:solidFill>
                <a:srgbClr val="9B9B9B"/>
              </a:solidFill>
              <a:ln>
                <a:noFill/>
              </a:ln>
              <a:effectLst/>
            </p:spPr>
            <p:txBody>
              <a:bodyPr rtlCol="0" anchor="ctr"/>
              <a:lstStyle/>
              <a:p>
                <a:pPr algn="ctr"/>
              </a:p>
            </p:txBody>
          </p:sp>
          <p:sp>
            <p:nvSpPr>
              <p:cNvPr id="3365" name="Noise cell"/>
              <p:cNvSpPr/>
              <p:nvPr/>
            </p:nvSpPr>
            <p:spPr>
              <a:xfrm>
                <a:off x="10129818" y="8211312"/>
                <a:ext cx="18770" cy="18928"/>
              </a:xfrm>
              <a:prstGeom prst="rect">
                <a:avLst/>
              </a:prstGeom>
              <a:solidFill>
                <a:srgbClr val="8F8F8F"/>
              </a:solidFill>
              <a:ln>
                <a:noFill/>
              </a:ln>
              <a:effectLst/>
            </p:spPr>
            <p:txBody>
              <a:bodyPr rtlCol="0" anchor="ctr"/>
              <a:lstStyle/>
              <a:p>
                <a:pPr algn="ctr"/>
              </a:p>
            </p:txBody>
          </p:sp>
          <p:sp>
            <p:nvSpPr>
              <p:cNvPr id="3366" name="Noise cell"/>
              <p:cNvSpPr/>
              <p:nvPr/>
            </p:nvSpPr>
            <p:spPr>
              <a:xfrm>
                <a:off x="10147948" y="8211312"/>
                <a:ext cx="18770" cy="18928"/>
              </a:xfrm>
              <a:prstGeom prst="rect">
                <a:avLst/>
              </a:prstGeom>
              <a:solidFill>
                <a:srgbClr val="878787"/>
              </a:solidFill>
              <a:ln>
                <a:noFill/>
              </a:ln>
              <a:effectLst/>
            </p:spPr>
            <p:txBody>
              <a:bodyPr rtlCol="0" anchor="ctr"/>
              <a:lstStyle/>
              <a:p>
                <a:pPr algn="ctr"/>
              </a:p>
            </p:txBody>
          </p:sp>
          <p:sp>
            <p:nvSpPr>
              <p:cNvPr id="3367" name="Noise cell"/>
              <p:cNvSpPr/>
              <p:nvPr/>
            </p:nvSpPr>
            <p:spPr>
              <a:xfrm>
                <a:off x="10166078" y="8211312"/>
                <a:ext cx="18770" cy="18928"/>
              </a:xfrm>
              <a:prstGeom prst="rect">
                <a:avLst/>
              </a:prstGeom>
              <a:solidFill>
                <a:srgbClr val="9C9C9C"/>
              </a:solidFill>
              <a:ln>
                <a:noFill/>
              </a:ln>
              <a:effectLst/>
            </p:spPr>
            <p:txBody>
              <a:bodyPr rtlCol="0" anchor="ctr"/>
              <a:lstStyle/>
              <a:p>
                <a:pPr algn="ctr"/>
              </a:p>
            </p:txBody>
          </p:sp>
          <p:sp>
            <p:nvSpPr>
              <p:cNvPr id="3368" name="Noise cell"/>
              <p:cNvSpPr/>
              <p:nvPr/>
            </p:nvSpPr>
            <p:spPr>
              <a:xfrm>
                <a:off x="10184209" y="8211312"/>
                <a:ext cx="18770" cy="18928"/>
              </a:xfrm>
              <a:prstGeom prst="rect">
                <a:avLst/>
              </a:prstGeom>
              <a:solidFill>
                <a:srgbClr val="8E8E8E"/>
              </a:solidFill>
              <a:ln>
                <a:noFill/>
              </a:ln>
              <a:effectLst/>
            </p:spPr>
            <p:txBody>
              <a:bodyPr rtlCol="0" anchor="ctr"/>
              <a:lstStyle/>
              <a:p>
                <a:pPr algn="ctr"/>
              </a:p>
            </p:txBody>
          </p:sp>
          <p:sp>
            <p:nvSpPr>
              <p:cNvPr id="3369" name="Noise cell"/>
              <p:cNvSpPr/>
              <p:nvPr/>
            </p:nvSpPr>
            <p:spPr>
              <a:xfrm>
                <a:off x="10202339" y="8211312"/>
                <a:ext cx="18770" cy="18928"/>
              </a:xfrm>
              <a:prstGeom prst="rect">
                <a:avLst/>
              </a:prstGeom>
              <a:solidFill>
                <a:srgbClr val="848484"/>
              </a:solidFill>
              <a:ln>
                <a:noFill/>
              </a:ln>
              <a:effectLst/>
            </p:spPr>
            <p:txBody>
              <a:bodyPr rtlCol="0" anchor="ctr"/>
              <a:lstStyle/>
              <a:p>
                <a:pPr algn="ctr"/>
              </a:p>
            </p:txBody>
          </p:sp>
          <p:sp>
            <p:nvSpPr>
              <p:cNvPr id="3370" name="Noise cell"/>
              <p:cNvSpPr/>
              <p:nvPr/>
            </p:nvSpPr>
            <p:spPr>
              <a:xfrm>
                <a:off x="10220470" y="8211312"/>
                <a:ext cx="18770" cy="18928"/>
              </a:xfrm>
              <a:prstGeom prst="rect">
                <a:avLst/>
              </a:prstGeom>
              <a:solidFill>
                <a:srgbClr val="9B9B9B"/>
              </a:solidFill>
              <a:ln>
                <a:noFill/>
              </a:ln>
              <a:effectLst/>
            </p:spPr>
            <p:txBody>
              <a:bodyPr rtlCol="0" anchor="ctr"/>
              <a:lstStyle/>
              <a:p>
                <a:pPr algn="ctr"/>
              </a:p>
            </p:txBody>
          </p:sp>
          <p:sp>
            <p:nvSpPr>
              <p:cNvPr id="3371" name="Noise cell"/>
              <p:cNvSpPr/>
              <p:nvPr/>
            </p:nvSpPr>
            <p:spPr>
              <a:xfrm>
                <a:off x="10238600" y="8211312"/>
                <a:ext cx="18770" cy="18928"/>
              </a:xfrm>
              <a:prstGeom prst="rect">
                <a:avLst/>
              </a:prstGeom>
              <a:solidFill>
                <a:srgbClr val="6D6D6D"/>
              </a:solidFill>
              <a:ln>
                <a:noFill/>
              </a:ln>
              <a:effectLst/>
            </p:spPr>
            <p:txBody>
              <a:bodyPr rtlCol="0" anchor="ctr"/>
              <a:lstStyle/>
              <a:p>
                <a:pPr algn="ctr"/>
              </a:p>
            </p:txBody>
          </p:sp>
          <p:sp>
            <p:nvSpPr>
              <p:cNvPr id="3372" name="Noise cell"/>
              <p:cNvSpPr/>
              <p:nvPr/>
            </p:nvSpPr>
            <p:spPr>
              <a:xfrm>
                <a:off x="10256730" y="8211312"/>
                <a:ext cx="18770" cy="18928"/>
              </a:xfrm>
              <a:prstGeom prst="rect">
                <a:avLst/>
              </a:prstGeom>
              <a:solidFill>
                <a:srgbClr val="7B7B7B"/>
              </a:solidFill>
              <a:ln>
                <a:noFill/>
              </a:ln>
              <a:effectLst/>
            </p:spPr>
            <p:txBody>
              <a:bodyPr rtlCol="0" anchor="ctr"/>
              <a:lstStyle/>
              <a:p>
                <a:pPr algn="ctr"/>
              </a:p>
            </p:txBody>
          </p:sp>
          <p:sp>
            <p:nvSpPr>
              <p:cNvPr id="3373" name="Noise cell"/>
              <p:cNvSpPr/>
              <p:nvPr/>
            </p:nvSpPr>
            <p:spPr>
              <a:xfrm>
                <a:off x="10274861" y="8211312"/>
                <a:ext cx="18770" cy="18928"/>
              </a:xfrm>
              <a:prstGeom prst="rect">
                <a:avLst/>
              </a:prstGeom>
              <a:solidFill>
                <a:srgbClr val="8A8A8A"/>
              </a:solidFill>
              <a:ln>
                <a:noFill/>
              </a:ln>
              <a:effectLst/>
            </p:spPr>
            <p:txBody>
              <a:bodyPr rtlCol="0" anchor="ctr"/>
              <a:lstStyle/>
              <a:p>
                <a:pPr algn="ctr"/>
              </a:p>
            </p:txBody>
          </p:sp>
          <p:sp>
            <p:nvSpPr>
              <p:cNvPr id="3374" name="Noise cell"/>
              <p:cNvSpPr/>
              <p:nvPr/>
            </p:nvSpPr>
            <p:spPr>
              <a:xfrm>
                <a:off x="10292991" y="8211312"/>
                <a:ext cx="18770" cy="18928"/>
              </a:xfrm>
              <a:prstGeom prst="rect">
                <a:avLst/>
              </a:prstGeom>
              <a:solidFill>
                <a:srgbClr val="878787"/>
              </a:solidFill>
              <a:ln>
                <a:noFill/>
              </a:ln>
              <a:effectLst/>
            </p:spPr>
            <p:txBody>
              <a:bodyPr rtlCol="0" anchor="ctr"/>
              <a:lstStyle/>
              <a:p>
                <a:pPr algn="ctr"/>
              </a:p>
            </p:txBody>
          </p:sp>
          <p:sp>
            <p:nvSpPr>
              <p:cNvPr id="3375" name="Noise cell"/>
              <p:cNvSpPr/>
              <p:nvPr/>
            </p:nvSpPr>
            <p:spPr>
              <a:xfrm>
                <a:off x="10311121" y="8211312"/>
                <a:ext cx="18770" cy="18928"/>
              </a:xfrm>
              <a:prstGeom prst="rect">
                <a:avLst/>
              </a:prstGeom>
              <a:solidFill>
                <a:srgbClr val="A8A8A8"/>
              </a:solidFill>
              <a:ln>
                <a:noFill/>
              </a:ln>
              <a:effectLst/>
            </p:spPr>
            <p:txBody>
              <a:bodyPr rtlCol="0" anchor="ctr"/>
              <a:lstStyle/>
              <a:p>
                <a:pPr algn="ctr"/>
              </a:p>
            </p:txBody>
          </p:sp>
          <p:sp>
            <p:nvSpPr>
              <p:cNvPr id="3376" name="Noise cell"/>
              <p:cNvSpPr/>
              <p:nvPr/>
            </p:nvSpPr>
            <p:spPr>
              <a:xfrm>
                <a:off x="10329252" y="8211312"/>
                <a:ext cx="18770" cy="18928"/>
              </a:xfrm>
              <a:prstGeom prst="rect">
                <a:avLst/>
              </a:prstGeom>
              <a:solidFill>
                <a:srgbClr val="8B8B8B"/>
              </a:solidFill>
              <a:ln>
                <a:noFill/>
              </a:ln>
              <a:effectLst/>
            </p:spPr>
            <p:txBody>
              <a:bodyPr rtlCol="0" anchor="ctr"/>
              <a:lstStyle/>
              <a:p>
                <a:pPr algn="ctr"/>
              </a:p>
            </p:txBody>
          </p:sp>
          <p:sp>
            <p:nvSpPr>
              <p:cNvPr id="3377" name="Noise cell"/>
              <p:cNvSpPr/>
              <p:nvPr/>
            </p:nvSpPr>
            <p:spPr>
              <a:xfrm>
                <a:off x="10347382" y="8211312"/>
                <a:ext cx="18770" cy="18928"/>
              </a:xfrm>
              <a:prstGeom prst="rect">
                <a:avLst/>
              </a:prstGeom>
              <a:solidFill>
                <a:srgbClr val="8D8D8D"/>
              </a:solidFill>
              <a:ln>
                <a:noFill/>
              </a:ln>
              <a:effectLst/>
            </p:spPr>
            <p:txBody>
              <a:bodyPr rtlCol="0" anchor="ctr"/>
              <a:lstStyle/>
              <a:p>
                <a:pPr algn="ctr"/>
              </a:p>
            </p:txBody>
          </p:sp>
          <p:sp>
            <p:nvSpPr>
              <p:cNvPr id="3378" name="Noise cell"/>
              <p:cNvSpPr/>
              <p:nvPr/>
            </p:nvSpPr>
            <p:spPr>
              <a:xfrm>
                <a:off x="10365512" y="8211312"/>
                <a:ext cx="18770" cy="18928"/>
              </a:xfrm>
              <a:prstGeom prst="rect">
                <a:avLst/>
              </a:prstGeom>
              <a:solidFill>
                <a:srgbClr val="757575"/>
              </a:solidFill>
              <a:ln>
                <a:noFill/>
              </a:ln>
              <a:effectLst/>
            </p:spPr>
            <p:txBody>
              <a:bodyPr rtlCol="0" anchor="ctr"/>
              <a:lstStyle/>
              <a:p>
                <a:pPr algn="ctr"/>
              </a:p>
            </p:txBody>
          </p:sp>
          <p:sp>
            <p:nvSpPr>
              <p:cNvPr id="3379" name="Noise cell"/>
              <p:cNvSpPr/>
              <p:nvPr/>
            </p:nvSpPr>
            <p:spPr>
              <a:xfrm>
                <a:off x="10383643" y="8211312"/>
                <a:ext cx="18770" cy="18928"/>
              </a:xfrm>
              <a:prstGeom prst="rect">
                <a:avLst/>
              </a:prstGeom>
              <a:solidFill>
                <a:srgbClr val="747474"/>
              </a:solidFill>
              <a:ln>
                <a:noFill/>
              </a:ln>
              <a:effectLst/>
            </p:spPr>
            <p:txBody>
              <a:bodyPr rtlCol="0" anchor="ctr"/>
              <a:lstStyle/>
              <a:p>
                <a:pPr algn="ctr"/>
              </a:p>
            </p:txBody>
          </p:sp>
          <p:sp>
            <p:nvSpPr>
              <p:cNvPr id="3380" name="Noise cell"/>
              <p:cNvSpPr/>
              <p:nvPr/>
            </p:nvSpPr>
            <p:spPr>
              <a:xfrm>
                <a:off x="10401773" y="8211312"/>
                <a:ext cx="18770" cy="18928"/>
              </a:xfrm>
              <a:prstGeom prst="rect">
                <a:avLst/>
              </a:prstGeom>
              <a:solidFill>
                <a:srgbClr val="777777"/>
              </a:solidFill>
              <a:ln>
                <a:noFill/>
              </a:ln>
              <a:effectLst/>
            </p:spPr>
            <p:txBody>
              <a:bodyPr rtlCol="0" anchor="ctr"/>
              <a:lstStyle/>
              <a:p>
                <a:pPr algn="ctr"/>
              </a:p>
            </p:txBody>
          </p:sp>
          <p:sp>
            <p:nvSpPr>
              <p:cNvPr id="3381" name="Noise cell"/>
              <p:cNvSpPr/>
              <p:nvPr/>
            </p:nvSpPr>
            <p:spPr>
              <a:xfrm>
                <a:off x="10419903" y="8211312"/>
                <a:ext cx="18770" cy="18928"/>
              </a:xfrm>
              <a:prstGeom prst="rect">
                <a:avLst/>
              </a:prstGeom>
              <a:solidFill>
                <a:srgbClr val="818181"/>
              </a:solidFill>
              <a:ln>
                <a:noFill/>
              </a:ln>
              <a:effectLst/>
            </p:spPr>
            <p:txBody>
              <a:bodyPr rtlCol="0" anchor="ctr"/>
              <a:lstStyle/>
              <a:p>
                <a:pPr algn="ctr"/>
              </a:p>
            </p:txBody>
          </p:sp>
          <p:sp>
            <p:nvSpPr>
              <p:cNvPr id="3382" name="Noise cell"/>
              <p:cNvSpPr/>
              <p:nvPr/>
            </p:nvSpPr>
            <p:spPr>
              <a:xfrm>
                <a:off x="10438034" y="8211312"/>
                <a:ext cx="18770" cy="18928"/>
              </a:xfrm>
              <a:prstGeom prst="rect">
                <a:avLst/>
              </a:prstGeom>
              <a:solidFill>
                <a:srgbClr val="7D7D7D"/>
              </a:solidFill>
              <a:ln>
                <a:noFill/>
              </a:ln>
              <a:effectLst/>
            </p:spPr>
            <p:txBody>
              <a:bodyPr rtlCol="0" anchor="ctr"/>
              <a:lstStyle/>
              <a:p>
                <a:pPr algn="ctr"/>
              </a:p>
            </p:txBody>
          </p:sp>
          <p:sp>
            <p:nvSpPr>
              <p:cNvPr id="3383" name="Noise cell"/>
              <p:cNvSpPr/>
              <p:nvPr/>
            </p:nvSpPr>
            <p:spPr>
              <a:xfrm>
                <a:off x="10456164" y="8211312"/>
                <a:ext cx="18770" cy="18928"/>
              </a:xfrm>
              <a:prstGeom prst="rect">
                <a:avLst/>
              </a:prstGeom>
              <a:solidFill>
                <a:srgbClr val="757575"/>
              </a:solidFill>
              <a:ln>
                <a:noFill/>
              </a:ln>
              <a:effectLst/>
            </p:spPr>
            <p:txBody>
              <a:bodyPr rtlCol="0" anchor="ctr"/>
              <a:lstStyle/>
              <a:p>
                <a:pPr algn="ctr"/>
              </a:p>
            </p:txBody>
          </p:sp>
          <p:sp>
            <p:nvSpPr>
              <p:cNvPr id="3384" name="Noise cell"/>
              <p:cNvSpPr/>
              <p:nvPr/>
            </p:nvSpPr>
            <p:spPr>
              <a:xfrm>
                <a:off x="10474294" y="8211312"/>
                <a:ext cx="18770" cy="18928"/>
              </a:xfrm>
              <a:prstGeom prst="rect">
                <a:avLst/>
              </a:prstGeom>
              <a:solidFill>
                <a:srgbClr val="8A8A8A"/>
              </a:solidFill>
              <a:ln>
                <a:noFill/>
              </a:ln>
              <a:effectLst/>
            </p:spPr>
            <p:txBody>
              <a:bodyPr rtlCol="0" anchor="ctr"/>
              <a:lstStyle/>
              <a:p>
                <a:pPr algn="ctr"/>
              </a:p>
            </p:txBody>
          </p:sp>
          <p:sp>
            <p:nvSpPr>
              <p:cNvPr id="3385" name="Noise cell"/>
              <p:cNvSpPr/>
              <p:nvPr/>
            </p:nvSpPr>
            <p:spPr>
              <a:xfrm>
                <a:off x="10492425" y="8211312"/>
                <a:ext cx="18770" cy="18928"/>
              </a:xfrm>
              <a:prstGeom prst="rect">
                <a:avLst/>
              </a:prstGeom>
              <a:solidFill>
                <a:srgbClr val="828282"/>
              </a:solidFill>
              <a:ln>
                <a:noFill/>
              </a:ln>
              <a:effectLst/>
            </p:spPr>
            <p:txBody>
              <a:bodyPr rtlCol="0" anchor="ctr"/>
              <a:lstStyle/>
              <a:p>
                <a:pPr algn="ctr"/>
              </a:p>
            </p:txBody>
          </p:sp>
          <p:sp>
            <p:nvSpPr>
              <p:cNvPr id="3386" name="Noise cell"/>
              <p:cNvSpPr/>
              <p:nvPr/>
            </p:nvSpPr>
            <p:spPr>
              <a:xfrm>
                <a:off x="10510555" y="8211312"/>
                <a:ext cx="18770" cy="18928"/>
              </a:xfrm>
              <a:prstGeom prst="rect">
                <a:avLst/>
              </a:prstGeom>
              <a:solidFill>
                <a:srgbClr val="858585"/>
              </a:solidFill>
              <a:ln>
                <a:noFill/>
              </a:ln>
              <a:effectLst/>
            </p:spPr>
            <p:txBody>
              <a:bodyPr rtlCol="0" anchor="ctr"/>
              <a:lstStyle/>
              <a:p>
                <a:pPr algn="ctr"/>
              </a:p>
            </p:txBody>
          </p:sp>
          <p:sp>
            <p:nvSpPr>
              <p:cNvPr id="3387" name="Noise cell"/>
              <p:cNvSpPr/>
              <p:nvPr/>
            </p:nvSpPr>
            <p:spPr>
              <a:xfrm>
                <a:off x="10528685" y="8211312"/>
                <a:ext cx="18770" cy="18928"/>
              </a:xfrm>
              <a:prstGeom prst="rect">
                <a:avLst/>
              </a:prstGeom>
              <a:solidFill>
                <a:srgbClr val="828282"/>
              </a:solidFill>
              <a:ln>
                <a:noFill/>
              </a:ln>
              <a:effectLst/>
            </p:spPr>
            <p:txBody>
              <a:bodyPr rtlCol="0" anchor="ctr"/>
              <a:lstStyle/>
              <a:p>
                <a:pPr algn="ctr"/>
              </a:p>
            </p:txBody>
          </p:sp>
          <p:sp>
            <p:nvSpPr>
              <p:cNvPr id="3388" name="Noise cell"/>
              <p:cNvSpPr/>
              <p:nvPr/>
            </p:nvSpPr>
            <p:spPr>
              <a:xfrm>
                <a:off x="10546816" y="8211312"/>
                <a:ext cx="18770" cy="18928"/>
              </a:xfrm>
              <a:prstGeom prst="rect">
                <a:avLst/>
              </a:prstGeom>
              <a:solidFill>
                <a:srgbClr val="7A7A7A"/>
              </a:solidFill>
              <a:ln>
                <a:noFill/>
              </a:ln>
              <a:effectLst/>
            </p:spPr>
            <p:txBody>
              <a:bodyPr rtlCol="0" anchor="ctr"/>
              <a:lstStyle/>
              <a:p>
                <a:pPr algn="ctr"/>
              </a:p>
            </p:txBody>
          </p:sp>
          <p:sp>
            <p:nvSpPr>
              <p:cNvPr id="3389" name="Noise cell"/>
              <p:cNvSpPr/>
              <p:nvPr/>
            </p:nvSpPr>
            <p:spPr>
              <a:xfrm>
                <a:off x="10564946" y="8211312"/>
                <a:ext cx="18770" cy="18928"/>
              </a:xfrm>
              <a:prstGeom prst="rect">
                <a:avLst/>
              </a:prstGeom>
              <a:solidFill>
                <a:srgbClr val="727272"/>
              </a:solidFill>
              <a:ln>
                <a:noFill/>
              </a:ln>
              <a:effectLst/>
            </p:spPr>
            <p:txBody>
              <a:bodyPr rtlCol="0" anchor="ctr"/>
              <a:lstStyle/>
              <a:p>
                <a:pPr algn="ctr"/>
              </a:p>
            </p:txBody>
          </p:sp>
          <p:sp>
            <p:nvSpPr>
              <p:cNvPr id="3390" name="Noise cell"/>
              <p:cNvSpPr/>
              <p:nvPr/>
            </p:nvSpPr>
            <p:spPr>
              <a:xfrm>
                <a:off x="10583076" y="8211312"/>
                <a:ext cx="18770" cy="18928"/>
              </a:xfrm>
              <a:prstGeom prst="rect">
                <a:avLst/>
              </a:prstGeom>
              <a:solidFill>
                <a:srgbClr val="A0A0A0"/>
              </a:solidFill>
              <a:ln>
                <a:noFill/>
              </a:ln>
              <a:effectLst/>
            </p:spPr>
            <p:txBody>
              <a:bodyPr rtlCol="0" anchor="ctr"/>
              <a:lstStyle/>
              <a:p>
                <a:pPr algn="ctr"/>
              </a:p>
            </p:txBody>
          </p:sp>
          <p:sp>
            <p:nvSpPr>
              <p:cNvPr id="3391" name="Noise cell"/>
              <p:cNvSpPr/>
              <p:nvPr/>
            </p:nvSpPr>
            <p:spPr>
              <a:xfrm>
                <a:off x="10601207" y="8211312"/>
                <a:ext cx="18770" cy="18928"/>
              </a:xfrm>
              <a:prstGeom prst="rect">
                <a:avLst/>
              </a:prstGeom>
              <a:solidFill>
                <a:srgbClr val="8D8D8D"/>
              </a:solidFill>
              <a:ln>
                <a:noFill/>
              </a:ln>
              <a:effectLst/>
            </p:spPr>
            <p:txBody>
              <a:bodyPr rtlCol="0" anchor="ctr"/>
              <a:lstStyle/>
              <a:p>
                <a:pPr algn="ctr"/>
              </a:p>
            </p:txBody>
          </p:sp>
          <p:sp>
            <p:nvSpPr>
              <p:cNvPr id="3392" name="Noise cell"/>
              <p:cNvSpPr/>
              <p:nvPr/>
            </p:nvSpPr>
            <p:spPr>
              <a:xfrm>
                <a:off x="10619337" y="8211312"/>
                <a:ext cx="18770" cy="18928"/>
              </a:xfrm>
              <a:prstGeom prst="rect">
                <a:avLst/>
              </a:prstGeom>
              <a:solidFill>
                <a:srgbClr val="9A9A9A"/>
              </a:solidFill>
              <a:ln>
                <a:noFill/>
              </a:ln>
              <a:effectLst/>
            </p:spPr>
            <p:txBody>
              <a:bodyPr rtlCol="0" anchor="ctr"/>
              <a:lstStyle/>
              <a:p>
                <a:pPr algn="ctr"/>
              </a:p>
            </p:txBody>
          </p:sp>
          <p:sp>
            <p:nvSpPr>
              <p:cNvPr id="3393" name="Noise cell"/>
              <p:cNvSpPr/>
              <p:nvPr/>
            </p:nvSpPr>
            <p:spPr>
              <a:xfrm>
                <a:off x="10637467" y="8211312"/>
                <a:ext cx="18770" cy="18928"/>
              </a:xfrm>
              <a:prstGeom prst="rect">
                <a:avLst/>
              </a:prstGeom>
              <a:solidFill>
                <a:srgbClr val="818181"/>
              </a:solidFill>
              <a:ln>
                <a:noFill/>
              </a:ln>
              <a:effectLst/>
            </p:spPr>
            <p:txBody>
              <a:bodyPr rtlCol="0" anchor="ctr"/>
              <a:lstStyle/>
              <a:p>
                <a:pPr algn="ctr"/>
              </a:p>
            </p:txBody>
          </p:sp>
          <p:sp>
            <p:nvSpPr>
              <p:cNvPr id="3394" name="Noise cell"/>
              <p:cNvSpPr/>
              <p:nvPr/>
            </p:nvSpPr>
            <p:spPr>
              <a:xfrm>
                <a:off x="10655598" y="8211312"/>
                <a:ext cx="18770" cy="18928"/>
              </a:xfrm>
              <a:prstGeom prst="rect">
                <a:avLst/>
              </a:prstGeom>
              <a:solidFill>
                <a:srgbClr val="8C8C8C"/>
              </a:solidFill>
              <a:ln>
                <a:noFill/>
              </a:ln>
              <a:effectLst/>
            </p:spPr>
            <p:txBody>
              <a:bodyPr rtlCol="0" anchor="ctr"/>
              <a:lstStyle/>
              <a:p>
                <a:pPr algn="ctr"/>
              </a:p>
            </p:txBody>
          </p:sp>
          <p:sp>
            <p:nvSpPr>
              <p:cNvPr id="3395" name="Noise cell"/>
              <p:cNvSpPr/>
              <p:nvPr/>
            </p:nvSpPr>
            <p:spPr>
              <a:xfrm>
                <a:off x="10673728" y="8211312"/>
                <a:ext cx="18770" cy="18928"/>
              </a:xfrm>
              <a:prstGeom prst="rect">
                <a:avLst/>
              </a:prstGeom>
              <a:solidFill>
                <a:srgbClr val="7D7D7D"/>
              </a:solidFill>
              <a:ln>
                <a:noFill/>
              </a:ln>
              <a:effectLst/>
            </p:spPr>
            <p:txBody>
              <a:bodyPr rtlCol="0" anchor="ctr"/>
              <a:lstStyle/>
              <a:p>
                <a:pPr algn="ctr"/>
              </a:p>
            </p:txBody>
          </p:sp>
          <p:sp>
            <p:nvSpPr>
              <p:cNvPr id="3396" name="Noise cell"/>
              <p:cNvSpPr/>
              <p:nvPr/>
            </p:nvSpPr>
            <p:spPr>
              <a:xfrm>
                <a:off x="10691858" y="8211312"/>
                <a:ext cx="18770" cy="18928"/>
              </a:xfrm>
              <a:prstGeom prst="rect">
                <a:avLst/>
              </a:prstGeom>
              <a:solidFill>
                <a:srgbClr val="969696"/>
              </a:solidFill>
              <a:ln>
                <a:noFill/>
              </a:ln>
              <a:effectLst/>
            </p:spPr>
            <p:txBody>
              <a:bodyPr rtlCol="0" anchor="ctr"/>
              <a:lstStyle/>
              <a:p>
                <a:pPr algn="ctr"/>
              </a:p>
            </p:txBody>
          </p:sp>
          <p:sp>
            <p:nvSpPr>
              <p:cNvPr id="3397" name="Noise cell"/>
              <p:cNvSpPr/>
              <p:nvPr/>
            </p:nvSpPr>
            <p:spPr>
              <a:xfrm>
                <a:off x="10709989" y="8211312"/>
                <a:ext cx="18770" cy="18928"/>
              </a:xfrm>
              <a:prstGeom prst="rect">
                <a:avLst/>
              </a:prstGeom>
              <a:solidFill>
                <a:srgbClr val="848484"/>
              </a:solidFill>
              <a:ln>
                <a:noFill/>
              </a:ln>
              <a:effectLst/>
            </p:spPr>
            <p:txBody>
              <a:bodyPr rtlCol="0" anchor="ctr"/>
              <a:lstStyle/>
              <a:p>
                <a:pPr algn="ctr"/>
              </a:p>
            </p:txBody>
          </p:sp>
          <p:sp>
            <p:nvSpPr>
              <p:cNvPr id="3398" name="Noise cell"/>
              <p:cNvSpPr/>
              <p:nvPr/>
            </p:nvSpPr>
            <p:spPr>
              <a:xfrm>
                <a:off x="10728119" y="8211312"/>
                <a:ext cx="18770" cy="18928"/>
              </a:xfrm>
              <a:prstGeom prst="rect">
                <a:avLst/>
              </a:prstGeom>
              <a:solidFill>
                <a:srgbClr val="909090"/>
              </a:solidFill>
              <a:ln>
                <a:noFill/>
              </a:ln>
              <a:effectLst/>
            </p:spPr>
            <p:txBody>
              <a:bodyPr rtlCol="0" anchor="ctr"/>
              <a:lstStyle/>
              <a:p>
                <a:pPr algn="ctr"/>
              </a:p>
            </p:txBody>
          </p:sp>
          <p:sp>
            <p:nvSpPr>
              <p:cNvPr id="3399" name="Noise cell"/>
              <p:cNvSpPr/>
              <p:nvPr/>
            </p:nvSpPr>
            <p:spPr>
              <a:xfrm>
                <a:off x="10746250" y="8211312"/>
                <a:ext cx="18770" cy="18928"/>
              </a:xfrm>
              <a:prstGeom prst="rect">
                <a:avLst/>
              </a:prstGeom>
              <a:solidFill>
                <a:srgbClr val="858585"/>
              </a:solidFill>
              <a:ln>
                <a:noFill/>
              </a:ln>
              <a:effectLst/>
            </p:spPr>
            <p:txBody>
              <a:bodyPr rtlCol="0" anchor="ctr"/>
              <a:lstStyle/>
              <a:p>
                <a:pPr algn="ctr"/>
              </a:p>
            </p:txBody>
          </p:sp>
          <p:sp>
            <p:nvSpPr>
              <p:cNvPr id="3400" name="Noise cell"/>
              <p:cNvSpPr/>
              <p:nvPr/>
            </p:nvSpPr>
            <p:spPr>
              <a:xfrm>
                <a:off x="10764380" y="8211312"/>
                <a:ext cx="18770" cy="18928"/>
              </a:xfrm>
              <a:prstGeom prst="rect">
                <a:avLst/>
              </a:prstGeom>
              <a:solidFill>
                <a:srgbClr val="8D8D8D"/>
              </a:solidFill>
              <a:ln>
                <a:noFill/>
              </a:ln>
              <a:effectLst/>
            </p:spPr>
            <p:txBody>
              <a:bodyPr rtlCol="0" anchor="ctr"/>
              <a:lstStyle/>
              <a:p>
                <a:pPr algn="ctr"/>
              </a:p>
            </p:txBody>
          </p:sp>
          <p:sp>
            <p:nvSpPr>
              <p:cNvPr id="3401" name="Noise cell"/>
              <p:cNvSpPr/>
              <p:nvPr/>
            </p:nvSpPr>
            <p:spPr>
              <a:xfrm>
                <a:off x="10782510" y="8211312"/>
                <a:ext cx="18770" cy="18928"/>
              </a:xfrm>
              <a:prstGeom prst="rect">
                <a:avLst/>
              </a:prstGeom>
              <a:solidFill>
                <a:srgbClr val="989898"/>
              </a:solidFill>
              <a:ln>
                <a:noFill/>
              </a:ln>
              <a:effectLst/>
            </p:spPr>
            <p:txBody>
              <a:bodyPr rtlCol="0" anchor="ctr"/>
              <a:lstStyle/>
              <a:p>
                <a:pPr algn="ctr"/>
              </a:p>
            </p:txBody>
          </p:sp>
          <p:sp>
            <p:nvSpPr>
              <p:cNvPr id="3402" name="Noise cell"/>
              <p:cNvSpPr/>
              <p:nvPr/>
            </p:nvSpPr>
            <p:spPr>
              <a:xfrm>
                <a:off x="10800641" y="8211312"/>
                <a:ext cx="18770" cy="18928"/>
              </a:xfrm>
              <a:prstGeom prst="rect">
                <a:avLst/>
              </a:prstGeom>
              <a:solidFill>
                <a:srgbClr val="878787"/>
              </a:solidFill>
              <a:ln>
                <a:noFill/>
              </a:ln>
              <a:effectLst/>
            </p:spPr>
            <p:txBody>
              <a:bodyPr rtlCol="0" anchor="ctr"/>
              <a:lstStyle/>
              <a:p>
                <a:pPr algn="ctr"/>
              </a:p>
            </p:txBody>
          </p:sp>
          <p:sp>
            <p:nvSpPr>
              <p:cNvPr id="3403" name="Noise cell"/>
              <p:cNvSpPr/>
              <p:nvPr/>
            </p:nvSpPr>
            <p:spPr>
              <a:xfrm>
                <a:off x="10818771" y="8211312"/>
                <a:ext cx="18770" cy="18928"/>
              </a:xfrm>
              <a:prstGeom prst="rect">
                <a:avLst/>
              </a:prstGeom>
              <a:solidFill>
                <a:srgbClr val="7C7C7C"/>
              </a:solidFill>
              <a:ln>
                <a:noFill/>
              </a:ln>
              <a:effectLst/>
            </p:spPr>
            <p:txBody>
              <a:bodyPr rtlCol="0" anchor="ctr"/>
              <a:lstStyle/>
              <a:p>
                <a:pPr algn="ctr"/>
              </a:p>
            </p:txBody>
          </p:sp>
          <p:sp>
            <p:nvSpPr>
              <p:cNvPr id="3404" name="Noise cell"/>
              <p:cNvSpPr/>
              <p:nvPr/>
            </p:nvSpPr>
            <p:spPr>
              <a:xfrm>
                <a:off x="10836901" y="8211312"/>
                <a:ext cx="18770" cy="18928"/>
              </a:xfrm>
              <a:prstGeom prst="rect">
                <a:avLst/>
              </a:prstGeom>
              <a:solidFill>
                <a:srgbClr val="7B7B7B"/>
              </a:solidFill>
              <a:ln>
                <a:noFill/>
              </a:ln>
              <a:effectLst/>
            </p:spPr>
            <p:txBody>
              <a:bodyPr rtlCol="0" anchor="ctr"/>
              <a:lstStyle/>
              <a:p>
                <a:pPr algn="ctr"/>
              </a:p>
            </p:txBody>
          </p:sp>
          <p:sp>
            <p:nvSpPr>
              <p:cNvPr id="3405" name="Noise cell"/>
              <p:cNvSpPr/>
              <p:nvPr/>
            </p:nvSpPr>
            <p:spPr>
              <a:xfrm>
                <a:off x="10855032" y="8211312"/>
                <a:ext cx="18770" cy="18928"/>
              </a:xfrm>
              <a:prstGeom prst="rect">
                <a:avLst/>
              </a:prstGeom>
              <a:solidFill>
                <a:srgbClr val="818181"/>
              </a:solidFill>
              <a:ln>
                <a:noFill/>
              </a:ln>
              <a:effectLst/>
            </p:spPr>
            <p:txBody>
              <a:bodyPr rtlCol="0" anchor="ctr"/>
              <a:lstStyle/>
              <a:p>
                <a:pPr algn="ctr"/>
              </a:p>
            </p:txBody>
          </p:sp>
          <p:sp>
            <p:nvSpPr>
              <p:cNvPr id="3406" name="Noise cell"/>
              <p:cNvSpPr/>
              <p:nvPr/>
            </p:nvSpPr>
            <p:spPr>
              <a:xfrm>
                <a:off x="10873162" y="8211312"/>
                <a:ext cx="18770" cy="18928"/>
              </a:xfrm>
              <a:prstGeom prst="rect">
                <a:avLst/>
              </a:prstGeom>
              <a:solidFill>
                <a:srgbClr val="949494"/>
              </a:solidFill>
              <a:ln>
                <a:noFill/>
              </a:ln>
              <a:effectLst/>
            </p:spPr>
            <p:txBody>
              <a:bodyPr rtlCol="0" anchor="ctr"/>
              <a:lstStyle/>
              <a:p>
                <a:pPr algn="ctr"/>
              </a:p>
            </p:txBody>
          </p:sp>
          <p:sp>
            <p:nvSpPr>
              <p:cNvPr id="3407" name="Noise cell"/>
              <p:cNvSpPr/>
              <p:nvPr/>
            </p:nvSpPr>
            <p:spPr>
              <a:xfrm>
                <a:off x="10891292" y="8211312"/>
                <a:ext cx="18770" cy="18928"/>
              </a:xfrm>
              <a:prstGeom prst="rect">
                <a:avLst/>
              </a:prstGeom>
              <a:solidFill>
                <a:srgbClr val="818181"/>
              </a:solidFill>
              <a:ln>
                <a:noFill/>
              </a:ln>
              <a:effectLst/>
            </p:spPr>
            <p:txBody>
              <a:bodyPr rtlCol="0" anchor="ctr"/>
              <a:lstStyle/>
              <a:p>
                <a:pPr algn="ctr"/>
              </a:p>
            </p:txBody>
          </p:sp>
          <p:sp>
            <p:nvSpPr>
              <p:cNvPr id="3408" name="Noise cell"/>
              <p:cNvSpPr/>
              <p:nvPr/>
            </p:nvSpPr>
            <p:spPr>
              <a:xfrm>
                <a:off x="10909423" y="8211312"/>
                <a:ext cx="18770" cy="18928"/>
              </a:xfrm>
              <a:prstGeom prst="rect">
                <a:avLst/>
              </a:prstGeom>
              <a:solidFill>
                <a:srgbClr val="818181"/>
              </a:solidFill>
              <a:ln>
                <a:noFill/>
              </a:ln>
              <a:effectLst/>
            </p:spPr>
            <p:txBody>
              <a:bodyPr rtlCol="0" anchor="ctr"/>
              <a:lstStyle/>
              <a:p>
                <a:pPr algn="ctr"/>
              </a:p>
            </p:txBody>
          </p:sp>
          <p:sp>
            <p:nvSpPr>
              <p:cNvPr id="3409" name="Noise cell"/>
              <p:cNvSpPr/>
              <p:nvPr/>
            </p:nvSpPr>
            <p:spPr>
              <a:xfrm>
                <a:off x="10927553" y="8211312"/>
                <a:ext cx="18770" cy="18928"/>
              </a:xfrm>
              <a:prstGeom prst="rect">
                <a:avLst/>
              </a:prstGeom>
              <a:solidFill>
                <a:srgbClr val="8A8A8A"/>
              </a:solidFill>
              <a:ln>
                <a:noFill/>
              </a:ln>
              <a:effectLst/>
            </p:spPr>
            <p:txBody>
              <a:bodyPr rtlCol="0" anchor="ctr"/>
              <a:lstStyle/>
              <a:p>
                <a:pPr algn="ctr"/>
              </a:p>
            </p:txBody>
          </p:sp>
          <p:sp>
            <p:nvSpPr>
              <p:cNvPr id="3410" name="Noise cell"/>
              <p:cNvSpPr/>
              <p:nvPr/>
            </p:nvSpPr>
            <p:spPr>
              <a:xfrm>
                <a:off x="10945683" y="8211312"/>
                <a:ext cx="18770" cy="18928"/>
              </a:xfrm>
              <a:prstGeom prst="rect">
                <a:avLst/>
              </a:prstGeom>
              <a:solidFill>
                <a:srgbClr val="898989"/>
              </a:solidFill>
              <a:ln>
                <a:noFill/>
              </a:ln>
              <a:effectLst/>
            </p:spPr>
            <p:txBody>
              <a:bodyPr rtlCol="0" anchor="ctr"/>
              <a:lstStyle/>
              <a:p>
                <a:pPr algn="ctr"/>
              </a:p>
            </p:txBody>
          </p:sp>
          <p:sp>
            <p:nvSpPr>
              <p:cNvPr id="3411" name="Noise cell"/>
              <p:cNvSpPr/>
              <p:nvPr/>
            </p:nvSpPr>
            <p:spPr>
              <a:xfrm>
                <a:off x="10963814" y="8211312"/>
                <a:ext cx="18770" cy="18928"/>
              </a:xfrm>
              <a:prstGeom prst="rect">
                <a:avLst/>
              </a:prstGeom>
              <a:solidFill>
                <a:srgbClr val="8E8E8E"/>
              </a:solidFill>
              <a:ln>
                <a:noFill/>
              </a:ln>
              <a:effectLst/>
            </p:spPr>
            <p:txBody>
              <a:bodyPr rtlCol="0" anchor="ctr"/>
              <a:lstStyle/>
              <a:p>
                <a:pPr algn="ctr"/>
              </a:p>
            </p:txBody>
          </p:sp>
          <p:sp>
            <p:nvSpPr>
              <p:cNvPr id="3412" name="Noise cell"/>
              <p:cNvSpPr/>
              <p:nvPr/>
            </p:nvSpPr>
            <p:spPr>
              <a:xfrm>
                <a:off x="9930384" y="8229600"/>
                <a:ext cx="18770" cy="18928"/>
              </a:xfrm>
              <a:prstGeom prst="rect">
                <a:avLst/>
              </a:prstGeom>
              <a:solidFill>
                <a:srgbClr val="8A8A8A"/>
              </a:solidFill>
              <a:ln>
                <a:noFill/>
              </a:ln>
              <a:effectLst/>
            </p:spPr>
            <p:txBody>
              <a:bodyPr rtlCol="0" anchor="ctr"/>
              <a:lstStyle/>
              <a:p>
                <a:pPr algn="ctr"/>
              </a:p>
            </p:txBody>
          </p:sp>
          <p:sp>
            <p:nvSpPr>
              <p:cNvPr id="3413" name="Noise cell"/>
              <p:cNvSpPr/>
              <p:nvPr/>
            </p:nvSpPr>
            <p:spPr>
              <a:xfrm>
                <a:off x="9948514" y="8229600"/>
                <a:ext cx="18770" cy="18928"/>
              </a:xfrm>
              <a:prstGeom prst="rect">
                <a:avLst/>
              </a:prstGeom>
              <a:solidFill>
                <a:srgbClr val="808080"/>
              </a:solidFill>
              <a:ln>
                <a:noFill/>
              </a:ln>
              <a:effectLst/>
            </p:spPr>
            <p:txBody>
              <a:bodyPr rtlCol="0" anchor="ctr"/>
              <a:lstStyle/>
              <a:p>
                <a:pPr algn="ctr"/>
              </a:p>
            </p:txBody>
          </p:sp>
          <p:sp>
            <p:nvSpPr>
              <p:cNvPr id="3414" name="Noise cell"/>
              <p:cNvSpPr/>
              <p:nvPr/>
            </p:nvSpPr>
            <p:spPr>
              <a:xfrm>
                <a:off x="9966645" y="8229600"/>
                <a:ext cx="18770" cy="18928"/>
              </a:xfrm>
              <a:prstGeom prst="rect">
                <a:avLst/>
              </a:prstGeom>
              <a:solidFill>
                <a:srgbClr val="5D5D5D"/>
              </a:solidFill>
              <a:ln>
                <a:noFill/>
              </a:ln>
              <a:effectLst/>
            </p:spPr>
            <p:txBody>
              <a:bodyPr rtlCol="0" anchor="ctr"/>
              <a:lstStyle/>
              <a:p>
                <a:pPr algn="ctr"/>
              </a:p>
            </p:txBody>
          </p:sp>
          <p:sp>
            <p:nvSpPr>
              <p:cNvPr id="3415" name="Noise cell"/>
              <p:cNvSpPr/>
              <p:nvPr/>
            </p:nvSpPr>
            <p:spPr>
              <a:xfrm>
                <a:off x="9984775" y="8229600"/>
                <a:ext cx="18770" cy="18928"/>
              </a:xfrm>
              <a:prstGeom prst="rect">
                <a:avLst/>
              </a:prstGeom>
              <a:solidFill>
                <a:srgbClr val="959595"/>
              </a:solidFill>
              <a:ln>
                <a:noFill/>
              </a:ln>
              <a:effectLst/>
            </p:spPr>
            <p:txBody>
              <a:bodyPr rtlCol="0" anchor="ctr"/>
              <a:lstStyle/>
              <a:p>
                <a:pPr algn="ctr"/>
              </a:p>
            </p:txBody>
          </p:sp>
          <p:sp>
            <p:nvSpPr>
              <p:cNvPr id="3416" name="Noise cell"/>
              <p:cNvSpPr/>
              <p:nvPr/>
            </p:nvSpPr>
            <p:spPr>
              <a:xfrm>
                <a:off x="10002905" y="8229600"/>
                <a:ext cx="18770" cy="18928"/>
              </a:xfrm>
              <a:prstGeom prst="rect">
                <a:avLst/>
              </a:prstGeom>
              <a:solidFill>
                <a:srgbClr val="8B8B8B"/>
              </a:solidFill>
              <a:ln>
                <a:noFill/>
              </a:ln>
              <a:effectLst/>
            </p:spPr>
            <p:txBody>
              <a:bodyPr rtlCol="0" anchor="ctr"/>
              <a:lstStyle/>
              <a:p>
                <a:pPr algn="ctr"/>
              </a:p>
            </p:txBody>
          </p:sp>
          <p:sp>
            <p:nvSpPr>
              <p:cNvPr id="3417" name="Noise cell"/>
              <p:cNvSpPr/>
              <p:nvPr/>
            </p:nvSpPr>
            <p:spPr>
              <a:xfrm>
                <a:off x="10021036" y="8229600"/>
                <a:ext cx="18770" cy="18928"/>
              </a:xfrm>
              <a:prstGeom prst="rect">
                <a:avLst/>
              </a:prstGeom>
              <a:solidFill>
                <a:srgbClr val="888888"/>
              </a:solidFill>
              <a:ln>
                <a:noFill/>
              </a:ln>
              <a:effectLst/>
            </p:spPr>
            <p:txBody>
              <a:bodyPr rtlCol="0" anchor="ctr"/>
              <a:lstStyle/>
              <a:p>
                <a:pPr algn="ctr"/>
              </a:p>
            </p:txBody>
          </p:sp>
          <p:sp>
            <p:nvSpPr>
              <p:cNvPr id="3418" name="Noise cell"/>
              <p:cNvSpPr/>
              <p:nvPr/>
            </p:nvSpPr>
            <p:spPr>
              <a:xfrm>
                <a:off x="10039166" y="8229600"/>
                <a:ext cx="18770" cy="18928"/>
              </a:xfrm>
              <a:prstGeom prst="rect">
                <a:avLst/>
              </a:prstGeom>
              <a:solidFill>
                <a:srgbClr val="878787"/>
              </a:solidFill>
              <a:ln>
                <a:noFill/>
              </a:ln>
              <a:effectLst/>
            </p:spPr>
            <p:txBody>
              <a:bodyPr rtlCol="0" anchor="ctr"/>
              <a:lstStyle/>
              <a:p>
                <a:pPr algn="ctr"/>
              </a:p>
            </p:txBody>
          </p:sp>
          <p:sp>
            <p:nvSpPr>
              <p:cNvPr id="3419" name="Noise cell"/>
              <p:cNvSpPr/>
              <p:nvPr/>
            </p:nvSpPr>
            <p:spPr>
              <a:xfrm>
                <a:off x="10057296" y="8229600"/>
                <a:ext cx="18770" cy="18928"/>
              </a:xfrm>
              <a:prstGeom prst="rect">
                <a:avLst/>
              </a:prstGeom>
              <a:solidFill>
                <a:srgbClr val="797979"/>
              </a:solidFill>
              <a:ln>
                <a:noFill/>
              </a:ln>
              <a:effectLst/>
            </p:spPr>
            <p:txBody>
              <a:bodyPr rtlCol="0" anchor="ctr"/>
              <a:lstStyle/>
              <a:p>
                <a:pPr algn="ctr"/>
              </a:p>
            </p:txBody>
          </p:sp>
          <p:sp>
            <p:nvSpPr>
              <p:cNvPr id="3420" name="Noise cell"/>
              <p:cNvSpPr/>
              <p:nvPr/>
            </p:nvSpPr>
            <p:spPr>
              <a:xfrm>
                <a:off x="10075427" y="8229600"/>
                <a:ext cx="18770" cy="18928"/>
              </a:xfrm>
              <a:prstGeom prst="rect">
                <a:avLst/>
              </a:prstGeom>
              <a:solidFill>
                <a:srgbClr val="9A9A9A"/>
              </a:solidFill>
              <a:ln>
                <a:noFill/>
              </a:ln>
              <a:effectLst/>
            </p:spPr>
            <p:txBody>
              <a:bodyPr rtlCol="0" anchor="ctr"/>
              <a:lstStyle/>
              <a:p>
                <a:pPr algn="ctr"/>
              </a:p>
            </p:txBody>
          </p:sp>
          <p:sp>
            <p:nvSpPr>
              <p:cNvPr id="3421" name="Noise cell"/>
              <p:cNvSpPr/>
              <p:nvPr/>
            </p:nvSpPr>
            <p:spPr>
              <a:xfrm>
                <a:off x="10093557" y="8229600"/>
                <a:ext cx="18770" cy="18928"/>
              </a:xfrm>
              <a:prstGeom prst="rect">
                <a:avLst/>
              </a:prstGeom>
              <a:solidFill>
                <a:srgbClr val="787878"/>
              </a:solidFill>
              <a:ln>
                <a:noFill/>
              </a:ln>
              <a:effectLst/>
            </p:spPr>
            <p:txBody>
              <a:bodyPr rtlCol="0" anchor="ctr"/>
              <a:lstStyle/>
              <a:p>
                <a:pPr algn="ctr"/>
              </a:p>
            </p:txBody>
          </p:sp>
          <p:sp>
            <p:nvSpPr>
              <p:cNvPr id="3422" name="Noise cell"/>
              <p:cNvSpPr/>
              <p:nvPr/>
            </p:nvSpPr>
            <p:spPr>
              <a:xfrm>
                <a:off x="10111687" y="8229600"/>
                <a:ext cx="18770" cy="18928"/>
              </a:xfrm>
              <a:prstGeom prst="rect">
                <a:avLst/>
              </a:prstGeom>
              <a:solidFill>
                <a:srgbClr val="939393"/>
              </a:solidFill>
              <a:ln>
                <a:noFill/>
              </a:ln>
              <a:effectLst/>
            </p:spPr>
            <p:txBody>
              <a:bodyPr rtlCol="0" anchor="ctr"/>
              <a:lstStyle/>
              <a:p>
                <a:pPr algn="ctr"/>
              </a:p>
            </p:txBody>
          </p:sp>
          <p:sp>
            <p:nvSpPr>
              <p:cNvPr id="3423" name="Noise cell"/>
              <p:cNvSpPr/>
              <p:nvPr/>
            </p:nvSpPr>
            <p:spPr>
              <a:xfrm>
                <a:off x="10129818" y="8229600"/>
                <a:ext cx="18770" cy="18928"/>
              </a:xfrm>
              <a:prstGeom prst="rect">
                <a:avLst/>
              </a:prstGeom>
              <a:solidFill>
                <a:srgbClr val="787878"/>
              </a:solidFill>
              <a:ln>
                <a:noFill/>
              </a:ln>
              <a:effectLst/>
            </p:spPr>
            <p:txBody>
              <a:bodyPr rtlCol="0" anchor="ctr"/>
              <a:lstStyle/>
              <a:p>
                <a:pPr algn="ctr"/>
              </a:p>
            </p:txBody>
          </p:sp>
          <p:sp>
            <p:nvSpPr>
              <p:cNvPr id="3424" name="Noise cell"/>
              <p:cNvSpPr/>
              <p:nvPr/>
            </p:nvSpPr>
            <p:spPr>
              <a:xfrm>
                <a:off x="10147948" y="8229600"/>
                <a:ext cx="18770" cy="18928"/>
              </a:xfrm>
              <a:prstGeom prst="rect">
                <a:avLst/>
              </a:prstGeom>
              <a:solidFill>
                <a:srgbClr val="949494"/>
              </a:solidFill>
              <a:ln>
                <a:noFill/>
              </a:ln>
              <a:effectLst/>
            </p:spPr>
            <p:txBody>
              <a:bodyPr rtlCol="0" anchor="ctr"/>
              <a:lstStyle/>
              <a:p>
                <a:pPr algn="ctr"/>
              </a:p>
            </p:txBody>
          </p:sp>
          <p:sp>
            <p:nvSpPr>
              <p:cNvPr id="3425" name="Noise cell"/>
              <p:cNvSpPr/>
              <p:nvPr/>
            </p:nvSpPr>
            <p:spPr>
              <a:xfrm>
                <a:off x="10166078" y="8229600"/>
                <a:ext cx="18770" cy="18928"/>
              </a:xfrm>
              <a:prstGeom prst="rect">
                <a:avLst/>
              </a:prstGeom>
              <a:solidFill>
                <a:srgbClr val="777777"/>
              </a:solidFill>
              <a:ln>
                <a:noFill/>
              </a:ln>
              <a:effectLst/>
            </p:spPr>
            <p:txBody>
              <a:bodyPr rtlCol="0" anchor="ctr"/>
              <a:lstStyle/>
              <a:p>
                <a:pPr algn="ctr"/>
              </a:p>
            </p:txBody>
          </p:sp>
          <p:sp>
            <p:nvSpPr>
              <p:cNvPr id="3426" name="Noise cell"/>
              <p:cNvSpPr/>
              <p:nvPr/>
            </p:nvSpPr>
            <p:spPr>
              <a:xfrm>
                <a:off x="10184209" y="8229600"/>
                <a:ext cx="18770" cy="18928"/>
              </a:xfrm>
              <a:prstGeom prst="rect">
                <a:avLst/>
              </a:prstGeom>
              <a:solidFill>
                <a:srgbClr val="838383"/>
              </a:solidFill>
              <a:ln>
                <a:noFill/>
              </a:ln>
              <a:effectLst/>
            </p:spPr>
            <p:txBody>
              <a:bodyPr rtlCol="0" anchor="ctr"/>
              <a:lstStyle/>
              <a:p>
                <a:pPr algn="ctr"/>
              </a:p>
            </p:txBody>
          </p:sp>
          <p:sp>
            <p:nvSpPr>
              <p:cNvPr id="3427" name="Noise cell"/>
              <p:cNvSpPr/>
              <p:nvPr/>
            </p:nvSpPr>
            <p:spPr>
              <a:xfrm>
                <a:off x="10202339" y="8229600"/>
                <a:ext cx="18770" cy="18928"/>
              </a:xfrm>
              <a:prstGeom prst="rect">
                <a:avLst/>
              </a:prstGeom>
              <a:solidFill>
                <a:srgbClr val="898989"/>
              </a:solidFill>
              <a:ln>
                <a:noFill/>
              </a:ln>
              <a:effectLst/>
            </p:spPr>
            <p:txBody>
              <a:bodyPr rtlCol="0" anchor="ctr"/>
              <a:lstStyle/>
              <a:p>
                <a:pPr algn="ctr"/>
              </a:p>
            </p:txBody>
          </p:sp>
          <p:sp>
            <p:nvSpPr>
              <p:cNvPr id="3428" name="Noise cell"/>
              <p:cNvSpPr/>
              <p:nvPr/>
            </p:nvSpPr>
            <p:spPr>
              <a:xfrm>
                <a:off x="10220470" y="8229600"/>
                <a:ext cx="18770" cy="18928"/>
              </a:xfrm>
              <a:prstGeom prst="rect">
                <a:avLst/>
              </a:prstGeom>
              <a:solidFill>
                <a:srgbClr val="7A7A7A"/>
              </a:solidFill>
              <a:ln>
                <a:noFill/>
              </a:ln>
              <a:effectLst/>
            </p:spPr>
            <p:txBody>
              <a:bodyPr rtlCol="0" anchor="ctr"/>
              <a:lstStyle/>
              <a:p>
                <a:pPr algn="ctr"/>
              </a:p>
            </p:txBody>
          </p:sp>
          <p:sp>
            <p:nvSpPr>
              <p:cNvPr id="3429" name="Noise cell"/>
              <p:cNvSpPr/>
              <p:nvPr/>
            </p:nvSpPr>
            <p:spPr>
              <a:xfrm>
                <a:off x="10238600" y="8229600"/>
                <a:ext cx="18770" cy="18928"/>
              </a:xfrm>
              <a:prstGeom prst="rect">
                <a:avLst/>
              </a:prstGeom>
              <a:solidFill>
                <a:srgbClr val="7D7D7D"/>
              </a:solidFill>
              <a:ln>
                <a:noFill/>
              </a:ln>
              <a:effectLst/>
            </p:spPr>
            <p:txBody>
              <a:bodyPr rtlCol="0" anchor="ctr"/>
              <a:lstStyle/>
              <a:p>
                <a:pPr algn="ctr"/>
              </a:p>
            </p:txBody>
          </p:sp>
          <p:sp>
            <p:nvSpPr>
              <p:cNvPr id="3430" name="Noise cell"/>
              <p:cNvSpPr/>
              <p:nvPr/>
            </p:nvSpPr>
            <p:spPr>
              <a:xfrm>
                <a:off x="10256730" y="8229600"/>
                <a:ext cx="18770" cy="18928"/>
              </a:xfrm>
              <a:prstGeom prst="rect">
                <a:avLst/>
              </a:prstGeom>
              <a:solidFill>
                <a:srgbClr val="787878"/>
              </a:solidFill>
              <a:ln>
                <a:noFill/>
              </a:ln>
              <a:effectLst/>
            </p:spPr>
            <p:txBody>
              <a:bodyPr rtlCol="0" anchor="ctr"/>
              <a:lstStyle/>
              <a:p>
                <a:pPr algn="ctr"/>
              </a:p>
            </p:txBody>
          </p:sp>
          <p:sp>
            <p:nvSpPr>
              <p:cNvPr id="3431" name="Noise cell"/>
              <p:cNvSpPr/>
              <p:nvPr/>
            </p:nvSpPr>
            <p:spPr>
              <a:xfrm>
                <a:off x="10274861" y="8229600"/>
                <a:ext cx="18770" cy="18928"/>
              </a:xfrm>
              <a:prstGeom prst="rect">
                <a:avLst/>
              </a:prstGeom>
              <a:solidFill>
                <a:srgbClr val="939393"/>
              </a:solidFill>
              <a:ln>
                <a:noFill/>
              </a:ln>
              <a:effectLst/>
            </p:spPr>
            <p:txBody>
              <a:bodyPr rtlCol="0" anchor="ctr"/>
              <a:lstStyle/>
              <a:p>
                <a:pPr algn="ctr"/>
              </a:p>
            </p:txBody>
          </p:sp>
          <p:sp>
            <p:nvSpPr>
              <p:cNvPr id="3432" name="Noise cell"/>
              <p:cNvSpPr/>
              <p:nvPr/>
            </p:nvSpPr>
            <p:spPr>
              <a:xfrm>
                <a:off x="10292991" y="8229600"/>
                <a:ext cx="18770" cy="18928"/>
              </a:xfrm>
              <a:prstGeom prst="rect">
                <a:avLst/>
              </a:prstGeom>
              <a:solidFill>
                <a:srgbClr val="818181"/>
              </a:solidFill>
              <a:ln>
                <a:noFill/>
              </a:ln>
              <a:effectLst/>
            </p:spPr>
            <p:txBody>
              <a:bodyPr rtlCol="0" anchor="ctr"/>
              <a:lstStyle/>
              <a:p>
                <a:pPr algn="ctr"/>
              </a:p>
            </p:txBody>
          </p:sp>
          <p:sp>
            <p:nvSpPr>
              <p:cNvPr id="3433" name="Noise cell"/>
              <p:cNvSpPr/>
              <p:nvPr/>
            </p:nvSpPr>
            <p:spPr>
              <a:xfrm>
                <a:off x="10311121" y="8229600"/>
                <a:ext cx="18770" cy="18928"/>
              </a:xfrm>
              <a:prstGeom prst="rect">
                <a:avLst/>
              </a:prstGeom>
              <a:solidFill>
                <a:srgbClr val="8D8D8D"/>
              </a:solidFill>
              <a:ln>
                <a:noFill/>
              </a:ln>
              <a:effectLst/>
            </p:spPr>
            <p:txBody>
              <a:bodyPr rtlCol="0" anchor="ctr"/>
              <a:lstStyle/>
              <a:p>
                <a:pPr algn="ctr"/>
              </a:p>
            </p:txBody>
          </p:sp>
          <p:sp>
            <p:nvSpPr>
              <p:cNvPr id="3434" name="Noise cell"/>
              <p:cNvSpPr/>
              <p:nvPr/>
            </p:nvSpPr>
            <p:spPr>
              <a:xfrm>
                <a:off x="10329252" y="8229600"/>
                <a:ext cx="18770" cy="18928"/>
              </a:xfrm>
              <a:prstGeom prst="rect">
                <a:avLst/>
              </a:prstGeom>
              <a:solidFill>
                <a:srgbClr val="909090"/>
              </a:solidFill>
              <a:ln>
                <a:noFill/>
              </a:ln>
              <a:effectLst/>
            </p:spPr>
            <p:txBody>
              <a:bodyPr rtlCol="0" anchor="ctr"/>
              <a:lstStyle/>
              <a:p>
                <a:pPr algn="ctr"/>
              </a:p>
            </p:txBody>
          </p:sp>
          <p:sp>
            <p:nvSpPr>
              <p:cNvPr id="3435" name="Noise cell"/>
              <p:cNvSpPr/>
              <p:nvPr/>
            </p:nvSpPr>
            <p:spPr>
              <a:xfrm>
                <a:off x="10347382" y="8229600"/>
                <a:ext cx="18770" cy="18928"/>
              </a:xfrm>
              <a:prstGeom prst="rect">
                <a:avLst/>
              </a:prstGeom>
              <a:solidFill>
                <a:srgbClr val="838383"/>
              </a:solidFill>
              <a:ln>
                <a:noFill/>
              </a:ln>
              <a:effectLst/>
            </p:spPr>
            <p:txBody>
              <a:bodyPr rtlCol="0" anchor="ctr"/>
              <a:lstStyle/>
              <a:p>
                <a:pPr algn="ctr"/>
              </a:p>
            </p:txBody>
          </p:sp>
          <p:sp>
            <p:nvSpPr>
              <p:cNvPr id="3436" name="Noise cell"/>
              <p:cNvSpPr/>
              <p:nvPr/>
            </p:nvSpPr>
            <p:spPr>
              <a:xfrm>
                <a:off x="10365512" y="8229600"/>
                <a:ext cx="18770" cy="18928"/>
              </a:xfrm>
              <a:prstGeom prst="rect">
                <a:avLst/>
              </a:prstGeom>
              <a:solidFill>
                <a:srgbClr val="7D7D7D"/>
              </a:solidFill>
              <a:ln>
                <a:noFill/>
              </a:ln>
              <a:effectLst/>
            </p:spPr>
            <p:txBody>
              <a:bodyPr rtlCol="0" anchor="ctr"/>
              <a:lstStyle/>
              <a:p>
                <a:pPr algn="ctr"/>
              </a:p>
            </p:txBody>
          </p:sp>
          <p:sp>
            <p:nvSpPr>
              <p:cNvPr id="3437" name="Noise cell"/>
              <p:cNvSpPr/>
              <p:nvPr/>
            </p:nvSpPr>
            <p:spPr>
              <a:xfrm>
                <a:off x="10383643" y="8229600"/>
                <a:ext cx="18770" cy="18928"/>
              </a:xfrm>
              <a:prstGeom prst="rect">
                <a:avLst/>
              </a:prstGeom>
              <a:solidFill>
                <a:srgbClr val="8E8E8E"/>
              </a:solidFill>
              <a:ln>
                <a:noFill/>
              </a:ln>
              <a:effectLst/>
            </p:spPr>
            <p:txBody>
              <a:bodyPr rtlCol="0" anchor="ctr"/>
              <a:lstStyle/>
              <a:p>
                <a:pPr algn="ctr"/>
              </a:p>
            </p:txBody>
          </p:sp>
          <p:sp>
            <p:nvSpPr>
              <p:cNvPr id="3438" name="Noise cell"/>
              <p:cNvSpPr/>
              <p:nvPr/>
            </p:nvSpPr>
            <p:spPr>
              <a:xfrm>
                <a:off x="10401773" y="8229600"/>
                <a:ext cx="18770" cy="18928"/>
              </a:xfrm>
              <a:prstGeom prst="rect">
                <a:avLst/>
              </a:prstGeom>
              <a:solidFill>
                <a:srgbClr val="757575"/>
              </a:solidFill>
              <a:ln>
                <a:noFill/>
              </a:ln>
              <a:effectLst/>
            </p:spPr>
            <p:txBody>
              <a:bodyPr rtlCol="0" anchor="ctr"/>
              <a:lstStyle/>
              <a:p>
                <a:pPr algn="ctr"/>
              </a:p>
            </p:txBody>
          </p:sp>
          <p:sp>
            <p:nvSpPr>
              <p:cNvPr id="3439" name="Noise cell"/>
              <p:cNvSpPr/>
              <p:nvPr/>
            </p:nvSpPr>
            <p:spPr>
              <a:xfrm>
                <a:off x="10419903" y="8229600"/>
                <a:ext cx="18770" cy="18928"/>
              </a:xfrm>
              <a:prstGeom prst="rect">
                <a:avLst/>
              </a:prstGeom>
              <a:solidFill>
                <a:srgbClr val="757575"/>
              </a:solidFill>
              <a:ln>
                <a:noFill/>
              </a:ln>
              <a:effectLst/>
            </p:spPr>
            <p:txBody>
              <a:bodyPr rtlCol="0" anchor="ctr"/>
              <a:lstStyle/>
              <a:p>
                <a:pPr algn="ctr"/>
              </a:p>
            </p:txBody>
          </p:sp>
          <p:sp>
            <p:nvSpPr>
              <p:cNvPr id="3440" name="Noise cell"/>
              <p:cNvSpPr/>
              <p:nvPr/>
            </p:nvSpPr>
            <p:spPr>
              <a:xfrm>
                <a:off x="10438034" y="8229600"/>
                <a:ext cx="18770" cy="18928"/>
              </a:xfrm>
              <a:prstGeom prst="rect">
                <a:avLst/>
              </a:prstGeom>
              <a:solidFill>
                <a:srgbClr val="6F6F6F"/>
              </a:solidFill>
              <a:ln>
                <a:noFill/>
              </a:ln>
              <a:effectLst/>
            </p:spPr>
            <p:txBody>
              <a:bodyPr rtlCol="0" anchor="ctr"/>
              <a:lstStyle/>
              <a:p>
                <a:pPr algn="ctr"/>
              </a:p>
            </p:txBody>
          </p:sp>
          <p:sp>
            <p:nvSpPr>
              <p:cNvPr id="3441" name="Noise cell"/>
              <p:cNvSpPr/>
              <p:nvPr/>
            </p:nvSpPr>
            <p:spPr>
              <a:xfrm>
                <a:off x="10456164" y="8229600"/>
                <a:ext cx="18770" cy="18928"/>
              </a:xfrm>
              <a:prstGeom prst="rect">
                <a:avLst/>
              </a:prstGeom>
              <a:solidFill>
                <a:srgbClr val="7E7E7E"/>
              </a:solidFill>
              <a:ln>
                <a:noFill/>
              </a:ln>
              <a:effectLst/>
            </p:spPr>
            <p:txBody>
              <a:bodyPr rtlCol="0" anchor="ctr"/>
              <a:lstStyle/>
              <a:p>
                <a:pPr algn="ctr"/>
              </a:p>
            </p:txBody>
          </p:sp>
          <p:sp>
            <p:nvSpPr>
              <p:cNvPr id="3442" name="Noise cell"/>
              <p:cNvSpPr/>
              <p:nvPr/>
            </p:nvSpPr>
            <p:spPr>
              <a:xfrm>
                <a:off x="10474294" y="8229600"/>
                <a:ext cx="18770" cy="18928"/>
              </a:xfrm>
              <a:prstGeom prst="rect">
                <a:avLst/>
              </a:prstGeom>
              <a:solidFill>
                <a:srgbClr val="909090"/>
              </a:solidFill>
              <a:ln>
                <a:noFill/>
              </a:ln>
              <a:effectLst/>
            </p:spPr>
            <p:txBody>
              <a:bodyPr rtlCol="0" anchor="ctr"/>
              <a:lstStyle/>
              <a:p>
                <a:pPr algn="ctr"/>
              </a:p>
            </p:txBody>
          </p:sp>
          <p:sp>
            <p:nvSpPr>
              <p:cNvPr id="3443" name="Noise cell"/>
              <p:cNvSpPr/>
              <p:nvPr/>
            </p:nvSpPr>
            <p:spPr>
              <a:xfrm>
                <a:off x="10492425" y="8229600"/>
                <a:ext cx="18770" cy="18928"/>
              </a:xfrm>
              <a:prstGeom prst="rect">
                <a:avLst/>
              </a:prstGeom>
              <a:solidFill>
                <a:srgbClr val="8F8F8F"/>
              </a:solidFill>
              <a:ln>
                <a:noFill/>
              </a:ln>
              <a:effectLst/>
            </p:spPr>
            <p:txBody>
              <a:bodyPr rtlCol="0" anchor="ctr"/>
              <a:lstStyle/>
              <a:p>
                <a:pPr algn="ctr"/>
              </a:p>
            </p:txBody>
          </p:sp>
          <p:sp>
            <p:nvSpPr>
              <p:cNvPr id="3444" name="Noise cell"/>
              <p:cNvSpPr/>
              <p:nvPr/>
            </p:nvSpPr>
            <p:spPr>
              <a:xfrm>
                <a:off x="10510555" y="8229600"/>
                <a:ext cx="18770" cy="18928"/>
              </a:xfrm>
              <a:prstGeom prst="rect">
                <a:avLst/>
              </a:prstGeom>
              <a:solidFill>
                <a:srgbClr val="828282"/>
              </a:solidFill>
              <a:ln>
                <a:noFill/>
              </a:ln>
              <a:effectLst/>
            </p:spPr>
            <p:txBody>
              <a:bodyPr rtlCol="0" anchor="ctr"/>
              <a:lstStyle/>
              <a:p>
                <a:pPr algn="ctr"/>
              </a:p>
            </p:txBody>
          </p:sp>
          <p:sp>
            <p:nvSpPr>
              <p:cNvPr id="3445" name="Noise cell"/>
              <p:cNvSpPr/>
              <p:nvPr/>
            </p:nvSpPr>
            <p:spPr>
              <a:xfrm>
                <a:off x="10528685" y="8229600"/>
                <a:ext cx="18770" cy="18928"/>
              </a:xfrm>
              <a:prstGeom prst="rect">
                <a:avLst/>
              </a:prstGeom>
              <a:solidFill>
                <a:srgbClr val="787878"/>
              </a:solidFill>
              <a:ln>
                <a:noFill/>
              </a:ln>
              <a:effectLst/>
            </p:spPr>
            <p:txBody>
              <a:bodyPr rtlCol="0" anchor="ctr"/>
              <a:lstStyle/>
              <a:p>
                <a:pPr algn="ctr"/>
              </a:p>
            </p:txBody>
          </p:sp>
          <p:sp>
            <p:nvSpPr>
              <p:cNvPr id="3446" name="Noise cell"/>
              <p:cNvSpPr/>
              <p:nvPr/>
            </p:nvSpPr>
            <p:spPr>
              <a:xfrm>
                <a:off x="10546816" y="8229600"/>
                <a:ext cx="18770" cy="18928"/>
              </a:xfrm>
              <a:prstGeom prst="rect">
                <a:avLst/>
              </a:prstGeom>
              <a:solidFill>
                <a:srgbClr val="878787"/>
              </a:solidFill>
              <a:ln>
                <a:noFill/>
              </a:ln>
              <a:effectLst/>
            </p:spPr>
            <p:txBody>
              <a:bodyPr rtlCol="0" anchor="ctr"/>
              <a:lstStyle/>
              <a:p>
                <a:pPr algn="ctr"/>
              </a:p>
            </p:txBody>
          </p:sp>
          <p:sp>
            <p:nvSpPr>
              <p:cNvPr id="3447" name="Noise cell"/>
              <p:cNvSpPr/>
              <p:nvPr/>
            </p:nvSpPr>
            <p:spPr>
              <a:xfrm>
                <a:off x="10564946" y="8229600"/>
                <a:ext cx="18770" cy="18928"/>
              </a:xfrm>
              <a:prstGeom prst="rect">
                <a:avLst/>
              </a:prstGeom>
              <a:solidFill>
                <a:srgbClr val="878787"/>
              </a:solidFill>
              <a:ln>
                <a:noFill/>
              </a:ln>
              <a:effectLst/>
            </p:spPr>
            <p:txBody>
              <a:bodyPr rtlCol="0" anchor="ctr"/>
              <a:lstStyle/>
              <a:p>
                <a:pPr algn="ctr"/>
              </a:p>
            </p:txBody>
          </p:sp>
          <p:sp>
            <p:nvSpPr>
              <p:cNvPr id="3448" name="Noise cell"/>
              <p:cNvSpPr/>
              <p:nvPr/>
            </p:nvSpPr>
            <p:spPr>
              <a:xfrm>
                <a:off x="10583076" y="8229600"/>
                <a:ext cx="18770" cy="18928"/>
              </a:xfrm>
              <a:prstGeom prst="rect">
                <a:avLst/>
              </a:prstGeom>
              <a:solidFill>
                <a:srgbClr val="757575"/>
              </a:solidFill>
              <a:ln>
                <a:noFill/>
              </a:ln>
              <a:effectLst/>
            </p:spPr>
            <p:txBody>
              <a:bodyPr rtlCol="0" anchor="ctr"/>
              <a:lstStyle/>
              <a:p>
                <a:pPr algn="ctr"/>
              </a:p>
            </p:txBody>
          </p:sp>
          <p:sp>
            <p:nvSpPr>
              <p:cNvPr id="3449" name="Noise cell"/>
              <p:cNvSpPr/>
              <p:nvPr/>
            </p:nvSpPr>
            <p:spPr>
              <a:xfrm>
                <a:off x="10601207" y="8229600"/>
                <a:ext cx="18770" cy="18928"/>
              </a:xfrm>
              <a:prstGeom prst="rect">
                <a:avLst/>
              </a:prstGeom>
              <a:solidFill>
                <a:srgbClr val="5C5C5C"/>
              </a:solidFill>
              <a:ln>
                <a:noFill/>
              </a:ln>
              <a:effectLst/>
            </p:spPr>
            <p:txBody>
              <a:bodyPr rtlCol="0" anchor="ctr"/>
              <a:lstStyle/>
              <a:p>
                <a:pPr algn="ctr"/>
              </a:p>
            </p:txBody>
          </p:sp>
          <p:sp>
            <p:nvSpPr>
              <p:cNvPr id="3450" name="Noise cell"/>
              <p:cNvSpPr/>
              <p:nvPr/>
            </p:nvSpPr>
            <p:spPr>
              <a:xfrm>
                <a:off x="10619337" y="8229600"/>
                <a:ext cx="18770" cy="18928"/>
              </a:xfrm>
              <a:prstGeom prst="rect">
                <a:avLst/>
              </a:prstGeom>
              <a:solidFill>
                <a:srgbClr val="878787"/>
              </a:solidFill>
              <a:ln>
                <a:noFill/>
              </a:ln>
              <a:effectLst/>
            </p:spPr>
            <p:txBody>
              <a:bodyPr rtlCol="0" anchor="ctr"/>
              <a:lstStyle/>
              <a:p>
                <a:pPr algn="ctr"/>
              </a:p>
            </p:txBody>
          </p:sp>
          <p:sp>
            <p:nvSpPr>
              <p:cNvPr id="3451" name="Noise cell"/>
              <p:cNvSpPr/>
              <p:nvPr/>
            </p:nvSpPr>
            <p:spPr>
              <a:xfrm>
                <a:off x="10637467" y="8229600"/>
                <a:ext cx="18770" cy="18928"/>
              </a:xfrm>
              <a:prstGeom prst="rect">
                <a:avLst/>
              </a:prstGeom>
              <a:solidFill>
                <a:srgbClr val="767676"/>
              </a:solidFill>
              <a:ln>
                <a:noFill/>
              </a:ln>
              <a:effectLst/>
            </p:spPr>
            <p:txBody>
              <a:bodyPr rtlCol="0" anchor="ctr"/>
              <a:lstStyle/>
              <a:p>
                <a:pPr algn="ctr"/>
              </a:p>
            </p:txBody>
          </p:sp>
          <p:sp>
            <p:nvSpPr>
              <p:cNvPr id="3452" name="Noise cell"/>
              <p:cNvSpPr/>
              <p:nvPr/>
            </p:nvSpPr>
            <p:spPr>
              <a:xfrm>
                <a:off x="10655598" y="8229600"/>
                <a:ext cx="18770" cy="18928"/>
              </a:xfrm>
              <a:prstGeom prst="rect">
                <a:avLst/>
              </a:prstGeom>
              <a:solidFill>
                <a:srgbClr val="808080"/>
              </a:solidFill>
              <a:ln>
                <a:noFill/>
              </a:ln>
              <a:effectLst/>
            </p:spPr>
            <p:txBody>
              <a:bodyPr rtlCol="0" anchor="ctr"/>
              <a:lstStyle/>
              <a:p>
                <a:pPr algn="ctr"/>
              </a:p>
            </p:txBody>
          </p:sp>
          <p:sp>
            <p:nvSpPr>
              <p:cNvPr id="3453" name="Noise cell"/>
              <p:cNvSpPr/>
              <p:nvPr/>
            </p:nvSpPr>
            <p:spPr>
              <a:xfrm>
                <a:off x="10673728" y="8229600"/>
                <a:ext cx="18770" cy="18928"/>
              </a:xfrm>
              <a:prstGeom prst="rect">
                <a:avLst/>
              </a:prstGeom>
              <a:solidFill>
                <a:srgbClr val="818181"/>
              </a:solidFill>
              <a:ln>
                <a:noFill/>
              </a:ln>
              <a:effectLst/>
            </p:spPr>
            <p:txBody>
              <a:bodyPr rtlCol="0" anchor="ctr"/>
              <a:lstStyle/>
              <a:p>
                <a:pPr algn="ctr"/>
              </a:p>
            </p:txBody>
          </p:sp>
          <p:sp>
            <p:nvSpPr>
              <p:cNvPr id="3454" name="Noise cell"/>
              <p:cNvSpPr/>
              <p:nvPr/>
            </p:nvSpPr>
            <p:spPr>
              <a:xfrm>
                <a:off x="10691858" y="8229600"/>
                <a:ext cx="18770" cy="18928"/>
              </a:xfrm>
              <a:prstGeom prst="rect">
                <a:avLst/>
              </a:prstGeom>
              <a:solidFill>
                <a:srgbClr val="787878"/>
              </a:solidFill>
              <a:ln>
                <a:noFill/>
              </a:ln>
              <a:effectLst/>
            </p:spPr>
            <p:txBody>
              <a:bodyPr rtlCol="0" anchor="ctr"/>
              <a:lstStyle/>
              <a:p>
                <a:pPr algn="ctr"/>
              </a:p>
            </p:txBody>
          </p:sp>
          <p:sp>
            <p:nvSpPr>
              <p:cNvPr id="3455" name="Noise cell"/>
              <p:cNvSpPr/>
              <p:nvPr/>
            </p:nvSpPr>
            <p:spPr>
              <a:xfrm>
                <a:off x="10709989" y="8229600"/>
                <a:ext cx="18770" cy="18928"/>
              </a:xfrm>
              <a:prstGeom prst="rect">
                <a:avLst/>
              </a:prstGeom>
              <a:solidFill>
                <a:srgbClr val="929292"/>
              </a:solidFill>
              <a:ln>
                <a:noFill/>
              </a:ln>
              <a:effectLst/>
            </p:spPr>
            <p:txBody>
              <a:bodyPr rtlCol="0" anchor="ctr"/>
              <a:lstStyle/>
              <a:p>
                <a:pPr algn="ctr"/>
              </a:p>
            </p:txBody>
          </p:sp>
          <p:sp>
            <p:nvSpPr>
              <p:cNvPr id="3456" name="Noise cell"/>
              <p:cNvSpPr/>
              <p:nvPr/>
            </p:nvSpPr>
            <p:spPr>
              <a:xfrm>
                <a:off x="10728119" y="8229600"/>
                <a:ext cx="18770" cy="18928"/>
              </a:xfrm>
              <a:prstGeom prst="rect">
                <a:avLst/>
              </a:prstGeom>
              <a:solidFill>
                <a:srgbClr val="7C7C7C"/>
              </a:solidFill>
              <a:ln>
                <a:noFill/>
              </a:ln>
              <a:effectLst/>
            </p:spPr>
            <p:txBody>
              <a:bodyPr rtlCol="0" anchor="ctr"/>
              <a:lstStyle/>
              <a:p>
                <a:pPr algn="ctr"/>
              </a:p>
            </p:txBody>
          </p:sp>
          <p:sp>
            <p:nvSpPr>
              <p:cNvPr id="3457" name="Noise cell"/>
              <p:cNvSpPr/>
              <p:nvPr/>
            </p:nvSpPr>
            <p:spPr>
              <a:xfrm>
                <a:off x="10746250" y="8229600"/>
                <a:ext cx="18770" cy="18928"/>
              </a:xfrm>
              <a:prstGeom prst="rect">
                <a:avLst/>
              </a:prstGeom>
              <a:solidFill>
                <a:srgbClr val="989898"/>
              </a:solidFill>
              <a:ln>
                <a:noFill/>
              </a:ln>
              <a:effectLst/>
            </p:spPr>
            <p:txBody>
              <a:bodyPr rtlCol="0" anchor="ctr"/>
              <a:lstStyle/>
              <a:p>
                <a:pPr algn="ctr"/>
              </a:p>
            </p:txBody>
          </p:sp>
          <p:sp>
            <p:nvSpPr>
              <p:cNvPr id="3458" name="Noise cell"/>
              <p:cNvSpPr/>
              <p:nvPr/>
            </p:nvSpPr>
            <p:spPr>
              <a:xfrm>
                <a:off x="10764380" y="8229600"/>
                <a:ext cx="18770" cy="18928"/>
              </a:xfrm>
              <a:prstGeom prst="rect">
                <a:avLst/>
              </a:prstGeom>
              <a:solidFill>
                <a:srgbClr val="939393"/>
              </a:solidFill>
              <a:ln>
                <a:noFill/>
              </a:ln>
              <a:effectLst/>
            </p:spPr>
            <p:txBody>
              <a:bodyPr rtlCol="0" anchor="ctr"/>
              <a:lstStyle/>
              <a:p>
                <a:pPr algn="ctr"/>
              </a:p>
            </p:txBody>
          </p:sp>
          <p:sp>
            <p:nvSpPr>
              <p:cNvPr id="3459" name="Noise cell"/>
              <p:cNvSpPr/>
              <p:nvPr/>
            </p:nvSpPr>
            <p:spPr>
              <a:xfrm>
                <a:off x="10782510" y="8229600"/>
                <a:ext cx="18770" cy="18928"/>
              </a:xfrm>
              <a:prstGeom prst="rect">
                <a:avLst/>
              </a:prstGeom>
              <a:solidFill>
                <a:srgbClr val="838383"/>
              </a:solidFill>
              <a:ln>
                <a:noFill/>
              </a:ln>
              <a:effectLst/>
            </p:spPr>
            <p:txBody>
              <a:bodyPr rtlCol="0" anchor="ctr"/>
              <a:lstStyle/>
              <a:p>
                <a:pPr algn="ctr"/>
              </a:p>
            </p:txBody>
          </p:sp>
          <p:sp>
            <p:nvSpPr>
              <p:cNvPr id="3460" name="Noise cell"/>
              <p:cNvSpPr/>
              <p:nvPr/>
            </p:nvSpPr>
            <p:spPr>
              <a:xfrm>
                <a:off x="10800641" y="8229600"/>
                <a:ext cx="18770" cy="18928"/>
              </a:xfrm>
              <a:prstGeom prst="rect">
                <a:avLst/>
              </a:prstGeom>
              <a:solidFill>
                <a:srgbClr val="727272"/>
              </a:solidFill>
              <a:ln>
                <a:noFill/>
              </a:ln>
              <a:effectLst/>
            </p:spPr>
            <p:txBody>
              <a:bodyPr rtlCol="0" anchor="ctr"/>
              <a:lstStyle/>
              <a:p>
                <a:pPr algn="ctr"/>
              </a:p>
            </p:txBody>
          </p:sp>
          <p:sp>
            <p:nvSpPr>
              <p:cNvPr id="3461" name="Noise cell"/>
              <p:cNvSpPr/>
              <p:nvPr/>
            </p:nvSpPr>
            <p:spPr>
              <a:xfrm>
                <a:off x="10818771" y="8229600"/>
                <a:ext cx="18770" cy="18928"/>
              </a:xfrm>
              <a:prstGeom prst="rect">
                <a:avLst/>
              </a:prstGeom>
              <a:solidFill>
                <a:srgbClr val="828282"/>
              </a:solidFill>
              <a:ln>
                <a:noFill/>
              </a:ln>
              <a:effectLst/>
            </p:spPr>
            <p:txBody>
              <a:bodyPr rtlCol="0" anchor="ctr"/>
              <a:lstStyle/>
              <a:p>
                <a:pPr algn="ctr"/>
              </a:p>
            </p:txBody>
          </p:sp>
          <p:sp>
            <p:nvSpPr>
              <p:cNvPr id="3462" name="Noise cell"/>
              <p:cNvSpPr/>
              <p:nvPr/>
            </p:nvSpPr>
            <p:spPr>
              <a:xfrm>
                <a:off x="10836901" y="8229600"/>
                <a:ext cx="18770" cy="18928"/>
              </a:xfrm>
              <a:prstGeom prst="rect">
                <a:avLst/>
              </a:prstGeom>
              <a:solidFill>
                <a:srgbClr val="7E7E7E"/>
              </a:solidFill>
              <a:ln>
                <a:noFill/>
              </a:ln>
              <a:effectLst/>
            </p:spPr>
            <p:txBody>
              <a:bodyPr rtlCol="0" anchor="ctr"/>
              <a:lstStyle/>
              <a:p>
                <a:pPr algn="ctr"/>
              </a:p>
            </p:txBody>
          </p:sp>
          <p:sp>
            <p:nvSpPr>
              <p:cNvPr id="3463" name="Noise cell"/>
              <p:cNvSpPr/>
              <p:nvPr/>
            </p:nvSpPr>
            <p:spPr>
              <a:xfrm>
                <a:off x="10855032" y="8229600"/>
                <a:ext cx="18770" cy="18928"/>
              </a:xfrm>
              <a:prstGeom prst="rect">
                <a:avLst/>
              </a:prstGeom>
              <a:solidFill>
                <a:srgbClr val="A1A1A1"/>
              </a:solidFill>
              <a:ln>
                <a:noFill/>
              </a:ln>
              <a:effectLst/>
            </p:spPr>
            <p:txBody>
              <a:bodyPr rtlCol="0" anchor="ctr"/>
              <a:lstStyle/>
              <a:p>
                <a:pPr algn="ctr"/>
              </a:p>
            </p:txBody>
          </p:sp>
          <p:sp>
            <p:nvSpPr>
              <p:cNvPr id="3464" name="Noise cell"/>
              <p:cNvSpPr/>
              <p:nvPr/>
            </p:nvSpPr>
            <p:spPr>
              <a:xfrm>
                <a:off x="10873162" y="8229600"/>
                <a:ext cx="18770" cy="18928"/>
              </a:xfrm>
              <a:prstGeom prst="rect">
                <a:avLst/>
              </a:prstGeom>
              <a:solidFill>
                <a:srgbClr val="878787"/>
              </a:solidFill>
              <a:ln>
                <a:noFill/>
              </a:ln>
              <a:effectLst/>
            </p:spPr>
            <p:txBody>
              <a:bodyPr rtlCol="0" anchor="ctr"/>
              <a:lstStyle/>
              <a:p>
                <a:pPr algn="ctr"/>
              </a:p>
            </p:txBody>
          </p:sp>
          <p:sp>
            <p:nvSpPr>
              <p:cNvPr id="3465" name="Noise cell"/>
              <p:cNvSpPr/>
              <p:nvPr/>
            </p:nvSpPr>
            <p:spPr>
              <a:xfrm>
                <a:off x="10891292" y="8229600"/>
                <a:ext cx="18770" cy="18928"/>
              </a:xfrm>
              <a:prstGeom prst="rect">
                <a:avLst/>
              </a:prstGeom>
              <a:solidFill>
                <a:srgbClr val="7D7D7D"/>
              </a:solidFill>
              <a:ln>
                <a:noFill/>
              </a:ln>
              <a:effectLst/>
            </p:spPr>
            <p:txBody>
              <a:bodyPr rtlCol="0" anchor="ctr"/>
              <a:lstStyle/>
              <a:p>
                <a:pPr algn="ctr"/>
              </a:p>
            </p:txBody>
          </p:sp>
          <p:sp>
            <p:nvSpPr>
              <p:cNvPr id="3466" name="Noise cell"/>
              <p:cNvSpPr/>
              <p:nvPr/>
            </p:nvSpPr>
            <p:spPr>
              <a:xfrm>
                <a:off x="10909423" y="8229600"/>
                <a:ext cx="18770" cy="18928"/>
              </a:xfrm>
              <a:prstGeom prst="rect">
                <a:avLst/>
              </a:prstGeom>
              <a:solidFill>
                <a:srgbClr val="8D8D8D"/>
              </a:solidFill>
              <a:ln>
                <a:noFill/>
              </a:ln>
              <a:effectLst/>
            </p:spPr>
            <p:txBody>
              <a:bodyPr rtlCol="0" anchor="ctr"/>
              <a:lstStyle/>
              <a:p>
                <a:pPr algn="ctr"/>
              </a:p>
            </p:txBody>
          </p:sp>
          <p:sp>
            <p:nvSpPr>
              <p:cNvPr id="3467" name="Noise cell"/>
              <p:cNvSpPr/>
              <p:nvPr/>
            </p:nvSpPr>
            <p:spPr>
              <a:xfrm>
                <a:off x="10927553" y="8229600"/>
                <a:ext cx="18770" cy="18928"/>
              </a:xfrm>
              <a:prstGeom prst="rect">
                <a:avLst/>
              </a:prstGeom>
              <a:solidFill>
                <a:srgbClr val="707070"/>
              </a:solidFill>
              <a:ln>
                <a:noFill/>
              </a:ln>
              <a:effectLst/>
            </p:spPr>
            <p:txBody>
              <a:bodyPr rtlCol="0" anchor="ctr"/>
              <a:lstStyle/>
              <a:p>
                <a:pPr algn="ctr"/>
              </a:p>
            </p:txBody>
          </p:sp>
          <p:sp>
            <p:nvSpPr>
              <p:cNvPr id="3468" name="Noise cell"/>
              <p:cNvSpPr/>
              <p:nvPr/>
            </p:nvSpPr>
            <p:spPr>
              <a:xfrm>
                <a:off x="10945683" y="8229600"/>
                <a:ext cx="18770" cy="18928"/>
              </a:xfrm>
              <a:prstGeom prst="rect">
                <a:avLst/>
              </a:prstGeom>
              <a:solidFill>
                <a:srgbClr val="898989"/>
              </a:solidFill>
              <a:ln>
                <a:noFill/>
              </a:ln>
              <a:effectLst/>
            </p:spPr>
            <p:txBody>
              <a:bodyPr rtlCol="0" anchor="ctr"/>
              <a:lstStyle/>
              <a:p>
                <a:pPr algn="ctr"/>
              </a:p>
            </p:txBody>
          </p:sp>
          <p:sp>
            <p:nvSpPr>
              <p:cNvPr id="3469" name="Noise cell"/>
              <p:cNvSpPr/>
              <p:nvPr/>
            </p:nvSpPr>
            <p:spPr>
              <a:xfrm>
                <a:off x="10963814" y="8229600"/>
                <a:ext cx="18770" cy="18928"/>
              </a:xfrm>
              <a:prstGeom prst="rect">
                <a:avLst/>
              </a:prstGeom>
              <a:solidFill>
                <a:srgbClr val="797979"/>
              </a:solidFill>
              <a:ln>
                <a:noFill/>
              </a:ln>
              <a:effectLst/>
            </p:spPr>
            <p:txBody>
              <a:bodyPr rtlCol="0" anchor="ctr"/>
              <a:lstStyle/>
              <a:p>
                <a:pPr algn="ctr"/>
              </a:p>
            </p:txBody>
          </p:sp>
          <p:sp>
            <p:nvSpPr>
              <p:cNvPr id="3470" name="Noise cell"/>
              <p:cNvSpPr/>
              <p:nvPr/>
            </p:nvSpPr>
            <p:spPr>
              <a:xfrm>
                <a:off x="9930384" y="8247888"/>
                <a:ext cx="18770" cy="18928"/>
              </a:xfrm>
              <a:prstGeom prst="rect">
                <a:avLst/>
              </a:prstGeom>
              <a:solidFill>
                <a:srgbClr val="9C9C9C"/>
              </a:solidFill>
              <a:ln>
                <a:noFill/>
              </a:ln>
              <a:effectLst/>
            </p:spPr>
            <p:txBody>
              <a:bodyPr rtlCol="0" anchor="ctr"/>
              <a:lstStyle/>
              <a:p>
                <a:pPr algn="ctr"/>
              </a:p>
            </p:txBody>
          </p:sp>
          <p:sp>
            <p:nvSpPr>
              <p:cNvPr id="3471" name="Noise cell"/>
              <p:cNvSpPr/>
              <p:nvPr/>
            </p:nvSpPr>
            <p:spPr>
              <a:xfrm>
                <a:off x="9948514" y="8247888"/>
                <a:ext cx="18770" cy="18928"/>
              </a:xfrm>
              <a:prstGeom prst="rect">
                <a:avLst/>
              </a:prstGeom>
              <a:solidFill>
                <a:srgbClr val="919191"/>
              </a:solidFill>
              <a:ln>
                <a:noFill/>
              </a:ln>
              <a:effectLst/>
            </p:spPr>
            <p:txBody>
              <a:bodyPr rtlCol="0" anchor="ctr"/>
              <a:lstStyle/>
              <a:p>
                <a:pPr algn="ctr"/>
              </a:p>
            </p:txBody>
          </p:sp>
          <p:sp>
            <p:nvSpPr>
              <p:cNvPr id="3472" name="Noise cell"/>
              <p:cNvSpPr/>
              <p:nvPr/>
            </p:nvSpPr>
            <p:spPr>
              <a:xfrm>
                <a:off x="9966645" y="8247888"/>
                <a:ext cx="18770" cy="18928"/>
              </a:xfrm>
              <a:prstGeom prst="rect">
                <a:avLst/>
              </a:prstGeom>
              <a:solidFill>
                <a:srgbClr val="888888"/>
              </a:solidFill>
              <a:ln>
                <a:noFill/>
              </a:ln>
              <a:effectLst/>
            </p:spPr>
            <p:txBody>
              <a:bodyPr rtlCol="0" anchor="ctr"/>
              <a:lstStyle/>
              <a:p>
                <a:pPr algn="ctr"/>
              </a:p>
            </p:txBody>
          </p:sp>
          <p:sp>
            <p:nvSpPr>
              <p:cNvPr id="3473" name="Noise cell"/>
              <p:cNvSpPr/>
              <p:nvPr/>
            </p:nvSpPr>
            <p:spPr>
              <a:xfrm>
                <a:off x="9984775" y="8247888"/>
                <a:ext cx="18770" cy="18928"/>
              </a:xfrm>
              <a:prstGeom prst="rect">
                <a:avLst/>
              </a:prstGeom>
              <a:solidFill>
                <a:srgbClr val="888888"/>
              </a:solidFill>
              <a:ln>
                <a:noFill/>
              </a:ln>
              <a:effectLst/>
            </p:spPr>
            <p:txBody>
              <a:bodyPr rtlCol="0" anchor="ctr"/>
              <a:lstStyle/>
              <a:p>
                <a:pPr algn="ctr"/>
              </a:p>
            </p:txBody>
          </p:sp>
          <p:sp>
            <p:nvSpPr>
              <p:cNvPr id="3474" name="Noise cell"/>
              <p:cNvSpPr/>
              <p:nvPr/>
            </p:nvSpPr>
            <p:spPr>
              <a:xfrm>
                <a:off x="10002905" y="8247888"/>
                <a:ext cx="18770" cy="18928"/>
              </a:xfrm>
              <a:prstGeom prst="rect">
                <a:avLst/>
              </a:prstGeom>
              <a:solidFill>
                <a:srgbClr val="818181"/>
              </a:solidFill>
              <a:ln>
                <a:noFill/>
              </a:ln>
              <a:effectLst/>
            </p:spPr>
            <p:txBody>
              <a:bodyPr rtlCol="0" anchor="ctr"/>
              <a:lstStyle/>
              <a:p>
                <a:pPr algn="ctr"/>
              </a:p>
            </p:txBody>
          </p:sp>
          <p:sp>
            <p:nvSpPr>
              <p:cNvPr id="3475" name="Noise cell"/>
              <p:cNvSpPr/>
              <p:nvPr/>
            </p:nvSpPr>
            <p:spPr>
              <a:xfrm>
                <a:off x="10021036" y="8247888"/>
                <a:ext cx="18770" cy="18928"/>
              </a:xfrm>
              <a:prstGeom prst="rect">
                <a:avLst/>
              </a:prstGeom>
              <a:solidFill>
                <a:srgbClr val="777777"/>
              </a:solidFill>
              <a:ln>
                <a:noFill/>
              </a:ln>
              <a:effectLst/>
            </p:spPr>
            <p:txBody>
              <a:bodyPr rtlCol="0" anchor="ctr"/>
              <a:lstStyle/>
              <a:p>
                <a:pPr algn="ctr"/>
              </a:p>
            </p:txBody>
          </p:sp>
          <p:sp>
            <p:nvSpPr>
              <p:cNvPr id="3476" name="Noise cell"/>
              <p:cNvSpPr/>
              <p:nvPr/>
            </p:nvSpPr>
            <p:spPr>
              <a:xfrm>
                <a:off x="10039166" y="8247888"/>
                <a:ext cx="18770" cy="18928"/>
              </a:xfrm>
              <a:prstGeom prst="rect">
                <a:avLst/>
              </a:prstGeom>
              <a:solidFill>
                <a:srgbClr val="8C8C8C"/>
              </a:solidFill>
              <a:ln>
                <a:noFill/>
              </a:ln>
              <a:effectLst/>
            </p:spPr>
            <p:txBody>
              <a:bodyPr rtlCol="0" anchor="ctr"/>
              <a:lstStyle/>
              <a:p>
                <a:pPr algn="ctr"/>
              </a:p>
            </p:txBody>
          </p:sp>
          <p:sp>
            <p:nvSpPr>
              <p:cNvPr id="3477" name="Noise cell"/>
              <p:cNvSpPr/>
              <p:nvPr/>
            </p:nvSpPr>
            <p:spPr>
              <a:xfrm>
                <a:off x="10057296" y="8247888"/>
                <a:ext cx="18770" cy="18928"/>
              </a:xfrm>
              <a:prstGeom prst="rect">
                <a:avLst/>
              </a:prstGeom>
              <a:solidFill>
                <a:srgbClr val="686868"/>
              </a:solidFill>
              <a:ln>
                <a:noFill/>
              </a:ln>
              <a:effectLst/>
            </p:spPr>
            <p:txBody>
              <a:bodyPr rtlCol="0" anchor="ctr"/>
              <a:lstStyle/>
              <a:p>
                <a:pPr algn="ctr"/>
              </a:p>
            </p:txBody>
          </p:sp>
          <p:sp>
            <p:nvSpPr>
              <p:cNvPr id="3478" name="Noise cell"/>
              <p:cNvSpPr/>
              <p:nvPr/>
            </p:nvSpPr>
            <p:spPr>
              <a:xfrm>
                <a:off x="10075427" y="8247888"/>
                <a:ext cx="18770" cy="18928"/>
              </a:xfrm>
              <a:prstGeom prst="rect">
                <a:avLst/>
              </a:prstGeom>
              <a:solidFill>
                <a:srgbClr val="7E7E7E"/>
              </a:solidFill>
              <a:ln>
                <a:noFill/>
              </a:ln>
              <a:effectLst/>
            </p:spPr>
            <p:txBody>
              <a:bodyPr rtlCol="0" anchor="ctr"/>
              <a:lstStyle/>
              <a:p>
                <a:pPr algn="ctr"/>
              </a:p>
            </p:txBody>
          </p:sp>
          <p:sp>
            <p:nvSpPr>
              <p:cNvPr id="3479" name="Noise cell"/>
              <p:cNvSpPr/>
              <p:nvPr/>
            </p:nvSpPr>
            <p:spPr>
              <a:xfrm>
                <a:off x="10093557" y="8247888"/>
                <a:ext cx="18770" cy="18928"/>
              </a:xfrm>
              <a:prstGeom prst="rect">
                <a:avLst/>
              </a:prstGeom>
              <a:solidFill>
                <a:srgbClr val="7D7D7D"/>
              </a:solidFill>
              <a:ln>
                <a:noFill/>
              </a:ln>
              <a:effectLst/>
            </p:spPr>
            <p:txBody>
              <a:bodyPr rtlCol="0" anchor="ctr"/>
              <a:lstStyle/>
              <a:p>
                <a:pPr algn="ctr"/>
              </a:p>
            </p:txBody>
          </p:sp>
          <p:sp>
            <p:nvSpPr>
              <p:cNvPr id="3480" name="Noise cell"/>
              <p:cNvSpPr/>
              <p:nvPr/>
            </p:nvSpPr>
            <p:spPr>
              <a:xfrm>
                <a:off x="10111687" y="8247888"/>
                <a:ext cx="18770" cy="18928"/>
              </a:xfrm>
              <a:prstGeom prst="rect">
                <a:avLst/>
              </a:prstGeom>
              <a:solidFill>
                <a:srgbClr val="7B7B7B"/>
              </a:solidFill>
              <a:ln>
                <a:noFill/>
              </a:ln>
              <a:effectLst/>
            </p:spPr>
            <p:txBody>
              <a:bodyPr rtlCol="0" anchor="ctr"/>
              <a:lstStyle/>
              <a:p>
                <a:pPr algn="ctr"/>
              </a:p>
            </p:txBody>
          </p:sp>
          <p:sp>
            <p:nvSpPr>
              <p:cNvPr id="3481" name="Noise cell"/>
              <p:cNvSpPr/>
              <p:nvPr/>
            </p:nvSpPr>
            <p:spPr>
              <a:xfrm>
                <a:off x="10129818" y="8247888"/>
                <a:ext cx="18770" cy="18928"/>
              </a:xfrm>
              <a:prstGeom prst="rect">
                <a:avLst/>
              </a:prstGeom>
              <a:solidFill>
                <a:srgbClr val="838383"/>
              </a:solidFill>
              <a:ln>
                <a:noFill/>
              </a:ln>
              <a:effectLst/>
            </p:spPr>
            <p:txBody>
              <a:bodyPr rtlCol="0" anchor="ctr"/>
              <a:lstStyle/>
              <a:p>
                <a:pPr algn="ctr"/>
              </a:p>
            </p:txBody>
          </p:sp>
          <p:sp>
            <p:nvSpPr>
              <p:cNvPr id="3482" name="Noise cell"/>
              <p:cNvSpPr/>
              <p:nvPr/>
            </p:nvSpPr>
            <p:spPr>
              <a:xfrm>
                <a:off x="10147948" y="8247888"/>
                <a:ext cx="18770" cy="18928"/>
              </a:xfrm>
              <a:prstGeom prst="rect">
                <a:avLst/>
              </a:prstGeom>
              <a:solidFill>
                <a:srgbClr val="797979"/>
              </a:solidFill>
              <a:ln>
                <a:noFill/>
              </a:ln>
              <a:effectLst/>
            </p:spPr>
            <p:txBody>
              <a:bodyPr rtlCol="0" anchor="ctr"/>
              <a:lstStyle/>
              <a:p>
                <a:pPr algn="ctr"/>
              </a:p>
            </p:txBody>
          </p:sp>
          <p:sp>
            <p:nvSpPr>
              <p:cNvPr id="3483" name="Noise cell"/>
              <p:cNvSpPr/>
              <p:nvPr/>
            </p:nvSpPr>
            <p:spPr>
              <a:xfrm>
                <a:off x="10166078" y="8247888"/>
                <a:ext cx="18770" cy="18928"/>
              </a:xfrm>
              <a:prstGeom prst="rect">
                <a:avLst/>
              </a:prstGeom>
              <a:solidFill>
                <a:srgbClr val="727272"/>
              </a:solidFill>
              <a:ln>
                <a:noFill/>
              </a:ln>
              <a:effectLst/>
            </p:spPr>
            <p:txBody>
              <a:bodyPr rtlCol="0" anchor="ctr"/>
              <a:lstStyle/>
              <a:p>
                <a:pPr algn="ctr"/>
              </a:p>
            </p:txBody>
          </p:sp>
          <p:sp>
            <p:nvSpPr>
              <p:cNvPr id="3484" name="Noise cell"/>
              <p:cNvSpPr/>
              <p:nvPr/>
            </p:nvSpPr>
            <p:spPr>
              <a:xfrm>
                <a:off x="10184209" y="8247888"/>
                <a:ext cx="18770" cy="18928"/>
              </a:xfrm>
              <a:prstGeom prst="rect">
                <a:avLst/>
              </a:prstGeom>
              <a:solidFill>
                <a:srgbClr val="A2A2A2"/>
              </a:solidFill>
              <a:ln>
                <a:noFill/>
              </a:ln>
              <a:effectLst/>
            </p:spPr>
            <p:txBody>
              <a:bodyPr rtlCol="0" anchor="ctr"/>
              <a:lstStyle/>
              <a:p>
                <a:pPr algn="ctr"/>
              </a:p>
            </p:txBody>
          </p:sp>
          <p:sp>
            <p:nvSpPr>
              <p:cNvPr id="3485" name="Noise cell"/>
              <p:cNvSpPr/>
              <p:nvPr/>
            </p:nvSpPr>
            <p:spPr>
              <a:xfrm>
                <a:off x="10202339" y="8247888"/>
                <a:ext cx="18770" cy="18928"/>
              </a:xfrm>
              <a:prstGeom prst="rect">
                <a:avLst/>
              </a:prstGeom>
              <a:solidFill>
                <a:srgbClr val="6E6E6E"/>
              </a:solidFill>
              <a:ln>
                <a:noFill/>
              </a:ln>
              <a:effectLst/>
            </p:spPr>
            <p:txBody>
              <a:bodyPr rtlCol="0" anchor="ctr"/>
              <a:lstStyle/>
              <a:p>
                <a:pPr algn="ctr"/>
              </a:p>
            </p:txBody>
          </p:sp>
          <p:sp>
            <p:nvSpPr>
              <p:cNvPr id="3486" name="Noise cell"/>
              <p:cNvSpPr/>
              <p:nvPr/>
            </p:nvSpPr>
            <p:spPr>
              <a:xfrm>
                <a:off x="10220470" y="8247888"/>
                <a:ext cx="18770" cy="18928"/>
              </a:xfrm>
              <a:prstGeom prst="rect">
                <a:avLst/>
              </a:prstGeom>
              <a:solidFill>
                <a:srgbClr val="929292"/>
              </a:solidFill>
              <a:ln>
                <a:noFill/>
              </a:ln>
              <a:effectLst/>
            </p:spPr>
            <p:txBody>
              <a:bodyPr rtlCol="0" anchor="ctr"/>
              <a:lstStyle/>
              <a:p>
                <a:pPr algn="ctr"/>
              </a:p>
            </p:txBody>
          </p:sp>
          <p:sp>
            <p:nvSpPr>
              <p:cNvPr id="3487" name="Noise cell"/>
              <p:cNvSpPr/>
              <p:nvPr/>
            </p:nvSpPr>
            <p:spPr>
              <a:xfrm>
                <a:off x="10238600" y="8247888"/>
                <a:ext cx="18770" cy="18928"/>
              </a:xfrm>
              <a:prstGeom prst="rect">
                <a:avLst/>
              </a:prstGeom>
              <a:solidFill>
                <a:srgbClr val="8A8A8A"/>
              </a:solidFill>
              <a:ln>
                <a:noFill/>
              </a:ln>
              <a:effectLst/>
            </p:spPr>
            <p:txBody>
              <a:bodyPr rtlCol="0" anchor="ctr"/>
              <a:lstStyle/>
              <a:p>
                <a:pPr algn="ctr"/>
              </a:p>
            </p:txBody>
          </p:sp>
          <p:sp>
            <p:nvSpPr>
              <p:cNvPr id="3488" name="Noise cell"/>
              <p:cNvSpPr/>
              <p:nvPr/>
            </p:nvSpPr>
            <p:spPr>
              <a:xfrm>
                <a:off x="10256730" y="8247888"/>
                <a:ext cx="18770" cy="18928"/>
              </a:xfrm>
              <a:prstGeom prst="rect">
                <a:avLst/>
              </a:prstGeom>
              <a:solidFill>
                <a:srgbClr val="7F7F7F"/>
              </a:solidFill>
              <a:ln>
                <a:noFill/>
              </a:ln>
              <a:effectLst/>
            </p:spPr>
            <p:txBody>
              <a:bodyPr rtlCol="0" anchor="ctr"/>
              <a:lstStyle/>
              <a:p>
                <a:pPr algn="ctr"/>
              </a:p>
            </p:txBody>
          </p:sp>
          <p:sp>
            <p:nvSpPr>
              <p:cNvPr id="3489" name="Noise cell"/>
              <p:cNvSpPr/>
              <p:nvPr/>
            </p:nvSpPr>
            <p:spPr>
              <a:xfrm>
                <a:off x="10274861" y="8247888"/>
                <a:ext cx="18770" cy="18928"/>
              </a:xfrm>
              <a:prstGeom prst="rect">
                <a:avLst/>
              </a:prstGeom>
              <a:solidFill>
                <a:srgbClr val="A0A0A0"/>
              </a:solidFill>
              <a:ln>
                <a:noFill/>
              </a:ln>
              <a:effectLst/>
            </p:spPr>
            <p:txBody>
              <a:bodyPr rtlCol="0" anchor="ctr"/>
              <a:lstStyle/>
              <a:p>
                <a:pPr algn="ctr"/>
              </a:p>
            </p:txBody>
          </p:sp>
          <p:sp>
            <p:nvSpPr>
              <p:cNvPr id="3490" name="Noise cell"/>
              <p:cNvSpPr/>
              <p:nvPr/>
            </p:nvSpPr>
            <p:spPr>
              <a:xfrm>
                <a:off x="10292991" y="8247888"/>
                <a:ext cx="18770" cy="18928"/>
              </a:xfrm>
              <a:prstGeom prst="rect">
                <a:avLst/>
              </a:prstGeom>
              <a:solidFill>
                <a:srgbClr val="858585"/>
              </a:solidFill>
              <a:ln>
                <a:noFill/>
              </a:ln>
              <a:effectLst/>
            </p:spPr>
            <p:txBody>
              <a:bodyPr rtlCol="0" anchor="ctr"/>
              <a:lstStyle/>
              <a:p>
                <a:pPr algn="ctr"/>
              </a:p>
            </p:txBody>
          </p:sp>
          <p:sp>
            <p:nvSpPr>
              <p:cNvPr id="3491" name="Noise cell"/>
              <p:cNvSpPr/>
              <p:nvPr/>
            </p:nvSpPr>
            <p:spPr>
              <a:xfrm>
                <a:off x="10311121" y="8247888"/>
                <a:ext cx="18770" cy="18928"/>
              </a:xfrm>
              <a:prstGeom prst="rect">
                <a:avLst/>
              </a:prstGeom>
              <a:solidFill>
                <a:srgbClr val="999999"/>
              </a:solidFill>
              <a:ln>
                <a:noFill/>
              </a:ln>
              <a:effectLst/>
            </p:spPr>
            <p:txBody>
              <a:bodyPr rtlCol="0" anchor="ctr"/>
              <a:lstStyle/>
              <a:p>
                <a:pPr algn="ctr"/>
              </a:p>
            </p:txBody>
          </p:sp>
          <p:sp>
            <p:nvSpPr>
              <p:cNvPr id="3492" name="Noise cell"/>
              <p:cNvSpPr/>
              <p:nvPr/>
            </p:nvSpPr>
            <p:spPr>
              <a:xfrm>
                <a:off x="10329252" y="8247888"/>
                <a:ext cx="18770" cy="18928"/>
              </a:xfrm>
              <a:prstGeom prst="rect">
                <a:avLst/>
              </a:prstGeom>
              <a:solidFill>
                <a:srgbClr val="9B9B9B"/>
              </a:solidFill>
              <a:ln>
                <a:noFill/>
              </a:ln>
              <a:effectLst/>
            </p:spPr>
            <p:txBody>
              <a:bodyPr rtlCol="0" anchor="ctr"/>
              <a:lstStyle/>
              <a:p>
                <a:pPr algn="ctr"/>
              </a:p>
            </p:txBody>
          </p:sp>
          <p:sp>
            <p:nvSpPr>
              <p:cNvPr id="3493" name="Noise cell"/>
              <p:cNvSpPr/>
              <p:nvPr/>
            </p:nvSpPr>
            <p:spPr>
              <a:xfrm>
                <a:off x="10347382" y="8247888"/>
                <a:ext cx="18770" cy="18928"/>
              </a:xfrm>
              <a:prstGeom prst="rect">
                <a:avLst/>
              </a:prstGeom>
              <a:solidFill>
                <a:srgbClr val="848484"/>
              </a:solidFill>
              <a:ln>
                <a:noFill/>
              </a:ln>
              <a:effectLst/>
            </p:spPr>
            <p:txBody>
              <a:bodyPr rtlCol="0" anchor="ctr"/>
              <a:lstStyle/>
              <a:p>
                <a:pPr algn="ctr"/>
              </a:p>
            </p:txBody>
          </p:sp>
          <p:sp>
            <p:nvSpPr>
              <p:cNvPr id="3494" name="Noise cell"/>
              <p:cNvSpPr/>
              <p:nvPr/>
            </p:nvSpPr>
            <p:spPr>
              <a:xfrm>
                <a:off x="10365512" y="8247888"/>
                <a:ext cx="18770" cy="18928"/>
              </a:xfrm>
              <a:prstGeom prst="rect">
                <a:avLst/>
              </a:prstGeom>
              <a:solidFill>
                <a:srgbClr val="767676"/>
              </a:solidFill>
              <a:ln>
                <a:noFill/>
              </a:ln>
              <a:effectLst/>
            </p:spPr>
            <p:txBody>
              <a:bodyPr rtlCol="0" anchor="ctr"/>
              <a:lstStyle/>
              <a:p>
                <a:pPr algn="ctr"/>
              </a:p>
            </p:txBody>
          </p:sp>
          <p:sp>
            <p:nvSpPr>
              <p:cNvPr id="3495" name="Noise cell"/>
              <p:cNvSpPr/>
              <p:nvPr/>
            </p:nvSpPr>
            <p:spPr>
              <a:xfrm>
                <a:off x="10383643" y="8247888"/>
                <a:ext cx="18770" cy="18928"/>
              </a:xfrm>
              <a:prstGeom prst="rect">
                <a:avLst/>
              </a:prstGeom>
              <a:solidFill>
                <a:srgbClr val="747474"/>
              </a:solidFill>
              <a:ln>
                <a:noFill/>
              </a:ln>
              <a:effectLst/>
            </p:spPr>
            <p:txBody>
              <a:bodyPr rtlCol="0" anchor="ctr"/>
              <a:lstStyle/>
              <a:p>
                <a:pPr algn="ctr"/>
              </a:p>
            </p:txBody>
          </p:sp>
          <p:sp>
            <p:nvSpPr>
              <p:cNvPr id="3496" name="Noise cell"/>
              <p:cNvSpPr/>
              <p:nvPr/>
            </p:nvSpPr>
            <p:spPr>
              <a:xfrm>
                <a:off x="10401773" y="8247888"/>
                <a:ext cx="18770" cy="18928"/>
              </a:xfrm>
              <a:prstGeom prst="rect">
                <a:avLst/>
              </a:prstGeom>
              <a:solidFill>
                <a:srgbClr val="858585"/>
              </a:solidFill>
              <a:ln>
                <a:noFill/>
              </a:ln>
              <a:effectLst/>
            </p:spPr>
            <p:txBody>
              <a:bodyPr rtlCol="0" anchor="ctr"/>
              <a:lstStyle/>
              <a:p>
                <a:pPr algn="ctr"/>
              </a:p>
            </p:txBody>
          </p:sp>
          <p:sp>
            <p:nvSpPr>
              <p:cNvPr id="3497" name="Noise cell"/>
              <p:cNvSpPr/>
              <p:nvPr/>
            </p:nvSpPr>
            <p:spPr>
              <a:xfrm>
                <a:off x="10419903" y="8247888"/>
                <a:ext cx="18770" cy="18928"/>
              </a:xfrm>
              <a:prstGeom prst="rect">
                <a:avLst/>
              </a:prstGeom>
              <a:solidFill>
                <a:srgbClr val="808080"/>
              </a:solidFill>
              <a:ln>
                <a:noFill/>
              </a:ln>
              <a:effectLst/>
            </p:spPr>
            <p:txBody>
              <a:bodyPr rtlCol="0" anchor="ctr"/>
              <a:lstStyle/>
              <a:p>
                <a:pPr algn="ctr"/>
              </a:p>
            </p:txBody>
          </p:sp>
          <p:sp>
            <p:nvSpPr>
              <p:cNvPr id="3498" name="Noise cell"/>
              <p:cNvSpPr/>
              <p:nvPr/>
            </p:nvSpPr>
            <p:spPr>
              <a:xfrm>
                <a:off x="10438034" y="8247888"/>
                <a:ext cx="18770" cy="18928"/>
              </a:xfrm>
              <a:prstGeom prst="rect">
                <a:avLst/>
              </a:prstGeom>
              <a:solidFill>
                <a:srgbClr val="9D9D9D"/>
              </a:solidFill>
              <a:ln>
                <a:noFill/>
              </a:ln>
              <a:effectLst/>
            </p:spPr>
            <p:txBody>
              <a:bodyPr rtlCol="0" anchor="ctr"/>
              <a:lstStyle/>
              <a:p>
                <a:pPr algn="ctr"/>
              </a:p>
            </p:txBody>
          </p:sp>
          <p:sp>
            <p:nvSpPr>
              <p:cNvPr id="3499" name="Noise cell"/>
              <p:cNvSpPr/>
              <p:nvPr/>
            </p:nvSpPr>
            <p:spPr>
              <a:xfrm>
                <a:off x="10456164" y="8247888"/>
                <a:ext cx="18770" cy="18928"/>
              </a:xfrm>
              <a:prstGeom prst="rect">
                <a:avLst/>
              </a:prstGeom>
              <a:solidFill>
                <a:srgbClr val="848484"/>
              </a:solidFill>
              <a:ln>
                <a:noFill/>
              </a:ln>
              <a:effectLst/>
            </p:spPr>
            <p:txBody>
              <a:bodyPr rtlCol="0" anchor="ctr"/>
              <a:lstStyle/>
              <a:p>
                <a:pPr algn="ctr"/>
              </a:p>
            </p:txBody>
          </p:sp>
          <p:sp>
            <p:nvSpPr>
              <p:cNvPr id="3500" name="Noise cell"/>
              <p:cNvSpPr/>
              <p:nvPr/>
            </p:nvSpPr>
            <p:spPr>
              <a:xfrm>
                <a:off x="10474294" y="8247888"/>
                <a:ext cx="18770" cy="18928"/>
              </a:xfrm>
              <a:prstGeom prst="rect">
                <a:avLst/>
              </a:prstGeom>
              <a:solidFill>
                <a:srgbClr val="8D8D8D"/>
              </a:solidFill>
              <a:ln>
                <a:noFill/>
              </a:ln>
              <a:effectLst/>
            </p:spPr>
            <p:txBody>
              <a:bodyPr rtlCol="0" anchor="ctr"/>
              <a:lstStyle/>
              <a:p>
                <a:pPr algn="ctr"/>
              </a:p>
            </p:txBody>
          </p:sp>
          <p:sp>
            <p:nvSpPr>
              <p:cNvPr id="3501" name="Noise cell"/>
              <p:cNvSpPr/>
              <p:nvPr/>
            </p:nvSpPr>
            <p:spPr>
              <a:xfrm>
                <a:off x="10492425" y="8247888"/>
                <a:ext cx="18770" cy="18928"/>
              </a:xfrm>
              <a:prstGeom prst="rect">
                <a:avLst/>
              </a:prstGeom>
              <a:solidFill>
                <a:srgbClr val="9F9F9F"/>
              </a:solidFill>
              <a:ln>
                <a:noFill/>
              </a:ln>
              <a:effectLst/>
            </p:spPr>
            <p:txBody>
              <a:bodyPr rtlCol="0" anchor="ctr"/>
              <a:lstStyle/>
              <a:p>
                <a:pPr algn="ctr"/>
              </a:p>
            </p:txBody>
          </p:sp>
          <p:sp>
            <p:nvSpPr>
              <p:cNvPr id="3502" name="Noise cell"/>
              <p:cNvSpPr/>
              <p:nvPr/>
            </p:nvSpPr>
            <p:spPr>
              <a:xfrm>
                <a:off x="10510555" y="8247888"/>
                <a:ext cx="18770" cy="18928"/>
              </a:xfrm>
              <a:prstGeom prst="rect">
                <a:avLst/>
              </a:prstGeom>
              <a:solidFill>
                <a:srgbClr val="6F6F6F"/>
              </a:solidFill>
              <a:ln>
                <a:noFill/>
              </a:ln>
              <a:effectLst/>
            </p:spPr>
            <p:txBody>
              <a:bodyPr rtlCol="0" anchor="ctr"/>
              <a:lstStyle/>
              <a:p>
                <a:pPr algn="ctr"/>
              </a:p>
            </p:txBody>
          </p:sp>
          <p:sp>
            <p:nvSpPr>
              <p:cNvPr id="3503" name="Noise cell"/>
              <p:cNvSpPr/>
              <p:nvPr/>
            </p:nvSpPr>
            <p:spPr>
              <a:xfrm>
                <a:off x="10528685" y="8247888"/>
                <a:ext cx="18770" cy="18928"/>
              </a:xfrm>
              <a:prstGeom prst="rect">
                <a:avLst/>
              </a:prstGeom>
              <a:solidFill>
                <a:srgbClr val="878787"/>
              </a:solidFill>
              <a:ln>
                <a:noFill/>
              </a:ln>
              <a:effectLst/>
            </p:spPr>
            <p:txBody>
              <a:bodyPr rtlCol="0" anchor="ctr"/>
              <a:lstStyle/>
              <a:p>
                <a:pPr algn="ctr"/>
              </a:p>
            </p:txBody>
          </p:sp>
          <p:sp>
            <p:nvSpPr>
              <p:cNvPr id="3504" name="Noise cell"/>
              <p:cNvSpPr/>
              <p:nvPr/>
            </p:nvSpPr>
            <p:spPr>
              <a:xfrm>
                <a:off x="10546816" y="8247888"/>
                <a:ext cx="18770" cy="18928"/>
              </a:xfrm>
              <a:prstGeom prst="rect">
                <a:avLst/>
              </a:prstGeom>
              <a:solidFill>
                <a:srgbClr val="6B6B6B"/>
              </a:solidFill>
              <a:ln>
                <a:noFill/>
              </a:ln>
              <a:effectLst/>
            </p:spPr>
            <p:txBody>
              <a:bodyPr rtlCol="0" anchor="ctr"/>
              <a:lstStyle/>
              <a:p>
                <a:pPr algn="ctr"/>
              </a:p>
            </p:txBody>
          </p:sp>
          <p:sp>
            <p:nvSpPr>
              <p:cNvPr id="3505" name="Noise cell"/>
              <p:cNvSpPr/>
              <p:nvPr/>
            </p:nvSpPr>
            <p:spPr>
              <a:xfrm>
                <a:off x="10564946" y="8247888"/>
                <a:ext cx="18770" cy="18928"/>
              </a:xfrm>
              <a:prstGeom prst="rect">
                <a:avLst/>
              </a:prstGeom>
              <a:solidFill>
                <a:srgbClr val="898989"/>
              </a:solidFill>
              <a:ln>
                <a:noFill/>
              </a:ln>
              <a:effectLst/>
            </p:spPr>
            <p:txBody>
              <a:bodyPr rtlCol="0" anchor="ctr"/>
              <a:lstStyle/>
              <a:p>
                <a:pPr algn="ctr"/>
              </a:p>
            </p:txBody>
          </p:sp>
          <p:sp>
            <p:nvSpPr>
              <p:cNvPr id="3506" name="Noise cell"/>
              <p:cNvSpPr/>
              <p:nvPr/>
            </p:nvSpPr>
            <p:spPr>
              <a:xfrm>
                <a:off x="10583076" y="8247888"/>
                <a:ext cx="18770" cy="18928"/>
              </a:xfrm>
              <a:prstGeom prst="rect">
                <a:avLst/>
              </a:prstGeom>
              <a:solidFill>
                <a:srgbClr val="8D8D8D"/>
              </a:solidFill>
              <a:ln>
                <a:noFill/>
              </a:ln>
              <a:effectLst/>
            </p:spPr>
            <p:txBody>
              <a:bodyPr rtlCol="0" anchor="ctr"/>
              <a:lstStyle/>
              <a:p>
                <a:pPr algn="ctr"/>
              </a:p>
            </p:txBody>
          </p:sp>
          <p:sp>
            <p:nvSpPr>
              <p:cNvPr id="3507" name="Noise cell"/>
              <p:cNvSpPr/>
              <p:nvPr/>
            </p:nvSpPr>
            <p:spPr>
              <a:xfrm>
                <a:off x="10601207" y="8247888"/>
                <a:ext cx="18770" cy="18928"/>
              </a:xfrm>
              <a:prstGeom prst="rect">
                <a:avLst/>
              </a:prstGeom>
              <a:solidFill>
                <a:srgbClr val="8C8C8C"/>
              </a:solidFill>
              <a:ln>
                <a:noFill/>
              </a:ln>
              <a:effectLst/>
            </p:spPr>
            <p:txBody>
              <a:bodyPr rtlCol="0" anchor="ctr"/>
              <a:lstStyle/>
              <a:p>
                <a:pPr algn="ctr"/>
              </a:p>
            </p:txBody>
          </p:sp>
          <p:sp>
            <p:nvSpPr>
              <p:cNvPr id="3508" name="Noise cell"/>
              <p:cNvSpPr/>
              <p:nvPr/>
            </p:nvSpPr>
            <p:spPr>
              <a:xfrm>
                <a:off x="10619337" y="8247888"/>
                <a:ext cx="18770" cy="18928"/>
              </a:xfrm>
              <a:prstGeom prst="rect">
                <a:avLst/>
              </a:prstGeom>
              <a:solidFill>
                <a:srgbClr val="7B7B7B"/>
              </a:solidFill>
              <a:ln>
                <a:noFill/>
              </a:ln>
              <a:effectLst/>
            </p:spPr>
            <p:txBody>
              <a:bodyPr rtlCol="0" anchor="ctr"/>
              <a:lstStyle/>
              <a:p>
                <a:pPr algn="ctr"/>
              </a:p>
            </p:txBody>
          </p:sp>
          <p:sp>
            <p:nvSpPr>
              <p:cNvPr id="3509" name="Noise cell"/>
              <p:cNvSpPr/>
              <p:nvPr/>
            </p:nvSpPr>
            <p:spPr>
              <a:xfrm>
                <a:off x="10637467" y="8247888"/>
                <a:ext cx="18770" cy="18928"/>
              </a:xfrm>
              <a:prstGeom prst="rect">
                <a:avLst/>
              </a:prstGeom>
              <a:solidFill>
                <a:srgbClr val="6E6E6E"/>
              </a:solidFill>
              <a:ln>
                <a:noFill/>
              </a:ln>
              <a:effectLst/>
            </p:spPr>
            <p:txBody>
              <a:bodyPr rtlCol="0" anchor="ctr"/>
              <a:lstStyle/>
              <a:p>
                <a:pPr algn="ctr"/>
              </a:p>
            </p:txBody>
          </p:sp>
          <p:sp>
            <p:nvSpPr>
              <p:cNvPr id="3510" name="Noise cell"/>
              <p:cNvSpPr/>
              <p:nvPr/>
            </p:nvSpPr>
            <p:spPr>
              <a:xfrm>
                <a:off x="10655598" y="8247888"/>
                <a:ext cx="18770" cy="18928"/>
              </a:xfrm>
              <a:prstGeom prst="rect">
                <a:avLst/>
              </a:prstGeom>
              <a:solidFill>
                <a:srgbClr val="858585"/>
              </a:solidFill>
              <a:ln>
                <a:noFill/>
              </a:ln>
              <a:effectLst/>
            </p:spPr>
            <p:txBody>
              <a:bodyPr rtlCol="0" anchor="ctr"/>
              <a:lstStyle/>
              <a:p>
                <a:pPr algn="ctr"/>
              </a:p>
            </p:txBody>
          </p:sp>
          <p:sp>
            <p:nvSpPr>
              <p:cNvPr id="3511" name="Noise cell"/>
              <p:cNvSpPr/>
              <p:nvPr/>
            </p:nvSpPr>
            <p:spPr>
              <a:xfrm>
                <a:off x="10673728" y="8247888"/>
                <a:ext cx="18770" cy="18928"/>
              </a:xfrm>
              <a:prstGeom prst="rect">
                <a:avLst/>
              </a:prstGeom>
              <a:solidFill>
                <a:srgbClr val="898989"/>
              </a:solidFill>
              <a:ln>
                <a:noFill/>
              </a:ln>
              <a:effectLst/>
            </p:spPr>
            <p:txBody>
              <a:bodyPr rtlCol="0" anchor="ctr"/>
              <a:lstStyle/>
              <a:p>
                <a:pPr algn="ctr"/>
              </a:p>
            </p:txBody>
          </p:sp>
          <p:sp>
            <p:nvSpPr>
              <p:cNvPr id="3512" name="Noise cell"/>
              <p:cNvSpPr/>
              <p:nvPr/>
            </p:nvSpPr>
            <p:spPr>
              <a:xfrm>
                <a:off x="10691858" y="8247888"/>
                <a:ext cx="18770" cy="18928"/>
              </a:xfrm>
              <a:prstGeom prst="rect">
                <a:avLst/>
              </a:prstGeom>
              <a:solidFill>
                <a:srgbClr val="888888"/>
              </a:solidFill>
              <a:ln>
                <a:noFill/>
              </a:ln>
              <a:effectLst/>
            </p:spPr>
            <p:txBody>
              <a:bodyPr rtlCol="0" anchor="ctr"/>
              <a:lstStyle/>
              <a:p>
                <a:pPr algn="ctr"/>
              </a:p>
            </p:txBody>
          </p:sp>
          <p:sp>
            <p:nvSpPr>
              <p:cNvPr id="3513" name="Noise cell"/>
              <p:cNvSpPr/>
              <p:nvPr/>
            </p:nvSpPr>
            <p:spPr>
              <a:xfrm>
                <a:off x="10709989" y="8247888"/>
                <a:ext cx="18770" cy="18928"/>
              </a:xfrm>
              <a:prstGeom prst="rect">
                <a:avLst/>
              </a:prstGeom>
              <a:solidFill>
                <a:srgbClr val="959595"/>
              </a:solidFill>
              <a:ln>
                <a:noFill/>
              </a:ln>
              <a:effectLst/>
            </p:spPr>
            <p:txBody>
              <a:bodyPr rtlCol="0" anchor="ctr"/>
              <a:lstStyle/>
              <a:p>
                <a:pPr algn="ctr"/>
              </a:p>
            </p:txBody>
          </p:sp>
          <p:sp>
            <p:nvSpPr>
              <p:cNvPr id="3514" name="Noise cell"/>
              <p:cNvSpPr/>
              <p:nvPr/>
            </p:nvSpPr>
            <p:spPr>
              <a:xfrm>
                <a:off x="10728119" y="8247888"/>
                <a:ext cx="18770" cy="18928"/>
              </a:xfrm>
              <a:prstGeom prst="rect">
                <a:avLst/>
              </a:prstGeom>
              <a:solidFill>
                <a:srgbClr val="9B9B9B"/>
              </a:solidFill>
              <a:ln>
                <a:noFill/>
              </a:ln>
              <a:effectLst/>
            </p:spPr>
            <p:txBody>
              <a:bodyPr rtlCol="0" anchor="ctr"/>
              <a:lstStyle/>
              <a:p>
                <a:pPr algn="ctr"/>
              </a:p>
            </p:txBody>
          </p:sp>
          <p:sp>
            <p:nvSpPr>
              <p:cNvPr id="3515" name="Noise cell"/>
              <p:cNvSpPr/>
              <p:nvPr/>
            </p:nvSpPr>
            <p:spPr>
              <a:xfrm>
                <a:off x="10746250" y="8247888"/>
                <a:ext cx="18770" cy="18928"/>
              </a:xfrm>
              <a:prstGeom prst="rect">
                <a:avLst/>
              </a:prstGeom>
              <a:solidFill>
                <a:srgbClr val="A2A2A2"/>
              </a:solidFill>
              <a:ln>
                <a:noFill/>
              </a:ln>
              <a:effectLst/>
            </p:spPr>
            <p:txBody>
              <a:bodyPr rtlCol="0" anchor="ctr"/>
              <a:lstStyle/>
              <a:p>
                <a:pPr algn="ctr"/>
              </a:p>
            </p:txBody>
          </p:sp>
          <p:sp>
            <p:nvSpPr>
              <p:cNvPr id="3516" name="Noise cell"/>
              <p:cNvSpPr/>
              <p:nvPr/>
            </p:nvSpPr>
            <p:spPr>
              <a:xfrm>
                <a:off x="10764380" y="8247888"/>
                <a:ext cx="18770" cy="18928"/>
              </a:xfrm>
              <a:prstGeom prst="rect">
                <a:avLst/>
              </a:prstGeom>
              <a:solidFill>
                <a:srgbClr val="7C7C7C"/>
              </a:solidFill>
              <a:ln>
                <a:noFill/>
              </a:ln>
              <a:effectLst/>
            </p:spPr>
            <p:txBody>
              <a:bodyPr rtlCol="0" anchor="ctr"/>
              <a:lstStyle/>
              <a:p>
                <a:pPr algn="ctr"/>
              </a:p>
            </p:txBody>
          </p:sp>
          <p:sp>
            <p:nvSpPr>
              <p:cNvPr id="3517" name="Noise cell"/>
              <p:cNvSpPr/>
              <p:nvPr/>
            </p:nvSpPr>
            <p:spPr>
              <a:xfrm>
                <a:off x="10782510" y="8247888"/>
                <a:ext cx="18770" cy="18928"/>
              </a:xfrm>
              <a:prstGeom prst="rect">
                <a:avLst/>
              </a:prstGeom>
              <a:solidFill>
                <a:srgbClr val="7D7D7D"/>
              </a:solidFill>
              <a:ln>
                <a:noFill/>
              </a:ln>
              <a:effectLst/>
            </p:spPr>
            <p:txBody>
              <a:bodyPr rtlCol="0" anchor="ctr"/>
              <a:lstStyle/>
              <a:p>
                <a:pPr algn="ctr"/>
              </a:p>
            </p:txBody>
          </p:sp>
          <p:sp>
            <p:nvSpPr>
              <p:cNvPr id="3518" name="Noise cell"/>
              <p:cNvSpPr/>
              <p:nvPr/>
            </p:nvSpPr>
            <p:spPr>
              <a:xfrm>
                <a:off x="10800641" y="8247888"/>
                <a:ext cx="18770" cy="18928"/>
              </a:xfrm>
              <a:prstGeom prst="rect">
                <a:avLst/>
              </a:prstGeom>
              <a:solidFill>
                <a:srgbClr val="9E9E9E"/>
              </a:solidFill>
              <a:ln>
                <a:noFill/>
              </a:ln>
              <a:effectLst/>
            </p:spPr>
            <p:txBody>
              <a:bodyPr rtlCol="0" anchor="ctr"/>
              <a:lstStyle/>
              <a:p>
                <a:pPr algn="ctr"/>
              </a:p>
            </p:txBody>
          </p:sp>
          <p:sp>
            <p:nvSpPr>
              <p:cNvPr id="3519" name="Noise cell"/>
              <p:cNvSpPr/>
              <p:nvPr/>
            </p:nvSpPr>
            <p:spPr>
              <a:xfrm>
                <a:off x="10818771" y="8247888"/>
                <a:ext cx="18770" cy="18928"/>
              </a:xfrm>
              <a:prstGeom prst="rect">
                <a:avLst/>
              </a:prstGeom>
              <a:solidFill>
                <a:srgbClr val="7B7B7B"/>
              </a:solidFill>
              <a:ln>
                <a:noFill/>
              </a:ln>
              <a:effectLst/>
            </p:spPr>
            <p:txBody>
              <a:bodyPr rtlCol="0" anchor="ctr"/>
              <a:lstStyle/>
              <a:p>
                <a:pPr algn="ctr"/>
              </a:p>
            </p:txBody>
          </p:sp>
          <p:sp>
            <p:nvSpPr>
              <p:cNvPr id="3520" name="Noise cell"/>
              <p:cNvSpPr/>
              <p:nvPr/>
            </p:nvSpPr>
            <p:spPr>
              <a:xfrm>
                <a:off x="10836901" y="8247888"/>
                <a:ext cx="18770" cy="18928"/>
              </a:xfrm>
              <a:prstGeom prst="rect">
                <a:avLst/>
              </a:prstGeom>
              <a:solidFill>
                <a:srgbClr val="888888"/>
              </a:solidFill>
              <a:ln>
                <a:noFill/>
              </a:ln>
              <a:effectLst/>
            </p:spPr>
            <p:txBody>
              <a:bodyPr rtlCol="0" anchor="ctr"/>
              <a:lstStyle/>
              <a:p>
                <a:pPr algn="ctr"/>
              </a:p>
            </p:txBody>
          </p:sp>
          <p:sp>
            <p:nvSpPr>
              <p:cNvPr id="3521" name="Noise cell"/>
              <p:cNvSpPr/>
              <p:nvPr/>
            </p:nvSpPr>
            <p:spPr>
              <a:xfrm>
                <a:off x="10855032" y="8247888"/>
                <a:ext cx="18770" cy="18928"/>
              </a:xfrm>
              <a:prstGeom prst="rect">
                <a:avLst/>
              </a:prstGeom>
              <a:solidFill>
                <a:srgbClr val="858585"/>
              </a:solidFill>
              <a:ln>
                <a:noFill/>
              </a:ln>
              <a:effectLst/>
            </p:spPr>
            <p:txBody>
              <a:bodyPr rtlCol="0" anchor="ctr"/>
              <a:lstStyle/>
              <a:p>
                <a:pPr algn="ctr"/>
              </a:p>
            </p:txBody>
          </p:sp>
          <p:sp>
            <p:nvSpPr>
              <p:cNvPr id="3522" name="Noise cell"/>
              <p:cNvSpPr/>
              <p:nvPr/>
            </p:nvSpPr>
            <p:spPr>
              <a:xfrm>
                <a:off x="10873162" y="8247888"/>
                <a:ext cx="18770" cy="18928"/>
              </a:xfrm>
              <a:prstGeom prst="rect">
                <a:avLst/>
              </a:prstGeom>
              <a:solidFill>
                <a:srgbClr val="7B7B7B"/>
              </a:solidFill>
              <a:ln>
                <a:noFill/>
              </a:ln>
              <a:effectLst/>
            </p:spPr>
            <p:txBody>
              <a:bodyPr rtlCol="0" anchor="ctr"/>
              <a:lstStyle/>
              <a:p>
                <a:pPr algn="ctr"/>
              </a:p>
            </p:txBody>
          </p:sp>
          <p:sp>
            <p:nvSpPr>
              <p:cNvPr id="3523" name="Noise cell"/>
              <p:cNvSpPr/>
              <p:nvPr/>
            </p:nvSpPr>
            <p:spPr>
              <a:xfrm>
                <a:off x="10891292" y="8247888"/>
                <a:ext cx="18770" cy="18928"/>
              </a:xfrm>
              <a:prstGeom prst="rect">
                <a:avLst/>
              </a:prstGeom>
              <a:solidFill>
                <a:srgbClr val="838383"/>
              </a:solidFill>
              <a:ln>
                <a:noFill/>
              </a:ln>
              <a:effectLst/>
            </p:spPr>
            <p:txBody>
              <a:bodyPr rtlCol="0" anchor="ctr"/>
              <a:lstStyle/>
              <a:p>
                <a:pPr algn="ctr"/>
              </a:p>
            </p:txBody>
          </p:sp>
          <p:sp>
            <p:nvSpPr>
              <p:cNvPr id="3524" name="Noise cell"/>
              <p:cNvSpPr/>
              <p:nvPr/>
            </p:nvSpPr>
            <p:spPr>
              <a:xfrm>
                <a:off x="10909423" y="8247888"/>
                <a:ext cx="18770" cy="18928"/>
              </a:xfrm>
              <a:prstGeom prst="rect">
                <a:avLst/>
              </a:prstGeom>
              <a:solidFill>
                <a:srgbClr val="818181"/>
              </a:solidFill>
              <a:ln>
                <a:noFill/>
              </a:ln>
              <a:effectLst/>
            </p:spPr>
            <p:txBody>
              <a:bodyPr rtlCol="0" anchor="ctr"/>
              <a:lstStyle/>
              <a:p>
                <a:pPr algn="ctr"/>
              </a:p>
            </p:txBody>
          </p:sp>
          <p:sp>
            <p:nvSpPr>
              <p:cNvPr id="3525" name="Noise cell"/>
              <p:cNvSpPr/>
              <p:nvPr/>
            </p:nvSpPr>
            <p:spPr>
              <a:xfrm>
                <a:off x="10927553" y="8247888"/>
                <a:ext cx="18770" cy="18928"/>
              </a:xfrm>
              <a:prstGeom prst="rect">
                <a:avLst/>
              </a:prstGeom>
              <a:solidFill>
                <a:srgbClr val="808080"/>
              </a:solidFill>
              <a:ln>
                <a:noFill/>
              </a:ln>
              <a:effectLst/>
            </p:spPr>
            <p:txBody>
              <a:bodyPr rtlCol="0" anchor="ctr"/>
              <a:lstStyle/>
              <a:p>
                <a:pPr algn="ctr"/>
              </a:p>
            </p:txBody>
          </p:sp>
          <p:sp>
            <p:nvSpPr>
              <p:cNvPr id="3526" name="Noise cell"/>
              <p:cNvSpPr/>
              <p:nvPr/>
            </p:nvSpPr>
            <p:spPr>
              <a:xfrm>
                <a:off x="10945683" y="8247888"/>
                <a:ext cx="18770" cy="18928"/>
              </a:xfrm>
              <a:prstGeom prst="rect">
                <a:avLst/>
              </a:prstGeom>
              <a:solidFill>
                <a:srgbClr val="818181"/>
              </a:solidFill>
              <a:ln>
                <a:noFill/>
              </a:ln>
              <a:effectLst/>
            </p:spPr>
            <p:txBody>
              <a:bodyPr rtlCol="0" anchor="ctr"/>
              <a:lstStyle/>
              <a:p>
                <a:pPr algn="ctr"/>
              </a:p>
            </p:txBody>
          </p:sp>
          <p:sp>
            <p:nvSpPr>
              <p:cNvPr id="3527" name="Noise cell"/>
              <p:cNvSpPr/>
              <p:nvPr/>
            </p:nvSpPr>
            <p:spPr>
              <a:xfrm>
                <a:off x="10963814" y="8247888"/>
                <a:ext cx="18770" cy="18928"/>
              </a:xfrm>
              <a:prstGeom prst="rect">
                <a:avLst/>
              </a:prstGeom>
              <a:solidFill>
                <a:srgbClr val="7A7A7A"/>
              </a:solidFill>
              <a:ln>
                <a:noFill/>
              </a:ln>
              <a:effectLst/>
            </p:spPr>
            <p:txBody>
              <a:bodyPr rtlCol="0" anchor="ctr"/>
              <a:lstStyle/>
              <a:p>
                <a:pPr algn="ctr"/>
              </a:p>
            </p:txBody>
          </p:sp>
          <p:sp>
            <p:nvSpPr>
              <p:cNvPr id="3528" name="Noise cell"/>
              <p:cNvSpPr/>
              <p:nvPr/>
            </p:nvSpPr>
            <p:spPr>
              <a:xfrm>
                <a:off x="9930384" y="8266176"/>
                <a:ext cx="18770" cy="18928"/>
              </a:xfrm>
              <a:prstGeom prst="rect">
                <a:avLst/>
              </a:prstGeom>
              <a:solidFill>
                <a:srgbClr val="797979"/>
              </a:solidFill>
              <a:ln>
                <a:noFill/>
              </a:ln>
              <a:effectLst/>
            </p:spPr>
            <p:txBody>
              <a:bodyPr rtlCol="0" anchor="ctr"/>
              <a:lstStyle/>
              <a:p>
                <a:pPr algn="ctr"/>
              </a:p>
            </p:txBody>
          </p:sp>
          <p:sp>
            <p:nvSpPr>
              <p:cNvPr id="3529" name="Noise cell"/>
              <p:cNvSpPr/>
              <p:nvPr/>
            </p:nvSpPr>
            <p:spPr>
              <a:xfrm>
                <a:off x="9948514" y="8266176"/>
                <a:ext cx="18770" cy="18928"/>
              </a:xfrm>
              <a:prstGeom prst="rect">
                <a:avLst/>
              </a:prstGeom>
              <a:solidFill>
                <a:srgbClr val="7E7E7E"/>
              </a:solidFill>
              <a:ln>
                <a:noFill/>
              </a:ln>
              <a:effectLst/>
            </p:spPr>
            <p:txBody>
              <a:bodyPr rtlCol="0" anchor="ctr"/>
              <a:lstStyle/>
              <a:p>
                <a:pPr algn="ctr"/>
              </a:p>
            </p:txBody>
          </p:sp>
          <p:sp>
            <p:nvSpPr>
              <p:cNvPr id="3530" name="Noise cell"/>
              <p:cNvSpPr/>
              <p:nvPr/>
            </p:nvSpPr>
            <p:spPr>
              <a:xfrm>
                <a:off x="9966645" y="8266176"/>
                <a:ext cx="18770" cy="18928"/>
              </a:xfrm>
              <a:prstGeom prst="rect">
                <a:avLst/>
              </a:prstGeom>
              <a:solidFill>
                <a:srgbClr val="757575"/>
              </a:solidFill>
              <a:ln>
                <a:noFill/>
              </a:ln>
              <a:effectLst/>
            </p:spPr>
            <p:txBody>
              <a:bodyPr rtlCol="0" anchor="ctr"/>
              <a:lstStyle/>
              <a:p>
                <a:pPr algn="ctr"/>
              </a:p>
            </p:txBody>
          </p:sp>
          <p:sp>
            <p:nvSpPr>
              <p:cNvPr id="3531" name="Noise cell"/>
              <p:cNvSpPr/>
              <p:nvPr/>
            </p:nvSpPr>
            <p:spPr>
              <a:xfrm>
                <a:off x="9984775" y="8266176"/>
                <a:ext cx="18770" cy="18928"/>
              </a:xfrm>
              <a:prstGeom prst="rect">
                <a:avLst/>
              </a:prstGeom>
              <a:solidFill>
                <a:srgbClr val="8A8A8A"/>
              </a:solidFill>
              <a:ln>
                <a:noFill/>
              </a:ln>
              <a:effectLst/>
            </p:spPr>
            <p:txBody>
              <a:bodyPr rtlCol="0" anchor="ctr"/>
              <a:lstStyle/>
              <a:p>
                <a:pPr algn="ctr"/>
              </a:p>
            </p:txBody>
          </p:sp>
          <p:sp>
            <p:nvSpPr>
              <p:cNvPr id="3532" name="Noise cell"/>
              <p:cNvSpPr/>
              <p:nvPr/>
            </p:nvSpPr>
            <p:spPr>
              <a:xfrm>
                <a:off x="10002905" y="8266176"/>
                <a:ext cx="18770" cy="18928"/>
              </a:xfrm>
              <a:prstGeom prst="rect">
                <a:avLst/>
              </a:prstGeom>
              <a:solidFill>
                <a:srgbClr val="7A7A7A"/>
              </a:solidFill>
              <a:ln>
                <a:noFill/>
              </a:ln>
              <a:effectLst/>
            </p:spPr>
            <p:txBody>
              <a:bodyPr rtlCol="0" anchor="ctr"/>
              <a:lstStyle/>
              <a:p>
                <a:pPr algn="ctr"/>
              </a:p>
            </p:txBody>
          </p:sp>
          <p:sp>
            <p:nvSpPr>
              <p:cNvPr id="3533" name="Noise cell"/>
              <p:cNvSpPr/>
              <p:nvPr/>
            </p:nvSpPr>
            <p:spPr>
              <a:xfrm>
                <a:off x="10021036" y="8266176"/>
                <a:ext cx="18770" cy="18928"/>
              </a:xfrm>
              <a:prstGeom prst="rect">
                <a:avLst/>
              </a:prstGeom>
              <a:solidFill>
                <a:srgbClr val="979797"/>
              </a:solidFill>
              <a:ln>
                <a:noFill/>
              </a:ln>
              <a:effectLst/>
            </p:spPr>
            <p:txBody>
              <a:bodyPr rtlCol="0" anchor="ctr"/>
              <a:lstStyle/>
              <a:p>
                <a:pPr algn="ctr"/>
              </a:p>
            </p:txBody>
          </p:sp>
          <p:sp>
            <p:nvSpPr>
              <p:cNvPr id="3534" name="Noise cell"/>
              <p:cNvSpPr/>
              <p:nvPr/>
            </p:nvSpPr>
            <p:spPr>
              <a:xfrm>
                <a:off x="10039166" y="8266176"/>
                <a:ext cx="18770" cy="18928"/>
              </a:xfrm>
              <a:prstGeom prst="rect">
                <a:avLst/>
              </a:prstGeom>
              <a:solidFill>
                <a:srgbClr val="7F7F7F"/>
              </a:solidFill>
              <a:ln>
                <a:noFill/>
              </a:ln>
              <a:effectLst/>
            </p:spPr>
            <p:txBody>
              <a:bodyPr rtlCol="0" anchor="ctr"/>
              <a:lstStyle/>
              <a:p>
                <a:pPr algn="ctr"/>
              </a:p>
            </p:txBody>
          </p:sp>
          <p:sp>
            <p:nvSpPr>
              <p:cNvPr id="3535" name="Noise cell"/>
              <p:cNvSpPr/>
              <p:nvPr/>
            </p:nvSpPr>
            <p:spPr>
              <a:xfrm>
                <a:off x="10057296" y="8266176"/>
                <a:ext cx="18770" cy="18928"/>
              </a:xfrm>
              <a:prstGeom prst="rect">
                <a:avLst/>
              </a:prstGeom>
              <a:solidFill>
                <a:srgbClr val="7E7E7E"/>
              </a:solidFill>
              <a:ln>
                <a:noFill/>
              </a:ln>
              <a:effectLst/>
            </p:spPr>
            <p:txBody>
              <a:bodyPr rtlCol="0" anchor="ctr"/>
              <a:lstStyle/>
              <a:p>
                <a:pPr algn="ctr"/>
              </a:p>
            </p:txBody>
          </p:sp>
          <p:sp>
            <p:nvSpPr>
              <p:cNvPr id="3536" name="Noise cell"/>
              <p:cNvSpPr/>
              <p:nvPr/>
            </p:nvSpPr>
            <p:spPr>
              <a:xfrm>
                <a:off x="10075427" y="8266176"/>
                <a:ext cx="18770" cy="18928"/>
              </a:xfrm>
              <a:prstGeom prst="rect">
                <a:avLst/>
              </a:prstGeom>
              <a:solidFill>
                <a:srgbClr val="939393"/>
              </a:solidFill>
              <a:ln>
                <a:noFill/>
              </a:ln>
              <a:effectLst/>
            </p:spPr>
            <p:txBody>
              <a:bodyPr rtlCol="0" anchor="ctr"/>
              <a:lstStyle/>
              <a:p>
                <a:pPr algn="ctr"/>
              </a:p>
            </p:txBody>
          </p:sp>
          <p:sp>
            <p:nvSpPr>
              <p:cNvPr id="3537" name="Noise cell"/>
              <p:cNvSpPr/>
              <p:nvPr/>
            </p:nvSpPr>
            <p:spPr>
              <a:xfrm>
                <a:off x="10093557" y="8266176"/>
                <a:ext cx="18770" cy="18928"/>
              </a:xfrm>
              <a:prstGeom prst="rect">
                <a:avLst/>
              </a:prstGeom>
              <a:solidFill>
                <a:srgbClr val="9F9F9F"/>
              </a:solidFill>
              <a:ln>
                <a:noFill/>
              </a:ln>
              <a:effectLst/>
            </p:spPr>
            <p:txBody>
              <a:bodyPr rtlCol="0" anchor="ctr"/>
              <a:lstStyle/>
              <a:p>
                <a:pPr algn="ctr"/>
              </a:p>
            </p:txBody>
          </p:sp>
          <p:sp>
            <p:nvSpPr>
              <p:cNvPr id="3538" name="Noise cell"/>
              <p:cNvSpPr/>
              <p:nvPr/>
            </p:nvSpPr>
            <p:spPr>
              <a:xfrm>
                <a:off x="10111687" y="8266176"/>
                <a:ext cx="18770" cy="18928"/>
              </a:xfrm>
              <a:prstGeom prst="rect">
                <a:avLst/>
              </a:prstGeom>
              <a:solidFill>
                <a:srgbClr val="8F8F8F"/>
              </a:solidFill>
              <a:ln>
                <a:noFill/>
              </a:ln>
              <a:effectLst/>
            </p:spPr>
            <p:txBody>
              <a:bodyPr rtlCol="0" anchor="ctr"/>
              <a:lstStyle/>
              <a:p>
                <a:pPr algn="ctr"/>
              </a:p>
            </p:txBody>
          </p:sp>
          <p:sp>
            <p:nvSpPr>
              <p:cNvPr id="3539" name="Noise cell"/>
              <p:cNvSpPr/>
              <p:nvPr/>
            </p:nvSpPr>
            <p:spPr>
              <a:xfrm>
                <a:off x="10129818" y="8266176"/>
                <a:ext cx="18770" cy="18928"/>
              </a:xfrm>
              <a:prstGeom prst="rect">
                <a:avLst/>
              </a:prstGeom>
              <a:solidFill>
                <a:srgbClr val="7A7A7A"/>
              </a:solidFill>
              <a:ln>
                <a:noFill/>
              </a:ln>
              <a:effectLst/>
            </p:spPr>
            <p:txBody>
              <a:bodyPr rtlCol="0" anchor="ctr"/>
              <a:lstStyle/>
              <a:p>
                <a:pPr algn="ctr"/>
              </a:p>
            </p:txBody>
          </p:sp>
          <p:sp>
            <p:nvSpPr>
              <p:cNvPr id="3540" name="Noise cell"/>
              <p:cNvSpPr/>
              <p:nvPr/>
            </p:nvSpPr>
            <p:spPr>
              <a:xfrm>
                <a:off x="10147948" y="8266176"/>
                <a:ext cx="18770" cy="18928"/>
              </a:xfrm>
              <a:prstGeom prst="rect">
                <a:avLst/>
              </a:prstGeom>
              <a:solidFill>
                <a:srgbClr val="7B7B7B"/>
              </a:solidFill>
              <a:ln>
                <a:noFill/>
              </a:ln>
              <a:effectLst/>
            </p:spPr>
            <p:txBody>
              <a:bodyPr rtlCol="0" anchor="ctr"/>
              <a:lstStyle/>
              <a:p>
                <a:pPr algn="ctr"/>
              </a:p>
            </p:txBody>
          </p:sp>
          <p:sp>
            <p:nvSpPr>
              <p:cNvPr id="3541" name="Noise cell"/>
              <p:cNvSpPr/>
              <p:nvPr/>
            </p:nvSpPr>
            <p:spPr>
              <a:xfrm>
                <a:off x="10166078" y="8266176"/>
                <a:ext cx="18770" cy="18928"/>
              </a:xfrm>
              <a:prstGeom prst="rect">
                <a:avLst/>
              </a:prstGeom>
              <a:solidFill>
                <a:srgbClr val="767676"/>
              </a:solidFill>
              <a:ln>
                <a:noFill/>
              </a:ln>
              <a:effectLst/>
            </p:spPr>
            <p:txBody>
              <a:bodyPr rtlCol="0" anchor="ctr"/>
              <a:lstStyle/>
              <a:p>
                <a:pPr algn="ctr"/>
              </a:p>
            </p:txBody>
          </p:sp>
          <p:sp>
            <p:nvSpPr>
              <p:cNvPr id="3542" name="Noise cell"/>
              <p:cNvSpPr/>
              <p:nvPr/>
            </p:nvSpPr>
            <p:spPr>
              <a:xfrm>
                <a:off x="10184209" y="8266176"/>
                <a:ext cx="18770" cy="18928"/>
              </a:xfrm>
              <a:prstGeom prst="rect">
                <a:avLst/>
              </a:prstGeom>
              <a:solidFill>
                <a:srgbClr val="797979"/>
              </a:solidFill>
              <a:ln>
                <a:noFill/>
              </a:ln>
              <a:effectLst/>
            </p:spPr>
            <p:txBody>
              <a:bodyPr rtlCol="0" anchor="ctr"/>
              <a:lstStyle/>
              <a:p>
                <a:pPr algn="ctr"/>
              </a:p>
            </p:txBody>
          </p:sp>
          <p:sp>
            <p:nvSpPr>
              <p:cNvPr id="3543" name="Noise cell"/>
              <p:cNvSpPr/>
              <p:nvPr/>
            </p:nvSpPr>
            <p:spPr>
              <a:xfrm>
                <a:off x="10202339" y="8266176"/>
                <a:ext cx="18770" cy="18928"/>
              </a:xfrm>
              <a:prstGeom prst="rect">
                <a:avLst/>
              </a:prstGeom>
              <a:solidFill>
                <a:srgbClr val="9C9C9C"/>
              </a:solidFill>
              <a:ln>
                <a:noFill/>
              </a:ln>
              <a:effectLst/>
            </p:spPr>
            <p:txBody>
              <a:bodyPr rtlCol="0" anchor="ctr"/>
              <a:lstStyle/>
              <a:p>
                <a:pPr algn="ctr"/>
              </a:p>
            </p:txBody>
          </p:sp>
          <p:sp>
            <p:nvSpPr>
              <p:cNvPr id="3544" name="Noise cell"/>
              <p:cNvSpPr/>
              <p:nvPr/>
            </p:nvSpPr>
            <p:spPr>
              <a:xfrm>
                <a:off x="10220470" y="8266176"/>
                <a:ext cx="18770" cy="18928"/>
              </a:xfrm>
              <a:prstGeom prst="rect">
                <a:avLst/>
              </a:prstGeom>
              <a:solidFill>
                <a:srgbClr val="7E7E7E"/>
              </a:solidFill>
              <a:ln>
                <a:noFill/>
              </a:ln>
              <a:effectLst/>
            </p:spPr>
            <p:txBody>
              <a:bodyPr rtlCol="0" anchor="ctr"/>
              <a:lstStyle/>
              <a:p>
                <a:pPr algn="ctr"/>
              </a:p>
            </p:txBody>
          </p:sp>
          <p:sp>
            <p:nvSpPr>
              <p:cNvPr id="3545" name="Noise cell"/>
              <p:cNvSpPr/>
              <p:nvPr/>
            </p:nvSpPr>
            <p:spPr>
              <a:xfrm>
                <a:off x="10238600" y="8266176"/>
                <a:ext cx="18770" cy="18928"/>
              </a:xfrm>
              <a:prstGeom prst="rect">
                <a:avLst/>
              </a:prstGeom>
              <a:solidFill>
                <a:srgbClr val="747474"/>
              </a:solidFill>
              <a:ln>
                <a:noFill/>
              </a:ln>
              <a:effectLst/>
            </p:spPr>
            <p:txBody>
              <a:bodyPr rtlCol="0" anchor="ctr"/>
              <a:lstStyle/>
              <a:p>
                <a:pPr algn="ctr"/>
              </a:p>
            </p:txBody>
          </p:sp>
          <p:sp>
            <p:nvSpPr>
              <p:cNvPr id="3546" name="Noise cell"/>
              <p:cNvSpPr/>
              <p:nvPr/>
            </p:nvSpPr>
            <p:spPr>
              <a:xfrm>
                <a:off x="10256730" y="8266176"/>
                <a:ext cx="18770" cy="18928"/>
              </a:xfrm>
              <a:prstGeom prst="rect">
                <a:avLst/>
              </a:prstGeom>
              <a:solidFill>
                <a:srgbClr val="747474"/>
              </a:solidFill>
              <a:ln>
                <a:noFill/>
              </a:ln>
              <a:effectLst/>
            </p:spPr>
            <p:txBody>
              <a:bodyPr rtlCol="0" anchor="ctr"/>
              <a:lstStyle/>
              <a:p>
                <a:pPr algn="ctr"/>
              </a:p>
            </p:txBody>
          </p:sp>
          <p:sp>
            <p:nvSpPr>
              <p:cNvPr id="3547" name="Noise cell"/>
              <p:cNvSpPr/>
              <p:nvPr/>
            </p:nvSpPr>
            <p:spPr>
              <a:xfrm>
                <a:off x="10274861" y="8266176"/>
                <a:ext cx="18770" cy="18928"/>
              </a:xfrm>
              <a:prstGeom prst="rect">
                <a:avLst/>
              </a:prstGeom>
              <a:solidFill>
                <a:srgbClr val="888888"/>
              </a:solidFill>
              <a:ln>
                <a:noFill/>
              </a:ln>
              <a:effectLst/>
            </p:spPr>
            <p:txBody>
              <a:bodyPr rtlCol="0" anchor="ctr"/>
              <a:lstStyle/>
              <a:p>
                <a:pPr algn="ctr"/>
              </a:p>
            </p:txBody>
          </p:sp>
          <p:sp>
            <p:nvSpPr>
              <p:cNvPr id="3548" name="Noise cell"/>
              <p:cNvSpPr/>
              <p:nvPr/>
            </p:nvSpPr>
            <p:spPr>
              <a:xfrm>
                <a:off x="10292991" y="8266176"/>
                <a:ext cx="18770" cy="18928"/>
              </a:xfrm>
              <a:prstGeom prst="rect">
                <a:avLst/>
              </a:prstGeom>
              <a:solidFill>
                <a:srgbClr val="8E8E8E"/>
              </a:solidFill>
              <a:ln>
                <a:noFill/>
              </a:ln>
              <a:effectLst/>
            </p:spPr>
            <p:txBody>
              <a:bodyPr rtlCol="0" anchor="ctr"/>
              <a:lstStyle/>
              <a:p>
                <a:pPr algn="ctr"/>
              </a:p>
            </p:txBody>
          </p:sp>
          <p:sp>
            <p:nvSpPr>
              <p:cNvPr id="3549" name="Noise cell"/>
              <p:cNvSpPr/>
              <p:nvPr/>
            </p:nvSpPr>
            <p:spPr>
              <a:xfrm>
                <a:off x="10311121" y="8266176"/>
                <a:ext cx="18770" cy="18928"/>
              </a:xfrm>
              <a:prstGeom prst="rect">
                <a:avLst/>
              </a:prstGeom>
              <a:solidFill>
                <a:srgbClr val="7A7A7A"/>
              </a:solidFill>
              <a:ln>
                <a:noFill/>
              </a:ln>
              <a:effectLst/>
            </p:spPr>
            <p:txBody>
              <a:bodyPr rtlCol="0" anchor="ctr"/>
              <a:lstStyle/>
              <a:p>
                <a:pPr algn="ctr"/>
              </a:p>
            </p:txBody>
          </p:sp>
          <p:sp>
            <p:nvSpPr>
              <p:cNvPr id="3550" name="Noise cell"/>
              <p:cNvSpPr/>
              <p:nvPr/>
            </p:nvSpPr>
            <p:spPr>
              <a:xfrm>
                <a:off x="10329252" y="8266176"/>
                <a:ext cx="18770" cy="18928"/>
              </a:xfrm>
              <a:prstGeom prst="rect">
                <a:avLst/>
              </a:prstGeom>
              <a:solidFill>
                <a:srgbClr val="878787"/>
              </a:solidFill>
              <a:ln>
                <a:noFill/>
              </a:ln>
              <a:effectLst/>
            </p:spPr>
            <p:txBody>
              <a:bodyPr rtlCol="0" anchor="ctr"/>
              <a:lstStyle/>
              <a:p>
                <a:pPr algn="ctr"/>
              </a:p>
            </p:txBody>
          </p:sp>
          <p:sp>
            <p:nvSpPr>
              <p:cNvPr id="3551" name="Noise cell"/>
              <p:cNvSpPr/>
              <p:nvPr/>
            </p:nvSpPr>
            <p:spPr>
              <a:xfrm>
                <a:off x="10347382" y="8266176"/>
                <a:ext cx="18770" cy="18928"/>
              </a:xfrm>
              <a:prstGeom prst="rect">
                <a:avLst/>
              </a:prstGeom>
              <a:solidFill>
                <a:srgbClr val="8E8E8E"/>
              </a:solidFill>
              <a:ln>
                <a:noFill/>
              </a:ln>
              <a:effectLst/>
            </p:spPr>
            <p:txBody>
              <a:bodyPr rtlCol="0" anchor="ctr"/>
              <a:lstStyle/>
              <a:p>
                <a:pPr algn="ctr"/>
              </a:p>
            </p:txBody>
          </p:sp>
          <p:sp>
            <p:nvSpPr>
              <p:cNvPr id="3552" name="Noise cell"/>
              <p:cNvSpPr/>
              <p:nvPr/>
            </p:nvSpPr>
            <p:spPr>
              <a:xfrm>
                <a:off x="10365512" y="8266176"/>
                <a:ext cx="18770" cy="18928"/>
              </a:xfrm>
              <a:prstGeom prst="rect">
                <a:avLst/>
              </a:prstGeom>
              <a:solidFill>
                <a:srgbClr val="838383"/>
              </a:solidFill>
              <a:ln>
                <a:noFill/>
              </a:ln>
              <a:effectLst/>
            </p:spPr>
            <p:txBody>
              <a:bodyPr rtlCol="0" anchor="ctr"/>
              <a:lstStyle/>
              <a:p>
                <a:pPr algn="ctr"/>
              </a:p>
            </p:txBody>
          </p:sp>
          <p:sp>
            <p:nvSpPr>
              <p:cNvPr id="3553" name="Noise cell"/>
              <p:cNvSpPr/>
              <p:nvPr/>
            </p:nvSpPr>
            <p:spPr>
              <a:xfrm>
                <a:off x="10383643" y="8266176"/>
                <a:ext cx="18770" cy="18928"/>
              </a:xfrm>
              <a:prstGeom prst="rect">
                <a:avLst/>
              </a:prstGeom>
              <a:solidFill>
                <a:srgbClr val="8C8C8C"/>
              </a:solidFill>
              <a:ln>
                <a:noFill/>
              </a:ln>
              <a:effectLst/>
            </p:spPr>
            <p:txBody>
              <a:bodyPr rtlCol="0" anchor="ctr"/>
              <a:lstStyle/>
              <a:p>
                <a:pPr algn="ctr"/>
              </a:p>
            </p:txBody>
          </p:sp>
          <p:sp>
            <p:nvSpPr>
              <p:cNvPr id="3554" name="Noise cell"/>
              <p:cNvSpPr/>
              <p:nvPr/>
            </p:nvSpPr>
            <p:spPr>
              <a:xfrm>
                <a:off x="10401773" y="8266176"/>
                <a:ext cx="18770" cy="18928"/>
              </a:xfrm>
              <a:prstGeom prst="rect">
                <a:avLst/>
              </a:prstGeom>
              <a:solidFill>
                <a:srgbClr val="929292"/>
              </a:solidFill>
              <a:ln>
                <a:noFill/>
              </a:ln>
              <a:effectLst/>
            </p:spPr>
            <p:txBody>
              <a:bodyPr rtlCol="0" anchor="ctr"/>
              <a:lstStyle/>
              <a:p>
                <a:pPr algn="ctr"/>
              </a:p>
            </p:txBody>
          </p:sp>
          <p:sp>
            <p:nvSpPr>
              <p:cNvPr id="3555" name="Noise cell"/>
              <p:cNvSpPr/>
              <p:nvPr/>
            </p:nvSpPr>
            <p:spPr>
              <a:xfrm>
                <a:off x="10419903" y="8266176"/>
                <a:ext cx="18770" cy="18928"/>
              </a:xfrm>
              <a:prstGeom prst="rect">
                <a:avLst/>
              </a:prstGeom>
              <a:solidFill>
                <a:srgbClr val="919191"/>
              </a:solidFill>
              <a:ln>
                <a:noFill/>
              </a:ln>
              <a:effectLst/>
            </p:spPr>
            <p:txBody>
              <a:bodyPr rtlCol="0" anchor="ctr"/>
              <a:lstStyle/>
              <a:p>
                <a:pPr algn="ctr"/>
              </a:p>
            </p:txBody>
          </p:sp>
          <p:sp>
            <p:nvSpPr>
              <p:cNvPr id="3556" name="Noise cell"/>
              <p:cNvSpPr/>
              <p:nvPr/>
            </p:nvSpPr>
            <p:spPr>
              <a:xfrm>
                <a:off x="10438034" y="8266176"/>
                <a:ext cx="18770" cy="18928"/>
              </a:xfrm>
              <a:prstGeom prst="rect">
                <a:avLst/>
              </a:prstGeom>
              <a:solidFill>
                <a:srgbClr val="858585"/>
              </a:solidFill>
              <a:ln>
                <a:noFill/>
              </a:ln>
              <a:effectLst/>
            </p:spPr>
            <p:txBody>
              <a:bodyPr rtlCol="0" anchor="ctr"/>
              <a:lstStyle/>
              <a:p>
                <a:pPr algn="ctr"/>
              </a:p>
            </p:txBody>
          </p:sp>
          <p:sp>
            <p:nvSpPr>
              <p:cNvPr id="3557" name="Noise cell"/>
              <p:cNvSpPr/>
              <p:nvPr/>
            </p:nvSpPr>
            <p:spPr>
              <a:xfrm>
                <a:off x="10456164" y="8266176"/>
                <a:ext cx="18770" cy="18928"/>
              </a:xfrm>
              <a:prstGeom prst="rect">
                <a:avLst/>
              </a:prstGeom>
              <a:solidFill>
                <a:srgbClr val="909090"/>
              </a:solidFill>
              <a:ln>
                <a:noFill/>
              </a:ln>
              <a:effectLst/>
            </p:spPr>
            <p:txBody>
              <a:bodyPr rtlCol="0" anchor="ctr"/>
              <a:lstStyle/>
              <a:p>
                <a:pPr algn="ctr"/>
              </a:p>
            </p:txBody>
          </p:sp>
          <p:sp>
            <p:nvSpPr>
              <p:cNvPr id="3558" name="Noise cell"/>
              <p:cNvSpPr/>
              <p:nvPr/>
            </p:nvSpPr>
            <p:spPr>
              <a:xfrm>
                <a:off x="10474294" y="8266176"/>
                <a:ext cx="18770" cy="18928"/>
              </a:xfrm>
              <a:prstGeom prst="rect">
                <a:avLst/>
              </a:prstGeom>
              <a:solidFill>
                <a:srgbClr val="939393"/>
              </a:solidFill>
              <a:ln>
                <a:noFill/>
              </a:ln>
              <a:effectLst/>
            </p:spPr>
            <p:txBody>
              <a:bodyPr rtlCol="0" anchor="ctr"/>
              <a:lstStyle/>
              <a:p>
                <a:pPr algn="ctr"/>
              </a:p>
            </p:txBody>
          </p:sp>
          <p:sp>
            <p:nvSpPr>
              <p:cNvPr id="3559" name="Noise cell"/>
              <p:cNvSpPr/>
              <p:nvPr/>
            </p:nvSpPr>
            <p:spPr>
              <a:xfrm>
                <a:off x="10492425" y="8266176"/>
                <a:ext cx="18770" cy="18928"/>
              </a:xfrm>
              <a:prstGeom prst="rect">
                <a:avLst/>
              </a:prstGeom>
              <a:solidFill>
                <a:srgbClr val="8C8C8C"/>
              </a:solidFill>
              <a:ln>
                <a:noFill/>
              </a:ln>
              <a:effectLst/>
            </p:spPr>
            <p:txBody>
              <a:bodyPr rtlCol="0" anchor="ctr"/>
              <a:lstStyle/>
              <a:p>
                <a:pPr algn="ctr"/>
              </a:p>
            </p:txBody>
          </p:sp>
          <p:sp>
            <p:nvSpPr>
              <p:cNvPr id="3560" name="Noise cell"/>
              <p:cNvSpPr/>
              <p:nvPr/>
            </p:nvSpPr>
            <p:spPr>
              <a:xfrm>
                <a:off x="10510555" y="8266176"/>
                <a:ext cx="18770" cy="18928"/>
              </a:xfrm>
              <a:prstGeom prst="rect">
                <a:avLst/>
              </a:prstGeom>
              <a:solidFill>
                <a:srgbClr val="828282"/>
              </a:solidFill>
              <a:ln>
                <a:noFill/>
              </a:ln>
              <a:effectLst/>
            </p:spPr>
            <p:txBody>
              <a:bodyPr rtlCol="0" anchor="ctr"/>
              <a:lstStyle/>
              <a:p>
                <a:pPr algn="ctr"/>
              </a:p>
            </p:txBody>
          </p:sp>
          <p:sp>
            <p:nvSpPr>
              <p:cNvPr id="3561" name="Noise cell"/>
              <p:cNvSpPr/>
              <p:nvPr/>
            </p:nvSpPr>
            <p:spPr>
              <a:xfrm>
                <a:off x="10528685" y="8266176"/>
                <a:ext cx="18770" cy="18928"/>
              </a:xfrm>
              <a:prstGeom prst="rect">
                <a:avLst/>
              </a:prstGeom>
              <a:solidFill>
                <a:srgbClr val="767676"/>
              </a:solidFill>
              <a:ln>
                <a:noFill/>
              </a:ln>
              <a:effectLst/>
            </p:spPr>
            <p:txBody>
              <a:bodyPr rtlCol="0" anchor="ctr"/>
              <a:lstStyle/>
              <a:p>
                <a:pPr algn="ctr"/>
              </a:p>
            </p:txBody>
          </p:sp>
          <p:sp>
            <p:nvSpPr>
              <p:cNvPr id="3562" name="Noise cell"/>
              <p:cNvSpPr/>
              <p:nvPr/>
            </p:nvSpPr>
            <p:spPr>
              <a:xfrm>
                <a:off x="10546816" y="8266176"/>
                <a:ext cx="18770" cy="18928"/>
              </a:xfrm>
              <a:prstGeom prst="rect">
                <a:avLst/>
              </a:prstGeom>
              <a:solidFill>
                <a:srgbClr val="828282"/>
              </a:solidFill>
              <a:ln>
                <a:noFill/>
              </a:ln>
              <a:effectLst/>
            </p:spPr>
            <p:txBody>
              <a:bodyPr rtlCol="0" anchor="ctr"/>
              <a:lstStyle/>
              <a:p>
                <a:pPr algn="ctr"/>
              </a:p>
            </p:txBody>
          </p:sp>
          <p:sp>
            <p:nvSpPr>
              <p:cNvPr id="3563" name="Noise cell"/>
              <p:cNvSpPr/>
              <p:nvPr/>
            </p:nvSpPr>
            <p:spPr>
              <a:xfrm>
                <a:off x="10564946" y="8266176"/>
                <a:ext cx="18770" cy="18928"/>
              </a:xfrm>
              <a:prstGeom prst="rect">
                <a:avLst/>
              </a:prstGeom>
              <a:solidFill>
                <a:srgbClr val="929292"/>
              </a:solidFill>
              <a:ln>
                <a:noFill/>
              </a:ln>
              <a:effectLst/>
            </p:spPr>
            <p:txBody>
              <a:bodyPr rtlCol="0" anchor="ctr"/>
              <a:lstStyle/>
              <a:p>
                <a:pPr algn="ctr"/>
              </a:p>
            </p:txBody>
          </p:sp>
          <p:sp>
            <p:nvSpPr>
              <p:cNvPr id="3564" name="Noise cell"/>
              <p:cNvSpPr/>
              <p:nvPr/>
            </p:nvSpPr>
            <p:spPr>
              <a:xfrm>
                <a:off x="10583076" y="8266176"/>
                <a:ext cx="18770" cy="18928"/>
              </a:xfrm>
              <a:prstGeom prst="rect">
                <a:avLst/>
              </a:prstGeom>
              <a:solidFill>
                <a:srgbClr val="878787"/>
              </a:solidFill>
              <a:ln>
                <a:noFill/>
              </a:ln>
              <a:effectLst/>
            </p:spPr>
            <p:txBody>
              <a:bodyPr rtlCol="0" anchor="ctr"/>
              <a:lstStyle/>
              <a:p>
                <a:pPr algn="ctr"/>
              </a:p>
            </p:txBody>
          </p:sp>
          <p:sp>
            <p:nvSpPr>
              <p:cNvPr id="3565" name="Noise cell"/>
              <p:cNvSpPr/>
              <p:nvPr/>
            </p:nvSpPr>
            <p:spPr>
              <a:xfrm>
                <a:off x="10601207" y="8266176"/>
                <a:ext cx="18770" cy="18928"/>
              </a:xfrm>
              <a:prstGeom prst="rect">
                <a:avLst/>
              </a:prstGeom>
              <a:solidFill>
                <a:srgbClr val="909090"/>
              </a:solidFill>
              <a:ln>
                <a:noFill/>
              </a:ln>
              <a:effectLst/>
            </p:spPr>
            <p:txBody>
              <a:bodyPr rtlCol="0" anchor="ctr"/>
              <a:lstStyle/>
              <a:p>
                <a:pPr algn="ctr"/>
              </a:p>
            </p:txBody>
          </p:sp>
          <p:sp>
            <p:nvSpPr>
              <p:cNvPr id="3566" name="Noise cell"/>
              <p:cNvSpPr/>
              <p:nvPr/>
            </p:nvSpPr>
            <p:spPr>
              <a:xfrm>
                <a:off x="10619337" y="8266176"/>
                <a:ext cx="18770" cy="18928"/>
              </a:xfrm>
              <a:prstGeom prst="rect">
                <a:avLst/>
              </a:prstGeom>
              <a:solidFill>
                <a:srgbClr val="848484"/>
              </a:solidFill>
              <a:ln>
                <a:noFill/>
              </a:ln>
              <a:effectLst/>
            </p:spPr>
            <p:txBody>
              <a:bodyPr rtlCol="0" anchor="ctr"/>
              <a:lstStyle/>
              <a:p>
                <a:pPr algn="ctr"/>
              </a:p>
            </p:txBody>
          </p:sp>
          <p:sp>
            <p:nvSpPr>
              <p:cNvPr id="3567" name="Noise cell"/>
              <p:cNvSpPr/>
              <p:nvPr/>
            </p:nvSpPr>
            <p:spPr>
              <a:xfrm>
                <a:off x="10637467" y="8266176"/>
                <a:ext cx="18770" cy="18928"/>
              </a:xfrm>
              <a:prstGeom prst="rect">
                <a:avLst/>
              </a:prstGeom>
              <a:solidFill>
                <a:srgbClr val="929292"/>
              </a:solidFill>
              <a:ln>
                <a:noFill/>
              </a:ln>
              <a:effectLst/>
            </p:spPr>
            <p:txBody>
              <a:bodyPr rtlCol="0" anchor="ctr"/>
              <a:lstStyle/>
              <a:p>
                <a:pPr algn="ctr"/>
              </a:p>
            </p:txBody>
          </p:sp>
          <p:sp>
            <p:nvSpPr>
              <p:cNvPr id="3568" name="Noise cell"/>
              <p:cNvSpPr/>
              <p:nvPr/>
            </p:nvSpPr>
            <p:spPr>
              <a:xfrm>
                <a:off x="10655598" y="8266176"/>
                <a:ext cx="18770" cy="18928"/>
              </a:xfrm>
              <a:prstGeom prst="rect">
                <a:avLst/>
              </a:prstGeom>
              <a:solidFill>
                <a:srgbClr val="7A7A7A"/>
              </a:solidFill>
              <a:ln>
                <a:noFill/>
              </a:ln>
              <a:effectLst/>
            </p:spPr>
            <p:txBody>
              <a:bodyPr rtlCol="0" anchor="ctr"/>
              <a:lstStyle/>
              <a:p>
                <a:pPr algn="ctr"/>
              </a:p>
            </p:txBody>
          </p:sp>
          <p:sp>
            <p:nvSpPr>
              <p:cNvPr id="3569" name="Noise cell"/>
              <p:cNvSpPr/>
              <p:nvPr/>
            </p:nvSpPr>
            <p:spPr>
              <a:xfrm>
                <a:off x="10673728" y="8266176"/>
                <a:ext cx="18770" cy="18928"/>
              </a:xfrm>
              <a:prstGeom prst="rect">
                <a:avLst/>
              </a:prstGeom>
              <a:solidFill>
                <a:srgbClr val="767676"/>
              </a:solidFill>
              <a:ln>
                <a:noFill/>
              </a:ln>
              <a:effectLst/>
            </p:spPr>
            <p:txBody>
              <a:bodyPr rtlCol="0" anchor="ctr"/>
              <a:lstStyle/>
              <a:p>
                <a:pPr algn="ctr"/>
              </a:p>
            </p:txBody>
          </p:sp>
          <p:sp>
            <p:nvSpPr>
              <p:cNvPr id="3570" name="Noise cell"/>
              <p:cNvSpPr/>
              <p:nvPr/>
            </p:nvSpPr>
            <p:spPr>
              <a:xfrm>
                <a:off x="10691858" y="8266176"/>
                <a:ext cx="18770" cy="18928"/>
              </a:xfrm>
              <a:prstGeom prst="rect">
                <a:avLst/>
              </a:prstGeom>
              <a:solidFill>
                <a:srgbClr val="717171"/>
              </a:solidFill>
              <a:ln>
                <a:noFill/>
              </a:ln>
              <a:effectLst/>
            </p:spPr>
            <p:txBody>
              <a:bodyPr rtlCol="0" anchor="ctr"/>
              <a:lstStyle/>
              <a:p>
                <a:pPr algn="ctr"/>
              </a:p>
            </p:txBody>
          </p:sp>
          <p:sp>
            <p:nvSpPr>
              <p:cNvPr id="3571" name="Noise cell"/>
              <p:cNvSpPr/>
              <p:nvPr/>
            </p:nvSpPr>
            <p:spPr>
              <a:xfrm>
                <a:off x="10709989" y="8266176"/>
                <a:ext cx="18770" cy="18928"/>
              </a:xfrm>
              <a:prstGeom prst="rect">
                <a:avLst/>
              </a:prstGeom>
              <a:solidFill>
                <a:srgbClr val="7B7B7B"/>
              </a:solidFill>
              <a:ln>
                <a:noFill/>
              </a:ln>
              <a:effectLst/>
            </p:spPr>
            <p:txBody>
              <a:bodyPr rtlCol="0" anchor="ctr"/>
              <a:lstStyle/>
              <a:p>
                <a:pPr algn="ctr"/>
              </a:p>
            </p:txBody>
          </p:sp>
          <p:sp>
            <p:nvSpPr>
              <p:cNvPr id="3572" name="Noise cell"/>
              <p:cNvSpPr/>
              <p:nvPr/>
            </p:nvSpPr>
            <p:spPr>
              <a:xfrm>
                <a:off x="10728119" y="8266176"/>
                <a:ext cx="18770" cy="18928"/>
              </a:xfrm>
              <a:prstGeom prst="rect">
                <a:avLst/>
              </a:prstGeom>
              <a:solidFill>
                <a:srgbClr val="8E8E8E"/>
              </a:solidFill>
              <a:ln>
                <a:noFill/>
              </a:ln>
              <a:effectLst/>
            </p:spPr>
            <p:txBody>
              <a:bodyPr rtlCol="0" anchor="ctr"/>
              <a:lstStyle/>
              <a:p>
                <a:pPr algn="ctr"/>
              </a:p>
            </p:txBody>
          </p:sp>
          <p:sp>
            <p:nvSpPr>
              <p:cNvPr id="3573" name="Noise cell"/>
              <p:cNvSpPr/>
              <p:nvPr/>
            </p:nvSpPr>
            <p:spPr>
              <a:xfrm>
                <a:off x="10746250" y="8266176"/>
                <a:ext cx="18770" cy="18928"/>
              </a:xfrm>
              <a:prstGeom prst="rect">
                <a:avLst/>
              </a:prstGeom>
              <a:solidFill>
                <a:srgbClr val="717171"/>
              </a:solidFill>
              <a:ln>
                <a:noFill/>
              </a:ln>
              <a:effectLst/>
            </p:spPr>
            <p:txBody>
              <a:bodyPr rtlCol="0" anchor="ctr"/>
              <a:lstStyle/>
              <a:p>
                <a:pPr algn="ctr"/>
              </a:p>
            </p:txBody>
          </p:sp>
          <p:sp>
            <p:nvSpPr>
              <p:cNvPr id="3574" name="Noise cell"/>
              <p:cNvSpPr/>
              <p:nvPr/>
            </p:nvSpPr>
            <p:spPr>
              <a:xfrm>
                <a:off x="10764380" y="8266176"/>
                <a:ext cx="18770" cy="18928"/>
              </a:xfrm>
              <a:prstGeom prst="rect">
                <a:avLst/>
              </a:prstGeom>
              <a:solidFill>
                <a:srgbClr val="868686"/>
              </a:solidFill>
              <a:ln>
                <a:noFill/>
              </a:ln>
              <a:effectLst/>
            </p:spPr>
            <p:txBody>
              <a:bodyPr rtlCol="0" anchor="ctr"/>
              <a:lstStyle/>
              <a:p>
                <a:pPr algn="ctr"/>
              </a:p>
            </p:txBody>
          </p:sp>
          <p:sp>
            <p:nvSpPr>
              <p:cNvPr id="3575" name="Noise cell"/>
              <p:cNvSpPr/>
              <p:nvPr/>
            </p:nvSpPr>
            <p:spPr>
              <a:xfrm>
                <a:off x="10782510" y="8266176"/>
                <a:ext cx="18770" cy="18928"/>
              </a:xfrm>
              <a:prstGeom prst="rect">
                <a:avLst/>
              </a:prstGeom>
              <a:solidFill>
                <a:srgbClr val="777777"/>
              </a:solidFill>
              <a:ln>
                <a:noFill/>
              </a:ln>
              <a:effectLst/>
            </p:spPr>
            <p:txBody>
              <a:bodyPr rtlCol="0" anchor="ctr"/>
              <a:lstStyle/>
              <a:p>
                <a:pPr algn="ctr"/>
              </a:p>
            </p:txBody>
          </p:sp>
          <p:sp>
            <p:nvSpPr>
              <p:cNvPr id="3576" name="Noise cell"/>
              <p:cNvSpPr/>
              <p:nvPr/>
            </p:nvSpPr>
            <p:spPr>
              <a:xfrm>
                <a:off x="10800641" y="8266176"/>
                <a:ext cx="18770" cy="18928"/>
              </a:xfrm>
              <a:prstGeom prst="rect">
                <a:avLst/>
              </a:prstGeom>
              <a:solidFill>
                <a:srgbClr val="7F7F7F"/>
              </a:solidFill>
              <a:ln>
                <a:noFill/>
              </a:ln>
              <a:effectLst/>
            </p:spPr>
            <p:txBody>
              <a:bodyPr rtlCol="0" anchor="ctr"/>
              <a:lstStyle/>
              <a:p>
                <a:pPr algn="ctr"/>
              </a:p>
            </p:txBody>
          </p:sp>
          <p:sp>
            <p:nvSpPr>
              <p:cNvPr id="3577" name="Noise cell"/>
              <p:cNvSpPr/>
              <p:nvPr/>
            </p:nvSpPr>
            <p:spPr>
              <a:xfrm>
                <a:off x="10818771" y="8266176"/>
                <a:ext cx="18770" cy="18928"/>
              </a:xfrm>
              <a:prstGeom prst="rect">
                <a:avLst/>
              </a:prstGeom>
              <a:solidFill>
                <a:srgbClr val="808080"/>
              </a:solidFill>
              <a:ln>
                <a:noFill/>
              </a:ln>
              <a:effectLst/>
            </p:spPr>
            <p:txBody>
              <a:bodyPr rtlCol="0" anchor="ctr"/>
              <a:lstStyle/>
              <a:p>
                <a:pPr algn="ctr"/>
              </a:p>
            </p:txBody>
          </p:sp>
          <p:sp>
            <p:nvSpPr>
              <p:cNvPr id="3578" name="Noise cell"/>
              <p:cNvSpPr/>
              <p:nvPr/>
            </p:nvSpPr>
            <p:spPr>
              <a:xfrm>
                <a:off x="10836901" y="8266176"/>
                <a:ext cx="18770" cy="18928"/>
              </a:xfrm>
              <a:prstGeom prst="rect">
                <a:avLst/>
              </a:prstGeom>
              <a:solidFill>
                <a:srgbClr val="6D6D6D"/>
              </a:solidFill>
              <a:ln>
                <a:noFill/>
              </a:ln>
              <a:effectLst/>
            </p:spPr>
            <p:txBody>
              <a:bodyPr rtlCol="0" anchor="ctr"/>
              <a:lstStyle/>
              <a:p>
                <a:pPr algn="ctr"/>
              </a:p>
            </p:txBody>
          </p:sp>
          <p:sp>
            <p:nvSpPr>
              <p:cNvPr id="3579" name="Noise cell"/>
              <p:cNvSpPr/>
              <p:nvPr/>
            </p:nvSpPr>
            <p:spPr>
              <a:xfrm>
                <a:off x="10855032" y="8266176"/>
                <a:ext cx="18770" cy="18928"/>
              </a:xfrm>
              <a:prstGeom prst="rect">
                <a:avLst/>
              </a:prstGeom>
              <a:solidFill>
                <a:srgbClr val="636363"/>
              </a:solidFill>
              <a:ln>
                <a:noFill/>
              </a:ln>
              <a:effectLst/>
            </p:spPr>
            <p:txBody>
              <a:bodyPr rtlCol="0" anchor="ctr"/>
              <a:lstStyle/>
              <a:p>
                <a:pPr algn="ctr"/>
              </a:p>
            </p:txBody>
          </p:sp>
          <p:sp>
            <p:nvSpPr>
              <p:cNvPr id="3580" name="Noise cell"/>
              <p:cNvSpPr/>
              <p:nvPr/>
            </p:nvSpPr>
            <p:spPr>
              <a:xfrm>
                <a:off x="10873162" y="8266176"/>
                <a:ext cx="18770" cy="18928"/>
              </a:xfrm>
              <a:prstGeom prst="rect">
                <a:avLst/>
              </a:prstGeom>
              <a:solidFill>
                <a:srgbClr val="7A7A7A"/>
              </a:solidFill>
              <a:ln>
                <a:noFill/>
              </a:ln>
              <a:effectLst/>
            </p:spPr>
            <p:txBody>
              <a:bodyPr rtlCol="0" anchor="ctr"/>
              <a:lstStyle/>
              <a:p>
                <a:pPr algn="ctr"/>
              </a:p>
            </p:txBody>
          </p:sp>
          <p:sp>
            <p:nvSpPr>
              <p:cNvPr id="3581" name="Noise cell"/>
              <p:cNvSpPr/>
              <p:nvPr/>
            </p:nvSpPr>
            <p:spPr>
              <a:xfrm>
                <a:off x="10891292" y="8266176"/>
                <a:ext cx="18770" cy="18928"/>
              </a:xfrm>
              <a:prstGeom prst="rect">
                <a:avLst/>
              </a:prstGeom>
              <a:solidFill>
                <a:srgbClr val="848484"/>
              </a:solidFill>
              <a:ln>
                <a:noFill/>
              </a:ln>
              <a:effectLst/>
            </p:spPr>
            <p:txBody>
              <a:bodyPr rtlCol="0" anchor="ctr"/>
              <a:lstStyle/>
              <a:p>
                <a:pPr algn="ctr"/>
              </a:p>
            </p:txBody>
          </p:sp>
          <p:sp>
            <p:nvSpPr>
              <p:cNvPr id="3582" name="Noise cell"/>
              <p:cNvSpPr/>
              <p:nvPr/>
            </p:nvSpPr>
            <p:spPr>
              <a:xfrm>
                <a:off x="10909423" y="8266176"/>
                <a:ext cx="18770" cy="18928"/>
              </a:xfrm>
              <a:prstGeom prst="rect">
                <a:avLst/>
              </a:prstGeom>
              <a:solidFill>
                <a:srgbClr val="919191"/>
              </a:solidFill>
              <a:ln>
                <a:noFill/>
              </a:ln>
              <a:effectLst/>
            </p:spPr>
            <p:txBody>
              <a:bodyPr rtlCol="0" anchor="ctr"/>
              <a:lstStyle/>
              <a:p>
                <a:pPr algn="ctr"/>
              </a:p>
            </p:txBody>
          </p:sp>
          <p:sp>
            <p:nvSpPr>
              <p:cNvPr id="3583" name="Noise cell"/>
              <p:cNvSpPr/>
              <p:nvPr/>
            </p:nvSpPr>
            <p:spPr>
              <a:xfrm>
                <a:off x="10927553" y="8266176"/>
                <a:ext cx="18770" cy="18928"/>
              </a:xfrm>
              <a:prstGeom prst="rect">
                <a:avLst/>
              </a:prstGeom>
              <a:solidFill>
                <a:srgbClr val="828282"/>
              </a:solidFill>
              <a:ln>
                <a:noFill/>
              </a:ln>
              <a:effectLst/>
            </p:spPr>
            <p:txBody>
              <a:bodyPr rtlCol="0" anchor="ctr"/>
              <a:lstStyle/>
              <a:p>
                <a:pPr algn="ctr"/>
              </a:p>
            </p:txBody>
          </p:sp>
          <p:sp>
            <p:nvSpPr>
              <p:cNvPr id="3584" name="Noise cell"/>
              <p:cNvSpPr/>
              <p:nvPr/>
            </p:nvSpPr>
            <p:spPr>
              <a:xfrm>
                <a:off x="10945683" y="8266176"/>
                <a:ext cx="18770" cy="18928"/>
              </a:xfrm>
              <a:prstGeom prst="rect">
                <a:avLst/>
              </a:prstGeom>
              <a:solidFill>
                <a:srgbClr val="828282"/>
              </a:solidFill>
              <a:ln>
                <a:noFill/>
              </a:ln>
              <a:effectLst/>
            </p:spPr>
            <p:txBody>
              <a:bodyPr rtlCol="0" anchor="ctr"/>
              <a:lstStyle/>
              <a:p>
                <a:pPr algn="ctr"/>
              </a:p>
            </p:txBody>
          </p:sp>
          <p:sp>
            <p:nvSpPr>
              <p:cNvPr id="3585" name="Noise cell"/>
              <p:cNvSpPr/>
              <p:nvPr/>
            </p:nvSpPr>
            <p:spPr>
              <a:xfrm>
                <a:off x="10963814" y="8266176"/>
                <a:ext cx="18770" cy="18928"/>
              </a:xfrm>
              <a:prstGeom prst="rect">
                <a:avLst/>
              </a:prstGeom>
              <a:solidFill>
                <a:srgbClr val="8C8C8C"/>
              </a:solidFill>
              <a:ln>
                <a:noFill/>
              </a:ln>
              <a:effectLst/>
            </p:spPr>
            <p:txBody>
              <a:bodyPr rtlCol="0" anchor="ctr"/>
              <a:lstStyle/>
              <a:p>
                <a:pPr algn="ctr"/>
              </a:p>
            </p:txBody>
          </p:sp>
          <p:sp>
            <p:nvSpPr>
              <p:cNvPr id="3586" name="Noise cell"/>
              <p:cNvSpPr/>
              <p:nvPr/>
            </p:nvSpPr>
            <p:spPr>
              <a:xfrm>
                <a:off x="9930384" y="8284464"/>
                <a:ext cx="18770" cy="18928"/>
              </a:xfrm>
              <a:prstGeom prst="rect">
                <a:avLst/>
              </a:prstGeom>
              <a:solidFill>
                <a:srgbClr val="7D7D7D"/>
              </a:solidFill>
              <a:ln>
                <a:noFill/>
              </a:ln>
              <a:effectLst/>
            </p:spPr>
            <p:txBody>
              <a:bodyPr rtlCol="0" anchor="ctr"/>
              <a:lstStyle/>
              <a:p>
                <a:pPr algn="ctr"/>
              </a:p>
            </p:txBody>
          </p:sp>
          <p:sp>
            <p:nvSpPr>
              <p:cNvPr id="3587" name="Noise cell"/>
              <p:cNvSpPr/>
              <p:nvPr/>
            </p:nvSpPr>
            <p:spPr>
              <a:xfrm>
                <a:off x="9948514" y="8284464"/>
                <a:ext cx="18770" cy="18928"/>
              </a:xfrm>
              <a:prstGeom prst="rect">
                <a:avLst/>
              </a:prstGeom>
              <a:solidFill>
                <a:srgbClr val="8E8E8E"/>
              </a:solidFill>
              <a:ln>
                <a:noFill/>
              </a:ln>
              <a:effectLst/>
            </p:spPr>
            <p:txBody>
              <a:bodyPr rtlCol="0" anchor="ctr"/>
              <a:lstStyle/>
              <a:p>
                <a:pPr algn="ctr"/>
              </a:p>
            </p:txBody>
          </p:sp>
          <p:sp>
            <p:nvSpPr>
              <p:cNvPr id="3588" name="Noise cell"/>
              <p:cNvSpPr/>
              <p:nvPr/>
            </p:nvSpPr>
            <p:spPr>
              <a:xfrm>
                <a:off x="9966645" y="8284464"/>
                <a:ext cx="18770" cy="18928"/>
              </a:xfrm>
              <a:prstGeom prst="rect">
                <a:avLst/>
              </a:prstGeom>
              <a:solidFill>
                <a:srgbClr val="838383"/>
              </a:solidFill>
              <a:ln>
                <a:noFill/>
              </a:ln>
              <a:effectLst/>
            </p:spPr>
            <p:txBody>
              <a:bodyPr rtlCol="0" anchor="ctr"/>
              <a:lstStyle/>
              <a:p>
                <a:pPr algn="ctr"/>
              </a:p>
            </p:txBody>
          </p:sp>
          <p:sp>
            <p:nvSpPr>
              <p:cNvPr id="3589" name="Noise cell"/>
              <p:cNvSpPr/>
              <p:nvPr/>
            </p:nvSpPr>
            <p:spPr>
              <a:xfrm>
                <a:off x="9984775" y="8284464"/>
                <a:ext cx="18770" cy="18928"/>
              </a:xfrm>
              <a:prstGeom prst="rect">
                <a:avLst/>
              </a:prstGeom>
              <a:solidFill>
                <a:srgbClr val="818181"/>
              </a:solidFill>
              <a:ln>
                <a:noFill/>
              </a:ln>
              <a:effectLst/>
            </p:spPr>
            <p:txBody>
              <a:bodyPr rtlCol="0" anchor="ctr"/>
              <a:lstStyle/>
              <a:p>
                <a:pPr algn="ctr"/>
              </a:p>
            </p:txBody>
          </p:sp>
          <p:sp>
            <p:nvSpPr>
              <p:cNvPr id="3590" name="Noise cell"/>
              <p:cNvSpPr/>
              <p:nvPr/>
            </p:nvSpPr>
            <p:spPr>
              <a:xfrm>
                <a:off x="10002905" y="8284464"/>
                <a:ext cx="18770" cy="18928"/>
              </a:xfrm>
              <a:prstGeom prst="rect">
                <a:avLst/>
              </a:prstGeom>
              <a:solidFill>
                <a:srgbClr val="999999"/>
              </a:solidFill>
              <a:ln>
                <a:noFill/>
              </a:ln>
              <a:effectLst/>
            </p:spPr>
            <p:txBody>
              <a:bodyPr rtlCol="0" anchor="ctr"/>
              <a:lstStyle/>
              <a:p>
                <a:pPr algn="ctr"/>
              </a:p>
            </p:txBody>
          </p:sp>
          <p:sp>
            <p:nvSpPr>
              <p:cNvPr id="3591" name="Noise cell"/>
              <p:cNvSpPr/>
              <p:nvPr/>
            </p:nvSpPr>
            <p:spPr>
              <a:xfrm>
                <a:off x="10021036" y="8284464"/>
                <a:ext cx="18770" cy="18928"/>
              </a:xfrm>
              <a:prstGeom prst="rect">
                <a:avLst/>
              </a:prstGeom>
              <a:solidFill>
                <a:srgbClr val="7B7B7B"/>
              </a:solidFill>
              <a:ln>
                <a:noFill/>
              </a:ln>
              <a:effectLst/>
            </p:spPr>
            <p:txBody>
              <a:bodyPr rtlCol="0" anchor="ctr"/>
              <a:lstStyle/>
              <a:p>
                <a:pPr algn="ctr"/>
              </a:p>
            </p:txBody>
          </p:sp>
          <p:sp>
            <p:nvSpPr>
              <p:cNvPr id="3592" name="Noise cell"/>
              <p:cNvSpPr/>
              <p:nvPr/>
            </p:nvSpPr>
            <p:spPr>
              <a:xfrm>
                <a:off x="10039166" y="8284464"/>
                <a:ext cx="18770" cy="18928"/>
              </a:xfrm>
              <a:prstGeom prst="rect">
                <a:avLst/>
              </a:prstGeom>
              <a:solidFill>
                <a:srgbClr val="7A7A7A"/>
              </a:solidFill>
              <a:ln>
                <a:noFill/>
              </a:ln>
              <a:effectLst/>
            </p:spPr>
            <p:txBody>
              <a:bodyPr rtlCol="0" anchor="ctr"/>
              <a:lstStyle/>
              <a:p>
                <a:pPr algn="ctr"/>
              </a:p>
            </p:txBody>
          </p:sp>
          <p:sp>
            <p:nvSpPr>
              <p:cNvPr id="3593" name="Noise cell"/>
              <p:cNvSpPr/>
              <p:nvPr/>
            </p:nvSpPr>
            <p:spPr>
              <a:xfrm>
                <a:off x="10057296" y="8284464"/>
                <a:ext cx="18770" cy="18928"/>
              </a:xfrm>
              <a:prstGeom prst="rect">
                <a:avLst/>
              </a:prstGeom>
              <a:solidFill>
                <a:srgbClr val="838383"/>
              </a:solidFill>
              <a:ln>
                <a:noFill/>
              </a:ln>
              <a:effectLst/>
            </p:spPr>
            <p:txBody>
              <a:bodyPr rtlCol="0" anchor="ctr"/>
              <a:lstStyle/>
              <a:p>
                <a:pPr algn="ctr"/>
              </a:p>
            </p:txBody>
          </p:sp>
          <p:sp>
            <p:nvSpPr>
              <p:cNvPr id="3594" name="Noise cell"/>
              <p:cNvSpPr/>
              <p:nvPr/>
            </p:nvSpPr>
            <p:spPr>
              <a:xfrm>
                <a:off x="10075427" y="8284464"/>
                <a:ext cx="18770" cy="18928"/>
              </a:xfrm>
              <a:prstGeom prst="rect">
                <a:avLst/>
              </a:prstGeom>
              <a:solidFill>
                <a:srgbClr val="888888"/>
              </a:solidFill>
              <a:ln>
                <a:noFill/>
              </a:ln>
              <a:effectLst/>
            </p:spPr>
            <p:txBody>
              <a:bodyPr rtlCol="0" anchor="ctr"/>
              <a:lstStyle/>
              <a:p>
                <a:pPr algn="ctr"/>
              </a:p>
            </p:txBody>
          </p:sp>
          <p:sp>
            <p:nvSpPr>
              <p:cNvPr id="3595" name="Noise cell"/>
              <p:cNvSpPr/>
              <p:nvPr/>
            </p:nvSpPr>
            <p:spPr>
              <a:xfrm>
                <a:off x="10093557" y="8284464"/>
                <a:ext cx="18770" cy="18928"/>
              </a:xfrm>
              <a:prstGeom prst="rect">
                <a:avLst/>
              </a:prstGeom>
              <a:solidFill>
                <a:srgbClr val="A8A8A8"/>
              </a:solidFill>
              <a:ln>
                <a:noFill/>
              </a:ln>
              <a:effectLst/>
            </p:spPr>
            <p:txBody>
              <a:bodyPr rtlCol="0" anchor="ctr"/>
              <a:lstStyle/>
              <a:p>
                <a:pPr algn="ctr"/>
              </a:p>
            </p:txBody>
          </p:sp>
          <p:sp>
            <p:nvSpPr>
              <p:cNvPr id="3596" name="Noise cell"/>
              <p:cNvSpPr/>
              <p:nvPr/>
            </p:nvSpPr>
            <p:spPr>
              <a:xfrm>
                <a:off x="10111687" y="8284464"/>
                <a:ext cx="18770" cy="18928"/>
              </a:xfrm>
              <a:prstGeom prst="rect">
                <a:avLst/>
              </a:prstGeom>
              <a:solidFill>
                <a:srgbClr val="727272"/>
              </a:solidFill>
              <a:ln>
                <a:noFill/>
              </a:ln>
              <a:effectLst/>
            </p:spPr>
            <p:txBody>
              <a:bodyPr rtlCol="0" anchor="ctr"/>
              <a:lstStyle/>
              <a:p>
                <a:pPr algn="ctr"/>
              </a:p>
            </p:txBody>
          </p:sp>
          <p:sp>
            <p:nvSpPr>
              <p:cNvPr id="3597" name="Noise cell"/>
              <p:cNvSpPr/>
              <p:nvPr/>
            </p:nvSpPr>
            <p:spPr>
              <a:xfrm>
                <a:off x="10129818" y="8284464"/>
                <a:ext cx="18770" cy="18928"/>
              </a:xfrm>
              <a:prstGeom prst="rect">
                <a:avLst/>
              </a:prstGeom>
              <a:solidFill>
                <a:srgbClr val="8D8D8D"/>
              </a:solidFill>
              <a:ln>
                <a:noFill/>
              </a:ln>
              <a:effectLst/>
            </p:spPr>
            <p:txBody>
              <a:bodyPr rtlCol="0" anchor="ctr"/>
              <a:lstStyle/>
              <a:p>
                <a:pPr algn="ctr"/>
              </a:p>
            </p:txBody>
          </p:sp>
          <p:sp>
            <p:nvSpPr>
              <p:cNvPr id="3598" name="Noise cell"/>
              <p:cNvSpPr/>
              <p:nvPr/>
            </p:nvSpPr>
            <p:spPr>
              <a:xfrm>
                <a:off x="10147948" y="8284464"/>
                <a:ext cx="18770" cy="18928"/>
              </a:xfrm>
              <a:prstGeom prst="rect">
                <a:avLst/>
              </a:prstGeom>
              <a:solidFill>
                <a:srgbClr val="6C6C6C"/>
              </a:solidFill>
              <a:ln>
                <a:noFill/>
              </a:ln>
              <a:effectLst/>
            </p:spPr>
            <p:txBody>
              <a:bodyPr rtlCol="0" anchor="ctr"/>
              <a:lstStyle/>
              <a:p>
                <a:pPr algn="ctr"/>
              </a:p>
            </p:txBody>
          </p:sp>
          <p:sp>
            <p:nvSpPr>
              <p:cNvPr id="3599" name="Noise cell"/>
              <p:cNvSpPr/>
              <p:nvPr/>
            </p:nvSpPr>
            <p:spPr>
              <a:xfrm>
                <a:off x="10166078" y="8284464"/>
                <a:ext cx="18770" cy="18928"/>
              </a:xfrm>
              <a:prstGeom prst="rect">
                <a:avLst/>
              </a:prstGeom>
              <a:solidFill>
                <a:srgbClr val="979797"/>
              </a:solidFill>
              <a:ln>
                <a:noFill/>
              </a:ln>
              <a:effectLst/>
            </p:spPr>
            <p:txBody>
              <a:bodyPr rtlCol="0" anchor="ctr"/>
              <a:lstStyle/>
              <a:p>
                <a:pPr algn="ctr"/>
              </a:p>
            </p:txBody>
          </p:sp>
          <p:sp>
            <p:nvSpPr>
              <p:cNvPr id="3600" name="Noise cell"/>
              <p:cNvSpPr/>
              <p:nvPr/>
            </p:nvSpPr>
            <p:spPr>
              <a:xfrm>
                <a:off x="10184209" y="8284464"/>
                <a:ext cx="18770" cy="18928"/>
              </a:xfrm>
              <a:prstGeom prst="rect">
                <a:avLst/>
              </a:prstGeom>
              <a:solidFill>
                <a:srgbClr val="5F5F5F"/>
              </a:solidFill>
              <a:ln>
                <a:noFill/>
              </a:ln>
              <a:effectLst/>
            </p:spPr>
            <p:txBody>
              <a:bodyPr rtlCol="0" anchor="ctr"/>
              <a:lstStyle/>
              <a:p>
                <a:pPr algn="ctr"/>
              </a:p>
            </p:txBody>
          </p:sp>
          <p:sp>
            <p:nvSpPr>
              <p:cNvPr id="3601" name="Noise cell"/>
              <p:cNvSpPr/>
              <p:nvPr/>
            </p:nvSpPr>
            <p:spPr>
              <a:xfrm>
                <a:off x="10202339" y="8284464"/>
                <a:ext cx="18770" cy="18928"/>
              </a:xfrm>
              <a:prstGeom prst="rect">
                <a:avLst/>
              </a:prstGeom>
              <a:solidFill>
                <a:srgbClr val="686868"/>
              </a:solidFill>
              <a:ln>
                <a:noFill/>
              </a:ln>
              <a:effectLst/>
            </p:spPr>
            <p:txBody>
              <a:bodyPr rtlCol="0" anchor="ctr"/>
              <a:lstStyle/>
              <a:p>
                <a:pPr algn="ctr"/>
              </a:p>
            </p:txBody>
          </p:sp>
          <p:sp>
            <p:nvSpPr>
              <p:cNvPr id="3602" name="Noise cell"/>
              <p:cNvSpPr/>
              <p:nvPr/>
            </p:nvSpPr>
            <p:spPr>
              <a:xfrm>
                <a:off x="10220470" y="8284464"/>
                <a:ext cx="18770" cy="18928"/>
              </a:xfrm>
              <a:prstGeom prst="rect">
                <a:avLst/>
              </a:prstGeom>
              <a:solidFill>
                <a:srgbClr val="767676"/>
              </a:solidFill>
              <a:ln>
                <a:noFill/>
              </a:ln>
              <a:effectLst/>
            </p:spPr>
            <p:txBody>
              <a:bodyPr rtlCol="0" anchor="ctr"/>
              <a:lstStyle/>
              <a:p>
                <a:pPr algn="ctr"/>
              </a:p>
            </p:txBody>
          </p:sp>
          <p:sp>
            <p:nvSpPr>
              <p:cNvPr id="3603" name="Noise cell"/>
              <p:cNvSpPr/>
              <p:nvPr/>
            </p:nvSpPr>
            <p:spPr>
              <a:xfrm>
                <a:off x="10238600" y="8284464"/>
                <a:ext cx="18770" cy="18928"/>
              </a:xfrm>
              <a:prstGeom prst="rect">
                <a:avLst/>
              </a:prstGeom>
              <a:solidFill>
                <a:srgbClr val="7D7D7D"/>
              </a:solidFill>
              <a:ln>
                <a:noFill/>
              </a:ln>
              <a:effectLst/>
            </p:spPr>
            <p:txBody>
              <a:bodyPr rtlCol="0" anchor="ctr"/>
              <a:lstStyle/>
              <a:p>
                <a:pPr algn="ctr"/>
              </a:p>
            </p:txBody>
          </p:sp>
          <p:sp>
            <p:nvSpPr>
              <p:cNvPr id="3604" name="Noise cell"/>
              <p:cNvSpPr/>
              <p:nvPr/>
            </p:nvSpPr>
            <p:spPr>
              <a:xfrm>
                <a:off x="10256730" y="8284464"/>
                <a:ext cx="18770" cy="18928"/>
              </a:xfrm>
              <a:prstGeom prst="rect">
                <a:avLst/>
              </a:prstGeom>
              <a:solidFill>
                <a:srgbClr val="888888"/>
              </a:solidFill>
              <a:ln>
                <a:noFill/>
              </a:ln>
              <a:effectLst/>
            </p:spPr>
            <p:txBody>
              <a:bodyPr rtlCol="0" anchor="ctr"/>
              <a:lstStyle/>
              <a:p>
                <a:pPr algn="ctr"/>
              </a:p>
            </p:txBody>
          </p:sp>
          <p:sp>
            <p:nvSpPr>
              <p:cNvPr id="3605" name="Noise cell"/>
              <p:cNvSpPr/>
              <p:nvPr/>
            </p:nvSpPr>
            <p:spPr>
              <a:xfrm>
                <a:off x="10274861" y="8284464"/>
                <a:ext cx="18770" cy="18928"/>
              </a:xfrm>
              <a:prstGeom prst="rect">
                <a:avLst/>
              </a:prstGeom>
              <a:solidFill>
                <a:srgbClr val="848484"/>
              </a:solidFill>
              <a:ln>
                <a:noFill/>
              </a:ln>
              <a:effectLst/>
            </p:spPr>
            <p:txBody>
              <a:bodyPr rtlCol="0" anchor="ctr"/>
              <a:lstStyle/>
              <a:p>
                <a:pPr algn="ctr"/>
              </a:p>
            </p:txBody>
          </p:sp>
          <p:sp>
            <p:nvSpPr>
              <p:cNvPr id="3606" name="Noise cell"/>
              <p:cNvSpPr/>
              <p:nvPr/>
            </p:nvSpPr>
            <p:spPr>
              <a:xfrm>
                <a:off x="10292991" y="8284464"/>
                <a:ext cx="18770" cy="18928"/>
              </a:xfrm>
              <a:prstGeom prst="rect">
                <a:avLst/>
              </a:prstGeom>
              <a:solidFill>
                <a:srgbClr val="969696"/>
              </a:solidFill>
              <a:ln>
                <a:noFill/>
              </a:ln>
              <a:effectLst/>
            </p:spPr>
            <p:txBody>
              <a:bodyPr rtlCol="0" anchor="ctr"/>
              <a:lstStyle/>
              <a:p>
                <a:pPr algn="ctr"/>
              </a:p>
            </p:txBody>
          </p:sp>
          <p:sp>
            <p:nvSpPr>
              <p:cNvPr id="3607" name="Noise cell"/>
              <p:cNvSpPr/>
              <p:nvPr/>
            </p:nvSpPr>
            <p:spPr>
              <a:xfrm>
                <a:off x="10311121" y="8284464"/>
                <a:ext cx="18770" cy="18928"/>
              </a:xfrm>
              <a:prstGeom prst="rect">
                <a:avLst/>
              </a:prstGeom>
              <a:solidFill>
                <a:srgbClr val="797979"/>
              </a:solidFill>
              <a:ln>
                <a:noFill/>
              </a:ln>
              <a:effectLst/>
            </p:spPr>
            <p:txBody>
              <a:bodyPr rtlCol="0" anchor="ctr"/>
              <a:lstStyle/>
              <a:p>
                <a:pPr algn="ctr"/>
              </a:p>
            </p:txBody>
          </p:sp>
          <p:sp>
            <p:nvSpPr>
              <p:cNvPr id="3608" name="Noise cell"/>
              <p:cNvSpPr/>
              <p:nvPr/>
            </p:nvSpPr>
            <p:spPr>
              <a:xfrm>
                <a:off x="10329252" y="8284464"/>
                <a:ext cx="18770" cy="18928"/>
              </a:xfrm>
              <a:prstGeom prst="rect">
                <a:avLst/>
              </a:prstGeom>
              <a:solidFill>
                <a:srgbClr val="838383"/>
              </a:solidFill>
              <a:ln>
                <a:noFill/>
              </a:ln>
              <a:effectLst/>
            </p:spPr>
            <p:txBody>
              <a:bodyPr rtlCol="0" anchor="ctr"/>
              <a:lstStyle/>
              <a:p>
                <a:pPr algn="ctr"/>
              </a:p>
            </p:txBody>
          </p:sp>
          <p:sp>
            <p:nvSpPr>
              <p:cNvPr id="3609" name="Noise cell"/>
              <p:cNvSpPr/>
              <p:nvPr/>
            </p:nvSpPr>
            <p:spPr>
              <a:xfrm>
                <a:off x="10347382" y="8284464"/>
                <a:ext cx="18770" cy="18928"/>
              </a:xfrm>
              <a:prstGeom prst="rect">
                <a:avLst/>
              </a:prstGeom>
              <a:solidFill>
                <a:srgbClr val="9B9B9B"/>
              </a:solidFill>
              <a:ln>
                <a:noFill/>
              </a:ln>
              <a:effectLst/>
            </p:spPr>
            <p:txBody>
              <a:bodyPr rtlCol="0" anchor="ctr"/>
              <a:lstStyle/>
              <a:p>
                <a:pPr algn="ctr"/>
              </a:p>
            </p:txBody>
          </p:sp>
          <p:sp>
            <p:nvSpPr>
              <p:cNvPr id="3610" name="Noise cell"/>
              <p:cNvSpPr/>
              <p:nvPr/>
            </p:nvSpPr>
            <p:spPr>
              <a:xfrm>
                <a:off x="10365512" y="8284464"/>
                <a:ext cx="18770" cy="18928"/>
              </a:xfrm>
              <a:prstGeom prst="rect">
                <a:avLst/>
              </a:prstGeom>
              <a:solidFill>
                <a:srgbClr val="7B7B7B"/>
              </a:solidFill>
              <a:ln>
                <a:noFill/>
              </a:ln>
              <a:effectLst/>
            </p:spPr>
            <p:txBody>
              <a:bodyPr rtlCol="0" anchor="ctr"/>
              <a:lstStyle/>
              <a:p>
                <a:pPr algn="ctr"/>
              </a:p>
            </p:txBody>
          </p:sp>
          <p:sp>
            <p:nvSpPr>
              <p:cNvPr id="3611" name="Noise cell"/>
              <p:cNvSpPr/>
              <p:nvPr/>
            </p:nvSpPr>
            <p:spPr>
              <a:xfrm>
                <a:off x="10383643" y="8284464"/>
                <a:ext cx="18770" cy="18928"/>
              </a:xfrm>
              <a:prstGeom prst="rect">
                <a:avLst/>
              </a:prstGeom>
              <a:solidFill>
                <a:srgbClr val="8F8F8F"/>
              </a:solidFill>
              <a:ln>
                <a:noFill/>
              </a:ln>
              <a:effectLst/>
            </p:spPr>
            <p:txBody>
              <a:bodyPr rtlCol="0" anchor="ctr"/>
              <a:lstStyle/>
              <a:p>
                <a:pPr algn="ctr"/>
              </a:p>
            </p:txBody>
          </p:sp>
          <p:sp>
            <p:nvSpPr>
              <p:cNvPr id="3612" name="Noise cell"/>
              <p:cNvSpPr/>
              <p:nvPr/>
            </p:nvSpPr>
            <p:spPr>
              <a:xfrm>
                <a:off x="10401773" y="8284464"/>
                <a:ext cx="18770" cy="18928"/>
              </a:xfrm>
              <a:prstGeom prst="rect">
                <a:avLst/>
              </a:prstGeom>
              <a:solidFill>
                <a:srgbClr val="969696"/>
              </a:solidFill>
              <a:ln>
                <a:noFill/>
              </a:ln>
              <a:effectLst/>
            </p:spPr>
            <p:txBody>
              <a:bodyPr rtlCol="0" anchor="ctr"/>
              <a:lstStyle/>
              <a:p>
                <a:pPr algn="ctr"/>
              </a:p>
            </p:txBody>
          </p:sp>
          <p:sp>
            <p:nvSpPr>
              <p:cNvPr id="3613" name="Noise cell"/>
              <p:cNvSpPr/>
              <p:nvPr/>
            </p:nvSpPr>
            <p:spPr>
              <a:xfrm>
                <a:off x="10419903" y="8284464"/>
                <a:ext cx="18770" cy="18928"/>
              </a:xfrm>
              <a:prstGeom prst="rect">
                <a:avLst/>
              </a:prstGeom>
              <a:solidFill>
                <a:srgbClr val="9C9C9C"/>
              </a:solidFill>
              <a:ln>
                <a:noFill/>
              </a:ln>
              <a:effectLst/>
            </p:spPr>
            <p:txBody>
              <a:bodyPr rtlCol="0" anchor="ctr"/>
              <a:lstStyle/>
              <a:p>
                <a:pPr algn="ctr"/>
              </a:p>
            </p:txBody>
          </p:sp>
          <p:sp>
            <p:nvSpPr>
              <p:cNvPr id="3614" name="Noise cell"/>
              <p:cNvSpPr/>
              <p:nvPr/>
            </p:nvSpPr>
            <p:spPr>
              <a:xfrm>
                <a:off x="10438034" y="8284464"/>
                <a:ext cx="18770" cy="18928"/>
              </a:xfrm>
              <a:prstGeom prst="rect">
                <a:avLst/>
              </a:prstGeom>
              <a:solidFill>
                <a:srgbClr val="747474"/>
              </a:solidFill>
              <a:ln>
                <a:noFill/>
              </a:ln>
              <a:effectLst/>
            </p:spPr>
            <p:txBody>
              <a:bodyPr rtlCol="0" anchor="ctr"/>
              <a:lstStyle/>
              <a:p>
                <a:pPr algn="ctr"/>
              </a:p>
            </p:txBody>
          </p:sp>
          <p:sp>
            <p:nvSpPr>
              <p:cNvPr id="3615" name="Noise cell"/>
              <p:cNvSpPr/>
              <p:nvPr/>
            </p:nvSpPr>
            <p:spPr>
              <a:xfrm>
                <a:off x="10456164" y="8284464"/>
                <a:ext cx="18770" cy="18928"/>
              </a:xfrm>
              <a:prstGeom prst="rect">
                <a:avLst/>
              </a:prstGeom>
              <a:solidFill>
                <a:srgbClr val="878787"/>
              </a:solidFill>
              <a:ln>
                <a:noFill/>
              </a:ln>
              <a:effectLst/>
            </p:spPr>
            <p:txBody>
              <a:bodyPr rtlCol="0" anchor="ctr"/>
              <a:lstStyle/>
              <a:p>
                <a:pPr algn="ctr"/>
              </a:p>
            </p:txBody>
          </p:sp>
          <p:sp>
            <p:nvSpPr>
              <p:cNvPr id="3616" name="Noise cell"/>
              <p:cNvSpPr/>
              <p:nvPr/>
            </p:nvSpPr>
            <p:spPr>
              <a:xfrm>
                <a:off x="10474294" y="8284464"/>
                <a:ext cx="18770" cy="18928"/>
              </a:xfrm>
              <a:prstGeom prst="rect">
                <a:avLst/>
              </a:prstGeom>
              <a:solidFill>
                <a:srgbClr val="666666"/>
              </a:solidFill>
              <a:ln>
                <a:noFill/>
              </a:ln>
              <a:effectLst/>
            </p:spPr>
            <p:txBody>
              <a:bodyPr rtlCol="0" anchor="ctr"/>
              <a:lstStyle/>
              <a:p>
                <a:pPr algn="ctr"/>
              </a:p>
            </p:txBody>
          </p:sp>
          <p:sp>
            <p:nvSpPr>
              <p:cNvPr id="3617" name="Noise cell"/>
              <p:cNvSpPr/>
              <p:nvPr/>
            </p:nvSpPr>
            <p:spPr>
              <a:xfrm>
                <a:off x="10492425" y="8284464"/>
                <a:ext cx="18770" cy="18928"/>
              </a:xfrm>
              <a:prstGeom prst="rect">
                <a:avLst/>
              </a:prstGeom>
              <a:solidFill>
                <a:srgbClr val="8B8B8B"/>
              </a:solidFill>
              <a:ln>
                <a:noFill/>
              </a:ln>
              <a:effectLst/>
            </p:spPr>
            <p:txBody>
              <a:bodyPr rtlCol="0" anchor="ctr"/>
              <a:lstStyle/>
              <a:p>
                <a:pPr algn="ctr"/>
              </a:p>
            </p:txBody>
          </p:sp>
          <p:sp>
            <p:nvSpPr>
              <p:cNvPr id="3618" name="Noise cell"/>
              <p:cNvSpPr/>
              <p:nvPr/>
            </p:nvSpPr>
            <p:spPr>
              <a:xfrm>
                <a:off x="10510555" y="8284464"/>
                <a:ext cx="18770" cy="18928"/>
              </a:xfrm>
              <a:prstGeom prst="rect">
                <a:avLst/>
              </a:prstGeom>
              <a:solidFill>
                <a:srgbClr val="808080"/>
              </a:solidFill>
              <a:ln>
                <a:noFill/>
              </a:ln>
              <a:effectLst/>
            </p:spPr>
            <p:txBody>
              <a:bodyPr rtlCol="0" anchor="ctr"/>
              <a:lstStyle/>
              <a:p>
                <a:pPr algn="ctr"/>
              </a:p>
            </p:txBody>
          </p:sp>
          <p:sp>
            <p:nvSpPr>
              <p:cNvPr id="3619" name="Noise cell"/>
              <p:cNvSpPr/>
              <p:nvPr/>
            </p:nvSpPr>
            <p:spPr>
              <a:xfrm>
                <a:off x="10528685" y="8284464"/>
                <a:ext cx="18770" cy="18928"/>
              </a:xfrm>
              <a:prstGeom prst="rect">
                <a:avLst/>
              </a:prstGeom>
              <a:solidFill>
                <a:srgbClr val="727272"/>
              </a:solidFill>
              <a:ln>
                <a:noFill/>
              </a:ln>
              <a:effectLst/>
            </p:spPr>
            <p:txBody>
              <a:bodyPr rtlCol="0" anchor="ctr"/>
              <a:lstStyle/>
              <a:p>
                <a:pPr algn="ctr"/>
              </a:p>
            </p:txBody>
          </p:sp>
          <p:sp>
            <p:nvSpPr>
              <p:cNvPr id="3620" name="Noise cell"/>
              <p:cNvSpPr/>
              <p:nvPr/>
            </p:nvSpPr>
            <p:spPr>
              <a:xfrm>
                <a:off x="10546816" y="8284464"/>
                <a:ext cx="18770" cy="18928"/>
              </a:xfrm>
              <a:prstGeom prst="rect">
                <a:avLst/>
              </a:prstGeom>
              <a:solidFill>
                <a:srgbClr val="8A8A8A"/>
              </a:solidFill>
              <a:ln>
                <a:noFill/>
              </a:ln>
              <a:effectLst/>
            </p:spPr>
            <p:txBody>
              <a:bodyPr rtlCol="0" anchor="ctr"/>
              <a:lstStyle/>
              <a:p>
                <a:pPr algn="ctr"/>
              </a:p>
            </p:txBody>
          </p:sp>
          <p:sp>
            <p:nvSpPr>
              <p:cNvPr id="3621" name="Noise cell"/>
              <p:cNvSpPr/>
              <p:nvPr/>
            </p:nvSpPr>
            <p:spPr>
              <a:xfrm>
                <a:off x="10564946" y="8284464"/>
                <a:ext cx="18770" cy="18928"/>
              </a:xfrm>
              <a:prstGeom prst="rect">
                <a:avLst/>
              </a:prstGeom>
              <a:solidFill>
                <a:srgbClr val="969696"/>
              </a:solidFill>
              <a:ln>
                <a:noFill/>
              </a:ln>
              <a:effectLst/>
            </p:spPr>
            <p:txBody>
              <a:bodyPr rtlCol="0" anchor="ctr"/>
              <a:lstStyle/>
              <a:p>
                <a:pPr algn="ctr"/>
              </a:p>
            </p:txBody>
          </p:sp>
          <p:sp>
            <p:nvSpPr>
              <p:cNvPr id="3622" name="Noise cell"/>
              <p:cNvSpPr/>
              <p:nvPr/>
            </p:nvSpPr>
            <p:spPr>
              <a:xfrm>
                <a:off x="10583076" y="8284464"/>
                <a:ext cx="18770" cy="18928"/>
              </a:xfrm>
              <a:prstGeom prst="rect">
                <a:avLst/>
              </a:prstGeom>
              <a:solidFill>
                <a:srgbClr val="828282"/>
              </a:solidFill>
              <a:ln>
                <a:noFill/>
              </a:ln>
              <a:effectLst/>
            </p:spPr>
            <p:txBody>
              <a:bodyPr rtlCol="0" anchor="ctr"/>
              <a:lstStyle/>
              <a:p>
                <a:pPr algn="ctr"/>
              </a:p>
            </p:txBody>
          </p:sp>
          <p:sp>
            <p:nvSpPr>
              <p:cNvPr id="3623" name="Noise cell"/>
              <p:cNvSpPr/>
              <p:nvPr/>
            </p:nvSpPr>
            <p:spPr>
              <a:xfrm>
                <a:off x="10601207" y="8284464"/>
                <a:ext cx="18770" cy="18928"/>
              </a:xfrm>
              <a:prstGeom prst="rect">
                <a:avLst/>
              </a:prstGeom>
              <a:solidFill>
                <a:srgbClr val="8A8A8A"/>
              </a:solidFill>
              <a:ln>
                <a:noFill/>
              </a:ln>
              <a:effectLst/>
            </p:spPr>
            <p:txBody>
              <a:bodyPr rtlCol="0" anchor="ctr"/>
              <a:lstStyle/>
              <a:p>
                <a:pPr algn="ctr"/>
              </a:p>
            </p:txBody>
          </p:sp>
          <p:sp>
            <p:nvSpPr>
              <p:cNvPr id="3624" name="Noise cell"/>
              <p:cNvSpPr/>
              <p:nvPr/>
            </p:nvSpPr>
            <p:spPr>
              <a:xfrm>
                <a:off x="10619337" y="8284464"/>
                <a:ext cx="18770" cy="18928"/>
              </a:xfrm>
              <a:prstGeom prst="rect">
                <a:avLst/>
              </a:prstGeom>
              <a:solidFill>
                <a:srgbClr val="757575"/>
              </a:solidFill>
              <a:ln>
                <a:noFill/>
              </a:ln>
              <a:effectLst/>
            </p:spPr>
            <p:txBody>
              <a:bodyPr rtlCol="0" anchor="ctr"/>
              <a:lstStyle/>
              <a:p>
                <a:pPr algn="ctr"/>
              </a:p>
            </p:txBody>
          </p:sp>
          <p:sp>
            <p:nvSpPr>
              <p:cNvPr id="3625" name="Noise cell"/>
              <p:cNvSpPr/>
              <p:nvPr/>
            </p:nvSpPr>
            <p:spPr>
              <a:xfrm>
                <a:off x="10637467" y="8284464"/>
                <a:ext cx="18770" cy="18928"/>
              </a:xfrm>
              <a:prstGeom prst="rect">
                <a:avLst/>
              </a:prstGeom>
              <a:solidFill>
                <a:srgbClr val="848484"/>
              </a:solidFill>
              <a:ln>
                <a:noFill/>
              </a:ln>
              <a:effectLst/>
            </p:spPr>
            <p:txBody>
              <a:bodyPr rtlCol="0" anchor="ctr"/>
              <a:lstStyle/>
              <a:p>
                <a:pPr algn="ctr"/>
              </a:p>
            </p:txBody>
          </p:sp>
          <p:sp>
            <p:nvSpPr>
              <p:cNvPr id="3626" name="Noise cell"/>
              <p:cNvSpPr/>
              <p:nvPr/>
            </p:nvSpPr>
            <p:spPr>
              <a:xfrm>
                <a:off x="10655598" y="8284464"/>
                <a:ext cx="18770" cy="18928"/>
              </a:xfrm>
              <a:prstGeom prst="rect">
                <a:avLst/>
              </a:prstGeom>
              <a:solidFill>
                <a:srgbClr val="959595"/>
              </a:solidFill>
              <a:ln>
                <a:noFill/>
              </a:ln>
              <a:effectLst/>
            </p:spPr>
            <p:txBody>
              <a:bodyPr rtlCol="0" anchor="ctr"/>
              <a:lstStyle/>
              <a:p>
                <a:pPr algn="ctr"/>
              </a:p>
            </p:txBody>
          </p:sp>
          <p:sp>
            <p:nvSpPr>
              <p:cNvPr id="3627" name="Noise cell"/>
              <p:cNvSpPr/>
              <p:nvPr/>
            </p:nvSpPr>
            <p:spPr>
              <a:xfrm>
                <a:off x="10673728" y="8284464"/>
                <a:ext cx="18770" cy="18928"/>
              </a:xfrm>
              <a:prstGeom prst="rect">
                <a:avLst/>
              </a:prstGeom>
              <a:solidFill>
                <a:srgbClr val="999999"/>
              </a:solidFill>
              <a:ln>
                <a:noFill/>
              </a:ln>
              <a:effectLst/>
            </p:spPr>
            <p:txBody>
              <a:bodyPr rtlCol="0" anchor="ctr"/>
              <a:lstStyle/>
              <a:p>
                <a:pPr algn="ctr"/>
              </a:p>
            </p:txBody>
          </p:sp>
          <p:sp>
            <p:nvSpPr>
              <p:cNvPr id="3628" name="Noise cell"/>
              <p:cNvSpPr/>
              <p:nvPr/>
            </p:nvSpPr>
            <p:spPr>
              <a:xfrm>
                <a:off x="10691858" y="8284464"/>
                <a:ext cx="18770" cy="18928"/>
              </a:xfrm>
              <a:prstGeom prst="rect">
                <a:avLst/>
              </a:prstGeom>
              <a:solidFill>
                <a:srgbClr val="7C7C7C"/>
              </a:solidFill>
              <a:ln>
                <a:noFill/>
              </a:ln>
              <a:effectLst/>
            </p:spPr>
            <p:txBody>
              <a:bodyPr rtlCol="0" anchor="ctr"/>
              <a:lstStyle/>
              <a:p>
                <a:pPr algn="ctr"/>
              </a:p>
            </p:txBody>
          </p:sp>
          <p:sp>
            <p:nvSpPr>
              <p:cNvPr id="3629" name="Noise cell"/>
              <p:cNvSpPr/>
              <p:nvPr/>
            </p:nvSpPr>
            <p:spPr>
              <a:xfrm>
                <a:off x="10709989" y="8284464"/>
                <a:ext cx="18770" cy="18928"/>
              </a:xfrm>
              <a:prstGeom prst="rect">
                <a:avLst/>
              </a:prstGeom>
              <a:solidFill>
                <a:srgbClr val="919191"/>
              </a:solidFill>
              <a:ln>
                <a:noFill/>
              </a:ln>
              <a:effectLst/>
            </p:spPr>
            <p:txBody>
              <a:bodyPr rtlCol="0" anchor="ctr"/>
              <a:lstStyle/>
              <a:p>
                <a:pPr algn="ctr"/>
              </a:p>
            </p:txBody>
          </p:sp>
          <p:sp>
            <p:nvSpPr>
              <p:cNvPr id="3630" name="Noise cell"/>
              <p:cNvSpPr/>
              <p:nvPr/>
            </p:nvSpPr>
            <p:spPr>
              <a:xfrm>
                <a:off x="10728119" y="8284464"/>
                <a:ext cx="18770" cy="18928"/>
              </a:xfrm>
              <a:prstGeom prst="rect">
                <a:avLst/>
              </a:prstGeom>
              <a:solidFill>
                <a:srgbClr val="6B6B6B"/>
              </a:solidFill>
              <a:ln>
                <a:noFill/>
              </a:ln>
              <a:effectLst/>
            </p:spPr>
            <p:txBody>
              <a:bodyPr rtlCol="0" anchor="ctr"/>
              <a:lstStyle/>
              <a:p>
                <a:pPr algn="ctr"/>
              </a:p>
            </p:txBody>
          </p:sp>
          <p:sp>
            <p:nvSpPr>
              <p:cNvPr id="3631" name="Noise cell"/>
              <p:cNvSpPr/>
              <p:nvPr/>
            </p:nvSpPr>
            <p:spPr>
              <a:xfrm>
                <a:off x="10746250" y="8284464"/>
                <a:ext cx="18770" cy="18928"/>
              </a:xfrm>
              <a:prstGeom prst="rect">
                <a:avLst/>
              </a:prstGeom>
              <a:solidFill>
                <a:srgbClr val="8B8B8B"/>
              </a:solidFill>
              <a:ln>
                <a:noFill/>
              </a:ln>
              <a:effectLst/>
            </p:spPr>
            <p:txBody>
              <a:bodyPr rtlCol="0" anchor="ctr"/>
              <a:lstStyle/>
              <a:p>
                <a:pPr algn="ctr"/>
              </a:p>
            </p:txBody>
          </p:sp>
          <p:sp>
            <p:nvSpPr>
              <p:cNvPr id="3632" name="Noise cell"/>
              <p:cNvSpPr/>
              <p:nvPr/>
            </p:nvSpPr>
            <p:spPr>
              <a:xfrm>
                <a:off x="10764380" y="8284464"/>
                <a:ext cx="18770" cy="18928"/>
              </a:xfrm>
              <a:prstGeom prst="rect">
                <a:avLst/>
              </a:prstGeom>
              <a:solidFill>
                <a:srgbClr val="868686"/>
              </a:solidFill>
              <a:ln>
                <a:noFill/>
              </a:ln>
              <a:effectLst/>
            </p:spPr>
            <p:txBody>
              <a:bodyPr rtlCol="0" anchor="ctr"/>
              <a:lstStyle/>
              <a:p>
                <a:pPr algn="ctr"/>
              </a:p>
            </p:txBody>
          </p:sp>
          <p:sp>
            <p:nvSpPr>
              <p:cNvPr id="3633" name="Noise cell"/>
              <p:cNvSpPr/>
              <p:nvPr/>
            </p:nvSpPr>
            <p:spPr>
              <a:xfrm>
                <a:off x="10782510" y="8284464"/>
                <a:ext cx="18770" cy="18928"/>
              </a:xfrm>
              <a:prstGeom prst="rect">
                <a:avLst/>
              </a:prstGeom>
              <a:solidFill>
                <a:srgbClr val="767676"/>
              </a:solidFill>
              <a:ln>
                <a:noFill/>
              </a:ln>
              <a:effectLst/>
            </p:spPr>
            <p:txBody>
              <a:bodyPr rtlCol="0" anchor="ctr"/>
              <a:lstStyle/>
              <a:p>
                <a:pPr algn="ctr"/>
              </a:p>
            </p:txBody>
          </p:sp>
          <p:sp>
            <p:nvSpPr>
              <p:cNvPr id="3634" name="Noise cell"/>
              <p:cNvSpPr/>
              <p:nvPr/>
            </p:nvSpPr>
            <p:spPr>
              <a:xfrm>
                <a:off x="10800641" y="8284464"/>
                <a:ext cx="18770" cy="18928"/>
              </a:xfrm>
              <a:prstGeom prst="rect">
                <a:avLst/>
              </a:prstGeom>
              <a:solidFill>
                <a:srgbClr val="898989"/>
              </a:solidFill>
              <a:ln>
                <a:noFill/>
              </a:ln>
              <a:effectLst/>
            </p:spPr>
            <p:txBody>
              <a:bodyPr rtlCol="0" anchor="ctr"/>
              <a:lstStyle/>
              <a:p>
                <a:pPr algn="ctr"/>
              </a:p>
            </p:txBody>
          </p:sp>
          <p:sp>
            <p:nvSpPr>
              <p:cNvPr id="3635" name="Noise cell"/>
              <p:cNvSpPr/>
              <p:nvPr/>
            </p:nvSpPr>
            <p:spPr>
              <a:xfrm>
                <a:off x="10818771" y="8284464"/>
                <a:ext cx="18770" cy="18928"/>
              </a:xfrm>
              <a:prstGeom prst="rect">
                <a:avLst/>
              </a:prstGeom>
              <a:solidFill>
                <a:srgbClr val="878787"/>
              </a:solidFill>
              <a:ln>
                <a:noFill/>
              </a:ln>
              <a:effectLst/>
            </p:spPr>
            <p:txBody>
              <a:bodyPr rtlCol="0" anchor="ctr"/>
              <a:lstStyle/>
              <a:p>
                <a:pPr algn="ctr"/>
              </a:p>
            </p:txBody>
          </p:sp>
          <p:sp>
            <p:nvSpPr>
              <p:cNvPr id="3636" name="Noise cell"/>
              <p:cNvSpPr/>
              <p:nvPr/>
            </p:nvSpPr>
            <p:spPr>
              <a:xfrm>
                <a:off x="10836901" y="8284464"/>
                <a:ext cx="18770" cy="18928"/>
              </a:xfrm>
              <a:prstGeom prst="rect">
                <a:avLst/>
              </a:prstGeom>
              <a:solidFill>
                <a:srgbClr val="777777"/>
              </a:solidFill>
              <a:ln>
                <a:noFill/>
              </a:ln>
              <a:effectLst/>
            </p:spPr>
            <p:txBody>
              <a:bodyPr rtlCol="0" anchor="ctr"/>
              <a:lstStyle/>
              <a:p>
                <a:pPr algn="ctr"/>
              </a:p>
            </p:txBody>
          </p:sp>
          <p:sp>
            <p:nvSpPr>
              <p:cNvPr id="3637" name="Noise cell"/>
              <p:cNvSpPr/>
              <p:nvPr/>
            </p:nvSpPr>
            <p:spPr>
              <a:xfrm>
                <a:off x="10855032" y="8284464"/>
                <a:ext cx="18770" cy="18928"/>
              </a:xfrm>
              <a:prstGeom prst="rect">
                <a:avLst/>
              </a:prstGeom>
              <a:solidFill>
                <a:srgbClr val="8F8F8F"/>
              </a:solidFill>
              <a:ln>
                <a:noFill/>
              </a:ln>
              <a:effectLst/>
            </p:spPr>
            <p:txBody>
              <a:bodyPr rtlCol="0" anchor="ctr"/>
              <a:lstStyle/>
              <a:p>
                <a:pPr algn="ctr"/>
              </a:p>
            </p:txBody>
          </p:sp>
          <p:sp>
            <p:nvSpPr>
              <p:cNvPr id="3638" name="Noise cell"/>
              <p:cNvSpPr/>
              <p:nvPr/>
            </p:nvSpPr>
            <p:spPr>
              <a:xfrm>
                <a:off x="10873162" y="8284464"/>
                <a:ext cx="18770" cy="18928"/>
              </a:xfrm>
              <a:prstGeom prst="rect">
                <a:avLst/>
              </a:prstGeom>
              <a:solidFill>
                <a:srgbClr val="878787"/>
              </a:solidFill>
              <a:ln>
                <a:noFill/>
              </a:ln>
              <a:effectLst/>
            </p:spPr>
            <p:txBody>
              <a:bodyPr rtlCol="0" anchor="ctr"/>
              <a:lstStyle/>
              <a:p>
                <a:pPr algn="ctr"/>
              </a:p>
            </p:txBody>
          </p:sp>
          <p:sp>
            <p:nvSpPr>
              <p:cNvPr id="3639" name="Noise cell"/>
              <p:cNvSpPr/>
              <p:nvPr/>
            </p:nvSpPr>
            <p:spPr>
              <a:xfrm>
                <a:off x="10891292" y="8284464"/>
                <a:ext cx="18770" cy="18928"/>
              </a:xfrm>
              <a:prstGeom prst="rect">
                <a:avLst/>
              </a:prstGeom>
              <a:solidFill>
                <a:srgbClr val="676767"/>
              </a:solidFill>
              <a:ln>
                <a:noFill/>
              </a:ln>
              <a:effectLst/>
            </p:spPr>
            <p:txBody>
              <a:bodyPr rtlCol="0" anchor="ctr"/>
              <a:lstStyle/>
              <a:p>
                <a:pPr algn="ctr"/>
              </a:p>
            </p:txBody>
          </p:sp>
          <p:sp>
            <p:nvSpPr>
              <p:cNvPr id="3640" name="Noise cell"/>
              <p:cNvSpPr/>
              <p:nvPr/>
            </p:nvSpPr>
            <p:spPr>
              <a:xfrm>
                <a:off x="10909423" y="8284464"/>
                <a:ext cx="18770" cy="18928"/>
              </a:xfrm>
              <a:prstGeom prst="rect">
                <a:avLst/>
              </a:prstGeom>
              <a:solidFill>
                <a:srgbClr val="7D7D7D"/>
              </a:solidFill>
              <a:ln>
                <a:noFill/>
              </a:ln>
              <a:effectLst/>
            </p:spPr>
            <p:txBody>
              <a:bodyPr rtlCol="0" anchor="ctr"/>
              <a:lstStyle/>
              <a:p>
                <a:pPr algn="ctr"/>
              </a:p>
            </p:txBody>
          </p:sp>
          <p:sp>
            <p:nvSpPr>
              <p:cNvPr id="3641" name="Noise cell"/>
              <p:cNvSpPr/>
              <p:nvPr/>
            </p:nvSpPr>
            <p:spPr>
              <a:xfrm>
                <a:off x="10927553" y="8284464"/>
                <a:ext cx="18770" cy="18928"/>
              </a:xfrm>
              <a:prstGeom prst="rect">
                <a:avLst/>
              </a:prstGeom>
              <a:solidFill>
                <a:srgbClr val="8F8F8F"/>
              </a:solidFill>
              <a:ln>
                <a:noFill/>
              </a:ln>
              <a:effectLst/>
            </p:spPr>
            <p:txBody>
              <a:bodyPr rtlCol="0" anchor="ctr"/>
              <a:lstStyle/>
              <a:p>
                <a:pPr algn="ctr"/>
              </a:p>
            </p:txBody>
          </p:sp>
          <p:sp>
            <p:nvSpPr>
              <p:cNvPr id="3642" name="Noise cell"/>
              <p:cNvSpPr/>
              <p:nvPr/>
            </p:nvSpPr>
            <p:spPr>
              <a:xfrm>
                <a:off x="10945683" y="8284464"/>
                <a:ext cx="18770" cy="18928"/>
              </a:xfrm>
              <a:prstGeom prst="rect">
                <a:avLst/>
              </a:prstGeom>
              <a:solidFill>
                <a:srgbClr val="8A8A8A"/>
              </a:solidFill>
              <a:ln>
                <a:noFill/>
              </a:ln>
              <a:effectLst/>
            </p:spPr>
            <p:txBody>
              <a:bodyPr rtlCol="0" anchor="ctr"/>
              <a:lstStyle/>
              <a:p>
                <a:pPr algn="ctr"/>
              </a:p>
            </p:txBody>
          </p:sp>
          <p:sp>
            <p:nvSpPr>
              <p:cNvPr id="3643" name="Noise cell"/>
              <p:cNvSpPr/>
              <p:nvPr/>
            </p:nvSpPr>
            <p:spPr>
              <a:xfrm>
                <a:off x="10963814" y="8284464"/>
                <a:ext cx="18770" cy="18928"/>
              </a:xfrm>
              <a:prstGeom prst="rect">
                <a:avLst/>
              </a:prstGeom>
              <a:solidFill>
                <a:srgbClr val="757575"/>
              </a:solidFill>
              <a:ln>
                <a:noFill/>
              </a:ln>
              <a:effectLst/>
            </p:spPr>
            <p:txBody>
              <a:bodyPr rtlCol="0" anchor="ctr"/>
              <a:lstStyle/>
              <a:p>
                <a:pPr algn="ctr"/>
              </a:p>
            </p:txBody>
          </p:sp>
          <p:sp>
            <p:nvSpPr>
              <p:cNvPr id="3644" name="Noise cell"/>
              <p:cNvSpPr/>
              <p:nvPr/>
            </p:nvSpPr>
            <p:spPr>
              <a:xfrm>
                <a:off x="9930384" y="8302752"/>
                <a:ext cx="18770" cy="18928"/>
              </a:xfrm>
              <a:prstGeom prst="rect">
                <a:avLst/>
              </a:prstGeom>
              <a:solidFill>
                <a:srgbClr val="949494"/>
              </a:solidFill>
              <a:ln>
                <a:noFill/>
              </a:ln>
              <a:effectLst/>
            </p:spPr>
            <p:txBody>
              <a:bodyPr rtlCol="0" anchor="ctr"/>
              <a:lstStyle/>
              <a:p>
                <a:pPr algn="ctr"/>
              </a:p>
            </p:txBody>
          </p:sp>
          <p:sp>
            <p:nvSpPr>
              <p:cNvPr id="3645" name="Noise cell"/>
              <p:cNvSpPr/>
              <p:nvPr/>
            </p:nvSpPr>
            <p:spPr>
              <a:xfrm>
                <a:off x="9948514" y="8302752"/>
                <a:ext cx="18770" cy="18928"/>
              </a:xfrm>
              <a:prstGeom prst="rect">
                <a:avLst/>
              </a:prstGeom>
              <a:solidFill>
                <a:srgbClr val="7B7B7B"/>
              </a:solidFill>
              <a:ln>
                <a:noFill/>
              </a:ln>
              <a:effectLst/>
            </p:spPr>
            <p:txBody>
              <a:bodyPr rtlCol="0" anchor="ctr"/>
              <a:lstStyle/>
              <a:p>
                <a:pPr algn="ctr"/>
              </a:p>
            </p:txBody>
          </p:sp>
          <p:sp>
            <p:nvSpPr>
              <p:cNvPr id="3646" name="Noise cell"/>
              <p:cNvSpPr/>
              <p:nvPr/>
            </p:nvSpPr>
            <p:spPr>
              <a:xfrm>
                <a:off x="9966645" y="8302752"/>
                <a:ext cx="18770" cy="18928"/>
              </a:xfrm>
              <a:prstGeom prst="rect">
                <a:avLst/>
              </a:prstGeom>
              <a:solidFill>
                <a:srgbClr val="7D7D7D"/>
              </a:solidFill>
              <a:ln>
                <a:noFill/>
              </a:ln>
              <a:effectLst/>
            </p:spPr>
            <p:txBody>
              <a:bodyPr rtlCol="0" anchor="ctr"/>
              <a:lstStyle/>
              <a:p>
                <a:pPr algn="ctr"/>
              </a:p>
            </p:txBody>
          </p:sp>
          <p:sp>
            <p:nvSpPr>
              <p:cNvPr id="3647" name="Noise cell"/>
              <p:cNvSpPr/>
              <p:nvPr/>
            </p:nvSpPr>
            <p:spPr>
              <a:xfrm>
                <a:off x="9984775" y="8302752"/>
                <a:ext cx="18770" cy="18928"/>
              </a:xfrm>
              <a:prstGeom prst="rect">
                <a:avLst/>
              </a:prstGeom>
              <a:solidFill>
                <a:srgbClr val="909090"/>
              </a:solidFill>
              <a:ln>
                <a:noFill/>
              </a:ln>
              <a:effectLst/>
            </p:spPr>
            <p:txBody>
              <a:bodyPr rtlCol="0" anchor="ctr"/>
              <a:lstStyle/>
              <a:p>
                <a:pPr algn="ctr"/>
              </a:p>
            </p:txBody>
          </p:sp>
          <p:sp>
            <p:nvSpPr>
              <p:cNvPr id="3648" name="Noise cell"/>
              <p:cNvSpPr/>
              <p:nvPr/>
            </p:nvSpPr>
            <p:spPr>
              <a:xfrm>
                <a:off x="10002905" y="8302752"/>
                <a:ext cx="18770" cy="18928"/>
              </a:xfrm>
              <a:prstGeom prst="rect">
                <a:avLst/>
              </a:prstGeom>
              <a:solidFill>
                <a:srgbClr val="8E8E8E"/>
              </a:solidFill>
              <a:ln>
                <a:noFill/>
              </a:ln>
              <a:effectLst/>
            </p:spPr>
            <p:txBody>
              <a:bodyPr rtlCol="0" anchor="ctr"/>
              <a:lstStyle/>
              <a:p>
                <a:pPr algn="ctr"/>
              </a:p>
            </p:txBody>
          </p:sp>
          <p:sp>
            <p:nvSpPr>
              <p:cNvPr id="3649" name="Noise cell"/>
              <p:cNvSpPr/>
              <p:nvPr/>
            </p:nvSpPr>
            <p:spPr>
              <a:xfrm>
                <a:off x="10021036" y="8302752"/>
                <a:ext cx="18770" cy="18928"/>
              </a:xfrm>
              <a:prstGeom prst="rect">
                <a:avLst/>
              </a:prstGeom>
              <a:solidFill>
                <a:srgbClr val="787878"/>
              </a:solidFill>
              <a:ln>
                <a:noFill/>
              </a:ln>
              <a:effectLst/>
            </p:spPr>
            <p:txBody>
              <a:bodyPr rtlCol="0" anchor="ctr"/>
              <a:lstStyle/>
              <a:p>
                <a:pPr algn="ctr"/>
              </a:p>
            </p:txBody>
          </p:sp>
          <p:sp>
            <p:nvSpPr>
              <p:cNvPr id="3650" name="Noise cell"/>
              <p:cNvSpPr/>
              <p:nvPr/>
            </p:nvSpPr>
            <p:spPr>
              <a:xfrm>
                <a:off x="10039166" y="8302752"/>
                <a:ext cx="18770" cy="18928"/>
              </a:xfrm>
              <a:prstGeom prst="rect">
                <a:avLst/>
              </a:prstGeom>
              <a:solidFill>
                <a:srgbClr val="787878"/>
              </a:solidFill>
              <a:ln>
                <a:noFill/>
              </a:ln>
              <a:effectLst/>
            </p:spPr>
            <p:txBody>
              <a:bodyPr rtlCol="0" anchor="ctr"/>
              <a:lstStyle/>
              <a:p>
                <a:pPr algn="ctr"/>
              </a:p>
            </p:txBody>
          </p:sp>
          <p:sp>
            <p:nvSpPr>
              <p:cNvPr id="3651" name="Noise cell"/>
              <p:cNvSpPr/>
              <p:nvPr/>
            </p:nvSpPr>
            <p:spPr>
              <a:xfrm>
                <a:off x="10057296" y="8302752"/>
                <a:ext cx="18770" cy="18928"/>
              </a:xfrm>
              <a:prstGeom prst="rect">
                <a:avLst/>
              </a:prstGeom>
              <a:solidFill>
                <a:srgbClr val="818181"/>
              </a:solidFill>
              <a:ln>
                <a:noFill/>
              </a:ln>
              <a:effectLst/>
            </p:spPr>
            <p:txBody>
              <a:bodyPr rtlCol="0" anchor="ctr"/>
              <a:lstStyle/>
              <a:p>
                <a:pPr algn="ctr"/>
              </a:p>
            </p:txBody>
          </p:sp>
          <p:sp>
            <p:nvSpPr>
              <p:cNvPr id="3652" name="Noise cell"/>
              <p:cNvSpPr/>
              <p:nvPr/>
            </p:nvSpPr>
            <p:spPr>
              <a:xfrm>
                <a:off x="10075427" y="8302752"/>
                <a:ext cx="18770" cy="18928"/>
              </a:xfrm>
              <a:prstGeom prst="rect">
                <a:avLst/>
              </a:prstGeom>
              <a:solidFill>
                <a:srgbClr val="848484"/>
              </a:solidFill>
              <a:ln>
                <a:noFill/>
              </a:ln>
              <a:effectLst/>
            </p:spPr>
            <p:txBody>
              <a:bodyPr rtlCol="0" anchor="ctr"/>
              <a:lstStyle/>
              <a:p>
                <a:pPr algn="ctr"/>
              </a:p>
            </p:txBody>
          </p:sp>
          <p:sp>
            <p:nvSpPr>
              <p:cNvPr id="3653" name="Noise cell"/>
              <p:cNvSpPr/>
              <p:nvPr/>
            </p:nvSpPr>
            <p:spPr>
              <a:xfrm>
                <a:off x="10093557" y="8302752"/>
                <a:ext cx="18770" cy="18928"/>
              </a:xfrm>
              <a:prstGeom prst="rect">
                <a:avLst/>
              </a:prstGeom>
              <a:solidFill>
                <a:srgbClr val="9A9A9A"/>
              </a:solidFill>
              <a:ln>
                <a:noFill/>
              </a:ln>
              <a:effectLst/>
            </p:spPr>
            <p:txBody>
              <a:bodyPr rtlCol="0" anchor="ctr"/>
              <a:lstStyle/>
              <a:p>
                <a:pPr algn="ctr"/>
              </a:p>
            </p:txBody>
          </p:sp>
          <p:sp>
            <p:nvSpPr>
              <p:cNvPr id="3654" name="Noise cell"/>
              <p:cNvSpPr/>
              <p:nvPr/>
            </p:nvSpPr>
            <p:spPr>
              <a:xfrm>
                <a:off x="10111687" y="8302752"/>
                <a:ext cx="18770" cy="18928"/>
              </a:xfrm>
              <a:prstGeom prst="rect">
                <a:avLst/>
              </a:prstGeom>
              <a:solidFill>
                <a:srgbClr val="7A7A7A"/>
              </a:solidFill>
              <a:ln>
                <a:noFill/>
              </a:ln>
              <a:effectLst/>
            </p:spPr>
            <p:txBody>
              <a:bodyPr rtlCol="0" anchor="ctr"/>
              <a:lstStyle/>
              <a:p>
                <a:pPr algn="ctr"/>
              </a:p>
            </p:txBody>
          </p:sp>
          <p:sp>
            <p:nvSpPr>
              <p:cNvPr id="3655" name="Noise cell"/>
              <p:cNvSpPr/>
              <p:nvPr/>
            </p:nvSpPr>
            <p:spPr>
              <a:xfrm>
                <a:off x="10129818" y="8302752"/>
                <a:ext cx="18770" cy="18928"/>
              </a:xfrm>
              <a:prstGeom prst="rect">
                <a:avLst/>
              </a:prstGeom>
              <a:solidFill>
                <a:srgbClr val="9C9C9C"/>
              </a:solidFill>
              <a:ln>
                <a:noFill/>
              </a:ln>
              <a:effectLst/>
            </p:spPr>
            <p:txBody>
              <a:bodyPr rtlCol="0" anchor="ctr"/>
              <a:lstStyle/>
              <a:p>
                <a:pPr algn="ctr"/>
              </a:p>
            </p:txBody>
          </p:sp>
          <p:sp>
            <p:nvSpPr>
              <p:cNvPr id="3656" name="Noise cell"/>
              <p:cNvSpPr/>
              <p:nvPr/>
            </p:nvSpPr>
            <p:spPr>
              <a:xfrm>
                <a:off x="10147948" y="8302752"/>
                <a:ext cx="18770" cy="18928"/>
              </a:xfrm>
              <a:prstGeom prst="rect">
                <a:avLst/>
              </a:prstGeom>
              <a:solidFill>
                <a:srgbClr val="A8A8A8"/>
              </a:solidFill>
              <a:ln>
                <a:noFill/>
              </a:ln>
              <a:effectLst/>
            </p:spPr>
            <p:txBody>
              <a:bodyPr rtlCol="0" anchor="ctr"/>
              <a:lstStyle/>
              <a:p>
                <a:pPr algn="ctr"/>
              </a:p>
            </p:txBody>
          </p:sp>
          <p:sp>
            <p:nvSpPr>
              <p:cNvPr id="3657" name="Noise cell"/>
              <p:cNvSpPr/>
              <p:nvPr/>
            </p:nvSpPr>
            <p:spPr>
              <a:xfrm>
                <a:off x="10166078" y="8302752"/>
                <a:ext cx="18770" cy="18928"/>
              </a:xfrm>
              <a:prstGeom prst="rect">
                <a:avLst/>
              </a:prstGeom>
              <a:solidFill>
                <a:srgbClr val="7C7C7C"/>
              </a:solidFill>
              <a:ln>
                <a:noFill/>
              </a:ln>
              <a:effectLst/>
            </p:spPr>
            <p:txBody>
              <a:bodyPr rtlCol="0" anchor="ctr"/>
              <a:lstStyle/>
              <a:p>
                <a:pPr algn="ctr"/>
              </a:p>
            </p:txBody>
          </p:sp>
          <p:sp>
            <p:nvSpPr>
              <p:cNvPr id="3658" name="Noise cell"/>
              <p:cNvSpPr/>
              <p:nvPr/>
            </p:nvSpPr>
            <p:spPr>
              <a:xfrm>
                <a:off x="10184209" y="8302752"/>
                <a:ext cx="18770" cy="18928"/>
              </a:xfrm>
              <a:prstGeom prst="rect">
                <a:avLst/>
              </a:prstGeom>
              <a:solidFill>
                <a:srgbClr val="9D9D9D"/>
              </a:solidFill>
              <a:ln>
                <a:noFill/>
              </a:ln>
              <a:effectLst/>
            </p:spPr>
            <p:txBody>
              <a:bodyPr rtlCol="0" anchor="ctr"/>
              <a:lstStyle/>
              <a:p>
                <a:pPr algn="ctr"/>
              </a:p>
            </p:txBody>
          </p:sp>
          <p:sp>
            <p:nvSpPr>
              <p:cNvPr id="3659" name="Noise cell"/>
              <p:cNvSpPr/>
              <p:nvPr/>
            </p:nvSpPr>
            <p:spPr>
              <a:xfrm>
                <a:off x="10202339" y="8302752"/>
                <a:ext cx="18770" cy="18928"/>
              </a:xfrm>
              <a:prstGeom prst="rect">
                <a:avLst/>
              </a:prstGeom>
              <a:solidFill>
                <a:srgbClr val="878787"/>
              </a:solidFill>
              <a:ln>
                <a:noFill/>
              </a:ln>
              <a:effectLst/>
            </p:spPr>
            <p:txBody>
              <a:bodyPr rtlCol="0" anchor="ctr"/>
              <a:lstStyle/>
              <a:p>
                <a:pPr algn="ctr"/>
              </a:p>
            </p:txBody>
          </p:sp>
          <p:sp>
            <p:nvSpPr>
              <p:cNvPr id="3660" name="Noise cell"/>
              <p:cNvSpPr/>
              <p:nvPr/>
            </p:nvSpPr>
            <p:spPr>
              <a:xfrm>
                <a:off x="10220470" y="8302752"/>
                <a:ext cx="18770" cy="18928"/>
              </a:xfrm>
              <a:prstGeom prst="rect">
                <a:avLst/>
              </a:prstGeom>
              <a:solidFill>
                <a:srgbClr val="989898"/>
              </a:solidFill>
              <a:ln>
                <a:noFill/>
              </a:ln>
              <a:effectLst/>
            </p:spPr>
            <p:txBody>
              <a:bodyPr rtlCol="0" anchor="ctr"/>
              <a:lstStyle/>
              <a:p>
                <a:pPr algn="ctr"/>
              </a:p>
            </p:txBody>
          </p:sp>
          <p:sp>
            <p:nvSpPr>
              <p:cNvPr id="3661" name="Noise cell"/>
              <p:cNvSpPr/>
              <p:nvPr/>
            </p:nvSpPr>
            <p:spPr>
              <a:xfrm>
                <a:off x="10238600" y="8302752"/>
                <a:ext cx="18770" cy="18928"/>
              </a:xfrm>
              <a:prstGeom prst="rect">
                <a:avLst/>
              </a:prstGeom>
              <a:solidFill>
                <a:srgbClr val="7A7A7A"/>
              </a:solidFill>
              <a:ln>
                <a:noFill/>
              </a:ln>
              <a:effectLst/>
            </p:spPr>
            <p:txBody>
              <a:bodyPr rtlCol="0" anchor="ctr"/>
              <a:lstStyle/>
              <a:p>
                <a:pPr algn="ctr"/>
              </a:p>
            </p:txBody>
          </p:sp>
          <p:sp>
            <p:nvSpPr>
              <p:cNvPr id="3662" name="Noise cell"/>
              <p:cNvSpPr/>
              <p:nvPr/>
            </p:nvSpPr>
            <p:spPr>
              <a:xfrm>
                <a:off x="10256730" y="8302752"/>
                <a:ext cx="18770" cy="18928"/>
              </a:xfrm>
              <a:prstGeom prst="rect">
                <a:avLst/>
              </a:prstGeom>
              <a:solidFill>
                <a:srgbClr val="8D8D8D"/>
              </a:solidFill>
              <a:ln>
                <a:noFill/>
              </a:ln>
              <a:effectLst/>
            </p:spPr>
            <p:txBody>
              <a:bodyPr rtlCol="0" anchor="ctr"/>
              <a:lstStyle/>
              <a:p>
                <a:pPr algn="ctr"/>
              </a:p>
            </p:txBody>
          </p:sp>
          <p:sp>
            <p:nvSpPr>
              <p:cNvPr id="3663" name="Noise cell"/>
              <p:cNvSpPr/>
              <p:nvPr/>
            </p:nvSpPr>
            <p:spPr>
              <a:xfrm>
                <a:off x="10274861" y="8302752"/>
                <a:ext cx="18770" cy="18928"/>
              </a:xfrm>
              <a:prstGeom prst="rect">
                <a:avLst/>
              </a:prstGeom>
              <a:solidFill>
                <a:srgbClr val="9A9A9A"/>
              </a:solidFill>
              <a:ln>
                <a:noFill/>
              </a:ln>
              <a:effectLst/>
            </p:spPr>
            <p:txBody>
              <a:bodyPr rtlCol="0" anchor="ctr"/>
              <a:lstStyle/>
              <a:p>
                <a:pPr algn="ctr"/>
              </a:p>
            </p:txBody>
          </p:sp>
          <p:sp>
            <p:nvSpPr>
              <p:cNvPr id="3664" name="Noise cell"/>
              <p:cNvSpPr/>
              <p:nvPr/>
            </p:nvSpPr>
            <p:spPr>
              <a:xfrm>
                <a:off x="10292991" y="8302752"/>
                <a:ext cx="18770" cy="18928"/>
              </a:xfrm>
              <a:prstGeom prst="rect">
                <a:avLst/>
              </a:prstGeom>
              <a:solidFill>
                <a:srgbClr val="858585"/>
              </a:solidFill>
              <a:ln>
                <a:noFill/>
              </a:ln>
              <a:effectLst/>
            </p:spPr>
            <p:txBody>
              <a:bodyPr rtlCol="0" anchor="ctr"/>
              <a:lstStyle/>
              <a:p>
                <a:pPr algn="ctr"/>
              </a:p>
            </p:txBody>
          </p:sp>
          <p:sp>
            <p:nvSpPr>
              <p:cNvPr id="3665" name="Noise cell"/>
              <p:cNvSpPr/>
              <p:nvPr/>
            </p:nvSpPr>
            <p:spPr>
              <a:xfrm>
                <a:off x="10311121" y="8302752"/>
                <a:ext cx="18770" cy="18928"/>
              </a:xfrm>
              <a:prstGeom prst="rect">
                <a:avLst/>
              </a:prstGeom>
              <a:solidFill>
                <a:srgbClr val="7F7F7F"/>
              </a:solidFill>
              <a:ln>
                <a:noFill/>
              </a:ln>
              <a:effectLst/>
            </p:spPr>
            <p:txBody>
              <a:bodyPr rtlCol="0" anchor="ctr"/>
              <a:lstStyle/>
              <a:p>
                <a:pPr algn="ctr"/>
              </a:p>
            </p:txBody>
          </p:sp>
          <p:sp>
            <p:nvSpPr>
              <p:cNvPr id="3666" name="Noise cell"/>
              <p:cNvSpPr/>
              <p:nvPr/>
            </p:nvSpPr>
            <p:spPr>
              <a:xfrm>
                <a:off x="10329252" y="8302752"/>
                <a:ext cx="18770" cy="18928"/>
              </a:xfrm>
              <a:prstGeom prst="rect">
                <a:avLst/>
              </a:prstGeom>
              <a:solidFill>
                <a:srgbClr val="7C7C7C"/>
              </a:solidFill>
              <a:ln>
                <a:noFill/>
              </a:ln>
              <a:effectLst/>
            </p:spPr>
            <p:txBody>
              <a:bodyPr rtlCol="0" anchor="ctr"/>
              <a:lstStyle/>
              <a:p>
                <a:pPr algn="ctr"/>
              </a:p>
            </p:txBody>
          </p:sp>
          <p:sp>
            <p:nvSpPr>
              <p:cNvPr id="3667" name="Noise cell"/>
              <p:cNvSpPr/>
              <p:nvPr/>
            </p:nvSpPr>
            <p:spPr>
              <a:xfrm>
                <a:off x="10347382" y="8302752"/>
                <a:ext cx="18770" cy="18928"/>
              </a:xfrm>
              <a:prstGeom prst="rect">
                <a:avLst/>
              </a:prstGeom>
              <a:solidFill>
                <a:srgbClr val="858585"/>
              </a:solidFill>
              <a:ln>
                <a:noFill/>
              </a:ln>
              <a:effectLst/>
            </p:spPr>
            <p:txBody>
              <a:bodyPr rtlCol="0" anchor="ctr"/>
              <a:lstStyle/>
              <a:p>
                <a:pPr algn="ctr"/>
              </a:p>
            </p:txBody>
          </p:sp>
          <p:sp>
            <p:nvSpPr>
              <p:cNvPr id="3668" name="Noise cell"/>
              <p:cNvSpPr/>
              <p:nvPr/>
            </p:nvSpPr>
            <p:spPr>
              <a:xfrm>
                <a:off x="10365512" y="8302752"/>
                <a:ext cx="18770" cy="18928"/>
              </a:xfrm>
              <a:prstGeom prst="rect">
                <a:avLst/>
              </a:prstGeom>
              <a:solidFill>
                <a:srgbClr val="767676"/>
              </a:solidFill>
              <a:ln>
                <a:noFill/>
              </a:ln>
              <a:effectLst/>
            </p:spPr>
            <p:txBody>
              <a:bodyPr rtlCol="0" anchor="ctr"/>
              <a:lstStyle/>
              <a:p>
                <a:pPr algn="ctr"/>
              </a:p>
            </p:txBody>
          </p:sp>
          <p:sp>
            <p:nvSpPr>
              <p:cNvPr id="3669" name="Noise cell"/>
              <p:cNvSpPr/>
              <p:nvPr/>
            </p:nvSpPr>
            <p:spPr>
              <a:xfrm>
                <a:off x="10383643" y="8302752"/>
                <a:ext cx="18770" cy="18928"/>
              </a:xfrm>
              <a:prstGeom prst="rect">
                <a:avLst/>
              </a:prstGeom>
              <a:solidFill>
                <a:srgbClr val="737373"/>
              </a:solidFill>
              <a:ln>
                <a:noFill/>
              </a:ln>
              <a:effectLst/>
            </p:spPr>
            <p:txBody>
              <a:bodyPr rtlCol="0" anchor="ctr"/>
              <a:lstStyle/>
              <a:p>
                <a:pPr algn="ctr"/>
              </a:p>
            </p:txBody>
          </p:sp>
          <p:sp>
            <p:nvSpPr>
              <p:cNvPr id="3670" name="Noise cell"/>
              <p:cNvSpPr/>
              <p:nvPr/>
            </p:nvSpPr>
            <p:spPr>
              <a:xfrm>
                <a:off x="10401773" y="8302752"/>
                <a:ext cx="18770" cy="18928"/>
              </a:xfrm>
              <a:prstGeom prst="rect">
                <a:avLst/>
              </a:prstGeom>
              <a:solidFill>
                <a:srgbClr val="9B9B9B"/>
              </a:solidFill>
              <a:ln>
                <a:noFill/>
              </a:ln>
              <a:effectLst/>
            </p:spPr>
            <p:txBody>
              <a:bodyPr rtlCol="0" anchor="ctr"/>
              <a:lstStyle/>
              <a:p>
                <a:pPr algn="ctr"/>
              </a:p>
            </p:txBody>
          </p:sp>
          <p:sp>
            <p:nvSpPr>
              <p:cNvPr id="3671" name="Noise cell"/>
              <p:cNvSpPr/>
              <p:nvPr/>
            </p:nvSpPr>
            <p:spPr>
              <a:xfrm>
                <a:off x="10419903" y="8302752"/>
                <a:ext cx="18770" cy="18928"/>
              </a:xfrm>
              <a:prstGeom prst="rect">
                <a:avLst/>
              </a:prstGeom>
              <a:solidFill>
                <a:srgbClr val="8F8F8F"/>
              </a:solidFill>
              <a:ln>
                <a:noFill/>
              </a:ln>
              <a:effectLst/>
            </p:spPr>
            <p:txBody>
              <a:bodyPr rtlCol="0" anchor="ctr"/>
              <a:lstStyle/>
              <a:p>
                <a:pPr algn="ctr"/>
              </a:p>
            </p:txBody>
          </p:sp>
          <p:sp>
            <p:nvSpPr>
              <p:cNvPr id="3672" name="Noise cell"/>
              <p:cNvSpPr/>
              <p:nvPr/>
            </p:nvSpPr>
            <p:spPr>
              <a:xfrm>
                <a:off x="10438034" y="8302752"/>
                <a:ext cx="18770" cy="18928"/>
              </a:xfrm>
              <a:prstGeom prst="rect">
                <a:avLst/>
              </a:prstGeom>
              <a:solidFill>
                <a:srgbClr val="777777"/>
              </a:solidFill>
              <a:ln>
                <a:noFill/>
              </a:ln>
              <a:effectLst/>
            </p:spPr>
            <p:txBody>
              <a:bodyPr rtlCol="0" anchor="ctr"/>
              <a:lstStyle/>
              <a:p>
                <a:pPr algn="ctr"/>
              </a:p>
            </p:txBody>
          </p:sp>
          <p:sp>
            <p:nvSpPr>
              <p:cNvPr id="3673" name="Noise cell"/>
              <p:cNvSpPr/>
              <p:nvPr/>
            </p:nvSpPr>
            <p:spPr>
              <a:xfrm>
                <a:off x="10456164" y="8302752"/>
                <a:ext cx="18770" cy="18928"/>
              </a:xfrm>
              <a:prstGeom prst="rect">
                <a:avLst/>
              </a:prstGeom>
              <a:solidFill>
                <a:srgbClr val="8B8B8B"/>
              </a:solidFill>
              <a:ln>
                <a:noFill/>
              </a:ln>
              <a:effectLst/>
            </p:spPr>
            <p:txBody>
              <a:bodyPr rtlCol="0" anchor="ctr"/>
              <a:lstStyle/>
              <a:p>
                <a:pPr algn="ctr"/>
              </a:p>
            </p:txBody>
          </p:sp>
          <p:sp>
            <p:nvSpPr>
              <p:cNvPr id="3674" name="Noise cell"/>
              <p:cNvSpPr/>
              <p:nvPr/>
            </p:nvSpPr>
            <p:spPr>
              <a:xfrm>
                <a:off x="10474294" y="8302752"/>
                <a:ext cx="18770" cy="18928"/>
              </a:xfrm>
              <a:prstGeom prst="rect">
                <a:avLst/>
              </a:prstGeom>
              <a:solidFill>
                <a:srgbClr val="656565"/>
              </a:solidFill>
              <a:ln>
                <a:noFill/>
              </a:ln>
              <a:effectLst/>
            </p:spPr>
            <p:txBody>
              <a:bodyPr rtlCol="0" anchor="ctr"/>
              <a:lstStyle/>
              <a:p>
                <a:pPr algn="ctr"/>
              </a:p>
            </p:txBody>
          </p:sp>
          <p:sp>
            <p:nvSpPr>
              <p:cNvPr id="3675" name="Noise cell"/>
              <p:cNvSpPr/>
              <p:nvPr/>
            </p:nvSpPr>
            <p:spPr>
              <a:xfrm>
                <a:off x="10492425" y="8302752"/>
                <a:ext cx="18770" cy="18928"/>
              </a:xfrm>
              <a:prstGeom prst="rect">
                <a:avLst/>
              </a:prstGeom>
              <a:solidFill>
                <a:srgbClr val="7A7A7A"/>
              </a:solidFill>
              <a:ln>
                <a:noFill/>
              </a:ln>
              <a:effectLst/>
            </p:spPr>
            <p:txBody>
              <a:bodyPr rtlCol="0" anchor="ctr"/>
              <a:lstStyle/>
              <a:p>
                <a:pPr algn="ctr"/>
              </a:p>
            </p:txBody>
          </p:sp>
          <p:sp>
            <p:nvSpPr>
              <p:cNvPr id="3676" name="Noise cell"/>
              <p:cNvSpPr/>
              <p:nvPr/>
            </p:nvSpPr>
            <p:spPr>
              <a:xfrm>
                <a:off x="10510555" y="8302752"/>
                <a:ext cx="18770" cy="18928"/>
              </a:xfrm>
              <a:prstGeom prst="rect">
                <a:avLst/>
              </a:prstGeom>
              <a:solidFill>
                <a:srgbClr val="7F7F7F"/>
              </a:solidFill>
              <a:ln>
                <a:noFill/>
              </a:ln>
              <a:effectLst/>
            </p:spPr>
            <p:txBody>
              <a:bodyPr rtlCol="0" anchor="ctr"/>
              <a:lstStyle/>
              <a:p>
                <a:pPr algn="ctr"/>
              </a:p>
            </p:txBody>
          </p:sp>
          <p:sp>
            <p:nvSpPr>
              <p:cNvPr id="3677" name="Noise cell"/>
              <p:cNvSpPr/>
              <p:nvPr/>
            </p:nvSpPr>
            <p:spPr>
              <a:xfrm>
                <a:off x="10528685" y="8302752"/>
                <a:ext cx="18770" cy="18928"/>
              </a:xfrm>
              <a:prstGeom prst="rect">
                <a:avLst/>
              </a:prstGeom>
              <a:solidFill>
                <a:srgbClr val="959595"/>
              </a:solidFill>
              <a:ln>
                <a:noFill/>
              </a:ln>
              <a:effectLst/>
            </p:spPr>
            <p:txBody>
              <a:bodyPr rtlCol="0" anchor="ctr"/>
              <a:lstStyle/>
              <a:p>
                <a:pPr algn="ctr"/>
              </a:p>
            </p:txBody>
          </p:sp>
          <p:sp>
            <p:nvSpPr>
              <p:cNvPr id="3678" name="Noise cell"/>
              <p:cNvSpPr/>
              <p:nvPr/>
            </p:nvSpPr>
            <p:spPr>
              <a:xfrm>
                <a:off x="10546816" y="8302752"/>
                <a:ext cx="18770" cy="18928"/>
              </a:xfrm>
              <a:prstGeom prst="rect">
                <a:avLst/>
              </a:prstGeom>
              <a:solidFill>
                <a:srgbClr val="989898"/>
              </a:solidFill>
              <a:ln>
                <a:noFill/>
              </a:ln>
              <a:effectLst/>
            </p:spPr>
            <p:txBody>
              <a:bodyPr rtlCol="0" anchor="ctr"/>
              <a:lstStyle/>
              <a:p>
                <a:pPr algn="ctr"/>
              </a:p>
            </p:txBody>
          </p:sp>
          <p:sp>
            <p:nvSpPr>
              <p:cNvPr id="3679" name="Noise cell"/>
              <p:cNvSpPr/>
              <p:nvPr/>
            </p:nvSpPr>
            <p:spPr>
              <a:xfrm>
                <a:off x="10564946" y="8302752"/>
                <a:ext cx="18770" cy="18928"/>
              </a:xfrm>
              <a:prstGeom prst="rect">
                <a:avLst/>
              </a:prstGeom>
              <a:solidFill>
                <a:srgbClr val="7C7C7C"/>
              </a:solidFill>
              <a:ln>
                <a:noFill/>
              </a:ln>
              <a:effectLst/>
            </p:spPr>
            <p:txBody>
              <a:bodyPr rtlCol="0" anchor="ctr"/>
              <a:lstStyle/>
              <a:p>
                <a:pPr algn="ctr"/>
              </a:p>
            </p:txBody>
          </p:sp>
          <p:sp>
            <p:nvSpPr>
              <p:cNvPr id="3680" name="Noise cell"/>
              <p:cNvSpPr/>
              <p:nvPr/>
            </p:nvSpPr>
            <p:spPr>
              <a:xfrm>
                <a:off x="10583076" y="8302752"/>
                <a:ext cx="18770" cy="18928"/>
              </a:xfrm>
              <a:prstGeom prst="rect">
                <a:avLst/>
              </a:prstGeom>
              <a:solidFill>
                <a:srgbClr val="838383"/>
              </a:solidFill>
              <a:ln>
                <a:noFill/>
              </a:ln>
              <a:effectLst/>
            </p:spPr>
            <p:txBody>
              <a:bodyPr rtlCol="0" anchor="ctr"/>
              <a:lstStyle/>
              <a:p>
                <a:pPr algn="ctr"/>
              </a:p>
            </p:txBody>
          </p:sp>
          <p:sp>
            <p:nvSpPr>
              <p:cNvPr id="3681" name="Noise cell"/>
              <p:cNvSpPr/>
              <p:nvPr/>
            </p:nvSpPr>
            <p:spPr>
              <a:xfrm>
                <a:off x="10601207" y="8302752"/>
                <a:ext cx="18770" cy="18928"/>
              </a:xfrm>
              <a:prstGeom prst="rect">
                <a:avLst/>
              </a:prstGeom>
              <a:solidFill>
                <a:srgbClr val="797979"/>
              </a:solidFill>
              <a:ln>
                <a:noFill/>
              </a:ln>
              <a:effectLst/>
            </p:spPr>
            <p:txBody>
              <a:bodyPr rtlCol="0" anchor="ctr"/>
              <a:lstStyle/>
              <a:p>
                <a:pPr algn="ctr"/>
              </a:p>
            </p:txBody>
          </p:sp>
          <p:sp>
            <p:nvSpPr>
              <p:cNvPr id="3682" name="Noise cell"/>
              <p:cNvSpPr/>
              <p:nvPr/>
            </p:nvSpPr>
            <p:spPr>
              <a:xfrm>
                <a:off x="10619337" y="8302752"/>
                <a:ext cx="18770" cy="18928"/>
              </a:xfrm>
              <a:prstGeom prst="rect">
                <a:avLst/>
              </a:prstGeom>
              <a:solidFill>
                <a:srgbClr val="8E8E8E"/>
              </a:solidFill>
              <a:ln>
                <a:noFill/>
              </a:ln>
              <a:effectLst/>
            </p:spPr>
            <p:txBody>
              <a:bodyPr rtlCol="0" anchor="ctr"/>
              <a:lstStyle/>
              <a:p>
                <a:pPr algn="ctr"/>
              </a:p>
            </p:txBody>
          </p:sp>
          <p:sp>
            <p:nvSpPr>
              <p:cNvPr id="3683" name="Noise cell"/>
              <p:cNvSpPr/>
              <p:nvPr/>
            </p:nvSpPr>
            <p:spPr>
              <a:xfrm>
                <a:off x="10637467" y="8302752"/>
                <a:ext cx="18770" cy="18928"/>
              </a:xfrm>
              <a:prstGeom prst="rect">
                <a:avLst/>
              </a:prstGeom>
              <a:solidFill>
                <a:srgbClr val="878787"/>
              </a:solidFill>
              <a:ln>
                <a:noFill/>
              </a:ln>
              <a:effectLst/>
            </p:spPr>
            <p:txBody>
              <a:bodyPr rtlCol="0" anchor="ctr"/>
              <a:lstStyle/>
              <a:p>
                <a:pPr algn="ctr"/>
              </a:p>
            </p:txBody>
          </p:sp>
          <p:sp>
            <p:nvSpPr>
              <p:cNvPr id="3684" name="Noise cell"/>
              <p:cNvSpPr/>
              <p:nvPr/>
            </p:nvSpPr>
            <p:spPr>
              <a:xfrm>
                <a:off x="10655598" y="8302752"/>
                <a:ext cx="18770" cy="18928"/>
              </a:xfrm>
              <a:prstGeom prst="rect">
                <a:avLst/>
              </a:prstGeom>
              <a:solidFill>
                <a:srgbClr val="828282"/>
              </a:solidFill>
              <a:ln>
                <a:noFill/>
              </a:ln>
              <a:effectLst/>
            </p:spPr>
            <p:txBody>
              <a:bodyPr rtlCol="0" anchor="ctr"/>
              <a:lstStyle/>
              <a:p>
                <a:pPr algn="ctr"/>
              </a:p>
            </p:txBody>
          </p:sp>
          <p:sp>
            <p:nvSpPr>
              <p:cNvPr id="3685" name="Noise cell"/>
              <p:cNvSpPr/>
              <p:nvPr/>
            </p:nvSpPr>
            <p:spPr>
              <a:xfrm>
                <a:off x="10673728" y="8302752"/>
                <a:ext cx="18770" cy="18928"/>
              </a:xfrm>
              <a:prstGeom prst="rect">
                <a:avLst/>
              </a:prstGeom>
              <a:solidFill>
                <a:srgbClr val="808080"/>
              </a:solidFill>
              <a:ln>
                <a:noFill/>
              </a:ln>
              <a:effectLst/>
            </p:spPr>
            <p:txBody>
              <a:bodyPr rtlCol="0" anchor="ctr"/>
              <a:lstStyle/>
              <a:p>
                <a:pPr algn="ctr"/>
              </a:p>
            </p:txBody>
          </p:sp>
          <p:sp>
            <p:nvSpPr>
              <p:cNvPr id="3686" name="Noise cell"/>
              <p:cNvSpPr/>
              <p:nvPr/>
            </p:nvSpPr>
            <p:spPr>
              <a:xfrm>
                <a:off x="10691858" y="8302752"/>
                <a:ext cx="18770" cy="18928"/>
              </a:xfrm>
              <a:prstGeom prst="rect">
                <a:avLst/>
              </a:prstGeom>
              <a:solidFill>
                <a:srgbClr val="9C9C9C"/>
              </a:solidFill>
              <a:ln>
                <a:noFill/>
              </a:ln>
              <a:effectLst/>
            </p:spPr>
            <p:txBody>
              <a:bodyPr rtlCol="0" anchor="ctr"/>
              <a:lstStyle/>
              <a:p>
                <a:pPr algn="ctr"/>
              </a:p>
            </p:txBody>
          </p:sp>
          <p:sp>
            <p:nvSpPr>
              <p:cNvPr id="3687" name="Noise cell"/>
              <p:cNvSpPr/>
              <p:nvPr/>
            </p:nvSpPr>
            <p:spPr>
              <a:xfrm>
                <a:off x="10709989" y="8302752"/>
                <a:ext cx="18770" cy="18928"/>
              </a:xfrm>
              <a:prstGeom prst="rect">
                <a:avLst/>
              </a:prstGeom>
              <a:solidFill>
                <a:srgbClr val="818181"/>
              </a:solidFill>
              <a:ln>
                <a:noFill/>
              </a:ln>
              <a:effectLst/>
            </p:spPr>
            <p:txBody>
              <a:bodyPr rtlCol="0" anchor="ctr"/>
              <a:lstStyle/>
              <a:p>
                <a:pPr algn="ctr"/>
              </a:p>
            </p:txBody>
          </p:sp>
          <p:sp>
            <p:nvSpPr>
              <p:cNvPr id="3688" name="Noise cell"/>
              <p:cNvSpPr/>
              <p:nvPr/>
            </p:nvSpPr>
            <p:spPr>
              <a:xfrm>
                <a:off x="10728119" y="8302752"/>
                <a:ext cx="18770" cy="18928"/>
              </a:xfrm>
              <a:prstGeom prst="rect">
                <a:avLst/>
              </a:prstGeom>
              <a:solidFill>
                <a:srgbClr val="757575"/>
              </a:solidFill>
              <a:ln>
                <a:noFill/>
              </a:ln>
              <a:effectLst/>
            </p:spPr>
            <p:txBody>
              <a:bodyPr rtlCol="0" anchor="ctr"/>
              <a:lstStyle/>
              <a:p>
                <a:pPr algn="ctr"/>
              </a:p>
            </p:txBody>
          </p:sp>
          <p:sp>
            <p:nvSpPr>
              <p:cNvPr id="3689" name="Noise cell"/>
              <p:cNvSpPr/>
              <p:nvPr/>
            </p:nvSpPr>
            <p:spPr>
              <a:xfrm>
                <a:off x="10746250" y="8302752"/>
                <a:ext cx="18770" cy="18928"/>
              </a:xfrm>
              <a:prstGeom prst="rect">
                <a:avLst/>
              </a:prstGeom>
              <a:solidFill>
                <a:srgbClr val="7B7B7B"/>
              </a:solidFill>
              <a:ln>
                <a:noFill/>
              </a:ln>
              <a:effectLst/>
            </p:spPr>
            <p:txBody>
              <a:bodyPr rtlCol="0" anchor="ctr"/>
              <a:lstStyle/>
              <a:p>
                <a:pPr algn="ctr"/>
              </a:p>
            </p:txBody>
          </p:sp>
          <p:sp>
            <p:nvSpPr>
              <p:cNvPr id="3690" name="Noise cell"/>
              <p:cNvSpPr/>
              <p:nvPr/>
            </p:nvSpPr>
            <p:spPr>
              <a:xfrm>
                <a:off x="10764380" y="8302752"/>
                <a:ext cx="18770" cy="18928"/>
              </a:xfrm>
              <a:prstGeom prst="rect">
                <a:avLst/>
              </a:prstGeom>
              <a:solidFill>
                <a:srgbClr val="969696"/>
              </a:solidFill>
              <a:ln>
                <a:noFill/>
              </a:ln>
              <a:effectLst/>
            </p:spPr>
            <p:txBody>
              <a:bodyPr rtlCol="0" anchor="ctr"/>
              <a:lstStyle/>
              <a:p>
                <a:pPr algn="ctr"/>
              </a:p>
            </p:txBody>
          </p:sp>
          <p:sp>
            <p:nvSpPr>
              <p:cNvPr id="3691" name="Noise cell"/>
              <p:cNvSpPr/>
              <p:nvPr/>
            </p:nvSpPr>
            <p:spPr>
              <a:xfrm>
                <a:off x="10782510" y="8302752"/>
                <a:ext cx="18770" cy="18928"/>
              </a:xfrm>
              <a:prstGeom prst="rect">
                <a:avLst/>
              </a:prstGeom>
              <a:solidFill>
                <a:srgbClr val="7F7F7F"/>
              </a:solidFill>
              <a:ln>
                <a:noFill/>
              </a:ln>
              <a:effectLst/>
            </p:spPr>
            <p:txBody>
              <a:bodyPr rtlCol="0" anchor="ctr"/>
              <a:lstStyle/>
              <a:p>
                <a:pPr algn="ctr"/>
              </a:p>
            </p:txBody>
          </p:sp>
          <p:sp>
            <p:nvSpPr>
              <p:cNvPr id="3692" name="Noise cell"/>
              <p:cNvSpPr/>
              <p:nvPr/>
            </p:nvSpPr>
            <p:spPr>
              <a:xfrm>
                <a:off x="10800641" y="8302752"/>
                <a:ext cx="18770" cy="18928"/>
              </a:xfrm>
              <a:prstGeom prst="rect">
                <a:avLst/>
              </a:prstGeom>
              <a:solidFill>
                <a:srgbClr val="969696"/>
              </a:solidFill>
              <a:ln>
                <a:noFill/>
              </a:ln>
              <a:effectLst/>
            </p:spPr>
            <p:txBody>
              <a:bodyPr rtlCol="0" anchor="ctr"/>
              <a:lstStyle/>
              <a:p>
                <a:pPr algn="ctr"/>
              </a:p>
            </p:txBody>
          </p:sp>
          <p:sp>
            <p:nvSpPr>
              <p:cNvPr id="3693" name="Noise cell"/>
              <p:cNvSpPr/>
              <p:nvPr/>
            </p:nvSpPr>
            <p:spPr>
              <a:xfrm>
                <a:off x="10818771" y="8302752"/>
                <a:ext cx="18770" cy="18928"/>
              </a:xfrm>
              <a:prstGeom prst="rect">
                <a:avLst/>
              </a:prstGeom>
              <a:solidFill>
                <a:srgbClr val="969696"/>
              </a:solidFill>
              <a:ln>
                <a:noFill/>
              </a:ln>
              <a:effectLst/>
            </p:spPr>
            <p:txBody>
              <a:bodyPr rtlCol="0" anchor="ctr"/>
              <a:lstStyle/>
              <a:p>
                <a:pPr algn="ctr"/>
              </a:p>
            </p:txBody>
          </p:sp>
          <p:sp>
            <p:nvSpPr>
              <p:cNvPr id="3694" name="Noise cell"/>
              <p:cNvSpPr/>
              <p:nvPr/>
            </p:nvSpPr>
            <p:spPr>
              <a:xfrm>
                <a:off x="10836901" y="8302752"/>
                <a:ext cx="18770" cy="18928"/>
              </a:xfrm>
              <a:prstGeom prst="rect">
                <a:avLst/>
              </a:prstGeom>
              <a:solidFill>
                <a:srgbClr val="838383"/>
              </a:solidFill>
              <a:ln>
                <a:noFill/>
              </a:ln>
              <a:effectLst/>
            </p:spPr>
            <p:txBody>
              <a:bodyPr rtlCol="0" anchor="ctr"/>
              <a:lstStyle/>
              <a:p>
                <a:pPr algn="ctr"/>
              </a:p>
            </p:txBody>
          </p:sp>
          <p:sp>
            <p:nvSpPr>
              <p:cNvPr id="3695" name="Noise cell"/>
              <p:cNvSpPr/>
              <p:nvPr/>
            </p:nvSpPr>
            <p:spPr>
              <a:xfrm>
                <a:off x="10855032" y="8302752"/>
                <a:ext cx="18770" cy="18928"/>
              </a:xfrm>
              <a:prstGeom prst="rect">
                <a:avLst/>
              </a:prstGeom>
              <a:solidFill>
                <a:srgbClr val="858585"/>
              </a:solidFill>
              <a:ln>
                <a:noFill/>
              </a:ln>
              <a:effectLst/>
            </p:spPr>
            <p:txBody>
              <a:bodyPr rtlCol="0" anchor="ctr"/>
              <a:lstStyle/>
              <a:p>
                <a:pPr algn="ctr"/>
              </a:p>
            </p:txBody>
          </p:sp>
          <p:sp>
            <p:nvSpPr>
              <p:cNvPr id="3696" name="Noise cell"/>
              <p:cNvSpPr/>
              <p:nvPr/>
            </p:nvSpPr>
            <p:spPr>
              <a:xfrm>
                <a:off x="10873162" y="8302752"/>
                <a:ext cx="18770" cy="18928"/>
              </a:xfrm>
              <a:prstGeom prst="rect">
                <a:avLst/>
              </a:prstGeom>
              <a:solidFill>
                <a:srgbClr val="919191"/>
              </a:solidFill>
              <a:ln>
                <a:noFill/>
              </a:ln>
              <a:effectLst/>
            </p:spPr>
            <p:txBody>
              <a:bodyPr rtlCol="0" anchor="ctr"/>
              <a:lstStyle/>
              <a:p>
                <a:pPr algn="ctr"/>
              </a:p>
            </p:txBody>
          </p:sp>
          <p:sp>
            <p:nvSpPr>
              <p:cNvPr id="3697" name="Noise cell"/>
              <p:cNvSpPr/>
              <p:nvPr/>
            </p:nvSpPr>
            <p:spPr>
              <a:xfrm>
                <a:off x="10891292" y="8302752"/>
                <a:ext cx="18770" cy="18928"/>
              </a:xfrm>
              <a:prstGeom prst="rect">
                <a:avLst/>
              </a:prstGeom>
              <a:solidFill>
                <a:srgbClr val="808080"/>
              </a:solidFill>
              <a:ln>
                <a:noFill/>
              </a:ln>
              <a:effectLst/>
            </p:spPr>
            <p:txBody>
              <a:bodyPr rtlCol="0" anchor="ctr"/>
              <a:lstStyle/>
              <a:p>
                <a:pPr algn="ctr"/>
              </a:p>
            </p:txBody>
          </p:sp>
          <p:sp>
            <p:nvSpPr>
              <p:cNvPr id="3698" name="Noise cell"/>
              <p:cNvSpPr/>
              <p:nvPr/>
            </p:nvSpPr>
            <p:spPr>
              <a:xfrm>
                <a:off x="10909423" y="8302752"/>
                <a:ext cx="18770" cy="18928"/>
              </a:xfrm>
              <a:prstGeom prst="rect">
                <a:avLst/>
              </a:prstGeom>
              <a:solidFill>
                <a:srgbClr val="5C5C5C"/>
              </a:solidFill>
              <a:ln>
                <a:noFill/>
              </a:ln>
              <a:effectLst/>
            </p:spPr>
            <p:txBody>
              <a:bodyPr rtlCol="0" anchor="ctr"/>
              <a:lstStyle/>
              <a:p>
                <a:pPr algn="ctr"/>
              </a:p>
            </p:txBody>
          </p:sp>
          <p:sp>
            <p:nvSpPr>
              <p:cNvPr id="3699" name="Noise cell"/>
              <p:cNvSpPr/>
              <p:nvPr/>
            </p:nvSpPr>
            <p:spPr>
              <a:xfrm>
                <a:off x="10927553" y="8302752"/>
                <a:ext cx="18770" cy="18928"/>
              </a:xfrm>
              <a:prstGeom prst="rect">
                <a:avLst/>
              </a:prstGeom>
              <a:solidFill>
                <a:srgbClr val="919191"/>
              </a:solidFill>
              <a:ln>
                <a:noFill/>
              </a:ln>
              <a:effectLst/>
            </p:spPr>
            <p:txBody>
              <a:bodyPr rtlCol="0" anchor="ctr"/>
              <a:lstStyle/>
              <a:p>
                <a:pPr algn="ctr"/>
              </a:p>
            </p:txBody>
          </p:sp>
          <p:sp>
            <p:nvSpPr>
              <p:cNvPr id="3700" name="Noise cell"/>
              <p:cNvSpPr/>
              <p:nvPr/>
            </p:nvSpPr>
            <p:spPr>
              <a:xfrm>
                <a:off x="10945683" y="8302752"/>
                <a:ext cx="18770" cy="18928"/>
              </a:xfrm>
              <a:prstGeom prst="rect">
                <a:avLst/>
              </a:prstGeom>
              <a:solidFill>
                <a:srgbClr val="828282"/>
              </a:solidFill>
              <a:ln>
                <a:noFill/>
              </a:ln>
              <a:effectLst/>
            </p:spPr>
            <p:txBody>
              <a:bodyPr rtlCol="0" anchor="ctr"/>
              <a:lstStyle/>
              <a:p>
                <a:pPr algn="ctr"/>
              </a:p>
            </p:txBody>
          </p:sp>
          <p:sp>
            <p:nvSpPr>
              <p:cNvPr id="3701" name="Noise cell"/>
              <p:cNvSpPr/>
              <p:nvPr/>
            </p:nvSpPr>
            <p:spPr>
              <a:xfrm>
                <a:off x="10963814" y="8302752"/>
                <a:ext cx="18770" cy="18928"/>
              </a:xfrm>
              <a:prstGeom prst="rect">
                <a:avLst/>
              </a:prstGeom>
              <a:solidFill>
                <a:srgbClr val="A8A8A8"/>
              </a:solidFill>
              <a:ln>
                <a:noFill/>
              </a:ln>
              <a:effectLst/>
            </p:spPr>
            <p:txBody>
              <a:bodyPr rtlCol="0" anchor="ctr"/>
              <a:lstStyle/>
              <a:p>
                <a:pPr algn="ctr"/>
              </a:p>
            </p:txBody>
          </p:sp>
          <p:sp>
            <p:nvSpPr>
              <p:cNvPr id="3702" name="Noise cell"/>
              <p:cNvSpPr/>
              <p:nvPr/>
            </p:nvSpPr>
            <p:spPr>
              <a:xfrm>
                <a:off x="9930384" y="8321040"/>
                <a:ext cx="18770" cy="18928"/>
              </a:xfrm>
              <a:prstGeom prst="rect">
                <a:avLst/>
              </a:prstGeom>
              <a:solidFill>
                <a:srgbClr val="7E7E7E"/>
              </a:solidFill>
              <a:ln>
                <a:noFill/>
              </a:ln>
              <a:effectLst/>
            </p:spPr>
            <p:txBody>
              <a:bodyPr rtlCol="0" anchor="ctr"/>
              <a:lstStyle/>
              <a:p>
                <a:pPr algn="ctr"/>
              </a:p>
            </p:txBody>
          </p:sp>
          <p:sp>
            <p:nvSpPr>
              <p:cNvPr id="3703" name="Noise cell"/>
              <p:cNvSpPr/>
              <p:nvPr/>
            </p:nvSpPr>
            <p:spPr>
              <a:xfrm>
                <a:off x="9948514" y="8321040"/>
                <a:ext cx="18770" cy="18928"/>
              </a:xfrm>
              <a:prstGeom prst="rect">
                <a:avLst/>
              </a:prstGeom>
              <a:solidFill>
                <a:srgbClr val="6E6E6E"/>
              </a:solidFill>
              <a:ln>
                <a:noFill/>
              </a:ln>
              <a:effectLst/>
            </p:spPr>
            <p:txBody>
              <a:bodyPr rtlCol="0" anchor="ctr"/>
              <a:lstStyle/>
              <a:p>
                <a:pPr algn="ctr"/>
              </a:p>
            </p:txBody>
          </p:sp>
          <p:sp>
            <p:nvSpPr>
              <p:cNvPr id="3704" name="Noise cell"/>
              <p:cNvSpPr/>
              <p:nvPr/>
            </p:nvSpPr>
            <p:spPr>
              <a:xfrm>
                <a:off x="9966645" y="8321040"/>
                <a:ext cx="18770" cy="18928"/>
              </a:xfrm>
              <a:prstGeom prst="rect">
                <a:avLst/>
              </a:prstGeom>
              <a:solidFill>
                <a:srgbClr val="6E6E6E"/>
              </a:solidFill>
              <a:ln>
                <a:noFill/>
              </a:ln>
              <a:effectLst/>
            </p:spPr>
            <p:txBody>
              <a:bodyPr rtlCol="0" anchor="ctr"/>
              <a:lstStyle/>
              <a:p>
                <a:pPr algn="ctr"/>
              </a:p>
            </p:txBody>
          </p:sp>
          <p:sp>
            <p:nvSpPr>
              <p:cNvPr id="3705" name="Noise cell"/>
              <p:cNvSpPr/>
              <p:nvPr/>
            </p:nvSpPr>
            <p:spPr>
              <a:xfrm>
                <a:off x="9984775" y="8321040"/>
                <a:ext cx="18770" cy="18928"/>
              </a:xfrm>
              <a:prstGeom prst="rect">
                <a:avLst/>
              </a:prstGeom>
              <a:solidFill>
                <a:srgbClr val="A5A5A5"/>
              </a:solidFill>
              <a:ln>
                <a:noFill/>
              </a:ln>
              <a:effectLst/>
            </p:spPr>
            <p:txBody>
              <a:bodyPr rtlCol="0" anchor="ctr"/>
              <a:lstStyle/>
              <a:p>
                <a:pPr algn="ctr"/>
              </a:p>
            </p:txBody>
          </p:sp>
          <p:sp>
            <p:nvSpPr>
              <p:cNvPr id="3706" name="Noise cell"/>
              <p:cNvSpPr/>
              <p:nvPr/>
            </p:nvSpPr>
            <p:spPr>
              <a:xfrm>
                <a:off x="10002905" y="8321040"/>
                <a:ext cx="18770" cy="18928"/>
              </a:xfrm>
              <a:prstGeom prst="rect">
                <a:avLst/>
              </a:prstGeom>
              <a:solidFill>
                <a:srgbClr val="7C7C7C"/>
              </a:solidFill>
              <a:ln>
                <a:noFill/>
              </a:ln>
              <a:effectLst/>
            </p:spPr>
            <p:txBody>
              <a:bodyPr rtlCol="0" anchor="ctr"/>
              <a:lstStyle/>
              <a:p>
                <a:pPr algn="ctr"/>
              </a:p>
            </p:txBody>
          </p:sp>
          <p:sp>
            <p:nvSpPr>
              <p:cNvPr id="3707" name="Noise cell"/>
              <p:cNvSpPr/>
              <p:nvPr/>
            </p:nvSpPr>
            <p:spPr>
              <a:xfrm>
                <a:off x="10021036" y="8321040"/>
                <a:ext cx="18770" cy="18928"/>
              </a:xfrm>
              <a:prstGeom prst="rect">
                <a:avLst/>
              </a:prstGeom>
              <a:solidFill>
                <a:srgbClr val="8B8B8B"/>
              </a:solidFill>
              <a:ln>
                <a:noFill/>
              </a:ln>
              <a:effectLst/>
            </p:spPr>
            <p:txBody>
              <a:bodyPr rtlCol="0" anchor="ctr"/>
              <a:lstStyle/>
              <a:p>
                <a:pPr algn="ctr"/>
              </a:p>
            </p:txBody>
          </p:sp>
          <p:sp>
            <p:nvSpPr>
              <p:cNvPr id="3708" name="Noise cell"/>
              <p:cNvSpPr/>
              <p:nvPr/>
            </p:nvSpPr>
            <p:spPr>
              <a:xfrm>
                <a:off x="10039166" y="8321040"/>
                <a:ext cx="18770" cy="18928"/>
              </a:xfrm>
              <a:prstGeom prst="rect">
                <a:avLst/>
              </a:prstGeom>
              <a:solidFill>
                <a:srgbClr val="737373"/>
              </a:solidFill>
              <a:ln>
                <a:noFill/>
              </a:ln>
              <a:effectLst/>
            </p:spPr>
            <p:txBody>
              <a:bodyPr rtlCol="0" anchor="ctr"/>
              <a:lstStyle/>
              <a:p>
                <a:pPr algn="ctr"/>
              </a:p>
            </p:txBody>
          </p:sp>
          <p:sp>
            <p:nvSpPr>
              <p:cNvPr id="3709" name="Noise cell"/>
              <p:cNvSpPr/>
              <p:nvPr/>
            </p:nvSpPr>
            <p:spPr>
              <a:xfrm>
                <a:off x="10057296" y="8321040"/>
                <a:ext cx="18770" cy="18928"/>
              </a:xfrm>
              <a:prstGeom prst="rect">
                <a:avLst/>
              </a:prstGeom>
              <a:solidFill>
                <a:srgbClr val="8B8B8B"/>
              </a:solidFill>
              <a:ln>
                <a:noFill/>
              </a:ln>
              <a:effectLst/>
            </p:spPr>
            <p:txBody>
              <a:bodyPr rtlCol="0" anchor="ctr"/>
              <a:lstStyle/>
              <a:p>
                <a:pPr algn="ctr"/>
              </a:p>
            </p:txBody>
          </p:sp>
          <p:sp>
            <p:nvSpPr>
              <p:cNvPr id="3710" name="Noise cell"/>
              <p:cNvSpPr/>
              <p:nvPr/>
            </p:nvSpPr>
            <p:spPr>
              <a:xfrm>
                <a:off x="10075427" y="8321040"/>
                <a:ext cx="18770" cy="18928"/>
              </a:xfrm>
              <a:prstGeom prst="rect">
                <a:avLst/>
              </a:prstGeom>
              <a:solidFill>
                <a:srgbClr val="898989"/>
              </a:solidFill>
              <a:ln>
                <a:noFill/>
              </a:ln>
              <a:effectLst/>
            </p:spPr>
            <p:txBody>
              <a:bodyPr rtlCol="0" anchor="ctr"/>
              <a:lstStyle/>
              <a:p>
                <a:pPr algn="ctr"/>
              </a:p>
            </p:txBody>
          </p:sp>
          <p:sp>
            <p:nvSpPr>
              <p:cNvPr id="3711" name="Noise cell"/>
              <p:cNvSpPr/>
              <p:nvPr/>
            </p:nvSpPr>
            <p:spPr>
              <a:xfrm>
                <a:off x="10093557" y="8321040"/>
                <a:ext cx="18770" cy="18928"/>
              </a:xfrm>
              <a:prstGeom prst="rect">
                <a:avLst/>
              </a:prstGeom>
              <a:solidFill>
                <a:srgbClr val="8D8D8D"/>
              </a:solidFill>
              <a:ln>
                <a:noFill/>
              </a:ln>
              <a:effectLst/>
            </p:spPr>
            <p:txBody>
              <a:bodyPr rtlCol="0" anchor="ctr"/>
              <a:lstStyle/>
              <a:p>
                <a:pPr algn="ctr"/>
              </a:p>
            </p:txBody>
          </p:sp>
          <p:sp>
            <p:nvSpPr>
              <p:cNvPr id="3712" name="Noise cell"/>
              <p:cNvSpPr/>
              <p:nvPr/>
            </p:nvSpPr>
            <p:spPr>
              <a:xfrm>
                <a:off x="10111687" y="8321040"/>
                <a:ext cx="18770" cy="18928"/>
              </a:xfrm>
              <a:prstGeom prst="rect">
                <a:avLst/>
              </a:prstGeom>
              <a:solidFill>
                <a:srgbClr val="929292"/>
              </a:solidFill>
              <a:ln>
                <a:noFill/>
              </a:ln>
              <a:effectLst/>
            </p:spPr>
            <p:txBody>
              <a:bodyPr rtlCol="0" anchor="ctr"/>
              <a:lstStyle/>
              <a:p>
                <a:pPr algn="ctr"/>
              </a:p>
            </p:txBody>
          </p:sp>
          <p:sp>
            <p:nvSpPr>
              <p:cNvPr id="3713" name="Noise cell"/>
              <p:cNvSpPr/>
              <p:nvPr/>
            </p:nvSpPr>
            <p:spPr>
              <a:xfrm>
                <a:off x="10129818" y="8321040"/>
                <a:ext cx="18770" cy="18928"/>
              </a:xfrm>
              <a:prstGeom prst="rect">
                <a:avLst/>
              </a:prstGeom>
              <a:solidFill>
                <a:srgbClr val="757575"/>
              </a:solidFill>
              <a:ln>
                <a:noFill/>
              </a:ln>
              <a:effectLst/>
            </p:spPr>
            <p:txBody>
              <a:bodyPr rtlCol="0" anchor="ctr"/>
              <a:lstStyle/>
              <a:p>
                <a:pPr algn="ctr"/>
              </a:p>
            </p:txBody>
          </p:sp>
          <p:sp>
            <p:nvSpPr>
              <p:cNvPr id="3714" name="Noise cell"/>
              <p:cNvSpPr/>
              <p:nvPr/>
            </p:nvSpPr>
            <p:spPr>
              <a:xfrm>
                <a:off x="10147948" y="8321040"/>
                <a:ext cx="18770" cy="18928"/>
              </a:xfrm>
              <a:prstGeom prst="rect">
                <a:avLst/>
              </a:prstGeom>
              <a:solidFill>
                <a:srgbClr val="949494"/>
              </a:solidFill>
              <a:ln>
                <a:noFill/>
              </a:ln>
              <a:effectLst/>
            </p:spPr>
            <p:txBody>
              <a:bodyPr rtlCol="0" anchor="ctr"/>
              <a:lstStyle/>
              <a:p>
                <a:pPr algn="ctr"/>
              </a:p>
            </p:txBody>
          </p:sp>
          <p:sp>
            <p:nvSpPr>
              <p:cNvPr id="3715" name="Noise cell"/>
              <p:cNvSpPr/>
              <p:nvPr/>
            </p:nvSpPr>
            <p:spPr>
              <a:xfrm>
                <a:off x="10166078" y="8321040"/>
                <a:ext cx="18770" cy="18928"/>
              </a:xfrm>
              <a:prstGeom prst="rect">
                <a:avLst/>
              </a:prstGeom>
              <a:solidFill>
                <a:srgbClr val="8A8A8A"/>
              </a:solidFill>
              <a:ln>
                <a:noFill/>
              </a:ln>
              <a:effectLst/>
            </p:spPr>
            <p:txBody>
              <a:bodyPr rtlCol="0" anchor="ctr"/>
              <a:lstStyle/>
              <a:p>
                <a:pPr algn="ctr"/>
              </a:p>
            </p:txBody>
          </p:sp>
          <p:sp>
            <p:nvSpPr>
              <p:cNvPr id="3716" name="Noise cell"/>
              <p:cNvSpPr/>
              <p:nvPr/>
            </p:nvSpPr>
            <p:spPr>
              <a:xfrm>
                <a:off x="10184209" y="8321040"/>
                <a:ext cx="18770" cy="18928"/>
              </a:xfrm>
              <a:prstGeom prst="rect">
                <a:avLst/>
              </a:prstGeom>
              <a:solidFill>
                <a:srgbClr val="868686"/>
              </a:solidFill>
              <a:ln>
                <a:noFill/>
              </a:ln>
              <a:effectLst/>
            </p:spPr>
            <p:txBody>
              <a:bodyPr rtlCol="0" anchor="ctr"/>
              <a:lstStyle/>
              <a:p>
                <a:pPr algn="ctr"/>
              </a:p>
            </p:txBody>
          </p:sp>
          <p:sp>
            <p:nvSpPr>
              <p:cNvPr id="3717" name="Noise cell"/>
              <p:cNvSpPr/>
              <p:nvPr/>
            </p:nvSpPr>
            <p:spPr>
              <a:xfrm>
                <a:off x="10202339" y="8321040"/>
                <a:ext cx="18770" cy="18928"/>
              </a:xfrm>
              <a:prstGeom prst="rect">
                <a:avLst/>
              </a:prstGeom>
              <a:solidFill>
                <a:srgbClr val="A4A4A4"/>
              </a:solidFill>
              <a:ln>
                <a:noFill/>
              </a:ln>
              <a:effectLst/>
            </p:spPr>
            <p:txBody>
              <a:bodyPr rtlCol="0" anchor="ctr"/>
              <a:lstStyle/>
              <a:p>
                <a:pPr algn="ctr"/>
              </a:p>
            </p:txBody>
          </p:sp>
          <p:sp>
            <p:nvSpPr>
              <p:cNvPr id="3718" name="Noise cell"/>
              <p:cNvSpPr/>
              <p:nvPr/>
            </p:nvSpPr>
            <p:spPr>
              <a:xfrm>
                <a:off x="10220470" y="8321040"/>
                <a:ext cx="18770" cy="18928"/>
              </a:xfrm>
              <a:prstGeom prst="rect">
                <a:avLst/>
              </a:prstGeom>
              <a:solidFill>
                <a:srgbClr val="858585"/>
              </a:solidFill>
              <a:ln>
                <a:noFill/>
              </a:ln>
              <a:effectLst/>
            </p:spPr>
            <p:txBody>
              <a:bodyPr rtlCol="0" anchor="ctr"/>
              <a:lstStyle/>
              <a:p>
                <a:pPr algn="ctr"/>
              </a:p>
            </p:txBody>
          </p:sp>
          <p:sp>
            <p:nvSpPr>
              <p:cNvPr id="3719" name="Noise cell"/>
              <p:cNvSpPr/>
              <p:nvPr/>
            </p:nvSpPr>
            <p:spPr>
              <a:xfrm>
                <a:off x="10238600" y="8321040"/>
                <a:ext cx="18770" cy="18928"/>
              </a:xfrm>
              <a:prstGeom prst="rect">
                <a:avLst/>
              </a:prstGeom>
              <a:solidFill>
                <a:srgbClr val="7D7D7D"/>
              </a:solidFill>
              <a:ln>
                <a:noFill/>
              </a:ln>
              <a:effectLst/>
            </p:spPr>
            <p:txBody>
              <a:bodyPr rtlCol="0" anchor="ctr"/>
              <a:lstStyle/>
              <a:p>
                <a:pPr algn="ctr"/>
              </a:p>
            </p:txBody>
          </p:sp>
          <p:sp>
            <p:nvSpPr>
              <p:cNvPr id="3720" name="Noise cell"/>
              <p:cNvSpPr/>
              <p:nvPr/>
            </p:nvSpPr>
            <p:spPr>
              <a:xfrm>
                <a:off x="10256730" y="8321040"/>
                <a:ext cx="18770" cy="18928"/>
              </a:xfrm>
              <a:prstGeom prst="rect">
                <a:avLst/>
              </a:prstGeom>
              <a:solidFill>
                <a:srgbClr val="878787"/>
              </a:solidFill>
              <a:ln>
                <a:noFill/>
              </a:ln>
              <a:effectLst/>
            </p:spPr>
            <p:txBody>
              <a:bodyPr rtlCol="0" anchor="ctr"/>
              <a:lstStyle/>
              <a:p>
                <a:pPr algn="ctr"/>
              </a:p>
            </p:txBody>
          </p:sp>
          <p:sp>
            <p:nvSpPr>
              <p:cNvPr id="3721" name="Noise cell"/>
              <p:cNvSpPr/>
              <p:nvPr/>
            </p:nvSpPr>
            <p:spPr>
              <a:xfrm>
                <a:off x="10274861" y="8321040"/>
                <a:ext cx="18770" cy="18928"/>
              </a:xfrm>
              <a:prstGeom prst="rect">
                <a:avLst/>
              </a:prstGeom>
              <a:solidFill>
                <a:srgbClr val="757575"/>
              </a:solidFill>
              <a:ln>
                <a:noFill/>
              </a:ln>
              <a:effectLst/>
            </p:spPr>
            <p:txBody>
              <a:bodyPr rtlCol="0" anchor="ctr"/>
              <a:lstStyle/>
              <a:p>
                <a:pPr algn="ctr"/>
              </a:p>
            </p:txBody>
          </p:sp>
          <p:sp>
            <p:nvSpPr>
              <p:cNvPr id="3722" name="Noise cell"/>
              <p:cNvSpPr/>
              <p:nvPr/>
            </p:nvSpPr>
            <p:spPr>
              <a:xfrm>
                <a:off x="10292991" y="8321040"/>
                <a:ext cx="18770" cy="18928"/>
              </a:xfrm>
              <a:prstGeom prst="rect">
                <a:avLst/>
              </a:prstGeom>
              <a:solidFill>
                <a:srgbClr val="878787"/>
              </a:solidFill>
              <a:ln>
                <a:noFill/>
              </a:ln>
              <a:effectLst/>
            </p:spPr>
            <p:txBody>
              <a:bodyPr rtlCol="0" anchor="ctr"/>
              <a:lstStyle/>
              <a:p>
                <a:pPr algn="ctr"/>
              </a:p>
            </p:txBody>
          </p:sp>
          <p:sp>
            <p:nvSpPr>
              <p:cNvPr id="3723" name="Noise cell"/>
              <p:cNvSpPr/>
              <p:nvPr/>
            </p:nvSpPr>
            <p:spPr>
              <a:xfrm>
                <a:off x="10311121" y="8321040"/>
                <a:ext cx="18770" cy="18928"/>
              </a:xfrm>
              <a:prstGeom prst="rect">
                <a:avLst/>
              </a:prstGeom>
              <a:solidFill>
                <a:srgbClr val="919191"/>
              </a:solidFill>
              <a:ln>
                <a:noFill/>
              </a:ln>
              <a:effectLst/>
            </p:spPr>
            <p:txBody>
              <a:bodyPr rtlCol="0" anchor="ctr"/>
              <a:lstStyle/>
              <a:p>
                <a:pPr algn="ctr"/>
              </a:p>
            </p:txBody>
          </p:sp>
          <p:sp>
            <p:nvSpPr>
              <p:cNvPr id="3724" name="Noise cell"/>
              <p:cNvSpPr/>
              <p:nvPr/>
            </p:nvSpPr>
            <p:spPr>
              <a:xfrm>
                <a:off x="10329252" y="8321040"/>
                <a:ext cx="18770" cy="18928"/>
              </a:xfrm>
              <a:prstGeom prst="rect">
                <a:avLst/>
              </a:prstGeom>
              <a:solidFill>
                <a:srgbClr val="7E7E7E"/>
              </a:solidFill>
              <a:ln>
                <a:noFill/>
              </a:ln>
              <a:effectLst/>
            </p:spPr>
            <p:txBody>
              <a:bodyPr rtlCol="0" anchor="ctr"/>
              <a:lstStyle/>
              <a:p>
                <a:pPr algn="ctr"/>
              </a:p>
            </p:txBody>
          </p:sp>
          <p:sp>
            <p:nvSpPr>
              <p:cNvPr id="3725" name="Noise cell"/>
              <p:cNvSpPr/>
              <p:nvPr/>
            </p:nvSpPr>
            <p:spPr>
              <a:xfrm>
                <a:off x="10347382" y="8321040"/>
                <a:ext cx="18770" cy="18928"/>
              </a:xfrm>
              <a:prstGeom prst="rect">
                <a:avLst/>
              </a:prstGeom>
              <a:solidFill>
                <a:srgbClr val="7A7A7A"/>
              </a:solidFill>
              <a:ln>
                <a:noFill/>
              </a:ln>
              <a:effectLst/>
            </p:spPr>
            <p:txBody>
              <a:bodyPr rtlCol="0" anchor="ctr"/>
              <a:lstStyle/>
              <a:p>
                <a:pPr algn="ctr"/>
              </a:p>
            </p:txBody>
          </p:sp>
          <p:sp>
            <p:nvSpPr>
              <p:cNvPr id="3726" name="Noise cell"/>
              <p:cNvSpPr/>
              <p:nvPr/>
            </p:nvSpPr>
            <p:spPr>
              <a:xfrm>
                <a:off x="10365512" y="8321040"/>
                <a:ext cx="18770" cy="18928"/>
              </a:xfrm>
              <a:prstGeom prst="rect">
                <a:avLst/>
              </a:prstGeom>
              <a:solidFill>
                <a:srgbClr val="717171"/>
              </a:solidFill>
              <a:ln>
                <a:noFill/>
              </a:ln>
              <a:effectLst/>
            </p:spPr>
            <p:txBody>
              <a:bodyPr rtlCol="0" anchor="ctr"/>
              <a:lstStyle/>
              <a:p>
                <a:pPr algn="ctr"/>
              </a:p>
            </p:txBody>
          </p:sp>
          <p:sp>
            <p:nvSpPr>
              <p:cNvPr id="3727" name="Noise cell"/>
              <p:cNvSpPr/>
              <p:nvPr/>
            </p:nvSpPr>
            <p:spPr>
              <a:xfrm>
                <a:off x="10383643" y="8321040"/>
                <a:ext cx="18770" cy="18928"/>
              </a:xfrm>
              <a:prstGeom prst="rect">
                <a:avLst/>
              </a:prstGeom>
              <a:solidFill>
                <a:srgbClr val="717171"/>
              </a:solidFill>
              <a:ln>
                <a:noFill/>
              </a:ln>
              <a:effectLst/>
            </p:spPr>
            <p:txBody>
              <a:bodyPr rtlCol="0" anchor="ctr"/>
              <a:lstStyle/>
              <a:p>
                <a:pPr algn="ctr"/>
              </a:p>
            </p:txBody>
          </p:sp>
          <p:sp>
            <p:nvSpPr>
              <p:cNvPr id="3728" name="Noise cell"/>
              <p:cNvSpPr/>
              <p:nvPr/>
            </p:nvSpPr>
            <p:spPr>
              <a:xfrm>
                <a:off x="10401773" y="8321040"/>
                <a:ext cx="18770" cy="18928"/>
              </a:xfrm>
              <a:prstGeom prst="rect">
                <a:avLst/>
              </a:prstGeom>
              <a:solidFill>
                <a:srgbClr val="7F7F7F"/>
              </a:solidFill>
              <a:ln>
                <a:noFill/>
              </a:ln>
              <a:effectLst/>
            </p:spPr>
            <p:txBody>
              <a:bodyPr rtlCol="0" anchor="ctr"/>
              <a:lstStyle/>
              <a:p>
                <a:pPr algn="ctr"/>
              </a:p>
            </p:txBody>
          </p:sp>
          <p:sp>
            <p:nvSpPr>
              <p:cNvPr id="3729" name="Noise cell"/>
              <p:cNvSpPr/>
              <p:nvPr/>
            </p:nvSpPr>
            <p:spPr>
              <a:xfrm>
                <a:off x="10419903" y="8321040"/>
                <a:ext cx="18770" cy="18928"/>
              </a:xfrm>
              <a:prstGeom prst="rect">
                <a:avLst/>
              </a:prstGeom>
              <a:solidFill>
                <a:srgbClr val="959595"/>
              </a:solidFill>
              <a:ln>
                <a:noFill/>
              </a:ln>
              <a:effectLst/>
            </p:spPr>
            <p:txBody>
              <a:bodyPr rtlCol="0" anchor="ctr"/>
              <a:lstStyle/>
              <a:p>
                <a:pPr algn="ctr"/>
              </a:p>
            </p:txBody>
          </p:sp>
          <p:sp>
            <p:nvSpPr>
              <p:cNvPr id="3730" name="Noise cell"/>
              <p:cNvSpPr/>
              <p:nvPr/>
            </p:nvSpPr>
            <p:spPr>
              <a:xfrm>
                <a:off x="10438034" y="8321040"/>
                <a:ext cx="18770" cy="18928"/>
              </a:xfrm>
              <a:prstGeom prst="rect">
                <a:avLst/>
              </a:prstGeom>
              <a:solidFill>
                <a:srgbClr val="939393"/>
              </a:solidFill>
              <a:ln>
                <a:noFill/>
              </a:ln>
              <a:effectLst/>
            </p:spPr>
            <p:txBody>
              <a:bodyPr rtlCol="0" anchor="ctr"/>
              <a:lstStyle/>
              <a:p>
                <a:pPr algn="ctr"/>
              </a:p>
            </p:txBody>
          </p:sp>
          <p:sp>
            <p:nvSpPr>
              <p:cNvPr id="3731" name="Noise cell"/>
              <p:cNvSpPr/>
              <p:nvPr/>
            </p:nvSpPr>
            <p:spPr>
              <a:xfrm>
                <a:off x="10456164" y="8321040"/>
                <a:ext cx="18770" cy="18928"/>
              </a:xfrm>
              <a:prstGeom prst="rect">
                <a:avLst/>
              </a:prstGeom>
              <a:solidFill>
                <a:srgbClr val="878787"/>
              </a:solidFill>
              <a:ln>
                <a:noFill/>
              </a:ln>
              <a:effectLst/>
            </p:spPr>
            <p:txBody>
              <a:bodyPr rtlCol="0" anchor="ctr"/>
              <a:lstStyle/>
              <a:p>
                <a:pPr algn="ctr"/>
              </a:p>
            </p:txBody>
          </p:sp>
          <p:sp>
            <p:nvSpPr>
              <p:cNvPr id="3732" name="Noise cell"/>
              <p:cNvSpPr/>
              <p:nvPr/>
            </p:nvSpPr>
            <p:spPr>
              <a:xfrm>
                <a:off x="10474294" y="8321040"/>
                <a:ext cx="18770" cy="18928"/>
              </a:xfrm>
              <a:prstGeom prst="rect">
                <a:avLst/>
              </a:prstGeom>
              <a:solidFill>
                <a:srgbClr val="767676"/>
              </a:solidFill>
              <a:ln>
                <a:noFill/>
              </a:ln>
              <a:effectLst/>
            </p:spPr>
            <p:txBody>
              <a:bodyPr rtlCol="0" anchor="ctr"/>
              <a:lstStyle/>
              <a:p>
                <a:pPr algn="ctr"/>
              </a:p>
            </p:txBody>
          </p:sp>
          <p:sp>
            <p:nvSpPr>
              <p:cNvPr id="3733" name="Noise cell"/>
              <p:cNvSpPr/>
              <p:nvPr/>
            </p:nvSpPr>
            <p:spPr>
              <a:xfrm>
                <a:off x="10492425" y="8321040"/>
                <a:ext cx="18770" cy="18928"/>
              </a:xfrm>
              <a:prstGeom prst="rect">
                <a:avLst/>
              </a:prstGeom>
              <a:solidFill>
                <a:srgbClr val="8C8C8C"/>
              </a:solidFill>
              <a:ln>
                <a:noFill/>
              </a:ln>
              <a:effectLst/>
            </p:spPr>
            <p:txBody>
              <a:bodyPr rtlCol="0" anchor="ctr"/>
              <a:lstStyle/>
              <a:p>
                <a:pPr algn="ctr"/>
              </a:p>
            </p:txBody>
          </p:sp>
          <p:sp>
            <p:nvSpPr>
              <p:cNvPr id="3734" name="Noise cell"/>
              <p:cNvSpPr/>
              <p:nvPr/>
            </p:nvSpPr>
            <p:spPr>
              <a:xfrm>
                <a:off x="10510555" y="8321040"/>
                <a:ext cx="18770" cy="18928"/>
              </a:xfrm>
              <a:prstGeom prst="rect">
                <a:avLst/>
              </a:prstGeom>
              <a:solidFill>
                <a:srgbClr val="838383"/>
              </a:solidFill>
              <a:ln>
                <a:noFill/>
              </a:ln>
              <a:effectLst/>
            </p:spPr>
            <p:txBody>
              <a:bodyPr rtlCol="0" anchor="ctr"/>
              <a:lstStyle/>
              <a:p>
                <a:pPr algn="ctr"/>
              </a:p>
            </p:txBody>
          </p:sp>
          <p:sp>
            <p:nvSpPr>
              <p:cNvPr id="3735" name="Noise cell"/>
              <p:cNvSpPr/>
              <p:nvPr/>
            </p:nvSpPr>
            <p:spPr>
              <a:xfrm>
                <a:off x="10528685" y="8321040"/>
                <a:ext cx="18770" cy="18928"/>
              </a:xfrm>
              <a:prstGeom prst="rect">
                <a:avLst/>
              </a:prstGeom>
              <a:solidFill>
                <a:srgbClr val="939393"/>
              </a:solidFill>
              <a:ln>
                <a:noFill/>
              </a:ln>
              <a:effectLst/>
            </p:spPr>
            <p:txBody>
              <a:bodyPr rtlCol="0" anchor="ctr"/>
              <a:lstStyle/>
              <a:p>
                <a:pPr algn="ctr"/>
              </a:p>
            </p:txBody>
          </p:sp>
          <p:sp>
            <p:nvSpPr>
              <p:cNvPr id="3736" name="Noise cell"/>
              <p:cNvSpPr/>
              <p:nvPr/>
            </p:nvSpPr>
            <p:spPr>
              <a:xfrm>
                <a:off x="10546816" y="8321040"/>
                <a:ext cx="18770" cy="18928"/>
              </a:xfrm>
              <a:prstGeom prst="rect">
                <a:avLst/>
              </a:prstGeom>
              <a:solidFill>
                <a:srgbClr val="6E6E6E"/>
              </a:solidFill>
              <a:ln>
                <a:noFill/>
              </a:ln>
              <a:effectLst/>
            </p:spPr>
            <p:txBody>
              <a:bodyPr rtlCol="0" anchor="ctr"/>
              <a:lstStyle/>
              <a:p>
                <a:pPr algn="ctr"/>
              </a:p>
            </p:txBody>
          </p:sp>
          <p:sp>
            <p:nvSpPr>
              <p:cNvPr id="3737" name="Noise cell"/>
              <p:cNvSpPr/>
              <p:nvPr/>
            </p:nvSpPr>
            <p:spPr>
              <a:xfrm>
                <a:off x="10564946" y="8321040"/>
                <a:ext cx="18770" cy="18928"/>
              </a:xfrm>
              <a:prstGeom prst="rect">
                <a:avLst/>
              </a:prstGeom>
              <a:solidFill>
                <a:srgbClr val="7C7C7C"/>
              </a:solidFill>
              <a:ln>
                <a:noFill/>
              </a:ln>
              <a:effectLst/>
            </p:spPr>
            <p:txBody>
              <a:bodyPr rtlCol="0" anchor="ctr"/>
              <a:lstStyle/>
              <a:p>
                <a:pPr algn="ctr"/>
              </a:p>
            </p:txBody>
          </p:sp>
          <p:sp>
            <p:nvSpPr>
              <p:cNvPr id="3738" name="Noise cell"/>
              <p:cNvSpPr/>
              <p:nvPr/>
            </p:nvSpPr>
            <p:spPr>
              <a:xfrm>
                <a:off x="10583076" y="8321040"/>
                <a:ext cx="18770" cy="18928"/>
              </a:xfrm>
              <a:prstGeom prst="rect">
                <a:avLst/>
              </a:prstGeom>
              <a:solidFill>
                <a:srgbClr val="777777"/>
              </a:solidFill>
              <a:ln>
                <a:noFill/>
              </a:ln>
              <a:effectLst/>
            </p:spPr>
            <p:txBody>
              <a:bodyPr rtlCol="0" anchor="ctr"/>
              <a:lstStyle/>
              <a:p>
                <a:pPr algn="ctr"/>
              </a:p>
            </p:txBody>
          </p:sp>
          <p:sp>
            <p:nvSpPr>
              <p:cNvPr id="3739" name="Noise cell"/>
              <p:cNvSpPr/>
              <p:nvPr/>
            </p:nvSpPr>
            <p:spPr>
              <a:xfrm>
                <a:off x="10601207" y="8321040"/>
                <a:ext cx="18770" cy="18928"/>
              </a:xfrm>
              <a:prstGeom prst="rect">
                <a:avLst/>
              </a:prstGeom>
              <a:solidFill>
                <a:srgbClr val="818181"/>
              </a:solidFill>
              <a:ln>
                <a:noFill/>
              </a:ln>
              <a:effectLst/>
            </p:spPr>
            <p:txBody>
              <a:bodyPr rtlCol="0" anchor="ctr"/>
              <a:lstStyle/>
              <a:p>
                <a:pPr algn="ctr"/>
              </a:p>
            </p:txBody>
          </p:sp>
          <p:sp>
            <p:nvSpPr>
              <p:cNvPr id="3740" name="Noise cell"/>
              <p:cNvSpPr/>
              <p:nvPr/>
            </p:nvSpPr>
            <p:spPr>
              <a:xfrm>
                <a:off x="10619337" y="8321040"/>
                <a:ext cx="18770" cy="18928"/>
              </a:xfrm>
              <a:prstGeom prst="rect">
                <a:avLst/>
              </a:prstGeom>
              <a:solidFill>
                <a:srgbClr val="797979"/>
              </a:solidFill>
              <a:ln>
                <a:noFill/>
              </a:ln>
              <a:effectLst/>
            </p:spPr>
            <p:txBody>
              <a:bodyPr rtlCol="0" anchor="ctr"/>
              <a:lstStyle/>
              <a:p>
                <a:pPr algn="ctr"/>
              </a:p>
            </p:txBody>
          </p:sp>
          <p:sp>
            <p:nvSpPr>
              <p:cNvPr id="3741" name="Noise cell"/>
              <p:cNvSpPr/>
              <p:nvPr/>
            </p:nvSpPr>
            <p:spPr>
              <a:xfrm>
                <a:off x="10637467" y="8321040"/>
                <a:ext cx="18770" cy="18928"/>
              </a:xfrm>
              <a:prstGeom prst="rect">
                <a:avLst/>
              </a:prstGeom>
              <a:solidFill>
                <a:srgbClr val="7D7D7D"/>
              </a:solidFill>
              <a:ln>
                <a:noFill/>
              </a:ln>
              <a:effectLst/>
            </p:spPr>
            <p:txBody>
              <a:bodyPr rtlCol="0" anchor="ctr"/>
              <a:lstStyle/>
              <a:p>
                <a:pPr algn="ctr"/>
              </a:p>
            </p:txBody>
          </p:sp>
          <p:sp>
            <p:nvSpPr>
              <p:cNvPr id="3742" name="Noise cell"/>
              <p:cNvSpPr/>
              <p:nvPr/>
            </p:nvSpPr>
            <p:spPr>
              <a:xfrm>
                <a:off x="10655598" y="8321040"/>
                <a:ext cx="18770" cy="18928"/>
              </a:xfrm>
              <a:prstGeom prst="rect">
                <a:avLst/>
              </a:prstGeom>
              <a:solidFill>
                <a:srgbClr val="858585"/>
              </a:solidFill>
              <a:ln>
                <a:noFill/>
              </a:ln>
              <a:effectLst/>
            </p:spPr>
            <p:txBody>
              <a:bodyPr rtlCol="0" anchor="ctr"/>
              <a:lstStyle/>
              <a:p>
                <a:pPr algn="ctr"/>
              </a:p>
            </p:txBody>
          </p:sp>
          <p:sp>
            <p:nvSpPr>
              <p:cNvPr id="3743" name="Noise cell"/>
              <p:cNvSpPr/>
              <p:nvPr/>
            </p:nvSpPr>
            <p:spPr>
              <a:xfrm>
                <a:off x="10673728" y="8321040"/>
                <a:ext cx="18770" cy="18928"/>
              </a:xfrm>
              <a:prstGeom prst="rect">
                <a:avLst/>
              </a:prstGeom>
              <a:solidFill>
                <a:srgbClr val="959595"/>
              </a:solidFill>
              <a:ln>
                <a:noFill/>
              </a:ln>
              <a:effectLst/>
            </p:spPr>
            <p:txBody>
              <a:bodyPr rtlCol="0" anchor="ctr"/>
              <a:lstStyle/>
              <a:p>
                <a:pPr algn="ctr"/>
              </a:p>
            </p:txBody>
          </p:sp>
          <p:sp>
            <p:nvSpPr>
              <p:cNvPr id="3744" name="Noise cell"/>
              <p:cNvSpPr/>
              <p:nvPr/>
            </p:nvSpPr>
            <p:spPr>
              <a:xfrm>
                <a:off x="10691858" y="8321040"/>
                <a:ext cx="18770" cy="18928"/>
              </a:xfrm>
              <a:prstGeom prst="rect">
                <a:avLst/>
              </a:prstGeom>
              <a:solidFill>
                <a:srgbClr val="909090"/>
              </a:solidFill>
              <a:ln>
                <a:noFill/>
              </a:ln>
              <a:effectLst/>
            </p:spPr>
            <p:txBody>
              <a:bodyPr rtlCol="0" anchor="ctr"/>
              <a:lstStyle/>
              <a:p>
                <a:pPr algn="ctr"/>
              </a:p>
            </p:txBody>
          </p:sp>
          <p:sp>
            <p:nvSpPr>
              <p:cNvPr id="3745" name="Noise cell"/>
              <p:cNvSpPr/>
              <p:nvPr/>
            </p:nvSpPr>
            <p:spPr>
              <a:xfrm>
                <a:off x="10709989" y="8321040"/>
                <a:ext cx="18770" cy="18928"/>
              </a:xfrm>
              <a:prstGeom prst="rect">
                <a:avLst/>
              </a:prstGeom>
              <a:solidFill>
                <a:srgbClr val="959595"/>
              </a:solidFill>
              <a:ln>
                <a:noFill/>
              </a:ln>
              <a:effectLst/>
            </p:spPr>
            <p:txBody>
              <a:bodyPr rtlCol="0" anchor="ctr"/>
              <a:lstStyle/>
              <a:p>
                <a:pPr algn="ctr"/>
              </a:p>
            </p:txBody>
          </p:sp>
          <p:sp>
            <p:nvSpPr>
              <p:cNvPr id="3746" name="Noise cell"/>
              <p:cNvSpPr/>
              <p:nvPr/>
            </p:nvSpPr>
            <p:spPr>
              <a:xfrm>
                <a:off x="10728119" y="8321040"/>
                <a:ext cx="18770" cy="18928"/>
              </a:xfrm>
              <a:prstGeom prst="rect">
                <a:avLst/>
              </a:prstGeom>
              <a:solidFill>
                <a:srgbClr val="737373"/>
              </a:solidFill>
              <a:ln>
                <a:noFill/>
              </a:ln>
              <a:effectLst/>
            </p:spPr>
            <p:txBody>
              <a:bodyPr rtlCol="0" anchor="ctr"/>
              <a:lstStyle/>
              <a:p>
                <a:pPr algn="ctr"/>
              </a:p>
            </p:txBody>
          </p:sp>
          <p:sp>
            <p:nvSpPr>
              <p:cNvPr id="3747" name="Noise cell"/>
              <p:cNvSpPr/>
              <p:nvPr/>
            </p:nvSpPr>
            <p:spPr>
              <a:xfrm>
                <a:off x="10746250" y="8321040"/>
                <a:ext cx="18770" cy="18928"/>
              </a:xfrm>
              <a:prstGeom prst="rect">
                <a:avLst/>
              </a:prstGeom>
              <a:solidFill>
                <a:srgbClr val="797979"/>
              </a:solidFill>
              <a:ln>
                <a:noFill/>
              </a:ln>
              <a:effectLst/>
            </p:spPr>
            <p:txBody>
              <a:bodyPr rtlCol="0" anchor="ctr"/>
              <a:lstStyle/>
              <a:p>
                <a:pPr algn="ctr"/>
              </a:p>
            </p:txBody>
          </p:sp>
          <p:sp>
            <p:nvSpPr>
              <p:cNvPr id="3748" name="Noise cell"/>
              <p:cNvSpPr/>
              <p:nvPr/>
            </p:nvSpPr>
            <p:spPr>
              <a:xfrm>
                <a:off x="10764380" y="8321040"/>
                <a:ext cx="18770" cy="18928"/>
              </a:xfrm>
              <a:prstGeom prst="rect">
                <a:avLst/>
              </a:prstGeom>
              <a:solidFill>
                <a:srgbClr val="6F6F6F"/>
              </a:solidFill>
              <a:ln>
                <a:noFill/>
              </a:ln>
              <a:effectLst/>
            </p:spPr>
            <p:txBody>
              <a:bodyPr rtlCol="0" anchor="ctr"/>
              <a:lstStyle/>
              <a:p>
                <a:pPr algn="ctr"/>
              </a:p>
            </p:txBody>
          </p:sp>
          <p:sp>
            <p:nvSpPr>
              <p:cNvPr id="3749" name="Noise cell"/>
              <p:cNvSpPr/>
              <p:nvPr/>
            </p:nvSpPr>
            <p:spPr>
              <a:xfrm>
                <a:off x="10782510" y="8321040"/>
                <a:ext cx="18770" cy="18928"/>
              </a:xfrm>
              <a:prstGeom prst="rect">
                <a:avLst/>
              </a:prstGeom>
              <a:solidFill>
                <a:srgbClr val="7A7A7A"/>
              </a:solidFill>
              <a:ln>
                <a:noFill/>
              </a:ln>
              <a:effectLst/>
            </p:spPr>
            <p:txBody>
              <a:bodyPr rtlCol="0" anchor="ctr"/>
              <a:lstStyle/>
              <a:p>
                <a:pPr algn="ctr"/>
              </a:p>
            </p:txBody>
          </p:sp>
          <p:sp>
            <p:nvSpPr>
              <p:cNvPr id="3750" name="Noise cell"/>
              <p:cNvSpPr/>
              <p:nvPr/>
            </p:nvSpPr>
            <p:spPr>
              <a:xfrm>
                <a:off x="10800641" y="8321040"/>
                <a:ext cx="18770" cy="18928"/>
              </a:xfrm>
              <a:prstGeom prst="rect">
                <a:avLst/>
              </a:prstGeom>
              <a:solidFill>
                <a:srgbClr val="898989"/>
              </a:solidFill>
              <a:ln>
                <a:noFill/>
              </a:ln>
              <a:effectLst/>
            </p:spPr>
            <p:txBody>
              <a:bodyPr rtlCol="0" anchor="ctr"/>
              <a:lstStyle/>
              <a:p>
                <a:pPr algn="ctr"/>
              </a:p>
            </p:txBody>
          </p:sp>
          <p:sp>
            <p:nvSpPr>
              <p:cNvPr id="3751" name="Noise cell"/>
              <p:cNvSpPr/>
              <p:nvPr/>
            </p:nvSpPr>
            <p:spPr>
              <a:xfrm>
                <a:off x="10818771" y="8321040"/>
                <a:ext cx="18770" cy="18928"/>
              </a:xfrm>
              <a:prstGeom prst="rect">
                <a:avLst/>
              </a:prstGeom>
              <a:solidFill>
                <a:srgbClr val="727272"/>
              </a:solidFill>
              <a:ln>
                <a:noFill/>
              </a:ln>
              <a:effectLst/>
            </p:spPr>
            <p:txBody>
              <a:bodyPr rtlCol="0" anchor="ctr"/>
              <a:lstStyle/>
              <a:p>
                <a:pPr algn="ctr"/>
              </a:p>
            </p:txBody>
          </p:sp>
          <p:sp>
            <p:nvSpPr>
              <p:cNvPr id="3752" name="Noise cell"/>
              <p:cNvSpPr/>
              <p:nvPr/>
            </p:nvSpPr>
            <p:spPr>
              <a:xfrm>
                <a:off x="10836901" y="8321040"/>
                <a:ext cx="18770" cy="18928"/>
              </a:xfrm>
              <a:prstGeom prst="rect">
                <a:avLst/>
              </a:prstGeom>
              <a:solidFill>
                <a:srgbClr val="898989"/>
              </a:solidFill>
              <a:ln>
                <a:noFill/>
              </a:ln>
              <a:effectLst/>
            </p:spPr>
            <p:txBody>
              <a:bodyPr rtlCol="0" anchor="ctr"/>
              <a:lstStyle/>
              <a:p>
                <a:pPr algn="ctr"/>
              </a:p>
            </p:txBody>
          </p:sp>
          <p:sp>
            <p:nvSpPr>
              <p:cNvPr id="3753" name="Noise cell"/>
              <p:cNvSpPr/>
              <p:nvPr/>
            </p:nvSpPr>
            <p:spPr>
              <a:xfrm>
                <a:off x="10855032" y="8321040"/>
                <a:ext cx="18770" cy="18928"/>
              </a:xfrm>
              <a:prstGeom prst="rect">
                <a:avLst/>
              </a:prstGeom>
              <a:solidFill>
                <a:srgbClr val="999999"/>
              </a:solidFill>
              <a:ln>
                <a:noFill/>
              </a:ln>
              <a:effectLst/>
            </p:spPr>
            <p:txBody>
              <a:bodyPr rtlCol="0" anchor="ctr"/>
              <a:lstStyle/>
              <a:p>
                <a:pPr algn="ctr"/>
              </a:p>
            </p:txBody>
          </p:sp>
          <p:sp>
            <p:nvSpPr>
              <p:cNvPr id="3754" name="Noise cell"/>
              <p:cNvSpPr/>
              <p:nvPr/>
            </p:nvSpPr>
            <p:spPr>
              <a:xfrm>
                <a:off x="10873162" y="8321040"/>
                <a:ext cx="18770" cy="18928"/>
              </a:xfrm>
              <a:prstGeom prst="rect">
                <a:avLst/>
              </a:prstGeom>
              <a:solidFill>
                <a:srgbClr val="828282"/>
              </a:solidFill>
              <a:ln>
                <a:noFill/>
              </a:ln>
              <a:effectLst/>
            </p:spPr>
            <p:txBody>
              <a:bodyPr rtlCol="0" anchor="ctr"/>
              <a:lstStyle/>
              <a:p>
                <a:pPr algn="ctr"/>
              </a:p>
            </p:txBody>
          </p:sp>
          <p:sp>
            <p:nvSpPr>
              <p:cNvPr id="3755" name="Noise cell"/>
              <p:cNvSpPr/>
              <p:nvPr/>
            </p:nvSpPr>
            <p:spPr>
              <a:xfrm>
                <a:off x="10891292" y="8321040"/>
                <a:ext cx="18770" cy="18928"/>
              </a:xfrm>
              <a:prstGeom prst="rect">
                <a:avLst/>
              </a:prstGeom>
              <a:solidFill>
                <a:srgbClr val="818181"/>
              </a:solidFill>
              <a:ln>
                <a:noFill/>
              </a:ln>
              <a:effectLst/>
            </p:spPr>
            <p:txBody>
              <a:bodyPr rtlCol="0" anchor="ctr"/>
              <a:lstStyle/>
              <a:p>
                <a:pPr algn="ctr"/>
              </a:p>
            </p:txBody>
          </p:sp>
          <p:sp>
            <p:nvSpPr>
              <p:cNvPr id="3756" name="Noise cell"/>
              <p:cNvSpPr/>
              <p:nvPr/>
            </p:nvSpPr>
            <p:spPr>
              <a:xfrm>
                <a:off x="10909423" y="8321040"/>
                <a:ext cx="18770" cy="18928"/>
              </a:xfrm>
              <a:prstGeom prst="rect">
                <a:avLst/>
              </a:prstGeom>
              <a:solidFill>
                <a:srgbClr val="808080"/>
              </a:solidFill>
              <a:ln>
                <a:noFill/>
              </a:ln>
              <a:effectLst/>
            </p:spPr>
            <p:txBody>
              <a:bodyPr rtlCol="0" anchor="ctr"/>
              <a:lstStyle/>
              <a:p>
                <a:pPr algn="ctr"/>
              </a:p>
            </p:txBody>
          </p:sp>
          <p:sp>
            <p:nvSpPr>
              <p:cNvPr id="3757" name="Noise cell"/>
              <p:cNvSpPr/>
              <p:nvPr/>
            </p:nvSpPr>
            <p:spPr>
              <a:xfrm>
                <a:off x="10927553" y="8321040"/>
                <a:ext cx="18770" cy="18928"/>
              </a:xfrm>
              <a:prstGeom prst="rect">
                <a:avLst/>
              </a:prstGeom>
              <a:solidFill>
                <a:srgbClr val="878787"/>
              </a:solidFill>
              <a:ln>
                <a:noFill/>
              </a:ln>
              <a:effectLst/>
            </p:spPr>
            <p:txBody>
              <a:bodyPr rtlCol="0" anchor="ctr"/>
              <a:lstStyle/>
              <a:p>
                <a:pPr algn="ctr"/>
              </a:p>
            </p:txBody>
          </p:sp>
          <p:sp>
            <p:nvSpPr>
              <p:cNvPr id="3758" name="Noise cell"/>
              <p:cNvSpPr/>
              <p:nvPr/>
            </p:nvSpPr>
            <p:spPr>
              <a:xfrm>
                <a:off x="10945683" y="8321040"/>
                <a:ext cx="18770" cy="18928"/>
              </a:xfrm>
              <a:prstGeom prst="rect">
                <a:avLst/>
              </a:prstGeom>
              <a:solidFill>
                <a:srgbClr val="7F7F7F"/>
              </a:solidFill>
              <a:ln>
                <a:noFill/>
              </a:ln>
              <a:effectLst/>
            </p:spPr>
            <p:txBody>
              <a:bodyPr rtlCol="0" anchor="ctr"/>
              <a:lstStyle/>
              <a:p>
                <a:pPr algn="ctr"/>
              </a:p>
            </p:txBody>
          </p:sp>
          <p:sp>
            <p:nvSpPr>
              <p:cNvPr id="3759" name="Noise cell"/>
              <p:cNvSpPr/>
              <p:nvPr/>
            </p:nvSpPr>
            <p:spPr>
              <a:xfrm>
                <a:off x="10963814" y="8321040"/>
                <a:ext cx="18770" cy="18928"/>
              </a:xfrm>
              <a:prstGeom prst="rect">
                <a:avLst/>
              </a:prstGeom>
              <a:solidFill>
                <a:srgbClr val="7E7E7E"/>
              </a:solidFill>
              <a:ln>
                <a:noFill/>
              </a:ln>
              <a:effectLst/>
            </p:spPr>
            <p:txBody>
              <a:bodyPr rtlCol="0" anchor="ctr"/>
              <a:lstStyle/>
              <a:p>
                <a:pPr algn="ctr"/>
              </a:p>
            </p:txBody>
          </p:sp>
          <p:sp>
            <p:nvSpPr>
              <p:cNvPr id="3760" name="Noise cell"/>
              <p:cNvSpPr/>
              <p:nvPr/>
            </p:nvSpPr>
            <p:spPr>
              <a:xfrm>
                <a:off x="9930384" y="8339328"/>
                <a:ext cx="18770" cy="18928"/>
              </a:xfrm>
              <a:prstGeom prst="rect">
                <a:avLst/>
              </a:prstGeom>
              <a:solidFill>
                <a:srgbClr val="9F9F9F"/>
              </a:solidFill>
              <a:ln>
                <a:noFill/>
              </a:ln>
              <a:effectLst/>
            </p:spPr>
            <p:txBody>
              <a:bodyPr rtlCol="0" anchor="ctr"/>
              <a:lstStyle/>
              <a:p>
                <a:pPr algn="ctr"/>
              </a:p>
            </p:txBody>
          </p:sp>
          <p:sp>
            <p:nvSpPr>
              <p:cNvPr id="3761" name="Noise cell"/>
              <p:cNvSpPr/>
              <p:nvPr/>
            </p:nvSpPr>
            <p:spPr>
              <a:xfrm>
                <a:off x="9948514" y="8339328"/>
                <a:ext cx="18770" cy="18928"/>
              </a:xfrm>
              <a:prstGeom prst="rect">
                <a:avLst/>
              </a:prstGeom>
              <a:solidFill>
                <a:srgbClr val="757575"/>
              </a:solidFill>
              <a:ln>
                <a:noFill/>
              </a:ln>
              <a:effectLst/>
            </p:spPr>
            <p:txBody>
              <a:bodyPr rtlCol="0" anchor="ctr"/>
              <a:lstStyle/>
              <a:p>
                <a:pPr algn="ctr"/>
              </a:p>
            </p:txBody>
          </p:sp>
          <p:sp>
            <p:nvSpPr>
              <p:cNvPr id="3762" name="Noise cell"/>
              <p:cNvSpPr/>
              <p:nvPr/>
            </p:nvSpPr>
            <p:spPr>
              <a:xfrm>
                <a:off x="9966645" y="8339328"/>
                <a:ext cx="18770" cy="18928"/>
              </a:xfrm>
              <a:prstGeom prst="rect">
                <a:avLst/>
              </a:prstGeom>
              <a:solidFill>
                <a:srgbClr val="838383"/>
              </a:solidFill>
              <a:ln>
                <a:noFill/>
              </a:ln>
              <a:effectLst/>
            </p:spPr>
            <p:txBody>
              <a:bodyPr rtlCol="0" anchor="ctr"/>
              <a:lstStyle/>
              <a:p>
                <a:pPr algn="ctr"/>
              </a:p>
            </p:txBody>
          </p:sp>
          <p:sp>
            <p:nvSpPr>
              <p:cNvPr id="3763" name="Noise cell"/>
              <p:cNvSpPr/>
              <p:nvPr/>
            </p:nvSpPr>
            <p:spPr>
              <a:xfrm>
                <a:off x="9984775" y="8339328"/>
                <a:ext cx="18770" cy="18928"/>
              </a:xfrm>
              <a:prstGeom prst="rect">
                <a:avLst/>
              </a:prstGeom>
              <a:solidFill>
                <a:srgbClr val="7A7A7A"/>
              </a:solidFill>
              <a:ln>
                <a:noFill/>
              </a:ln>
              <a:effectLst/>
            </p:spPr>
            <p:txBody>
              <a:bodyPr rtlCol="0" anchor="ctr"/>
              <a:lstStyle/>
              <a:p>
                <a:pPr algn="ctr"/>
              </a:p>
            </p:txBody>
          </p:sp>
          <p:sp>
            <p:nvSpPr>
              <p:cNvPr id="3764" name="Noise cell"/>
              <p:cNvSpPr/>
              <p:nvPr/>
            </p:nvSpPr>
            <p:spPr>
              <a:xfrm>
                <a:off x="10002905" y="8339328"/>
                <a:ext cx="18770" cy="18928"/>
              </a:xfrm>
              <a:prstGeom prst="rect">
                <a:avLst/>
              </a:prstGeom>
              <a:solidFill>
                <a:srgbClr val="7E7E7E"/>
              </a:solidFill>
              <a:ln>
                <a:noFill/>
              </a:ln>
              <a:effectLst/>
            </p:spPr>
            <p:txBody>
              <a:bodyPr rtlCol="0" anchor="ctr"/>
              <a:lstStyle/>
              <a:p>
                <a:pPr algn="ctr"/>
              </a:p>
            </p:txBody>
          </p:sp>
          <p:sp>
            <p:nvSpPr>
              <p:cNvPr id="3765" name="Noise cell"/>
              <p:cNvSpPr/>
              <p:nvPr/>
            </p:nvSpPr>
            <p:spPr>
              <a:xfrm>
                <a:off x="10021036" y="8339328"/>
                <a:ext cx="18770" cy="18928"/>
              </a:xfrm>
              <a:prstGeom prst="rect">
                <a:avLst/>
              </a:prstGeom>
              <a:solidFill>
                <a:srgbClr val="777777"/>
              </a:solidFill>
              <a:ln>
                <a:noFill/>
              </a:ln>
              <a:effectLst/>
            </p:spPr>
            <p:txBody>
              <a:bodyPr rtlCol="0" anchor="ctr"/>
              <a:lstStyle/>
              <a:p>
                <a:pPr algn="ctr"/>
              </a:p>
            </p:txBody>
          </p:sp>
          <p:sp>
            <p:nvSpPr>
              <p:cNvPr id="3766" name="Noise cell"/>
              <p:cNvSpPr/>
              <p:nvPr/>
            </p:nvSpPr>
            <p:spPr>
              <a:xfrm>
                <a:off x="10039166" y="8339328"/>
                <a:ext cx="18770" cy="18928"/>
              </a:xfrm>
              <a:prstGeom prst="rect">
                <a:avLst/>
              </a:prstGeom>
              <a:solidFill>
                <a:srgbClr val="949494"/>
              </a:solidFill>
              <a:ln>
                <a:noFill/>
              </a:ln>
              <a:effectLst/>
            </p:spPr>
            <p:txBody>
              <a:bodyPr rtlCol="0" anchor="ctr"/>
              <a:lstStyle/>
              <a:p>
                <a:pPr algn="ctr"/>
              </a:p>
            </p:txBody>
          </p:sp>
          <p:sp>
            <p:nvSpPr>
              <p:cNvPr id="3767" name="Noise cell"/>
              <p:cNvSpPr/>
              <p:nvPr/>
            </p:nvSpPr>
            <p:spPr>
              <a:xfrm>
                <a:off x="10057296" y="8339328"/>
                <a:ext cx="18770" cy="18928"/>
              </a:xfrm>
              <a:prstGeom prst="rect">
                <a:avLst/>
              </a:prstGeom>
              <a:solidFill>
                <a:srgbClr val="818181"/>
              </a:solidFill>
              <a:ln>
                <a:noFill/>
              </a:ln>
              <a:effectLst/>
            </p:spPr>
            <p:txBody>
              <a:bodyPr rtlCol="0" anchor="ctr"/>
              <a:lstStyle/>
              <a:p>
                <a:pPr algn="ctr"/>
              </a:p>
            </p:txBody>
          </p:sp>
          <p:sp>
            <p:nvSpPr>
              <p:cNvPr id="3768" name="Noise cell"/>
              <p:cNvSpPr/>
              <p:nvPr/>
            </p:nvSpPr>
            <p:spPr>
              <a:xfrm>
                <a:off x="10075427" y="8339328"/>
                <a:ext cx="18770" cy="18928"/>
              </a:xfrm>
              <a:prstGeom prst="rect">
                <a:avLst/>
              </a:prstGeom>
              <a:solidFill>
                <a:srgbClr val="909090"/>
              </a:solidFill>
              <a:ln>
                <a:noFill/>
              </a:ln>
              <a:effectLst/>
            </p:spPr>
            <p:txBody>
              <a:bodyPr rtlCol="0" anchor="ctr"/>
              <a:lstStyle/>
              <a:p>
                <a:pPr algn="ctr"/>
              </a:p>
            </p:txBody>
          </p:sp>
          <p:sp>
            <p:nvSpPr>
              <p:cNvPr id="3769" name="Noise cell"/>
              <p:cNvSpPr/>
              <p:nvPr/>
            </p:nvSpPr>
            <p:spPr>
              <a:xfrm>
                <a:off x="10093557" y="8339328"/>
                <a:ext cx="18770" cy="18928"/>
              </a:xfrm>
              <a:prstGeom prst="rect">
                <a:avLst/>
              </a:prstGeom>
              <a:solidFill>
                <a:srgbClr val="8E8E8E"/>
              </a:solidFill>
              <a:ln>
                <a:noFill/>
              </a:ln>
              <a:effectLst/>
            </p:spPr>
            <p:txBody>
              <a:bodyPr rtlCol="0" anchor="ctr"/>
              <a:lstStyle/>
              <a:p>
                <a:pPr algn="ctr"/>
              </a:p>
            </p:txBody>
          </p:sp>
          <p:sp>
            <p:nvSpPr>
              <p:cNvPr id="3770" name="Noise cell"/>
              <p:cNvSpPr/>
              <p:nvPr/>
            </p:nvSpPr>
            <p:spPr>
              <a:xfrm>
                <a:off x="10111687" y="8339328"/>
                <a:ext cx="18770" cy="18928"/>
              </a:xfrm>
              <a:prstGeom prst="rect">
                <a:avLst/>
              </a:prstGeom>
              <a:solidFill>
                <a:srgbClr val="939393"/>
              </a:solidFill>
              <a:ln>
                <a:noFill/>
              </a:ln>
              <a:effectLst/>
            </p:spPr>
            <p:txBody>
              <a:bodyPr rtlCol="0" anchor="ctr"/>
              <a:lstStyle/>
              <a:p>
                <a:pPr algn="ctr"/>
              </a:p>
            </p:txBody>
          </p:sp>
          <p:sp>
            <p:nvSpPr>
              <p:cNvPr id="3771" name="Noise cell"/>
              <p:cNvSpPr/>
              <p:nvPr/>
            </p:nvSpPr>
            <p:spPr>
              <a:xfrm>
                <a:off x="10129818" y="8339328"/>
                <a:ext cx="18770" cy="18928"/>
              </a:xfrm>
              <a:prstGeom prst="rect">
                <a:avLst/>
              </a:prstGeom>
              <a:solidFill>
                <a:srgbClr val="808080"/>
              </a:solidFill>
              <a:ln>
                <a:noFill/>
              </a:ln>
              <a:effectLst/>
            </p:spPr>
            <p:txBody>
              <a:bodyPr rtlCol="0" anchor="ctr"/>
              <a:lstStyle/>
              <a:p>
                <a:pPr algn="ctr"/>
              </a:p>
            </p:txBody>
          </p:sp>
          <p:sp>
            <p:nvSpPr>
              <p:cNvPr id="3772" name="Noise cell"/>
              <p:cNvSpPr/>
              <p:nvPr/>
            </p:nvSpPr>
            <p:spPr>
              <a:xfrm>
                <a:off x="10147948" y="8339328"/>
                <a:ext cx="18770" cy="18928"/>
              </a:xfrm>
              <a:prstGeom prst="rect">
                <a:avLst/>
              </a:prstGeom>
              <a:solidFill>
                <a:srgbClr val="696969"/>
              </a:solidFill>
              <a:ln>
                <a:noFill/>
              </a:ln>
              <a:effectLst/>
            </p:spPr>
            <p:txBody>
              <a:bodyPr rtlCol="0" anchor="ctr"/>
              <a:lstStyle/>
              <a:p>
                <a:pPr algn="ctr"/>
              </a:p>
            </p:txBody>
          </p:sp>
          <p:sp>
            <p:nvSpPr>
              <p:cNvPr id="3773" name="Noise cell"/>
              <p:cNvSpPr/>
              <p:nvPr/>
            </p:nvSpPr>
            <p:spPr>
              <a:xfrm>
                <a:off x="10166078" y="8339328"/>
                <a:ext cx="18770" cy="18928"/>
              </a:xfrm>
              <a:prstGeom prst="rect">
                <a:avLst/>
              </a:prstGeom>
              <a:solidFill>
                <a:srgbClr val="6F6F6F"/>
              </a:solidFill>
              <a:ln>
                <a:noFill/>
              </a:ln>
              <a:effectLst/>
            </p:spPr>
            <p:txBody>
              <a:bodyPr rtlCol="0" anchor="ctr"/>
              <a:lstStyle/>
              <a:p>
                <a:pPr algn="ctr"/>
              </a:p>
            </p:txBody>
          </p:sp>
          <p:sp>
            <p:nvSpPr>
              <p:cNvPr id="3774" name="Noise cell"/>
              <p:cNvSpPr/>
              <p:nvPr/>
            </p:nvSpPr>
            <p:spPr>
              <a:xfrm>
                <a:off x="10184209" y="8339328"/>
                <a:ext cx="18770" cy="18928"/>
              </a:xfrm>
              <a:prstGeom prst="rect">
                <a:avLst/>
              </a:prstGeom>
              <a:solidFill>
                <a:srgbClr val="878787"/>
              </a:solidFill>
              <a:ln>
                <a:noFill/>
              </a:ln>
              <a:effectLst/>
            </p:spPr>
            <p:txBody>
              <a:bodyPr rtlCol="0" anchor="ctr"/>
              <a:lstStyle/>
              <a:p>
                <a:pPr algn="ctr"/>
              </a:p>
            </p:txBody>
          </p:sp>
          <p:sp>
            <p:nvSpPr>
              <p:cNvPr id="3775" name="Noise cell"/>
              <p:cNvSpPr/>
              <p:nvPr/>
            </p:nvSpPr>
            <p:spPr>
              <a:xfrm>
                <a:off x="10202339" y="8339328"/>
                <a:ext cx="18770" cy="18928"/>
              </a:xfrm>
              <a:prstGeom prst="rect">
                <a:avLst/>
              </a:prstGeom>
              <a:solidFill>
                <a:srgbClr val="969696"/>
              </a:solidFill>
              <a:ln>
                <a:noFill/>
              </a:ln>
              <a:effectLst/>
            </p:spPr>
            <p:txBody>
              <a:bodyPr rtlCol="0" anchor="ctr"/>
              <a:lstStyle/>
              <a:p>
                <a:pPr algn="ctr"/>
              </a:p>
            </p:txBody>
          </p:sp>
          <p:sp>
            <p:nvSpPr>
              <p:cNvPr id="3776" name="Noise cell"/>
              <p:cNvSpPr/>
              <p:nvPr/>
            </p:nvSpPr>
            <p:spPr>
              <a:xfrm>
                <a:off x="10220470" y="8339328"/>
                <a:ext cx="18770" cy="18928"/>
              </a:xfrm>
              <a:prstGeom prst="rect">
                <a:avLst/>
              </a:prstGeom>
              <a:solidFill>
                <a:srgbClr val="848484"/>
              </a:solidFill>
              <a:ln>
                <a:noFill/>
              </a:ln>
              <a:effectLst/>
            </p:spPr>
            <p:txBody>
              <a:bodyPr rtlCol="0" anchor="ctr"/>
              <a:lstStyle/>
              <a:p>
                <a:pPr algn="ctr"/>
              </a:p>
            </p:txBody>
          </p:sp>
          <p:sp>
            <p:nvSpPr>
              <p:cNvPr id="3777" name="Noise cell"/>
              <p:cNvSpPr/>
              <p:nvPr/>
            </p:nvSpPr>
            <p:spPr>
              <a:xfrm>
                <a:off x="10238600" y="8339328"/>
                <a:ext cx="18770" cy="18928"/>
              </a:xfrm>
              <a:prstGeom prst="rect">
                <a:avLst/>
              </a:prstGeom>
              <a:solidFill>
                <a:srgbClr val="929292"/>
              </a:solidFill>
              <a:ln>
                <a:noFill/>
              </a:ln>
              <a:effectLst/>
            </p:spPr>
            <p:txBody>
              <a:bodyPr rtlCol="0" anchor="ctr"/>
              <a:lstStyle/>
              <a:p>
                <a:pPr algn="ctr"/>
              </a:p>
            </p:txBody>
          </p:sp>
          <p:sp>
            <p:nvSpPr>
              <p:cNvPr id="3778" name="Noise cell"/>
              <p:cNvSpPr/>
              <p:nvPr/>
            </p:nvSpPr>
            <p:spPr>
              <a:xfrm>
                <a:off x="10256730" y="8339328"/>
                <a:ext cx="18770" cy="18928"/>
              </a:xfrm>
              <a:prstGeom prst="rect">
                <a:avLst/>
              </a:prstGeom>
              <a:solidFill>
                <a:srgbClr val="868686"/>
              </a:solidFill>
              <a:ln>
                <a:noFill/>
              </a:ln>
              <a:effectLst/>
            </p:spPr>
            <p:txBody>
              <a:bodyPr rtlCol="0" anchor="ctr"/>
              <a:lstStyle/>
              <a:p>
                <a:pPr algn="ctr"/>
              </a:p>
            </p:txBody>
          </p:sp>
          <p:sp>
            <p:nvSpPr>
              <p:cNvPr id="3779" name="Noise cell"/>
              <p:cNvSpPr/>
              <p:nvPr/>
            </p:nvSpPr>
            <p:spPr>
              <a:xfrm>
                <a:off x="10274861" y="8339328"/>
                <a:ext cx="18770" cy="18928"/>
              </a:xfrm>
              <a:prstGeom prst="rect">
                <a:avLst/>
              </a:prstGeom>
              <a:solidFill>
                <a:srgbClr val="A1A1A1"/>
              </a:solidFill>
              <a:ln>
                <a:noFill/>
              </a:ln>
              <a:effectLst/>
            </p:spPr>
            <p:txBody>
              <a:bodyPr rtlCol="0" anchor="ctr"/>
              <a:lstStyle/>
              <a:p>
                <a:pPr algn="ctr"/>
              </a:p>
            </p:txBody>
          </p:sp>
          <p:sp>
            <p:nvSpPr>
              <p:cNvPr id="3780" name="Noise cell"/>
              <p:cNvSpPr/>
              <p:nvPr/>
            </p:nvSpPr>
            <p:spPr>
              <a:xfrm>
                <a:off x="10292991" y="8339328"/>
                <a:ext cx="18770" cy="18928"/>
              </a:xfrm>
              <a:prstGeom prst="rect">
                <a:avLst/>
              </a:prstGeom>
              <a:solidFill>
                <a:srgbClr val="979797"/>
              </a:solidFill>
              <a:ln>
                <a:noFill/>
              </a:ln>
              <a:effectLst/>
            </p:spPr>
            <p:txBody>
              <a:bodyPr rtlCol="0" anchor="ctr"/>
              <a:lstStyle/>
              <a:p>
                <a:pPr algn="ctr"/>
              </a:p>
            </p:txBody>
          </p:sp>
          <p:sp>
            <p:nvSpPr>
              <p:cNvPr id="3781" name="Noise cell"/>
              <p:cNvSpPr/>
              <p:nvPr/>
            </p:nvSpPr>
            <p:spPr>
              <a:xfrm>
                <a:off x="10311121" y="8339328"/>
                <a:ext cx="18770" cy="18928"/>
              </a:xfrm>
              <a:prstGeom prst="rect">
                <a:avLst/>
              </a:prstGeom>
              <a:solidFill>
                <a:srgbClr val="838383"/>
              </a:solidFill>
              <a:ln>
                <a:noFill/>
              </a:ln>
              <a:effectLst/>
            </p:spPr>
            <p:txBody>
              <a:bodyPr rtlCol="0" anchor="ctr"/>
              <a:lstStyle/>
              <a:p>
                <a:pPr algn="ctr"/>
              </a:p>
            </p:txBody>
          </p:sp>
          <p:sp>
            <p:nvSpPr>
              <p:cNvPr id="3782" name="Noise cell"/>
              <p:cNvSpPr/>
              <p:nvPr/>
            </p:nvSpPr>
            <p:spPr>
              <a:xfrm>
                <a:off x="10329252" y="8339328"/>
                <a:ext cx="18770" cy="18928"/>
              </a:xfrm>
              <a:prstGeom prst="rect">
                <a:avLst/>
              </a:prstGeom>
              <a:solidFill>
                <a:srgbClr val="797979"/>
              </a:solidFill>
              <a:ln>
                <a:noFill/>
              </a:ln>
              <a:effectLst/>
            </p:spPr>
            <p:txBody>
              <a:bodyPr rtlCol="0" anchor="ctr"/>
              <a:lstStyle/>
              <a:p>
                <a:pPr algn="ctr"/>
              </a:p>
            </p:txBody>
          </p:sp>
          <p:sp>
            <p:nvSpPr>
              <p:cNvPr id="3783" name="Noise cell"/>
              <p:cNvSpPr/>
              <p:nvPr/>
            </p:nvSpPr>
            <p:spPr>
              <a:xfrm>
                <a:off x="10347382" y="8339328"/>
                <a:ext cx="18770" cy="18928"/>
              </a:xfrm>
              <a:prstGeom prst="rect">
                <a:avLst/>
              </a:prstGeom>
              <a:solidFill>
                <a:srgbClr val="898989"/>
              </a:solidFill>
              <a:ln>
                <a:noFill/>
              </a:ln>
              <a:effectLst/>
            </p:spPr>
            <p:txBody>
              <a:bodyPr rtlCol="0" anchor="ctr"/>
              <a:lstStyle/>
              <a:p>
                <a:pPr algn="ctr"/>
              </a:p>
            </p:txBody>
          </p:sp>
          <p:sp>
            <p:nvSpPr>
              <p:cNvPr id="3784" name="Noise cell"/>
              <p:cNvSpPr/>
              <p:nvPr/>
            </p:nvSpPr>
            <p:spPr>
              <a:xfrm>
                <a:off x="10365512" y="8339328"/>
                <a:ext cx="18770" cy="18928"/>
              </a:xfrm>
              <a:prstGeom prst="rect">
                <a:avLst/>
              </a:prstGeom>
              <a:solidFill>
                <a:srgbClr val="808080"/>
              </a:solidFill>
              <a:ln>
                <a:noFill/>
              </a:ln>
              <a:effectLst/>
            </p:spPr>
            <p:txBody>
              <a:bodyPr rtlCol="0" anchor="ctr"/>
              <a:lstStyle/>
              <a:p>
                <a:pPr algn="ctr"/>
              </a:p>
            </p:txBody>
          </p:sp>
          <p:sp>
            <p:nvSpPr>
              <p:cNvPr id="3785" name="Noise cell"/>
              <p:cNvSpPr/>
              <p:nvPr/>
            </p:nvSpPr>
            <p:spPr>
              <a:xfrm>
                <a:off x="10383643" y="8339328"/>
                <a:ext cx="18770" cy="18928"/>
              </a:xfrm>
              <a:prstGeom prst="rect">
                <a:avLst/>
              </a:prstGeom>
              <a:solidFill>
                <a:srgbClr val="7D7D7D"/>
              </a:solidFill>
              <a:ln>
                <a:noFill/>
              </a:ln>
              <a:effectLst/>
            </p:spPr>
            <p:txBody>
              <a:bodyPr rtlCol="0" anchor="ctr"/>
              <a:lstStyle/>
              <a:p>
                <a:pPr algn="ctr"/>
              </a:p>
            </p:txBody>
          </p:sp>
          <p:sp>
            <p:nvSpPr>
              <p:cNvPr id="3786" name="Noise cell"/>
              <p:cNvSpPr/>
              <p:nvPr/>
            </p:nvSpPr>
            <p:spPr>
              <a:xfrm>
                <a:off x="10401773" y="8339328"/>
                <a:ext cx="18770" cy="18928"/>
              </a:xfrm>
              <a:prstGeom prst="rect">
                <a:avLst/>
              </a:prstGeom>
              <a:solidFill>
                <a:srgbClr val="777777"/>
              </a:solidFill>
              <a:ln>
                <a:noFill/>
              </a:ln>
              <a:effectLst/>
            </p:spPr>
            <p:txBody>
              <a:bodyPr rtlCol="0" anchor="ctr"/>
              <a:lstStyle/>
              <a:p>
                <a:pPr algn="ctr"/>
              </a:p>
            </p:txBody>
          </p:sp>
          <p:sp>
            <p:nvSpPr>
              <p:cNvPr id="3787" name="Noise cell"/>
              <p:cNvSpPr/>
              <p:nvPr/>
            </p:nvSpPr>
            <p:spPr>
              <a:xfrm>
                <a:off x="10419903" y="8339328"/>
                <a:ext cx="18770" cy="18928"/>
              </a:xfrm>
              <a:prstGeom prst="rect">
                <a:avLst/>
              </a:prstGeom>
              <a:solidFill>
                <a:srgbClr val="949494"/>
              </a:solidFill>
              <a:ln>
                <a:noFill/>
              </a:ln>
              <a:effectLst/>
            </p:spPr>
            <p:txBody>
              <a:bodyPr rtlCol="0" anchor="ctr"/>
              <a:lstStyle/>
              <a:p>
                <a:pPr algn="ctr"/>
              </a:p>
            </p:txBody>
          </p:sp>
          <p:sp>
            <p:nvSpPr>
              <p:cNvPr id="3788" name="Noise cell"/>
              <p:cNvSpPr/>
              <p:nvPr/>
            </p:nvSpPr>
            <p:spPr>
              <a:xfrm>
                <a:off x="10438034" y="8339328"/>
                <a:ext cx="18770" cy="18928"/>
              </a:xfrm>
              <a:prstGeom prst="rect">
                <a:avLst/>
              </a:prstGeom>
              <a:solidFill>
                <a:srgbClr val="878787"/>
              </a:solidFill>
              <a:ln>
                <a:noFill/>
              </a:ln>
              <a:effectLst/>
            </p:spPr>
            <p:txBody>
              <a:bodyPr rtlCol="0" anchor="ctr"/>
              <a:lstStyle/>
              <a:p>
                <a:pPr algn="ctr"/>
              </a:p>
            </p:txBody>
          </p:sp>
          <p:sp>
            <p:nvSpPr>
              <p:cNvPr id="3789" name="Noise cell"/>
              <p:cNvSpPr/>
              <p:nvPr/>
            </p:nvSpPr>
            <p:spPr>
              <a:xfrm>
                <a:off x="10456164" y="8339328"/>
                <a:ext cx="18770" cy="18928"/>
              </a:xfrm>
              <a:prstGeom prst="rect">
                <a:avLst/>
              </a:prstGeom>
              <a:solidFill>
                <a:srgbClr val="7D7D7D"/>
              </a:solidFill>
              <a:ln>
                <a:noFill/>
              </a:ln>
              <a:effectLst/>
            </p:spPr>
            <p:txBody>
              <a:bodyPr rtlCol="0" anchor="ctr"/>
              <a:lstStyle/>
              <a:p>
                <a:pPr algn="ctr"/>
              </a:p>
            </p:txBody>
          </p:sp>
          <p:sp>
            <p:nvSpPr>
              <p:cNvPr id="3790" name="Noise cell"/>
              <p:cNvSpPr/>
              <p:nvPr/>
            </p:nvSpPr>
            <p:spPr>
              <a:xfrm>
                <a:off x="10474294" y="8339328"/>
                <a:ext cx="18770" cy="18928"/>
              </a:xfrm>
              <a:prstGeom prst="rect">
                <a:avLst/>
              </a:prstGeom>
              <a:solidFill>
                <a:srgbClr val="9D9D9D"/>
              </a:solidFill>
              <a:ln>
                <a:noFill/>
              </a:ln>
              <a:effectLst/>
            </p:spPr>
            <p:txBody>
              <a:bodyPr rtlCol="0" anchor="ctr"/>
              <a:lstStyle/>
              <a:p>
                <a:pPr algn="ctr"/>
              </a:p>
            </p:txBody>
          </p:sp>
          <p:sp>
            <p:nvSpPr>
              <p:cNvPr id="3791" name="Noise cell"/>
              <p:cNvSpPr/>
              <p:nvPr/>
            </p:nvSpPr>
            <p:spPr>
              <a:xfrm>
                <a:off x="10492425" y="8339328"/>
                <a:ext cx="18770" cy="18928"/>
              </a:xfrm>
              <a:prstGeom prst="rect">
                <a:avLst/>
              </a:prstGeom>
              <a:solidFill>
                <a:srgbClr val="949494"/>
              </a:solidFill>
              <a:ln>
                <a:noFill/>
              </a:ln>
              <a:effectLst/>
            </p:spPr>
            <p:txBody>
              <a:bodyPr rtlCol="0" anchor="ctr"/>
              <a:lstStyle/>
              <a:p>
                <a:pPr algn="ctr"/>
              </a:p>
            </p:txBody>
          </p:sp>
          <p:sp>
            <p:nvSpPr>
              <p:cNvPr id="3792" name="Noise cell"/>
              <p:cNvSpPr/>
              <p:nvPr/>
            </p:nvSpPr>
            <p:spPr>
              <a:xfrm>
                <a:off x="10510555" y="8339328"/>
                <a:ext cx="18770" cy="18928"/>
              </a:xfrm>
              <a:prstGeom prst="rect">
                <a:avLst/>
              </a:prstGeom>
              <a:solidFill>
                <a:srgbClr val="8E8E8E"/>
              </a:solidFill>
              <a:ln>
                <a:noFill/>
              </a:ln>
              <a:effectLst/>
            </p:spPr>
            <p:txBody>
              <a:bodyPr rtlCol="0" anchor="ctr"/>
              <a:lstStyle/>
              <a:p>
                <a:pPr algn="ctr"/>
              </a:p>
            </p:txBody>
          </p:sp>
          <p:sp>
            <p:nvSpPr>
              <p:cNvPr id="3793" name="Noise cell"/>
              <p:cNvSpPr/>
              <p:nvPr/>
            </p:nvSpPr>
            <p:spPr>
              <a:xfrm>
                <a:off x="10528685" y="8339328"/>
                <a:ext cx="18770" cy="18928"/>
              </a:xfrm>
              <a:prstGeom prst="rect">
                <a:avLst/>
              </a:prstGeom>
              <a:solidFill>
                <a:srgbClr val="969696"/>
              </a:solidFill>
              <a:ln>
                <a:noFill/>
              </a:ln>
              <a:effectLst/>
            </p:spPr>
            <p:txBody>
              <a:bodyPr rtlCol="0" anchor="ctr"/>
              <a:lstStyle/>
              <a:p>
                <a:pPr algn="ctr"/>
              </a:p>
            </p:txBody>
          </p:sp>
          <p:sp>
            <p:nvSpPr>
              <p:cNvPr id="3794" name="Noise cell"/>
              <p:cNvSpPr/>
              <p:nvPr/>
            </p:nvSpPr>
            <p:spPr>
              <a:xfrm>
                <a:off x="10546816" y="8339328"/>
                <a:ext cx="18770" cy="18928"/>
              </a:xfrm>
              <a:prstGeom prst="rect">
                <a:avLst/>
              </a:prstGeom>
              <a:solidFill>
                <a:srgbClr val="7B7B7B"/>
              </a:solidFill>
              <a:ln>
                <a:noFill/>
              </a:ln>
              <a:effectLst/>
            </p:spPr>
            <p:txBody>
              <a:bodyPr rtlCol="0" anchor="ctr"/>
              <a:lstStyle/>
              <a:p>
                <a:pPr algn="ctr"/>
              </a:p>
            </p:txBody>
          </p:sp>
          <p:sp>
            <p:nvSpPr>
              <p:cNvPr id="3795" name="Noise cell"/>
              <p:cNvSpPr/>
              <p:nvPr/>
            </p:nvSpPr>
            <p:spPr>
              <a:xfrm>
                <a:off x="10564946" y="8339328"/>
                <a:ext cx="18770" cy="18928"/>
              </a:xfrm>
              <a:prstGeom prst="rect">
                <a:avLst/>
              </a:prstGeom>
              <a:solidFill>
                <a:srgbClr val="808080"/>
              </a:solidFill>
              <a:ln>
                <a:noFill/>
              </a:ln>
              <a:effectLst/>
            </p:spPr>
            <p:txBody>
              <a:bodyPr rtlCol="0" anchor="ctr"/>
              <a:lstStyle/>
              <a:p>
                <a:pPr algn="ctr"/>
              </a:p>
            </p:txBody>
          </p:sp>
          <p:sp>
            <p:nvSpPr>
              <p:cNvPr id="3796" name="Noise cell"/>
              <p:cNvSpPr/>
              <p:nvPr/>
            </p:nvSpPr>
            <p:spPr>
              <a:xfrm>
                <a:off x="10583076" y="8339328"/>
                <a:ext cx="18770" cy="18928"/>
              </a:xfrm>
              <a:prstGeom prst="rect">
                <a:avLst/>
              </a:prstGeom>
              <a:solidFill>
                <a:srgbClr val="6D6D6D"/>
              </a:solidFill>
              <a:ln>
                <a:noFill/>
              </a:ln>
              <a:effectLst/>
            </p:spPr>
            <p:txBody>
              <a:bodyPr rtlCol="0" anchor="ctr"/>
              <a:lstStyle/>
              <a:p>
                <a:pPr algn="ctr"/>
              </a:p>
            </p:txBody>
          </p:sp>
          <p:sp>
            <p:nvSpPr>
              <p:cNvPr id="3797" name="Noise cell"/>
              <p:cNvSpPr/>
              <p:nvPr/>
            </p:nvSpPr>
            <p:spPr>
              <a:xfrm>
                <a:off x="10601207" y="8339328"/>
                <a:ext cx="18770" cy="18928"/>
              </a:xfrm>
              <a:prstGeom prst="rect">
                <a:avLst/>
              </a:prstGeom>
              <a:solidFill>
                <a:srgbClr val="646464"/>
              </a:solidFill>
              <a:ln>
                <a:noFill/>
              </a:ln>
              <a:effectLst/>
            </p:spPr>
            <p:txBody>
              <a:bodyPr rtlCol="0" anchor="ctr"/>
              <a:lstStyle/>
              <a:p>
                <a:pPr algn="ctr"/>
              </a:p>
            </p:txBody>
          </p:sp>
          <p:sp>
            <p:nvSpPr>
              <p:cNvPr id="3798" name="Noise cell"/>
              <p:cNvSpPr/>
              <p:nvPr/>
            </p:nvSpPr>
            <p:spPr>
              <a:xfrm>
                <a:off x="10619337" y="8339328"/>
                <a:ext cx="18770" cy="18928"/>
              </a:xfrm>
              <a:prstGeom prst="rect">
                <a:avLst/>
              </a:prstGeom>
              <a:solidFill>
                <a:srgbClr val="898989"/>
              </a:solidFill>
              <a:ln>
                <a:noFill/>
              </a:ln>
              <a:effectLst/>
            </p:spPr>
            <p:txBody>
              <a:bodyPr rtlCol="0" anchor="ctr"/>
              <a:lstStyle/>
              <a:p>
                <a:pPr algn="ctr"/>
              </a:p>
            </p:txBody>
          </p:sp>
          <p:sp>
            <p:nvSpPr>
              <p:cNvPr id="3799" name="Noise cell"/>
              <p:cNvSpPr/>
              <p:nvPr/>
            </p:nvSpPr>
            <p:spPr>
              <a:xfrm>
                <a:off x="10637467" y="8339328"/>
                <a:ext cx="18770" cy="18928"/>
              </a:xfrm>
              <a:prstGeom prst="rect">
                <a:avLst/>
              </a:prstGeom>
              <a:solidFill>
                <a:srgbClr val="898989"/>
              </a:solidFill>
              <a:ln>
                <a:noFill/>
              </a:ln>
              <a:effectLst/>
            </p:spPr>
            <p:txBody>
              <a:bodyPr rtlCol="0" anchor="ctr"/>
              <a:lstStyle/>
              <a:p>
                <a:pPr algn="ctr"/>
              </a:p>
            </p:txBody>
          </p:sp>
          <p:sp>
            <p:nvSpPr>
              <p:cNvPr id="3800" name="Noise cell"/>
              <p:cNvSpPr/>
              <p:nvPr/>
            </p:nvSpPr>
            <p:spPr>
              <a:xfrm>
                <a:off x="10655598" y="8339328"/>
                <a:ext cx="18770" cy="18928"/>
              </a:xfrm>
              <a:prstGeom prst="rect">
                <a:avLst/>
              </a:prstGeom>
              <a:solidFill>
                <a:srgbClr val="8E8E8E"/>
              </a:solidFill>
              <a:ln>
                <a:noFill/>
              </a:ln>
              <a:effectLst/>
            </p:spPr>
            <p:txBody>
              <a:bodyPr rtlCol="0" anchor="ctr"/>
              <a:lstStyle/>
              <a:p>
                <a:pPr algn="ctr"/>
              </a:p>
            </p:txBody>
          </p:sp>
          <p:sp>
            <p:nvSpPr>
              <p:cNvPr id="3801" name="Noise cell"/>
              <p:cNvSpPr/>
              <p:nvPr/>
            </p:nvSpPr>
            <p:spPr>
              <a:xfrm>
                <a:off x="10673728" y="8339328"/>
                <a:ext cx="18770" cy="18928"/>
              </a:xfrm>
              <a:prstGeom prst="rect">
                <a:avLst/>
              </a:prstGeom>
              <a:solidFill>
                <a:srgbClr val="777777"/>
              </a:solidFill>
              <a:ln>
                <a:noFill/>
              </a:ln>
              <a:effectLst/>
            </p:spPr>
            <p:txBody>
              <a:bodyPr rtlCol="0" anchor="ctr"/>
              <a:lstStyle/>
              <a:p>
                <a:pPr algn="ctr"/>
              </a:p>
            </p:txBody>
          </p:sp>
          <p:sp>
            <p:nvSpPr>
              <p:cNvPr id="3802" name="Noise cell"/>
              <p:cNvSpPr/>
              <p:nvPr/>
            </p:nvSpPr>
            <p:spPr>
              <a:xfrm>
                <a:off x="10691858" y="8339328"/>
                <a:ext cx="18770" cy="18928"/>
              </a:xfrm>
              <a:prstGeom prst="rect">
                <a:avLst/>
              </a:prstGeom>
              <a:solidFill>
                <a:srgbClr val="888888"/>
              </a:solidFill>
              <a:ln>
                <a:noFill/>
              </a:ln>
              <a:effectLst/>
            </p:spPr>
            <p:txBody>
              <a:bodyPr rtlCol="0" anchor="ctr"/>
              <a:lstStyle/>
              <a:p>
                <a:pPr algn="ctr"/>
              </a:p>
            </p:txBody>
          </p:sp>
          <p:sp>
            <p:nvSpPr>
              <p:cNvPr id="3803" name="Noise cell"/>
              <p:cNvSpPr/>
              <p:nvPr/>
            </p:nvSpPr>
            <p:spPr>
              <a:xfrm>
                <a:off x="10709989" y="8339328"/>
                <a:ext cx="18770" cy="18928"/>
              </a:xfrm>
              <a:prstGeom prst="rect">
                <a:avLst/>
              </a:prstGeom>
              <a:solidFill>
                <a:srgbClr val="969696"/>
              </a:solidFill>
              <a:ln>
                <a:noFill/>
              </a:ln>
              <a:effectLst/>
            </p:spPr>
            <p:txBody>
              <a:bodyPr rtlCol="0" anchor="ctr"/>
              <a:lstStyle/>
              <a:p>
                <a:pPr algn="ctr"/>
              </a:p>
            </p:txBody>
          </p:sp>
          <p:sp>
            <p:nvSpPr>
              <p:cNvPr id="3804" name="Noise cell"/>
              <p:cNvSpPr/>
              <p:nvPr/>
            </p:nvSpPr>
            <p:spPr>
              <a:xfrm>
                <a:off x="10728119" y="8339328"/>
                <a:ext cx="18770" cy="18928"/>
              </a:xfrm>
              <a:prstGeom prst="rect">
                <a:avLst/>
              </a:prstGeom>
              <a:solidFill>
                <a:srgbClr val="7D7D7D"/>
              </a:solidFill>
              <a:ln>
                <a:noFill/>
              </a:ln>
              <a:effectLst/>
            </p:spPr>
            <p:txBody>
              <a:bodyPr rtlCol="0" anchor="ctr"/>
              <a:lstStyle/>
              <a:p>
                <a:pPr algn="ctr"/>
              </a:p>
            </p:txBody>
          </p:sp>
          <p:sp>
            <p:nvSpPr>
              <p:cNvPr id="3805" name="Noise cell"/>
              <p:cNvSpPr/>
              <p:nvPr/>
            </p:nvSpPr>
            <p:spPr>
              <a:xfrm>
                <a:off x="10746250" y="8339328"/>
                <a:ext cx="18770" cy="18928"/>
              </a:xfrm>
              <a:prstGeom prst="rect">
                <a:avLst/>
              </a:prstGeom>
              <a:solidFill>
                <a:srgbClr val="7B7B7B"/>
              </a:solidFill>
              <a:ln>
                <a:noFill/>
              </a:ln>
              <a:effectLst/>
            </p:spPr>
            <p:txBody>
              <a:bodyPr rtlCol="0" anchor="ctr"/>
              <a:lstStyle/>
              <a:p>
                <a:pPr algn="ctr"/>
              </a:p>
            </p:txBody>
          </p:sp>
          <p:sp>
            <p:nvSpPr>
              <p:cNvPr id="3806" name="Noise cell"/>
              <p:cNvSpPr/>
              <p:nvPr/>
            </p:nvSpPr>
            <p:spPr>
              <a:xfrm>
                <a:off x="10764380" y="8339328"/>
                <a:ext cx="18770" cy="18928"/>
              </a:xfrm>
              <a:prstGeom prst="rect">
                <a:avLst/>
              </a:prstGeom>
              <a:solidFill>
                <a:srgbClr val="7A7A7A"/>
              </a:solidFill>
              <a:ln>
                <a:noFill/>
              </a:ln>
              <a:effectLst/>
            </p:spPr>
            <p:txBody>
              <a:bodyPr rtlCol="0" anchor="ctr"/>
              <a:lstStyle/>
              <a:p>
                <a:pPr algn="ctr"/>
              </a:p>
            </p:txBody>
          </p:sp>
          <p:sp>
            <p:nvSpPr>
              <p:cNvPr id="3807" name="Noise cell"/>
              <p:cNvSpPr/>
              <p:nvPr/>
            </p:nvSpPr>
            <p:spPr>
              <a:xfrm>
                <a:off x="10782510" y="8339328"/>
                <a:ext cx="18770" cy="18928"/>
              </a:xfrm>
              <a:prstGeom prst="rect">
                <a:avLst/>
              </a:prstGeom>
              <a:solidFill>
                <a:srgbClr val="919191"/>
              </a:solidFill>
              <a:ln>
                <a:noFill/>
              </a:ln>
              <a:effectLst/>
            </p:spPr>
            <p:txBody>
              <a:bodyPr rtlCol="0" anchor="ctr"/>
              <a:lstStyle/>
              <a:p>
                <a:pPr algn="ctr"/>
              </a:p>
            </p:txBody>
          </p:sp>
          <p:sp>
            <p:nvSpPr>
              <p:cNvPr id="3808" name="Noise cell"/>
              <p:cNvSpPr/>
              <p:nvPr/>
            </p:nvSpPr>
            <p:spPr>
              <a:xfrm>
                <a:off x="10800641" y="8339328"/>
                <a:ext cx="18770" cy="18928"/>
              </a:xfrm>
              <a:prstGeom prst="rect">
                <a:avLst/>
              </a:prstGeom>
              <a:solidFill>
                <a:srgbClr val="979797"/>
              </a:solidFill>
              <a:ln>
                <a:noFill/>
              </a:ln>
              <a:effectLst/>
            </p:spPr>
            <p:txBody>
              <a:bodyPr rtlCol="0" anchor="ctr"/>
              <a:lstStyle/>
              <a:p>
                <a:pPr algn="ctr"/>
              </a:p>
            </p:txBody>
          </p:sp>
          <p:sp>
            <p:nvSpPr>
              <p:cNvPr id="3809" name="Noise cell"/>
              <p:cNvSpPr/>
              <p:nvPr/>
            </p:nvSpPr>
            <p:spPr>
              <a:xfrm>
                <a:off x="10818771" y="8339328"/>
                <a:ext cx="18770" cy="18928"/>
              </a:xfrm>
              <a:prstGeom prst="rect">
                <a:avLst/>
              </a:prstGeom>
              <a:solidFill>
                <a:srgbClr val="818181"/>
              </a:solidFill>
              <a:ln>
                <a:noFill/>
              </a:ln>
              <a:effectLst/>
            </p:spPr>
            <p:txBody>
              <a:bodyPr rtlCol="0" anchor="ctr"/>
              <a:lstStyle/>
              <a:p>
                <a:pPr algn="ctr"/>
              </a:p>
            </p:txBody>
          </p:sp>
          <p:sp>
            <p:nvSpPr>
              <p:cNvPr id="3810" name="Noise cell"/>
              <p:cNvSpPr/>
              <p:nvPr/>
            </p:nvSpPr>
            <p:spPr>
              <a:xfrm>
                <a:off x="10836901" y="8339328"/>
                <a:ext cx="18770" cy="18928"/>
              </a:xfrm>
              <a:prstGeom prst="rect">
                <a:avLst/>
              </a:prstGeom>
              <a:solidFill>
                <a:srgbClr val="818181"/>
              </a:solidFill>
              <a:ln>
                <a:noFill/>
              </a:ln>
              <a:effectLst/>
            </p:spPr>
            <p:txBody>
              <a:bodyPr rtlCol="0" anchor="ctr"/>
              <a:lstStyle/>
              <a:p>
                <a:pPr algn="ctr"/>
              </a:p>
            </p:txBody>
          </p:sp>
          <p:sp>
            <p:nvSpPr>
              <p:cNvPr id="3811" name="Noise cell"/>
              <p:cNvSpPr/>
              <p:nvPr/>
            </p:nvSpPr>
            <p:spPr>
              <a:xfrm>
                <a:off x="10855032" y="8339328"/>
                <a:ext cx="18770" cy="18928"/>
              </a:xfrm>
              <a:prstGeom prst="rect">
                <a:avLst/>
              </a:prstGeom>
              <a:solidFill>
                <a:srgbClr val="656565"/>
              </a:solidFill>
              <a:ln>
                <a:noFill/>
              </a:ln>
              <a:effectLst/>
            </p:spPr>
            <p:txBody>
              <a:bodyPr rtlCol="0" anchor="ctr"/>
              <a:lstStyle/>
              <a:p>
                <a:pPr algn="ctr"/>
              </a:p>
            </p:txBody>
          </p:sp>
          <p:sp>
            <p:nvSpPr>
              <p:cNvPr id="3812" name="Noise cell"/>
              <p:cNvSpPr/>
              <p:nvPr/>
            </p:nvSpPr>
            <p:spPr>
              <a:xfrm>
                <a:off x="10873162" y="8339328"/>
                <a:ext cx="18770" cy="18928"/>
              </a:xfrm>
              <a:prstGeom prst="rect">
                <a:avLst/>
              </a:prstGeom>
              <a:solidFill>
                <a:srgbClr val="898989"/>
              </a:solidFill>
              <a:ln>
                <a:noFill/>
              </a:ln>
              <a:effectLst/>
            </p:spPr>
            <p:txBody>
              <a:bodyPr rtlCol="0" anchor="ctr"/>
              <a:lstStyle/>
              <a:p>
                <a:pPr algn="ctr"/>
              </a:p>
            </p:txBody>
          </p:sp>
          <p:sp>
            <p:nvSpPr>
              <p:cNvPr id="3813" name="Noise cell"/>
              <p:cNvSpPr/>
              <p:nvPr/>
            </p:nvSpPr>
            <p:spPr>
              <a:xfrm>
                <a:off x="10891292" y="8339328"/>
                <a:ext cx="18770" cy="18928"/>
              </a:xfrm>
              <a:prstGeom prst="rect">
                <a:avLst/>
              </a:prstGeom>
              <a:solidFill>
                <a:srgbClr val="838383"/>
              </a:solidFill>
              <a:ln>
                <a:noFill/>
              </a:ln>
              <a:effectLst/>
            </p:spPr>
            <p:txBody>
              <a:bodyPr rtlCol="0" anchor="ctr"/>
              <a:lstStyle/>
              <a:p>
                <a:pPr algn="ctr"/>
              </a:p>
            </p:txBody>
          </p:sp>
          <p:sp>
            <p:nvSpPr>
              <p:cNvPr id="3814" name="Noise cell"/>
              <p:cNvSpPr/>
              <p:nvPr/>
            </p:nvSpPr>
            <p:spPr>
              <a:xfrm>
                <a:off x="10909423" y="8339328"/>
                <a:ext cx="18770" cy="18928"/>
              </a:xfrm>
              <a:prstGeom prst="rect">
                <a:avLst/>
              </a:prstGeom>
              <a:solidFill>
                <a:srgbClr val="888888"/>
              </a:solidFill>
              <a:ln>
                <a:noFill/>
              </a:ln>
              <a:effectLst/>
            </p:spPr>
            <p:txBody>
              <a:bodyPr rtlCol="0" anchor="ctr"/>
              <a:lstStyle/>
              <a:p>
                <a:pPr algn="ctr"/>
              </a:p>
            </p:txBody>
          </p:sp>
          <p:sp>
            <p:nvSpPr>
              <p:cNvPr id="3815" name="Noise cell"/>
              <p:cNvSpPr/>
              <p:nvPr/>
            </p:nvSpPr>
            <p:spPr>
              <a:xfrm>
                <a:off x="10927553" y="8339328"/>
                <a:ext cx="18770" cy="18928"/>
              </a:xfrm>
              <a:prstGeom prst="rect">
                <a:avLst/>
              </a:prstGeom>
              <a:solidFill>
                <a:srgbClr val="8C8C8C"/>
              </a:solidFill>
              <a:ln>
                <a:noFill/>
              </a:ln>
              <a:effectLst/>
            </p:spPr>
            <p:txBody>
              <a:bodyPr rtlCol="0" anchor="ctr"/>
              <a:lstStyle/>
              <a:p>
                <a:pPr algn="ctr"/>
              </a:p>
            </p:txBody>
          </p:sp>
          <p:sp>
            <p:nvSpPr>
              <p:cNvPr id="3816" name="Noise cell"/>
              <p:cNvSpPr/>
              <p:nvPr/>
            </p:nvSpPr>
            <p:spPr>
              <a:xfrm>
                <a:off x="10945683" y="8339328"/>
                <a:ext cx="18770" cy="18928"/>
              </a:xfrm>
              <a:prstGeom prst="rect">
                <a:avLst/>
              </a:prstGeom>
              <a:solidFill>
                <a:srgbClr val="989898"/>
              </a:solidFill>
              <a:ln>
                <a:noFill/>
              </a:ln>
              <a:effectLst/>
            </p:spPr>
            <p:txBody>
              <a:bodyPr rtlCol="0" anchor="ctr"/>
              <a:lstStyle/>
              <a:p>
                <a:pPr algn="ctr"/>
              </a:p>
            </p:txBody>
          </p:sp>
          <p:sp>
            <p:nvSpPr>
              <p:cNvPr id="3817" name="Noise cell"/>
              <p:cNvSpPr/>
              <p:nvPr/>
            </p:nvSpPr>
            <p:spPr>
              <a:xfrm>
                <a:off x="10963814" y="8339328"/>
                <a:ext cx="18770" cy="18928"/>
              </a:xfrm>
              <a:prstGeom prst="rect">
                <a:avLst/>
              </a:prstGeom>
              <a:solidFill>
                <a:srgbClr val="959595"/>
              </a:solidFill>
              <a:ln>
                <a:noFill/>
              </a:ln>
              <a:effectLst/>
            </p:spPr>
            <p:txBody>
              <a:bodyPr rtlCol="0" anchor="ctr"/>
              <a:lstStyle/>
              <a:p>
                <a:pPr algn="ctr"/>
              </a:p>
            </p:txBody>
          </p:sp>
          <p:sp>
            <p:nvSpPr>
              <p:cNvPr id="3818" name="Noise cell"/>
              <p:cNvSpPr/>
              <p:nvPr/>
            </p:nvSpPr>
            <p:spPr>
              <a:xfrm>
                <a:off x="9930384" y="8357616"/>
                <a:ext cx="18770" cy="18928"/>
              </a:xfrm>
              <a:prstGeom prst="rect">
                <a:avLst/>
              </a:prstGeom>
              <a:solidFill>
                <a:srgbClr val="7C7C7C"/>
              </a:solidFill>
              <a:ln>
                <a:noFill/>
              </a:ln>
              <a:effectLst/>
            </p:spPr>
            <p:txBody>
              <a:bodyPr rtlCol="0" anchor="ctr"/>
              <a:lstStyle/>
              <a:p>
                <a:pPr algn="ctr"/>
              </a:p>
            </p:txBody>
          </p:sp>
          <p:sp>
            <p:nvSpPr>
              <p:cNvPr id="3819" name="Noise cell"/>
              <p:cNvSpPr/>
              <p:nvPr/>
            </p:nvSpPr>
            <p:spPr>
              <a:xfrm>
                <a:off x="9948514" y="8357616"/>
                <a:ext cx="18770" cy="18928"/>
              </a:xfrm>
              <a:prstGeom prst="rect">
                <a:avLst/>
              </a:prstGeom>
              <a:solidFill>
                <a:srgbClr val="8D8D8D"/>
              </a:solidFill>
              <a:ln>
                <a:noFill/>
              </a:ln>
              <a:effectLst/>
            </p:spPr>
            <p:txBody>
              <a:bodyPr rtlCol="0" anchor="ctr"/>
              <a:lstStyle/>
              <a:p>
                <a:pPr algn="ctr"/>
              </a:p>
            </p:txBody>
          </p:sp>
          <p:sp>
            <p:nvSpPr>
              <p:cNvPr id="3820" name="Noise cell"/>
              <p:cNvSpPr/>
              <p:nvPr/>
            </p:nvSpPr>
            <p:spPr>
              <a:xfrm>
                <a:off x="9966645" y="8357616"/>
                <a:ext cx="18770" cy="18928"/>
              </a:xfrm>
              <a:prstGeom prst="rect">
                <a:avLst/>
              </a:prstGeom>
              <a:solidFill>
                <a:srgbClr val="909090"/>
              </a:solidFill>
              <a:ln>
                <a:noFill/>
              </a:ln>
              <a:effectLst/>
            </p:spPr>
            <p:txBody>
              <a:bodyPr rtlCol="0" anchor="ctr"/>
              <a:lstStyle/>
              <a:p>
                <a:pPr algn="ctr"/>
              </a:p>
            </p:txBody>
          </p:sp>
          <p:sp>
            <p:nvSpPr>
              <p:cNvPr id="3821" name="Noise cell"/>
              <p:cNvSpPr/>
              <p:nvPr/>
            </p:nvSpPr>
            <p:spPr>
              <a:xfrm>
                <a:off x="9984775" y="8357616"/>
                <a:ext cx="18770" cy="18928"/>
              </a:xfrm>
              <a:prstGeom prst="rect">
                <a:avLst/>
              </a:prstGeom>
              <a:solidFill>
                <a:srgbClr val="737373"/>
              </a:solidFill>
              <a:ln>
                <a:noFill/>
              </a:ln>
              <a:effectLst/>
            </p:spPr>
            <p:txBody>
              <a:bodyPr rtlCol="0" anchor="ctr"/>
              <a:lstStyle/>
              <a:p>
                <a:pPr algn="ctr"/>
              </a:p>
            </p:txBody>
          </p:sp>
          <p:sp>
            <p:nvSpPr>
              <p:cNvPr id="3822" name="Noise cell"/>
              <p:cNvSpPr/>
              <p:nvPr/>
            </p:nvSpPr>
            <p:spPr>
              <a:xfrm>
                <a:off x="10002905" y="8357616"/>
                <a:ext cx="18770" cy="18928"/>
              </a:xfrm>
              <a:prstGeom prst="rect">
                <a:avLst/>
              </a:prstGeom>
              <a:solidFill>
                <a:srgbClr val="8B8B8B"/>
              </a:solidFill>
              <a:ln>
                <a:noFill/>
              </a:ln>
              <a:effectLst/>
            </p:spPr>
            <p:txBody>
              <a:bodyPr rtlCol="0" anchor="ctr"/>
              <a:lstStyle/>
              <a:p>
                <a:pPr algn="ctr"/>
              </a:p>
            </p:txBody>
          </p:sp>
          <p:sp>
            <p:nvSpPr>
              <p:cNvPr id="3823" name="Noise cell"/>
              <p:cNvSpPr/>
              <p:nvPr/>
            </p:nvSpPr>
            <p:spPr>
              <a:xfrm>
                <a:off x="10021036" y="8357616"/>
                <a:ext cx="18770" cy="18928"/>
              </a:xfrm>
              <a:prstGeom prst="rect">
                <a:avLst/>
              </a:prstGeom>
              <a:solidFill>
                <a:srgbClr val="7B7B7B"/>
              </a:solidFill>
              <a:ln>
                <a:noFill/>
              </a:ln>
              <a:effectLst/>
            </p:spPr>
            <p:txBody>
              <a:bodyPr rtlCol="0" anchor="ctr"/>
              <a:lstStyle/>
              <a:p>
                <a:pPr algn="ctr"/>
              </a:p>
            </p:txBody>
          </p:sp>
          <p:sp>
            <p:nvSpPr>
              <p:cNvPr id="3824" name="Noise cell"/>
              <p:cNvSpPr/>
              <p:nvPr/>
            </p:nvSpPr>
            <p:spPr>
              <a:xfrm>
                <a:off x="10039166" y="8357616"/>
                <a:ext cx="18770" cy="18928"/>
              </a:xfrm>
              <a:prstGeom prst="rect">
                <a:avLst/>
              </a:prstGeom>
              <a:solidFill>
                <a:srgbClr val="888888"/>
              </a:solidFill>
              <a:ln>
                <a:noFill/>
              </a:ln>
              <a:effectLst/>
            </p:spPr>
            <p:txBody>
              <a:bodyPr rtlCol="0" anchor="ctr"/>
              <a:lstStyle/>
              <a:p>
                <a:pPr algn="ctr"/>
              </a:p>
            </p:txBody>
          </p:sp>
          <p:sp>
            <p:nvSpPr>
              <p:cNvPr id="3825" name="Noise cell"/>
              <p:cNvSpPr/>
              <p:nvPr/>
            </p:nvSpPr>
            <p:spPr>
              <a:xfrm>
                <a:off x="10057296" y="8357616"/>
                <a:ext cx="18770" cy="18928"/>
              </a:xfrm>
              <a:prstGeom prst="rect">
                <a:avLst/>
              </a:prstGeom>
              <a:solidFill>
                <a:srgbClr val="929292"/>
              </a:solidFill>
              <a:ln>
                <a:noFill/>
              </a:ln>
              <a:effectLst/>
            </p:spPr>
            <p:txBody>
              <a:bodyPr rtlCol="0" anchor="ctr"/>
              <a:lstStyle/>
              <a:p>
                <a:pPr algn="ctr"/>
              </a:p>
            </p:txBody>
          </p:sp>
          <p:sp>
            <p:nvSpPr>
              <p:cNvPr id="3826" name="Noise cell"/>
              <p:cNvSpPr/>
              <p:nvPr/>
            </p:nvSpPr>
            <p:spPr>
              <a:xfrm>
                <a:off x="10075427" y="8357616"/>
                <a:ext cx="18770" cy="18928"/>
              </a:xfrm>
              <a:prstGeom prst="rect">
                <a:avLst/>
              </a:prstGeom>
              <a:solidFill>
                <a:srgbClr val="878787"/>
              </a:solidFill>
              <a:ln>
                <a:noFill/>
              </a:ln>
              <a:effectLst/>
            </p:spPr>
            <p:txBody>
              <a:bodyPr rtlCol="0" anchor="ctr"/>
              <a:lstStyle/>
              <a:p>
                <a:pPr algn="ctr"/>
              </a:p>
            </p:txBody>
          </p:sp>
          <p:sp>
            <p:nvSpPr>
              <p:cNvPr id="3827" name="Noise cell"/>
              <p:cNvSpPr/>
              <p:nvPr/>
            </p:nvSpPr>
            <p:spPr>
              <a:xfrm>
                <a:off x="10093557" y="8357616"/>
                <a:ext cx="18770" cy="18928"/>
              </a:xfrm>
              <a:prstGeom prst="rect">
                <a:avLst/>
              </a:prstGeom>
              <a:solidFill>
                <a:srgbClr val="969696"/>
              </a:solidFill>
              <a:ln>
                <a:noFill/>
              </a:ln>
              <a:effectLst/>
            </p:spPr>
            <p:txBody>
              <a:bodyPr rtlCol="0" anchor="ctr"/>
              <a:lstStyle/>
              <a:p>
                <a:pPr algn="ctr"/>
              </a:p>
            </p:txBody>
          </p:sp>
          <p:sp>
            <p:nvSpPr>
              <p:cNvPr id="3828" name="Noise cell"/>
              <p:cNvSpPr/>
              <p:nvPr/>
            </p:nvSpPr>
            <p:spPr>
              <a:xfrm>
                <a:off x="10111687" y="8357616"/>
                <a:ext cx="18770" cy="18928"/>
              </a:xfrm>
              <a:prstGeom prst="rect">
                <a:avLst/>
              </a:prstGeom>
              <a:solidFill>
                <a:srgbClr val="8E8E8E"/>
              </a:solidFill>
              <a:ln>
                <a:noFill/>
              </a:ln>
              <a:effectLst/>
            </p:spPr>
            <p:txBody>
              <a:bodyPr rtlCol="0" anchor="ctr"/>
              <a:lstStyle/>
              <a:p>
                <a:pPr algn="ctr"/>
              </a:p>
            </p:txBody>
          </p:sp>
          <p:sp>
            <p:nvSpPr>
              <p:cNvPr id="3829" name="Noise cell"/>
              <p:cNvSpPr/>
              <p:nvPr/>
            </p:nvSpPr>
            <p:spPr>
              <a:xfrm>
                <a:off x="10129818" y="8357616"/>
                <a:ext cx="18770" cy="18928"/>
              </a:xfrm>
              <a:prstGeom prst="rect">
                <a:avLst/>
              </a:prstGeom>
              <a:solidFill>
                <a:srgbClr val="6C6C6C"/>
              </a:solidFill>
              <a:ln>
                <a:noFill/>
              </a:ln>
              <a:effectLst/>
            </p:spPr>
            <p:txBody>
              <a:bodyPr rtlCol="0" anchor="ctr"/>
              <a:lstStyle/>
              <a:p>
                <a:pPr algn="ctr"/>
              </a:p>
            </p:txBody>
          </p:sp>
          <p:sp>
            <p:nvSpPr>
              <p:cNvPr id="3830" name="Noise cell"/>
              <p:cNvSpPr/>
              <p:nvPr/>
            </p:nvSpPr>
            <p:spPr>
              <a:xfrm>
                <a:off x="10147948" y="8357616"/>
                <a:ext cx="18770" cy="18928"/>
              </a:xfrm>
              <a:prstGeom prst="rect">
                <a:avLst/>
              </a:prstGeom>
              <a:solidFill>
                <a:srgbClr val="8E8E8E"/>
              </a:solidFill>
              <a:ln>
                <a:noFill/>
              </a:ln>
              <a:effectLst/>
            </p:spPr>
            <p:txBody>
              <a:bodyPr rtlCol="0" anchor="ctr"/>
              <a:lstStyle/>
              <a:p>
                <a:pPr algn="ctr"/>
              </a:p>
            </p:txBody>
          </p:sp>
          <p:sp>
            <p:nvSpPr>
              <p:cNvPr id="3831" name="Noise cell"/>
              <p:cNvSpPr/>
              <p:nvPr/>
            </p:nvSpPr>
            <p:spPr>
              <a:xfrm>
                <a:off x="10166078" y="8357616"/>
                <a:ext cx="18770" cy="18928"/>
              </a:xfrm>
              <a:prstGeom prst="rect">
                <a:avLst/>
              </a:prstGeom>
              <a:solidFill>
                <a:srgbClr val="7C7C7C"/>
              </a:solidFill>
              <a:ln>
                <a:noFill/>
              </a:ln>
              <a:effectLst/>
            </p:spPr>
            <p:txBody>
              <a:bodyPr rtlCol="0" anchor="ctr"/>
              <a:lstStyle/>
              <a:p>
                <a:pPr algn="ctr"/>
              </a:p>
            </p:txBody>
          </p:sp>
          <p:sp>
            <p:nvSpPr>
              <p:cNvPr id="3832" name="Noise cell"/>
              <p:cNvSpPr/>
              <p:nvPr/>
            </p:nvSpPr>
            <p:spPr>
              <a:xfrm>
                <a:off x="10184209" y="8357616"/>
                <a:ext cx="18770" cy="18928"/>
              </a:xfrm>
              <a:prstGeom prst="rect">
                <a:avLst/>
              </a:prstGeom>
              <a:solidFill>
                <a:srgbClr val="828282"/>
              </a:solidFill>
              <a:ln>
                <a:noFill/>
              </a:ln>
              <a:effectLst/>
            </p:spPr>
            <p:txBody>
              <a:bodyPr rtlCol="0" anchor="ctr"/>
              <a:lstStyle/>
              <a:p>
                <a:pPr algn="ctr"/>
              </a:p>
            </p:txBody>
          </p:sp>
          <p:sp>
            <p:nvSpPr>
              <p:cNvPr id="3833" name="Noise cell"/>
              <p:cNvSpPr/>
              <p:nvPr/>
            </p:nvSpPr>
            <p:spPr>
              <a:xfrm>
                <a:off x="10202339" y="8357616"/>
                <a:ext cx="18770" cy="18928"/>
              </a:xfrm>
              <a:prstGeom prst="rect">
                <a:avLst/>
              </a:prstGeom>
              <a:solidFill>
                <a:srgbClr val="939393"/>
              </a:solidFill>
              <a:ln>
                <a:noFill/>
              </a:ln>
              <a:effectLst/>
            </p:spPr>
            <p:txBody>
              <a:bodyPr rtlCol="0" anchor="ctr"/>
              <a:lstStyle/>
              <a:p>
                <a:pPr algn="ctr"/>
              </a:p>
            </p:txBody>
          </p:sp>
          <p:sp>
            <p:nvSpPr>
              <p:cNvPr id="3834" name="Noise cell"/>
              <p:cNvSpPr/>
              <p:nvPr/>
            </p:nvSpPr>
            <p:spPr>
              <a:xfrm>
                <a:off x="10220470" y="8357616"/>
                <a:ext cx="18770" cy="18928"/>
              </a:xfrm>
              <a:prstGeom prst="rect">
                <a:avLst/>
              </a:prstGeom>
              <a:solidFill>
                <a:srgbClr val="848484"/>
              </a:solidFill>
              <a:ln>
                <a:noFill/>
              </a:ln>
              <a:effectLst/>
            </p:spPr>
            <p:txBody>
              <a:bodyPr rtlCol="0" anchor="ctr"/>
              <a:lstStyle/>
              <a:p>
                <a:pPr algn="ctr"/>
              </a:p>
            </p:txBody>
          </p:sp>
          <p:sp>
            <p:nvSpPr>
              <p:cNvPr id="3835" name="Noise cell"/>
              <p:cNvSpPr/>
              <p:nvPr/>
            </p:nvSpPr>
            <p:spPr>
              <a:xfrm>
                <a:off x="10238600" y="8357616"/>
                <a:ext cx="18770" cy="18928"/>
              </a:xfrm>
              <a:prstGeom prst="rect">
                <a:avLst/>
              </a:prstGeom>
              <a:solidFill>
                <a:srgbClr val="888888"/>
              </a:solidFill>
              <a:ln>
                <a:noFill/>
              </a:ln>
              <a:effectLst/>
            </p:spPr>
            <p:txBody>
              <a:bodyPr rtlCol="0" anchor="ctr"/>
              <a:lstStyle/>
              <a:p>
                <a:pPr algn="ctr"/>
              </a:p>
            </p:txBody>
          </p:sp>
          <p:sp>
            <p:nvSpPr>
              <p:cNvPr id="3836" name="Noise cell"/>
              <p:cNvSpPr/>
              <p:nvPr/>
            </p:nvSpPr>
            <p:spPr>
              <a:xfrm>
                <a:off x="10256730" y="8357616"/>
                <a:ext cx="18770" cy="18928"/>
              </a:xfrm>
              <a:prstGeom prst="rect">
                <a:avLst/>
              </a:prstGeom>
              <a:solidFill>
                <a:srgbClr val="777777"/>
              </a:solidFill>
              <a:ln>
                <a:noFill/>
              </a:ln>
              <a:effectLst/>
            </p:spPr>
            <p:txBody>
              <a:bodyPr rtlCol="0" anchor="ctr"/>
              <a:lstStyle/>
              <a:p>
                <a:pPr algn="ctr"/>
              </a:p>
            </p:txBody>
          </p:sp>
          <p:sp>
            <p:nvSpPr>
              <p:cNvPr id="3837" name="Noise cell"/>
              <p:cNvSpPr/>
              <p:nvPr/>
            </p:nvSpPr>
            <p:spPr>
              <a:xfrm>
                <a:off x="10274861" y="8357616"/>
                <a:ext cx="18770" cy="18928"/>
              </a:xfrm>
              <a:prstGeom prst="rect">
                <a:avLst/>
              </a:prstGeom>
              <a:solidFill>
                <a:srgbClr val="7D7D7D"/>
              </a:solidFill>
              <a:ln>
                <a:noFill/>
              </a:ln>
              <a:effectLst/>
            </p:spPr>
            <p:txBody>
              <a:bodyPr rtlCol="0" anchor="ctr"/>
              <a:lstStyle/>
              <a:p>
                <a:pPr algn="ctr"/>
              </a:p>
            </p:txBody>
          </p:sp>
          <p:sp>
            <p:nvSpPr>
              <p:cNvPr id="3838" name="Noise cell"/>
              <p:cNvSpPr/>
              <p:nvPr/>
            </p:nvSpPr>
            <p:spPr>
              <a:xfrm>
                <a:off x="10292991" y="8357616"/>
                <a:ext cx="18770" cy="18928"/>
              </a:xfrm>
              <a:prstGeom prst="rect">
                <a:avLst/>
              </a:prstGeom>
              <a:solidFill>
                <a:srgbClr val="777777"/>
              </a:solidFill>
              <a:ln>
                <a:noFill/>
              </a:ln>
              <a:effectLst/>
            </p:spPr>
            <p:txBody>
              <a:bodyPr rtlCol="0" anchor="ctr"/>
              <a:lstStyle/>
              <a:p>
                <a:pPr algn="ctr"/>
              </a:p>
            </p:txBody>
          </p:sp>
          <p:sp>
            <p:nvSpPr>
              <p:cNvPr id="3839" name="Noise cell"/>
              <p:cNvSpPr/>
              <p:nvPr/>
            </p:nvSpPr>
            <p:spPr>
              <a:xfrm>
                <a:off x="10311121" y="8357616"/>
                <a:ext cx="18770" cy="18928"/>
              </a:xfrm>
              <a:prstGeom prst="rect">
                <a:avLst/>
              </a:prstGeom>
              <a:solidFill>
                <a:srgbClr val="929292"/>
              </a:solidFill>
              <a:ln>
                <a:noFill/>
              </a:ln>
              <a:effectLst/>
            </p:spPr>
            <p:txBody>
              <a:bodyPr rtlCol="0" anchor="ctr"/>
              <a:lstStyle/>
              <a:p>
                <a:pPr algn="ctr"/>
              </a:p>
            </p:txBody>
          </p:sp>
          <p:sp>
            <p:nvSpPr>
              <p:cNvPr id="3840" name="Noise cell"/>
              <p:cNvSpPr/>
              <p:nvPr/>
            </p:nvSpPr>
            <p:spPr>
              <a:xfrm>
                <a:off x="10329252" y="8357616"/>
                <a:ext cx="18770" cy="18928"/>
              </a:xfrm>
              <a:prstGeom prst="rect">
                <a:avLst/>
              </a:prstGeom>
              <a:solidFill>
                <a:srgbClr val="696969"/>
              </a:solidFill>
              <a:ln>
                <a:noFill/>
              </a:ln>
              <a:effectLst/>
            </p:spPr>
            <p:txBody>
              <a:bodyPr rtlCol="0" anchor="ctr"/>
              <a:lstStyle/>
              <a:p>
                <a:pPr algn="ctr"/>
              </a:p>
            </p:txBody>
          </p:sp>
          <p:sp>
            <p:nvSpPr>
              <p:cNvPr id="3841" name="Noise cell"/>
              <p:cNvSpPr/>
              <p:nvPr/>
            </p:nvSpPr>
            <p:spPr>
              <a:xfrm>
                <a:off x="10347382" y="8357616"/>
                <a:ext cx="18770" cy="18928"/>
              </a:xfrm>
              <a:prstGeom prst="rect">
                <a:avLst/>
              </a:prstGeom>
              <a:solidFill>
                <a:srgbClr val="7B7B7B"/>
              </a:solidFill>
              <a:ln>
                <a:noFill/>
              </a:ln>
              <a:effectLst/>
            </p:spPr>
            <p:txBody>
              <a:bodyPr rtlCol="0" anchor="ctr"/>
              <a:lstStyle/>
              <a:p>
                <a:pPr algn="ctr"/>
              </a:p>
            </p:txBody>
          </p:sp>
          <p:sp>
            <p:nvSpPr>
              <p:cNvPr id="3842" name="Noise cell"/>
              <p:cNvSpPr/>
              <p:nvPr/>
            </p:nvSpPr>
            <p:spPr>
              <a:xfrm>
                <a:off x="10365512" y="8357616"/>
                <a:ext cx="18770" cy="18928"/>
              </a:xfrm>
              <a:prstGeom prst="rect">
                <a:avLst/>
              </a:prstGeom>
              <a:solidFill>
                <a:srgbClr val="787878"/>
              </a:solidFill>
              <a:ln>
                <a:noFill/>
              </a:ln>
              <a:effectLst/>
            </p:spPr>
            <p:txBody>
              <a:bodyPr rtlCol="0" anchor="ctr"/>
              <a:lstStyle/>
              <a:p>
                <a:pPr algn="ctr"/>
              </a:p>
            </p:txBody>
          </p:sp>
          <p:sp>
            <p:nvSpPr>
              <p:cNvPr id="3843" name="Noise cell"/>
              <p:cNvSpPr/>
              <p:nvPr/>
            </p:nvSpPr>
            <p:spPr>
              <a:xfrm>
                <a:off x="10383643" y="8357616"/>
                <a:ext cx="18770" cy="18928"/>
              </a:xfrm>
              <a:prstGeom prst="rect">
                <a:avLst/>
              </a:prstGeom>
              <a:solidFill>
                <a:srgbClr val="787878"/>
              </a:solidFill>
              <a:ln>
                <a:noFill/>
              </a:ln>
              <a:effectLst/>
            </p:spPr>
            <p:txBody>
              <a:bodyPr rtlCol="0" anchor="ctr"/>
              <a:lstStyle/>
              <a:p>
                <a:pPr algn="ctr"/>
              </a:p>
            </p:txBody>
          </p:sp>
          <p:sp>
            <p:nvSpPr>
              <p:cNvPr id="3844" name="Noise cell"/>
              <p:cNvSpPr/>
              <p:nvPr/>
            </p:nvSpPr>
            <p:spPr>
              <a:xfrm>
                <a:off x="10401773" y="8357616"/>
                <a:ext cx="18770" cy="18928"/>
              </a:xfrm>
              <a:prstGeom prst="rect">
                <a:avLst/>
              </a:prstGeom>
              <a:solidFill>
                <a:srgbClr val="737373"/>
              </a:solidFill>
              <a:ln>
                <a:noFill/>
              </a:ln>
              <a:effectLst/>
            </p:spPr>
            <p:txBody>
              <a:bodyPr rtlCol="0" anchor="ctr"/>
              <a:lstStyle/>
              <a:p>
                <a:pPr algn="ctr"/>
              </a:p>
            </p:txBody>
          </p:sp>
          <p:sp>
            <p:nvSpPr>
              <p:cNvPr id="3845" name="Noise cell"/>
              <p:cNvSpPr/>
              <p:nvPr/>
            </p:nvSpPr>
            <p:spPr>
              <a:xfrm>
                <a:off x="10419903" y="8357616"/>
                <a:ext cx="18770" cy="18928"/>
              </a:xfrm>
              <a:prstGeom prst="rect">
                <a:avLst/>
              </a:prstGeom>
              <a:solidFill>
                <a:srgbClr val="848484"/>
              </a:solidFill>
              <a:ln>
                <a:noFill/>
              </a:ln>
              <a:effectLst/>
            </p:spPr>
            <p:txBody>
              <a:bodyPr rtlCol="0" anchor="ctr"/>
              <a:lstStyle/>
              <a:p>
                <a:pPr algn="ctr"/>
              </a:p>
            </p:txBody>
          </p:sp>
          <p:sp>
            <p:nvSpPr>
              <p:cNvPr id="3846" name="Noise cell"/>
              <p:cNvSpPr/>
              <p:nvPr/>
            </p:nvSpPr>
            <p:spPr>
              <a:xfrm>
                <a:off x="10438034" y="8357616"/>
                <a:ext cx="18770" cy="18928"/>
              </a:xfrm>
              <a:prstGeom prst="rect">
                <a:avLst/>
              </a:prstGeom>
              <a:solidFill>
                <a:srgbClr val="8B8B8B"/>
              </a:solidFill>
              <a:ln>
                <a:noFill/>
              </a:ln>
              <a:effectLst/>
            </p:spPr>
            <p:txBody>
              <a:bodyPr rtlCol="0" anchor="ctr"/>
              <a:lstStyle/>
              <a:p>
                <a:pPr algn="ctr"/>
              </a:p>
            </p:txBody>
          </p:sp>
          <p:sp>
            <p:nvSpPr>
              <p:cNvPr id="3847" name="Noise cell"/>
              <p:cNvSpPr/>
              <p:nvPr/>
            </p:nvSpPr>
            <p:spPr>
              <a:xfrm>
                <a:off x="10456164" y="8357616"/>
                <a:ext cx="18770" cy="18928"/>
              </a:xfrm>
              <a:prstGeom prst="rect">
                <a:avLst/>
              </a:prstGeom>
              <a:solidFill>
                <a:srgbClr val="949494"/>
              </a:solidFill>
              <a:ln>
                <a:noFill/>
              </a:ln>
              <a:effectLst/>
            </p:spPr>
            <p:txBody>
              <a:bodyPr rtlCol="0" anchor="ctr"/>
              <a:lstStyle/>
              <a:p>
                <a:pPr algn="ctr"/>
              </a:p>
            </p:txBody>
          </p:sp>
          <p:sp>
            <p:nvSpPr>
              <p:cNvPr id="3848" name="Noise cell"/>
              <p:cNvSpPr/>
              <p:nvPr/>
            </p:nvSpPr>
            <p:spPr>
              <a:xfrm>
                <a:off x="10474294" y="8357616"/>
                <a:ext cx="18770" cy="18928"/>
              </a:xfrm>
              <a:prstGeom prst="rect">
                <a:avLst/>
              </a:prstGeom>
              <a:solidFill>
                <a:srgbClr val="737373"/>
              </a:solidFill>
              <a:ln>
                <a:noFill/>
              </a:ln>
              <a:effectLst/>
            </p:spPr>
            <p:txBody>
              <a:bodyPr rtlCol="0" anchor="ctr"/>
              <a:lstStyle/>
              <a:p>
                <a:pPr algn="ctr"/>
              </a:p>
            </p:txBody>
          </p:sp>
          <p:sp>
            <p:nvSpPr>
              <p:cNvPr id="3849" name="Noise cell"/>
              <p:cNvSpPr/>
              <p:nvPr/>
            </p:nvSpPr>
            <p:spPr>
              <a:xfrm>
                <a:off x="10492425" y="8357616"/>
                <a:ext cx="18770" cy="18928"/>
              </a:xfrm>
              <a:prstGeom prst="rect">
                <a:avLst/>
              </a:prstGeom>
              <a:solidFill>
                <a:srgbClr val="868686"/>
              </a:solidFill>
              <a:ln>
                <a:noFill/>
              </a:ln>
              <a:effectLst/>
            </p:spPr>
            <p:txBody>
              <a:bodyPr rtlCol="0" anchor="ctr"/>
              <a:lstStyle/>
              <a:p>
                <a:pPr algn="ctr"/>
              </a:p>
            </p:txBody>
          </p:sp>
          <p:sp>
            <p:nvSpPr>
              <p:cNvPr id="3850" name="Noise cell"/>
              <p:cNvSpPr/>
              <p:nvPr/>
            </p:nvSpPr>
            <p:spPr>
              <a:xfrm>
                <a:off x="10510555" y="8357616"/>
                <a:ext cx="18770" cy="18928"/>
              </a:xfrm>
              <a:prstGeom prst="rect">
                <a:avLst/>
              </a:prstGeom>
              <a:solidFill>
                <a:srgbClr val="909090"/>
              </a:solidFill>
              <a:ln>
                <a:noFill/>
              </a:ln>
              <a:effectLst/>
            </p:spPr>
            <p:txBody>
              <a:bodyPr rtlCol="0" anchor="ctr"/>
              <a:lstStyle/>
              <a:p>
                <a:pPr algn="ctr"/>
              </a:p>
            </p:txBody>
          </p:sp>
          <p:sp>
            <p:nvSpPr>
              <p:cNvPr id="3851" name="Noise cell"/>
              <p:cNvSpPr/>
              <p:nvPr/>
            </p:nvSpPr>
            <p:spPr>
              <a:xfrm>
                <a:off x="10528685" y="8357616"/>
                <a:ext cx="18770" cy="18928"/>
              </a:xfrm>
              <a:prstGeom prst="rect">
                <a:avLst/>
              </a:prstGeom>
              <a:solidFill>
                <a:srgbClr val="A2A2A2"/>
              </a:solidFill>
              <a:ln>
                <a:noFill/>
              </a:ln>
              <a:effectLst/>
            </p:spPr>
            <p:txBody>
              <a:bodyPr rtlCol="0" anchor="ctr"/>
              <a:lstStyle/>
              <a:p>
                <a:pPr algn="ctr"/>
              </a:p>
            </p:txBody>
          </p:sp>
          <p:sp>
            <p:nvSpPr>
              <p:cNvPr id="3852" name="Noise cell"/>
              <p:cNvSpPr/>
              <p:nvPr/>
            </p:nvSpPr>
            <p:spPr>
              <a:xfrm>
                <a:off x="10546816" y="8357616"/>
                <a:ext cx="18770" cy="18928"/>
              </a:xfrm>
              <a:prstGeom prst="rect">
                <a:avLst/>
              </a:prstGeom>
              <a:solidFill>
                <a:srgbClr val="838383"/>
              </a:solidFill>
              <a:ln>
                <a:noFill/>
              </a:ln>
              <a:effectLst/>
            </p:spPr>
            <p:txBody>
              <a:bodyPr rtlCol="0" anchor="ctr"/>
              <a:lstStyle/>
              <a:p>
                <a:pPr algn="ctr"/>
              </a:p>
            </p:txBody>
          </p:sp>
          <p:sp>
            <p:nvSpPr>
              <p:cNvPr id="3853" name="Noise cell"/>
              <p:cNvSpPr/>
              <p:nvPr/>
            </p:nvSpPr>
            <p:spPr>
              <a:xfrm>
                <a:off x="10564946" y="8357616"/>
                <a:ext cx="18770" cy="18928"/>
              </a:xfrm>
              <a:prstGeom prst="rect">
                <a:avLst/>
              </a:prstGeom>
              <a:solidFill>
                <a:srgbClr val="7C7C7C"/>
              </a:solidFill>
              <a:ln>
                <a:noFill/>
              </a:ln>
              <a:effectLst/>
            </p:spPr>
            <p:txBody>
              <a:bodyPr rtlCol="0" anchor="ctr"/>
              <a:lstStyle/>
              <a:p>
                <a:pPr algn="ctr"/>
              </a:p>
            </p:txBody>
          </p:sp>
          <p:sp>
            <p:nvSpPr>
              <p:cNvPr id="3854" name="Noise cell"/>
              <p:cNvSpPr/>
              <p:nvPr/>
            </p:nvSpPr>
            <p:spPr>
              <a:xfrm>
                <a:off x="10583076" y="8357616"/>
                <a:ext cx="18770" cy="18928"/>
              </a:xfrm>
              <a:prstGeom prst="rect">
                <a:avLst/>
              </a:prstGeom>
              <a:solidFill>
                <a:srgbClr val="7C7C7C"/>
              </a:solidFill>
              <a:ln>
                <a:noFill/>
              </a:ln>
              <a:effectLst/>
            </p:spPr>
            <p:txBody>
              <a:bodyPr rtlCol="0" anchor="ctr"/>
              <a:lstStyle/>
              <a:p>
                <a:pPr algn="ctr"/>
              </a:p>
            </p:txBody>
          </p:sp>
          <p:sp>
            <p:nvSpPr>
              <p:cNvPr id="3855" name="Noise cell"/>
              <p:cNvSpPr/>
              <p:nvPr/>
            </p:nvSpPr>
            <p:spPr>
              <a:xfrm>
                <a:off x="10601207" y="8357616"/>
                <a:ext cx="18770" cy="18928"/>
              </a:xfrm>
              <a:prstGeom prst="rect">
                <a:avLst/>
              </a:prstGeom>
              <a:solidFill>
                <a:srgbClr val="8A8A8A"/>
              </a:solidFill>
              <a:ln>
                <a:noFill/>
              </a:ln>
              <a:effectLst/>
            </p:spPr>
            <p:txBody>
              <a:bodyPr rtlCol="0" anchor="ctr"/>
              <a:lstStyle/>
              <a:p>
                <a:pPr algn="ctr"/>
              </a:p>
            </p:txBody>
          </p:sp>
          <p:sp>
            <p:nvSpPr>
              <p:cNvPr id="3856" name="Noise cell"/>
              <p:cNvSpPr/>
              <p:nvPr/>
            </p:nvSpPr>
            <p:spPr>
              <a:xfrm>
                <a:off x="10619337" y="8357616"/>
                <a:ext cx="18770" cy="18928"/>
              </a:xfrm>
              <a:prstGeom prst="rect">
                <a:avLst/>
              </a:prstGeom>
              <a:solidFill>
                <a:srgbClr val="7A7A7A"/>
              </a:solidFill>
              <a:ln>
                <a:noFill/>
              </a:ln>
              <a:effectLst/>
            </p:spPr>
            <p:txBody>
              <a:bodyPr rtlCol="0" anchor="ctr"/>
              <a:lstStyle/>
              <a:p>
                <a:pPr algn="ctr"/>
              </a:p>
            </p:txBody>
          </p:sp>
          <p:sp>
            <p:nvSpPr>
              <p:cNvPr id="3857" name="Noise cell"/>
              <p:cNvSpPr/>
              <p:nvPr/>
            </p:nvSpPr>
            <p:spPr>
              <a:xfrm>
                <a:off x="10637467" y="8357616"/>
                <a:ext cx="18770" cy="18928"/>
              </a:xfrm>
              <a:prstGeom prst="rect">
                <a:avLst/>
              </a:prstGeom>
              <a:solidFill>
                <a:srgbClr val="8E8E8E"/>
              </a:solidFill>
              <a:ln>
                <a:noFill/>
              </a:ln>
              <a:effectLst/>
            </p:spPr>
            <p:txBody>
              <a:bodyPr rtlCol="0" anchor="ctr"/>
              <a:lstStyle/>
              <a:p>
                <a:pPr algn="ctr"/>
              </a:p>
            </p:txBody>
          </p:sp>
          <p:sp>
            <p:nvSpPr>
              <p:cNvPr id="3858" name="Noise cell"/>
              <p:cNvSpPr/>
              <p:nvPr/>
            </p:nvSpPr>
            <p:spPr>
              <a:xfrm>
                <a:off x="10655598" y="8357616"/>
                <a:ext cx="18770" cy="18928"/>
              </a:xfrm>
              <a:prstGeom prst="rect">
                <a:avLst/>
              </a:prstGeom>
              <a:solidFill>
                <a:srgbClr val="848484"/>
              </a:solidFill>
              <a:ln>
                <a:noFill/>
              </a:ln>
              <a:effectLst/>
            </p:spPr>
            <p:txBody>
              <a:bodyPr rtlCol="0" anchor="ctr"/>
              <a:lstStyle/>
              <a:p>
                <a:pPr algn="ctr"/>
              </a:p>
            </p:txBody>
          </p:sp>
          <p:sp>
            <p:nvSpPr>
              <p:cNvPr id="3859" name="Noise cell"/>
              <p:cNvSpPr/>
              <p:nvPr/>
            </p:nvSpPr>
            <p:spPr>
              <a:xfrm>
                <a:off x="10673728" y="8357616"/>
                <a:ext cx="18770" cy="18928"/>
              </a:xfrm>
              <a:prstGeom prst="rect">
                <a:avLst/>
              </a:prstGeom>
              <a:solidFill>
                <a:srgbClr val="939393"/>
              </a:solidFill>
              <a:ln>
                <a:noFill/>
              </a:ln>
              <a:effectLst/>
            </p:spPr>
            <p:txBody>
              <a:bodyPr rtlCol="0" anchor="ctr"/>
              <a:lstStyle/>
              <a:p>
                <a:pPr algn="ctr"/>
              </a:p>
            </p:txBody>
          </p:sp>
          <p:sp>
            <p:nvSpPr>
              <p:cNvPr id="3860" name="Noise cell"/>
              <p:cNvSpPr/>
              <p:nvPr/>
            </p:nvSpPr>
            <p:spPr>
              <a:xfrm>
                <a:off x="10691858" y="8357616"/>
                <a:ext cx="18770" cy="18928"/>
              </a:xfrm>
              <a:prstGeom prst="rect">
                <a:avLst/>
              </a:prstGeom>
              <a:solidFill>
                <a:srgbClr val="9C9C9C"/>
              </a:solidFill>
              <a:ln>
                <a:noFill/>
              </a:ln>
              <a:effectLst/>
            </p:spPr>
            <p:txBody>
              <a:bodyPr rtlCol="0" anchor="ctr"/>
              <a:lstStyle/>
              <a:p>
                <a:pPr algn="ctr"/>
              </a:p>
            </p:txBody>
          </p:sp>
          <p:sp>
            <p:nvSpPr>
              <p:cNvPr id="3861" name="Noise cell"/>
              <p:cNvSpPr/>
              <p:nvPr/>
            </p:nvSpPr>
            <p:spPr>
              <a:xfrm>
                <a:off x="10709989" y="8357616"/>
                <a:ext cx="18770" cy="18928"/>
              </a:xfrm>
              <a:prstGeom prst="rect">
                <a:avLst/>
              </a:prstGeom>
              <a:solidFill>
                <a:srgbClr val="878787"/>
              </a:solidFill>
              <a:ln>
                <a:noFill/>
              </a:ln>
              <a:effectLst/>
            </p:spPr>
            <p:txBody>
              <a:bodyPr rtlCol="0" anchor="ctr"/>
              <a:lstStyle/>
              <a:p>
                <a:pPr algn="ctr"/>
              </a:p>
            </p:txBody>
          </p:sp>
          <p:sp>
            <p:nvSpPr>
              <p:cNvPr id="3862" name="Noise cell"/>
              <p:cNvSpPr/>
              <p:nvPr/>
            </p:nvSpPr>
            <p:spPr>
              <a:xfrm>
                <a:off x="10728119" y="8357616"/>
                <a:ext cx="18770" cy="18928"/>
              </a:xfrm>
              <a:prstGeom prst="rect">
                <a:avLst/>
              </a:prstGeom>
              <a:solidFill>
                <a:srgbClr val="979797"/>
              </a:solidFill>
              <a:ln>
                <a:noFill/>
              </a:ln>
              <a:effectLst/>
            </p:spPr>
            <p:txBody>
              <a:bodyPr rtlCol="0" anchor="ctr"/>
              <a:lstStyle/>
              <a:p>
                <a:pPr algn="ctr"/>
              </a:p>
            </p:txBody>
          </p:sp>
          <p:sp>
            <p:nvSpPr>
              <p:cNvPr id="3863" name="Noise cell"/>
              <p:cNvSpPr/>
              <p:nvPr/>
            </p:nvSpPr>
            <p:spPr>
              <a:xfrm>
                <a:off x="10746250" y="8357616"/>
                <a:ext cx="18770" cy="18928"/>
              </a:xfrm>
              <a:prstGeom prst="rect">
                <a:avLst/>
              </a:prstGeom>
              <a:solidFill>
                <a:srgbClr val="A1A1A1"/>
              </a:solidFill>
              <a:ln>
                <a:noFill/>
              </a:ln>
              <a:effectLst/>
            </p:spPr>
            <p:txBody>
              <a:bodyPr rtlCol="0" anchor="ctr"/>
              <a:lstStyle/>
              <a:p>
                <a:pPr algn="ctr"/>
              </a:p>
            </p:txBody>
          </p:sp>
          <p:sp>
            <p:nvSpPr>
              <p:cNvPr id="3864" name="Noise cell"/>
              <p:cNvSpPr/>
              <p:nvPr/>
            </p:nvSpPr>
            <p:spPr>
              <a:xfrm>
                <a:off x="10764380" y="8357616"/>
                <a:ext cx="18770" cy="18928"/>
              </a:xfrm>
              <a:prstGeom prst="rect">
                <a:avLst/>
              </a:prstGeom>
              <a:solidFill>
                <a:srgbClr val="949494"/>
              </a:solidFill>
              <a:ln>
                <a:noFill/>
              </a:ln>
              <a:effectLst/>
            </p:spPr>
            <p:txBody>
              <a:bodyPr rtlCol="0" anchor="ctr"/>
              <a:lstStyle/>
              <a:p>
                <a:pPr algn="ctr"/>
              </a:p>
            </p:txBody>
          </p:sp>
          <p:sp>
            <p:nvSpPr>
              <p:cNvPr id="3865" name="Noise cell"/>
              <p:cNvSpPr/>
              <p:nvPr/>
            </p:nvSpPr>
            <p:spPr>
              <a:xfrm>
                <a:off x="10782510" y="8357616"/>
                <a:ext cx="18770" cy="18928"/>
              </a:xfrm>
              <a:prstGeom prst="rect">
                <a:avLst/>
              </a:prstGeom>
              <a:solidFill>
                <a:srgbClr val="7E7E7E"/>
              </a:solidFill>
              <a:ln>
                <a:noFill/>
              </a:ln>
              <a:effectLst/>
            </p:spPr>
            <p:txBody>
              <a:bodyPr rtlCol="0" anchor="ctr"/>
              <a:lstStyle/>
              <a:p>
                <a:pPr algn="ctr"/>
              </a:p>
            </p:txBody>
          </p:sp>
          <p:sp>
            <p:nvSpPr>
              <p:cNvPr id="3866" name="Noise cell"/>
              <p:cNvSpPr/>
              <p:nvPr/>
            </p:nvSpPr>
            <p:spPr>
              <a:xfrm>
                <a:off x="10800641" y="8357616"/>
                <a:ext cx="18770" cy="18928"/>
              </a:xfrm>
              <a:prstGeom prst="rect">
                <a:avLst/>
              </a:prstGeom>
              <a:solidFill>
                <a:srgbClr val="999999"/>
              </a:solidFill>
              <a:ln>
                <a:noFill/>
              </a:ln>
              <a:effectLst/>
            </p:spPr>
            <p:txBody>
              <a:bodyPr rtlCol="0" anchor="ctr"/>
              <a:lstStyle/>
              <a:p>
                <a:pPr algn="ctr"/>
              </a:p>
            </p:txBody>
          </p:sp>
          <p:sp>
            <p:nvSpPr>
              <p:cNvPr id="3867" name="Noise cell"/>
              <p:cNvSpPr/>
              <p:nvPr/>
            </p:nvSpPr>
            <p:spPr>
              <a:xfrm>
                <a:off x="10818771" y="8357616"/>
                <a:ext cx="18770" cy="18928"/>
              </a:xfrm>
              <a:prstGeom prst="rect">
                <a:avLst/>
              </a:prstGeom>
              <a:solidFill>
                <a:srgbClr val="717171"/>
              </a:solidFill>
              <a:ln>
                <a:noFill/>
              </a:ln>
              <a:effectLst/>
            </p:spPr>
            <p:txBody>
              <a:bodyPr rtlCol="0" anchor="ctr"/>
              <a:lstStyle/>
              <a:p>
                <a:pPr algn="ctr"/>
              </a:p>
            </p:txBody>
          </p:sp>
          <p:sp>
            <p:nvSpPr>
              <p:cNvPr id="3868" name="Noise cell"/>
              <p:cNvSpPr/>
              <p:nvPr/>
            </p:nvSpPr>
            <p:spPr>
              <a:xfrm>
                <a:off x="10836901" y="8357616"/>
                <a:ext cx="18770" cy="18928"/>
              </a:xfrm>
              <a:prstGeom prst="rect">
                <a:avLst/>
              </a:prstGeom>
              <a:solidFill>
                <a:srgbClr val="808080"/>
              </a:solidFill>
              <a:ln>
                <a:noFill/>
              </a:ln>
              <a:effectLst/>
            </p:spPr>
            <p:txBody>
              <a:bodyPr rtlCol="0" anchor="ctr"/>
              <a:lstStyle/>
              <a:p>
                <a:pPr algn="ctr"/>
              </a:p>
            </p:txBody>
          </p:sp>
          <p:sp>
            <p:nvSpPr>
              <p:cNvPr id="3869" name="Noise cell"/>
              <p:cNvSpPr/>
              <p:nvPr/>
            </p:nvSpPr>
            <p:spPr>
              <a:xfrm>
                <a:off x="10855032" y="8357616"/>
                <a:ext cx="18770" cy="18928"/>
              </a:xfrm>
              <a:prstGeom prst="rect">
                <a:avLst/>
              </a:prstGeom>
              <a:solidFill>
                <a:srgbClr val="9B9B9B"/>
              </a:solidFill>
              <a:ln>
                <a:noFill/>
              </a:ln>
              <a:effectLst/>
            </p:spPr>
            <p:txBody>
              <a:bodyPr rtlCol="0" anchor="ctr"/>
              <a:lstStyle/>
              <a:p>
                <a:pPr algn="ctr"/>
              </a:p>
            </p:txBody>
          </p:sp>
          <p:sp>
            <p:nvSpPr>
              <p:cNvPr id="3870" name="Noise cell"/>
              <p:cNvSpPr/>
              <p:nvPr/>
            </p:nvSpPr>
            <p:spPr>
              <a:xfrm>
                <a:off x="10873162" y="8357616"/>
                <a:ext cx="18770" cy="18928"/>
              </a:xfrm>
              <a:prstGeom prst="rect">
                <a:avLst/>
              </a:prstGeom>
              <a:solidFill>
                <a:srgbClr val="8C8C8C"/>
              </a:solidFill>
              <a:ln>
                <a:noFill/>
              </a:ln>
              <a:effectLst/>
            </p:spPr>
            <p:txBody>
              <a:bodyPr rtlCol="0" anchor="ctr"/>
              <a:lstStyle/>
              <a:p>
                <a:pPr algn="ctr"/>
              </a:p>
            </p:txBody>
          </p:sp>
          <p:sp>
            <p:nvSpPr>
              <p:cNvPr id="3871" name="Noise cell"/>
              <p:cNvSpPr/>
              <p:nvPr/>
            </p:nvSpPr>
            <p:spPr>
              <a:xfrm>
                <a:off x="10891292" y="8357616"/>
                <a:ext cx="18770" cy="18928"/>
              </a:xfrm>
              <a:prstGeom prst="rect">
                <a:avLst/>
              </a:prstGeom>
              <a:solidFill>
                <a:srgbClr val="909090"/>
              </a:solidFill>
              <a:ln>
                <a:noFill/>
              </a:ln>
              <a:effectLst/>
            </p:spPr>
            <p:txBody>
              <a:bodyPr rtlCol="0" anchor="ctr"/>
              <a:lstStyle/>
              <a:p>
                <a:pPr algn="ctr"/>
              </a:p>
            </p:txBody>
          </p:sp>
          <p:sp>
            <p:nvSpPr>
              <p:cNvPr id="3872" name="Noise cell"/>
              <p:cNvSpPr/>
              <p:nvPr/>
            </p:nvSpPr>
            <p:spPr>
              <a:xfrm>
                <a:off x="10909423" y="8357616"/>
                <a:ext cx="18770" cy="18928"/>
              </a:xfrm>
              <a:prstGeom prst="rect">
                <a:avLst/>
              </a:prstGeom>
              <a:solidFill>
                <a:srgbClr val="8A8A8A"/>
              </a:solidFill>
              <a:ln>
                <a:noFill/>
              </a:ln>
              <a:effectLst/>
            </p:spPr>
            <p:txBody>
              <a:bodyPr rtlCol="0" anchor="ctr"/>
              <a:lstStyle/>
              <a:p>
                <a:pPr algn="ctr"/>
              </a:p>
            </p:txBody>
          </p:sp>
          <p:sp>
            <p:nvSpPr>
              <p:cNvPr id="3873" name="Noise cell"/>
              <p:cNvSpPr/>
              <p:nvPr/>
            </p:nvSpPr>
            <p:spPr>
              <a:xfrm>
                <a:off x="10927553" y="8357616"/>
                <a:ext cx="18770" cy="18928"/>
              </a:xfrm>
              <a:prstGeom prst="rect">
                <a:avLst/>
              </a:prstGeom>
              <a:solidFill>
                <a:srgbClr val="878787"/>
              </a:solidFill>
              <a:ln>
                <a:noFill/>
              </a:ln>
              <a:effectLst/>
            </p:spPr>
            <p:txBody>
              <a:bodyPr rtlCol="0" anchor="ctr"/>
              <a:lstStyle/>
              <a:p>
                <a:pPr algn="ctr"/>
              </a:p>
            </p:txBody>
          </p:sp>
          <p:sp>
            <p:nvSpPr>
              <p:cNvPr id="3874" name="Noise cell"/>
              <p:cNvSpPr/>
              <p:nvPr/>
            </p:nvSpPr>
            <p:spPr>
              <a:xfrm>
                <a:off x="10945683" y="8357616"/>
                <a:ext cx="18770" cy="18928"/>
              </a:xfrm>
              <a:prstGeom prst="rect">
                <a:avLst/>
              </a:prstGeom>
              <a:solidFill>
                <a:srgbClr val="818181"/>
              </a:solidFill>
              <a:ln>
                <a:noFill/>
              </a:ln>
              <a:effectLst/>
            </p:spPr>
            <p:txBody>
              <a:bodyPr rtlCol="0" anchor="ctr"/>
              <a:lstStyle/>
              <a:p>
                <a:pPr algn="ctr"/>
              </a:p>
            </p:txBody>
          </p:sp>
          <p:sp>
            <p:nvSpPr>
              <p:cNvPr id="3875" name="Noise cell"/>
              <p:cNvSpPr/>
              <p:nvPr/>
            </p:nvSpPr>
            <p:spPr>
              <a:xfrm>
                <a:off x="10963814" y="8357616"/>
                <a:ext cx="18770" cy="18928"/>
              </a:xfrm>
              <a:prstGeom prst="rect">
                <a:avLst/>
              </a:prstGeom>
              <a:solidFill>
                <a:srgbClr val="919191"/>
              </a:solidFill>
              <a:ln>
                <a:noFill/>
              </a:ln>
              <a:effectLst/>
            </p:spPr>
            <p:txBody>
              <a:bodyPr rtlCol="0" anchor="ctr"/>
              <a:lstStyle/>
              <a:p>
                <a:pPr algn="ctr"/>
              </a:p>
            </p:txBody>
          </p:sp>
          <p:sp>
            <p:nvSpPr>
              <p:cNvPr id="3876" name="Noise cell"/>
              <p:cNvSpPr/>
              <p:nvPr/>
            </p:nvSpPr>
            <p:spPr>
              <a:xfrm>
                <a:off x="9930384" y="8375904"/>
                <a:ext cx="18770" cy="18928"/>
              </a:xfrm>
              <a:prstGeom prst="rect">
                <a:avLst/>
              </a:prstGeom>
              <a:solidFill>
                <a:srgbClr val="8C8C8C"/>
              </a:solidFill>
              <a:ln>
                <a:noFill/>
              </a:ln>
              <a:effectLst/>
            </p:spPr>
            <p:txBody>
              <a:bodyPr rtlCol="0" anchor="ctr"/>
              <a:lstStyle/>
              <a:p>
                <a:pPr algn="ctr"/>
              </a:p>
            </p:txBody>
          </p:sp>
          <p:sp>
            <p:nvSpPr>
              <p:cNvPr id="3877" name="Noise cell"/>
              <p:cNvSpPr/>
              <p:nvPr/>
            </p:nvSpPr>
            <p:spPr>
              <a:xfrm>
                <a:off x="9948514" y="8375904"/>
                <a:ext cx="18770" cy="18928"/>
              </a:xfrm>
              <a:prstGeom prst="rect">
                <a:avLst/>
              </a:prstGeom>
              <a:solidFill>
                <a:srgbClr val="707070"/>
              </a:solidFill>
              <a:ln>
                <a:noFill/>
              </a:ln>
              <a:effectLst/>
            </p:spPr>
            <p:txBody>
              <a:bodyPr rtlCol="0" anchor="ctr"/>
              <a:lstStyle/>
              <a:p>
                <a:pPr algn="ctr"/>
              </a:p>
            </p:txBody>
          </p:sp>
          <p:sp>
            <p:nvSpPr>
              <p:cNvPr id="3878" name="Noise cell"/>
              <p:cNvSpPr/>
              <p:nvPr/>
            </p:nvSpPr>
            <p:spPr>
              <a:xfrm>
                <a:off x="9966645" y="8375904"/>
                <a:ext cx="18770" cy="18928"/>
              </a:xfrm>
              <a:prstGeom prst="rect">
                <a:avLst/>
              </a:prstGeom>
              <a:solidFill>
                <a:srgbClr val="868686"/>
              </a:solidFill>
              <a:ln>
                <a:noFill/>
              </a:ln>
              <a:effectLst/>
            </p:spPr>
            <p:txBody>
              <a:bodyPr rtlCol="0" anchor="ctr"/>
              <a:lstStyle/>
              <a:p>
                <a:pPr algn="ctr"/>
              </a:p>
            </p:txBody>
          </p:sp>
          <p:sp>
            <p:nvSpPr>
              <p:cNvPr id="3879" name="Noise cell"/>
              <p:cNvSpPr/>
              <p:nvPr/>
            </p:nvSpPr>
            <p:spPr>
              <a:xfrm>
                <a:off x="9984775" y="8375904"/>
                <a:ext cx="18770" cy="18928"/>
              </a:xfrm>
              <a:prstGeom prst="rect">
                <a:avLst/>
              </a:prstGeom>
              <a:solidFill>
                <a:srgbClr val="919191"/>
              </a:solidFill>
              <a:ln>
                <a:noFill/>
              </a:ln>
              <a:effectLst/>
            </p:spPr>
            <p:txBody>
              <a:bodyPr rtlCol="0" anchor="ctr"/>
              <a:lstStyle/>
              <a:p>
                <a:pPr algn="ctr"/>
              </a:p>
            </p:txBody>
          </p:sp>
          <p:sp>
            <p:nvSpPr>
              <p:cNvPr id="3880" name="Noise cell"/>
              <p:cNvSpPr/>
              <p:nvPr/>
            </p:nvSpPr>
            <p:spPr>
              <a:xfrm>
                <a:off x="10002905" y="8375904"/>
                <a:ext cx="18770" cy="18928"/>
              </a:xfrm>
              <a:prstGeom prst="rect">
                <a:avLst/>
              </a:prstGeom>
              <a:solidFill>
                <a:srgbClr val="7D7D7D"/>
              </a:solidFill>
              <a:ln>
                <a:noFill/>
              </a:ln>
              <a:effectLst/>
            </p:spPr>
            <p:txBody>
              <a:bodyPr rtlCol="0" anchor="ctr"/>
              <a:lstStyle/>
              <a:p>
                <a:pPr algn="ctr"/>
              </a:p>
            </p:txBody>
          </p:sp>
          <p:sp>
            <p:nvSpPr>
              <p:cNvPr id="3881" name="Noise cell"/>
              <p:cNvSpPr/>
              <p:nvPr/>
            </p:nvSpPr>
            <p:spPr>
              <a:xfrm>
                <a:off x="10021036" y="8375904"/>
                <a:ext cx="18770" cy="18928"/>
              </a:xfrm>
              <a:prstGeom prst="rect">
                <a:avLst/>
              </a:prstGeom>
              <a:solidFill>
                <a:srgbClr val="727272"/>
              </a:solidFill>
              <a:ln>
                <a:noFill/>
              </a:ln>
              <a:effectLst/>
            </p:spPr>
            <p:txBody>
              <a:bodyPr rtlCol="0" anchor="ctr"/>
              <a:lstStyle/>
              <a:p>
                <a:pPr algn="ctr"/>
              </a:p>
            </p:txBody>
          </p:sp>
          <p:sp>
            <p:nvSpPr>
              <p:cNvPr id="3882" name="Noise cell"/>
              <p:cNvSpPr/>
              <p:nvPr/>
            </p:nvSpPr>
            <p:spPr>
              <a:xfrm>
                <a:off x="10039166" y="8375904"/>
                <a:ext cx="18770" cy="18928"/>
              </a:xfrm>
              <a:prstGeom prst="rect">
                <a:avLst/>
              </a:prstGeom>
              <a:solidFill>
                <a:srgbClr val="676767"/>
              </a:solidFill>
              <a:ln>
                <a:noFill/>
              </a:ln>
              <a:effectLst/>
            </p:spPr>
            <p:txBody>
              <a:bodyPr rtlCol="0" anchor="ctr"/>
              <a:lstStyle/>
              <a:p>
                <a:pPr algn="ctr"/>
              </a:p>
            </p:txBody>
          </p:sp>
          <p:sp>
            <p:nvSpPr>
              <p:cNvPr id="3883" name="Noise cell"/>
              <p:cNvSpPr/>
              <p:nvPr/>
            </p:nvSpPr>
            <p:spPr>
              <a:xfrm>
                <a:off x="10057296" y="8375904"/>
                <a:ext cx="18770" cy="18928"/>
              </a:xfrm>
              <a:prstGeom prst="rect">
                <a:avLst/>
              </a:prstGeom>
              <a:solidFill>
                <a:srgbClr val="888888"/>
              </a:solidFill>
              <a:ln>
                <a:noFill/>
              </a:ln>
              <a:effectLst/>
            </p:spPr>
            <p:txBody>
              <a:bodyPr rtlCol="0" anchor="ctr"/>
              <a:lstStyle/>
              <a:p>
                <a:pPr algn="ctr"/>
              </a:p>
            </p:txBody>
          </p:sp>
          <p:sp>
            <p:nvSpPr>
              <p:cNvPr id="3884" name="Noise cell"/>
              <p:cNvSpPr/>
              <p:nvPr/>
            </p:nvSpPr>
            <p:spPr>
              <a:xfrm>
                <a:off x="10075427" y="8375904"/>
                <a:ext cx="18770" cy="18928"/>
              </a:xfrm>
              <a:prstGeom prst="rect">
                <a:avLst/>
              </a:prstGeom>
              <a:solidFill>
                <a:srgbClr val="868686"/>
              </a:solidFill>
              <a:ln>
                <a:noFill/>
              </a:ln>
              <a:effectLst/>
            </p:spPr>
            <p:txBody>
              <a:bodyPr rtlCol="0" anchor="ctr"/>
              <a:lstStyle/>
              <a:p>
                <a:pPr algn="ctr"/>
              </a:p>
            </p:txBody>
          </p:sp>
          <p:sp>
            <p:nvSpPr>
              <p:cNvPr id="3885" name="Noise cell"/>
              <p:cNvSpPr/>
              <p:nvPr/>
            </p:nvSpPr>
            <p:spPr>
              <a:xfrm>
                <a:off x="10093557" y="8375904"/>
                <a:ext cx="18770" cy="18928"/>
              </a:xfrm>
              <a:prstGeom prst="rect">
                <a:avLst/>
              </a:prstGeom>
              <a:solidFill>
                <a:srgbClr val="868686"/>
              </a:solidFill>
              <a:ln>
                <a:noFill/>
              </a:ln>
              <a:effectLst/>
            </p:spPr>
            <p:txBody>
              <a:bodyPr rtlCol="0" anchor="ctr"/>
              <a:lstStyle/>
              <a:p>
                <a:pPr algn="ctr"/>
              </a:p>
            </p:txBody>
          </p:sp>
          <p:sp>
            <p:nvSpPr>
              <p:cNvPr id="3886" name="Noise cell"/>
              <p:cNvSpPr/>
              <p:nvPr/>
            </p:nvSpPr>
            <p:spPr>
              <a:xfrm>
                <a:off x="10111687" y="8375904"/>
                <a:ext cx="18770" cy="18928"/>
              </a:xfrm>
              <a:prstGeom prst="rect">
                <a:avLst/>
              </a:prstGeom>
              <a:solidFill>
                <a:srgbClr val="878787"/>
              </a:solidFill>
              <a:ln>
                <a:noFill/>
              </a:ln>
              <a:effectLst/>
            </p:spPr>
            <p:txBody>
              <a:bodyPr rtlCol="0" anchor="ctr"/>
              <a:lstStyle/>
              <a:p>
                <a:pPr algn="ctr"/>
              </a:p>
            </p:txBody>
          </p:sp>
          <p:sp>
            <p:nvSpPr>
              <p:cNvPr id="3887" name="Noise cell"/>
              <p:cNvSpPr/>
              <p:nvPr/>
            </p:nvSpPr>
            <p:spPr>
              <a:xfrm>
                <a:off x="10129818" y="8375904"/>
                <a:ext cx="18770" cy="18928"/>
              </a:xfrm>
              <a:prstGeom prst="rect">
                <a:avLst/>
              </a:prstGeom>
              <a:solidFill>
                <a:srgbClr val="818181"/>
              </a:solidFill>
              <a:ln>
                <a:noFill/>
              </a:ln>
              <a:effectLst/>
            </p:spPr>
            <p:txBody>
              <a:bodyPr rtlCol="0" anchor="ctr"/>
              <a:lstStyle/>
              <a:p>
                <a:pPr algn="ctr"/>
              </a:p>
            </p:txBody>
          </p:sp>
          <p:sp>
            <p:nvSpPr>
              <p:cNvPr id="3888" name="Noise cell"/>
              <p:cNvSpPr/>
              <p:nvPr/>
            </p:nvSpPr>
            <p:spPr>
              <a:xfrm>
                <a:off x="10147948" y="8375904"/>
                <a:ext cx="18770" cy="18928"/>
              </a:xfrm>
              <a:prstGeom prst="rect">
                <a:avLst/>
              </a:prstGeom>
              <a:solidFill>
                <a:srgbClr val="7F7F7F"/>
              </a:solidFill>
              <a:ln>
                <a:noFill/>
              </a:ln>
              <a:effectLst/>
            </p:spPr>
            <p:txBody>
              <a:bodyPr rtlCol="0" anchor="ctr"/>
              <a:lstStyle/>
              <a:p>
                <a:pPr algn="ctr"/>
              </a:p>
            </p:txBody>
          </p:sp>
          <p:sp>
            <p:nvSpPr>
              <p:cNvPr id="3889" name="Noise cell"/>
              <p:cNvSpPr/>
              <p:nvPr/>
            </p:nvSpPr>
            <p:spPr>
              <a:xfrm>
                <a:off x="10166078" y="8375904"/>
                <a:ext cx="18770" cy="18928"/>
              </a:xfrm>
              <a:prstGeom prst="rect">
                <a:avLst/>
              </a:prstGeom>
              <a:solidFill>
                <a:srgbClr val="909090"/>
              </a:solidFill>
              <a:ln>
                <a:noFill/>
              </a:ln>
              <a:effectLst/>
            </p:spPr>
            <p:txBody>
              <a:bodyPr rtlCol="0" anchor="ctr"/>
              <a:lstStyle/>
              <a:p>
                <a:pPr algn="ctr"/>
              </a:p>
            </p:txBody>
          </p:sp>
          <p:sp>
            <p:nvSpPr>
              <p:cNvPr id="3890" name="Noise cell"/>
              <p:cNvSpPr/>
              <p:nvPr/>
            </p:nvSpPr>
            <p:spPr>
              <a:xfrm>
                <a:off x="10184209" y="8375904"/>
                <a:ext cx="18770" cy="18928"/>
              </a:xfrm>
              <a:prstGeom prst="rect">
                <a:avLst/>
              </a:prstGeom>
              <a:solidFill>
                <a:srgbClr val="8E8E8E"/>
              </a:solidFill>
              <a:ln>
                <a:noFill/>
              </a:ln>
              <a:effectLst/>
            </p:spPr>
            <p:txBody>
              <a:bodyPr rtlCol="0" anchor="ctr"/>
              <a:lstStyle/>
              <a:p>
                <a:pPr algn="ctr"/>
              </a:p>
            </p:txBody>
          </p:sp>
          <p:sp>
            <p:nvSpPr>
              <p:cNvPr id="3891" name="Noise cell"/>
              <p:cNvSpPr/>
              <p:nvPr/>
            </p:nvSpPr>
            <p:spPr>
              <a:xfrm>
                <a:off x="10202339" y="8375904"/>
                <a:ext cx="18770" cy="18928"/>
              </a:xfrm>
              <a:prstGeom prst="rect">
                <a:avLst/>
              </a:prstGeom>
              <a:solidFill>
                <a:srgbClr val="858585"/>
              </a:solidFill>
              <a:ln>
                <a:noFill/>
              </a:ln>
              <a:effectLst/>
            </p:spPr>
            <p:txBody>
              <a:bodyPr rtlCol="0" anchor="ctr"/>
              <a:lstStyle/>
              <a:p>
                <a:pPr algn="ctr"/>
              </a:p>
            </p:txBody>
          </p:sp>
          <p:sp>
            <p:nvSpPr>
              <p:cNvPr id="3892" name="Noise cell"/>
              <p:cNvSpPr/>
              <p:nvPr/>
            </p:nvSpPr>
            <p:spPr>
              <a:xfrm>
                <a:off x="10220470" y="8375904"/>
                <a:ext cx="18770" cy="18928"/>
              </a:xfrm>
              <a:prstGeom prst="rect">
                <a:avLst/>
              </a:prstGeom>
              <a:solidFill>
                <a:srgbClr val="8F8F8F"/>
              </a:solidFill>
              <a:ln>
                <a:noFill/>
              </a:ln>
              <a:effectLst/>
            </p:spPr>
            <p:txBody>
              <a:bodyPr rtlCol="0" anchor="ctr"/>
              <a:lstStyle/>
              <a:p>
                <a:pPr algn="ctr"/>
              </a:p>
            </p:txBody>
          </p:sp>
          <p:sp>
            <p:nvSpPr>
              <p:cNvPr id="3893" name="Noise cell"/>
              <p:cNvSpPr/>
              <p:nvPr/>
            </p:nvSpPr>
            <p:spPr>
              <a:xfrm>
                <a:off x="10238600" y="8375904"/>
                <a:ext cx="18770" cy="18928"/>
              </a:xfrm>
              <a:prstGeom prst="rect">
                <a:avLst/>
              </a:prstGeom>
              <a:solidFill>
                <a:srgbClr val="818181"/>
              </a:solidFill>
              <a:ln>
                <a:noFill/>
              </a:ln>
              <a:effectLst/>
            </p:spPr>
            <p:txBody>
              <a:bodyPr rtlCol="0" anchor="ctr"/>
              <a:lstStyle/>
              <a:p>
                <a:pPr algn="ctr"/>
              </a:p>
            </p:txBody>
          </p:sp>
          <p:sp>
            <p:nvSpPr>
              <p:cNvPr id="3894" name="Noise cell"/>
              <p:cNvSpPr/>
              <p:nvPr/>
            </p:nvSpPr>
            <p:spPr>
              <a:xfrm>
                <a:off x="10256730" y="8375904"/>
                <a:ext cx="18770" cy="18928"/>
              </a:xfrm>
              <a:prstGeom prst="rect">
                <a:avLst/>
              </a:prstGeom>
              <a:solidFill>
                <a:srgbClr val="909090"/>
              </a:solidFill>
              <a:ln>
                <a:noFill/>
              </a:ln>
              <a:effectLst/>
            </p:spPr>
            <p:txBody>
              <a:bodyPr rtlCol="0" anchor="ctr"/>
              <a:lstStyle/>
              <a:p>
                <a:pPr algn="ctr"/>
              </a:p>
            </p:txBody>
          </p:sp>
          <p:sp>
            <p:nvSpPr>
              <p:cNvPr id="3895" name="Noise cell"/>
              <p:cNvSpPr/>
              <p:nvPr/>
            </p:nvSpPr>
            <p:spPr>
              <a:xfrm>
                <a:off x="10274861" y="8375904"/>
                <a:ext cx="18770" cy="18928"/>
              </a:xfrm>
              <a:prstGeom prst="rect">
                <a:avLst/>
              </a:prstGeom>
              <a:solidFill>
                <a:srgbClr val="9D9D9D"/>
              </a:solidFill>
              <a:ln>
                <a:noFill/>
              </a:ln>
              <a:effectLst/>
            </p:spPr>
            <p:txBody>
              <a:bodyPr rtlCol="0" anchor="ctr"/>
              <a:lstStyle/>
              <a:p>
                <a:pPr algn="ctr"/>
              </a:p>
            </p:txBody>
          </p:sp>
          <p:sp>
            <p:nvSpPr>
              <p:cNvPr id="3896" name="Noise cell"/>
              <p:cNvSpPr/>
              <p:nvPr/>
            </p:nvSpPr>
            <p:spPr>
              <a:xfrm>
                <a:off x="10292991" y="8375904"/>
                <a:ext cx="18770" cy="18928"/>
              </a:xfrm>
              <a:prstGeom prst="rect">
                <a:avLst/>
              </a:prstGeom>
              <a:solidFill>
                <a:srgbClr val="808080"/>
              </a:solidFill>
              <a:ln>
                <a:noFill/>
              </a:ln>
              <a:effectLst/>
            </p:spPr>
            <p:txBody>
              <a:bodyPr rtlCol="0" anchor="ctr"/>
              <a:lstStyle/>
              <a:p>
                <a:pPr algn="ctr"/>
              </a:p>
            </p:txBody>
          </p:sp>
          <p:sp>
            <p:nvSpPr>
              <p:cNvPr id="3897" name="Noise cell"/>
              <p:cNvSpPr/>
              <p:nvPr/>
            </p:nvSpPr>
            <p:spPr>
              <a:xfrm>
                <a:off x="10311121" y="8375904"/>
                <a:ext cx="18770" cy="18928"/>
              </a:xfrm>
              <a:prstGeom prst="rect">
                <a:avLst/>
              </a:prstGeom>
              <a:solidFill>
                <a:srgbClr val="878787"/>
              </a:solidFill>
              <a:ln>
                <a:noFill/>
              </a:ln>
              <a:effectLst/>
            </p:spPr>
            <p:txBody>
              <a:bodyPr rtlCol="0" anchor="ctr"/>
              <a:lstStyle/>
              <a:p>
                <a:pPr algn="ctr"/>
              </a:p>
            </p:txBody>
          </p:sp>
          <p:sp>
            <p:nvSpPr>
              <p:cNvPr id="3898" name="Noise cell"/>
              <p:cNvSpPr/>
              <p:nvPr/>
            </p:nvSpPr>
            <p:spPr>
              <a:xfrm>
                <a:off x="10329252" y="8375904"/>
                <a:ext cx="18770" cy="18928"/>
              </a:xfrm>
              <a:prstGeom prst="rect">
                <a:avLst/>
              </a:prstGeom>
              <a:solidFill>
                <a:srgbClr val="929292"/>
              </a:solidFill>
              <a:ln>
                <a:noFill/>
              </a:ln>
              <a:effectLst/>
            </p:spPr>
            <p:txBody>
              <a:bodyPr rtlCol="0" anchor="ctr"/>
              <a:lstStyle/>
              <a:p>
                <a:pPr algn="ctr"/>
              </a:p>
            </p:txBody>
          </p:sp>
          <p:sp>
            <p:nvSpPr>
              <p:cNvPr id="3899" name="Noise cell"/>
              <p:cNvSpPr/>
              <p:nvPr/>
            </p:nvSpPr>
            <p:spPr>
              <a:xfrm>
                <a:off x="10347382" y="8375904"/>
                <a:ext cx="18770" cy="18928"/>
              </a:xfrm>
              <a:prstGeom prst="rect">
                <a:avLst/>
              </a:prstGeom>
              <a:solidFill>
                <a:srgbClr val="818181"/>
              </a:solidFill>
              <a:ln>
                <a:noFill/>
              </a:ln>
              <a:effectLst/>
            </p:spPr>
            <p:txBody>
              <a:bodyPr rtlCol="0" anchor="ctr"/>
              <a:lstStyle/>
              <a:p>
                <a:pPr algn="ctr"/>
              </a:p>
            </p:txBody>
          </p:sp>
          <p:sp>
            <p:nvSpPr>
              <p:cNvPr id="3900" name="Noise cell"/>
              <p:cNvSpPr/>
              <p:nvPr/>
            </p:nvSpPr>
            <p:spPr>
              <a:xfrm>
                <a:off x="10365512" y="8375904"/>
                <a:ext cx="18770" cy="18928"/>
              </a:xfrm>
              <a:prstGeom prst="rect">
                <a:avLst/>
              </a:prstGeom>
              <a:solidFill>
                <a:srgbClr val="7C7C7C"/>
              </a:solidFill>
              <a:ln>
                <a:noFill/>
              </a:ln>
              <a:effectLst/>
            </p:spPr>
            <p:txBody>
              <a:bodyPr rtlCol="0" anchor="ctr"/>
              <a:lstStyle/>
              <a:p>
                <a:pPr algn="ctr"/>
              </a:p>
            </p:txBody>
          </p:sp>
          <p:sp>
            <p:nvSpPr>
              <p:cNvPr id="3901" name="Noise cell"/>
              <p:cNvSpPr/>
              <p:nvPr/>
            </p:nvSpPr>
            <p:spPr>
              <a:xfrm>
                <a:off x="10383643" y="8375904"/>
                <a:ext cx="18770" cy="18928"/>
              </a:xfrm>
              <a:prstGeom prst="rect">
                <a:avLst/>
              </a:prstGeom>
              <a:solidFill>
                <a:srgbClr val="777777"/>
              </a:solidFill>
              <a:ln>
                <a:noFill/>
              </a:ln>
              <a:effectLst/>
            </p:spPr>
            <p:txBody>
              <a:bodyPr rtlCol="0" anchor="ctr"/>
              <a:lstStyle/>
              <a:p>
                <a:pPr algn="ctr"/>
              </a:p>
            </p:txBody>
          </p:sp>
          <p:sp>
            <p:nvSpPr>
              <p:cNvPr id="3902" name="Noise cell"/>
              <p:cNvSpPr/>
              <p:nvPr/>
            </p:nvSpPr>
            <p:spPr>
              <a:xfrm>
                <a:off x="10401773" y="8375904"/>
                <a:ext cx="18770" cy="18928"/>
              </a:xfrm>
              <a:prstGeom prst="rect">
                <a:avLst/>
              </a:prstGeom>
              <a:solidFill>
                <a:srgbClr val="8B8B8B"/>
              </a:solidFill>
              <a:ln>
                <a:noFill/>
              </a:ln>
              <a:effectLst/>
            </p:spPr>
            <p:txBody>
              <a:bodyPr rtlCol="0" anchor="ctr"/>
              <a:lstStyle/>
              <a:p>
                <a:pPr algn="ctr"/>
              </a:p>
            </p:txBody>
          </p:sp>
          <p:sp>
            <p:nvSpPr>
              <p:cNvPr id="3903" name="Noise cell"/>
              <p:cNvSpPr/>
              <p:nvPr/>
            </p:nvSpPr>
            <p:spPr>
              <a:xfrm>
                <a:off x="10419903" y="8375904"/>
                <a:ext cx="18770" cy="18928"/>
              </a:xfrm>
              <a:prstGeom prst="rect">
                <a:avLst/>
              </a:prstGeom>
              <a:solidFill>
                <a:srgbClr val="868686"/>
              </a:solidFill>
              <a:ln>
                <a:noFill/>
              </a:ln>
              <a:effectLst/>
            </p:spPr>
            <p:txBody>
              <a:bodyPr rtlCol="0" anchor="ctr"/>
              <a:lstStyle/>
              <a:p>
                <a:pPr algn="ctr"/>
              </a:p>
            </p:txBody>
          </p:sp>
          <p:sp>
            <p:nvSpPr>
              <p:cNvPr id="3904" name="Noise cell"/>
              <p:cNvSpPr/>
              <p:nvPr/>
            </p:nvSpPr>
            <p:spPr>
              <a:xfrm>
                <a:off x="10438034" y="8375904"/>
                <a:ext cx="18770" cy="18928"/>
              </a:xfrm>
              <a:prstGeom prst="rect">
                <a:avLst/>
              </a:prstGeom>
              <a:solidFill>
                <a:srgbClr val="7A7A7A"/>
              </a:solidFill>
              <a:ln>
                <a:noFill/>
              </a:ln>
              <a:effectLst/>
            </p:spPr>
            <p:txBody>
              <a:bodyPr rtlCol="0" anchor="ctr"/>
              <a:lstStyle/>
              <a:p>
                <a:pPr algn="ctr"/>
              </a:p>
            </p:txBody>
          </p:sp>
          <p:sp>
            <p:nvSpPr>
              <p:cNvPr id="3905" name="Noise cell"/>
              <p:cNvSpPr/>
              <p:nvPr/>
            </p:nvSpPr>
            <p:spPr>
              <a:xfrm>
                <a:off x="10456164" y="8375904"/>
                <a:ext cx="18770" cy="18928"/>
              </a:xfrm>
              <a:prstGeom prst="rect">
                <a:avLst/>
              </a:prstGeom>
              <a:solidFill>
                <a:srgbClr val="8B8B8B"/>
              </a:solidFill>
              <a:ln>
                <a:noFill/>
              </a:ln>
              <a:effectLst/>
            </p:spPr>
            <p:txBody>
              <a:bodyPr rtlCol="0" anchor="ctr"/>
              <a:lstStyle/>
              <a:p>
                <a:pPr algn="ctr"/>
              </a:p>
            </p:txBody>
          </p:sp>
          <p:sp>
            <p:nvSpPr>
              <p:cNvPr id="3906" name="Noise cell"/>
              <p:cNvSpPr/>
              <p:nvPr/>
            </p:nvSpPr>
            <p:spPr>
              <a:xfrm>
                <a:off x="10474294" y="8375904"/>
                <a:ext cx="18770" cy="18928"/>
              </a:xfrm>
              <a:prstGeom prst="rect">
                <a:avLst/>
              </a:prstGeom>
              <a:solidFill>
                <a:srgbClr val="838383"/>
              </a:solidFill>
              <a:ln>
                <a:noFill/>
              </a:ln>
              <a:effectLst/>
            </p:spPr>
            <p:txBody>
              <a:bodyPr rtlCol="0" anchor="ctr"/>
              <a:lstStyle/>
              <a:p>
                <a:pPr algn="ctr"/>
              </a:p>
            </p:txBody>
          </p:sp>
          <p:sp>
            <p:nvSpPr>
              <p:cNvPr id="3907" name="Noise cell"/>
              <p:cNvSpPr/>
              <p:nvPr/>
            </p:nvSpPr>
            <p:spPr>
              <a:xfrm>
                <a:off x="10492425" y="8375904"/>
                <a:ext cx="18770" cy="18928"/>
              </a:xfrm>
              <a:prstGeom prst="rect">
                <a:avLst/>
              </a:prstGeom>
              <a:solidFill>
                <a:srgbClr val="929292"/>
              </a:solidFill>
              <a:ln>
                <a:noFill/>
              </a:ln>
              <a:effectLst/>
            </p:spPr>
            <p:txBody>
              <a:bodyPr rtlCol="0" anchor="ctr"/>
              <a:lstStyle/>
              <a:p>
                <a:pPr algn="ctr"/>
              </a:p>
            </p:txBody>
          </p:sp>
          <p:sp>
            <p:nvSpPr>
              <p:cNvPr id="3908" name="Noise cell"/>
              <p:cNvSpPr/>
              <p:nvPr/>
            </p:nvSpPr>
            <p:spPr>
              <a:xfrm>
                <a:off x="10510555" y="8375904"/>
                <a:ext cx="18770" cy="18928"/>
              </a:xfrm>
              <a:prstGeom prst="rect">
                <a:avLst/>
              </a:prstGeom>
              <a:solidFill>
                <a:srgbClr val="737373"/>
              </a:solidFill>
              <a:ln>
                <a:noFill/>
              </a:ln>
              <a:effectLst/>
            </p:spPr>
            <p:txBody>
              <a:bodyPr rtlCol="0" anchor="ctr"/>
              <a:lstStyle/>
              <a:p>
                <a:pPr algn="ctr"/>
              </a:p>
            </p:txBody>
          </p:sp>
          <p:sp>
            <p:nvSpPr>
              <p:cNvPr id="3909" name="Noise cell"/>
              <p:cNvSpPr/>
              <p:nvPr/>
            </p:nvSpPr>
            <p:spPr>
              <a:xfrm>
                <a:off x="10528685" y="8375904"/>
                <a:ext cx="18770" cy="18928"/>
              </a:xfrm>
              <a:prstGeom prst="rect">
                <a:avLst/>
              </a:prstGeom>
              <a:solidFill>
                <a:srgbClr val="787878"/>
              </a:solidFill>
              <a:ln>
                <a:noFill/>
              </a:ln>
              <a:effectLst/>
            </p:spPr>
            <p:txBody>
              <a:bodyPr rtlCol="0" anchor="ctr"/>
              <a:lstStyle/>
              <a:p>
                <a:pPr algn="ctr"/>
              </a:p>
            </p:txBody>
          </p:sp>
          <p:sp>
            <p:nvSpPr>
              <p:cNvPr id="3910" name="Noise cell"/>
              <p:cNvSpPr/>
              <p:nvPr/>
            </p:nvSpPr>
            <p:spPr>
              <a:xfrm>
                <a:off x="10546816" y="8375904"/>
                <a:ext cx="18770" cy="18928"/>
              </a:xfrm>
              <a:prstGeom prst="rect">
                <a:avLst/>
              </a:prstGeom>
              <a:solidFill>
                <a:srgbClr val="858585"/>
              </a:solidFill>
              <a:ln>
                <a:noFill/>
              </a:ln>
              <a:effectLst/>
            </p:spPr>
            <p:txBody>
              <a:bodyPr rtlCol="0" anchor="ctr"/>
              <a:lstStyle/>
              <a:p>
                <a:pPr algn="ctr"/>
              </a:p>
            </p:txBody>
          </p:sp>
          <p:sp>
            <p:nvSpPr>
              <p:cNvPr id="3911" name="Noise cell"/>
              <p:cNvSpPr/>
              <p:nvPr/>
            </p:nvSpPr>
            <p:spPr>
              <a:xfrm>
                <a:off x="10564946" y="8375904"/>
                <a:ext cx="18770" cy="18928"/>
              </a:xfrm>
              <a:prstGeom prst="rect">
                <a:avLst/>
              </a:prstGeom>
              <a:solidFill>
                <a:srgbClr val="818181"/>
              </a:solidFill>
              <a:ln>
                <a:noFill/>
              </a:ln>
              <a:effectLst/>
            </p:spPr>
            <p:txBody>
              <a:bodyPr rtlCol="0" anchor="ctr"/>
              <a:lstStyle/>
              <a:p>
                <a:pPr algn="ctr"/>
              </a:p>
            </p:txBody>
          </p:sp>
          <p:sp>
            <p:nvSpPr>
              <p:cNvPr id="3912" name="Noise cell"/>
              <p:cNvSpPr/>
              <p:nvPr/>
            </p:nvSpPr>
            <p:spPr>
              <a:xfrm>
                <a:off x="10583076" y="8375904"/>
                <a:ext cx="18770" cy="18928"/>
              </a:xfrm>
              <a:prstGeom prst="rect">
                <a:avLst/>
              </a:prstGeom>
              <a:solidFill>
                <a:srgbClr val="797979"/>
              </a:solidFill>
              <a:ln>
                <a:noFill/>
              </a:ln>
              <a:effectLst/>
            </p:spPr>
            <p:txBody>
              <a:bodyPr rtlCol="0" anchor="ctr"/>
              <a:lstStyle/>
              <a:p>
                <a:pPr algn="ctr"/>
              </a:p>
            </p:txBody>
          </p:sp>
          <p:sp>
            <p:nvSpPr>
              <p:cNvPr id="3913" name="Noise cell"/>
              <p:cNvSpPr/>
              <p:nvPr/>
            </p:nvSpPr>
            <p:spPr>
              <a:xfrm>
                <a:off x="10601207" y="8375904"/>
                <a:ext cx="18770" cy="18928"/>
              </a:xfrm>
              <a:prstGeom prst="rect">
                <a:avLst/>
              </a:prstGeom>
              <a:solidFill>
                <a:srgbClr val="8C8C8C"/>
              </a:solidFill>
              <a:ln>
                <a:noFill/>
              </a:ln>
              <a:effectLst/>
            </p:spPr>
            <p:txBody>
              <a:bodyPr rtlCol="0" anchor="ctr"/>
              <a:lstStyle/>
              <a:p>
                <a:pPr algn="ctr"/>
              </a:p>
            </p:txBody>
          </p:sp>
          <p:sp>
            <p:nvSpPr>
              <p:cNvPr id="3914" name="Noise cell"/>
              <p:cNvSpPr/>
              <p:nvPr/>
            </p:nvSpPr>
            <p:spPr>
              <a:xfrm>
                <a:off x="10619337" y="8375904"/>
                <a:ext cx="18770" cy="18928"/>
              </a:xfrm>
              <a:prstGeom prst="rect">
                <a:avLst/>
              </a:prstGeom>
              <a:solidFill>
                <a:srgbClr val="888888"/>
              </a:solidFill>
              <a:ln>
                <a:noFill/>
              </a:ln>
              <a:effectLst/>
            </p:spPr>
            <p:txBody>
              <a:bodyPr rtlCol="0" anchor="ctr"/>
              <a:lstStyle/>
              <a:p>
                <a:pPr algn="ctr"/>
              </a:p>
            </p:txBody>
          </p:sp>
          <p:sp>
            <p:nvSpPr>
              <p:cNvPr id="3915" name="Noise cell"/>
              <p:cNvSpPr/>
              <p:nvPr/>
            </p:nvSpPr>
            <p:spPr>
              <a:xfrm>
                <a:off x="10637467" y="8375904"/>
                <a:ext cx="18770" cy="18928"/>
              </a:xfrm>
              <a:prstGeom prst="rect">
                <a:avLst/>
              </a:prstGeom>
              <a:solidFill>
                <a:srgbClr val="818181"/>
              </a:solidFill>
              <a:ln>
                <a:noFill/>
              </a:ln>
              <a:effectLst/>
            </p:spPr>
            <p:txBody>
              <a:bodyPr rtlCol="0" anchor="ctr"/>
              <a:lstStyle/>
              <a:p>
                <a:pPr algn="ctr"/>
              </a:p>
            </p:txBody>
          </p:sp>
          <p:sp>
            <p:nvSpPr>
              <p:cNvPr id="3916" name="Noise cell"/>
              <p:cNvSpPr/>
              <p:nvPr/>
            </p:nvSpPr>
            <p:spPr>
              <a:xfrm>
                <a:off x="10655598" y="8375904"/>
                <a:ext cx="18770" cy="18928"/>
              </a:xfrm>
              <a:prstGeom prst="rect">
                <a:avLst/>
              </a:prstGeom>
              <a:solidFill>
                <a:srgbClr val="9B9B9B"/>
              </a:solidFill>
              <a:ln>
                <a:noFill/>
              </a:ln>
              <a:effectLst/>
            </p:spPr>
            <p:txBody>
              <a:bodyPr rtlCol="0" anchor="ctr"/>
              <a:lstStyle/>
              <a:p>
                <a:pPr algn="ctr"/>
              </a:p>
            </p:txBody>
          </p:sp>
          <p:sp>
            <p:nvSpPr>
              <p:cNvPr id="3917" name="Noise cell"/>
              <p:cNvSpPr/>
              <p:nvPr/>
            </p:nvSpPr>
            <p:spPr>
              <a:xfrm>
                <a:off x="10673728" y="8375904"/>
                <a:ext cx="18770" cy="18928"/>
              </a:xfrm>
              <a:prstGeom prst="rect">
                <a:avLst/>
              </a:prstGeom>
              <a:solidFill>
                <a:srgbClr val="858585"/>
              </a:solidFill>
              <a:ln>
                <a:noFill/>
              </a:ln>
              <a:effectLst/>
            </p:spPr>
            <p:txBody>
              <a:bodyPr rtlCol="0" anchor="ctr"/>
              <a:lstStyle/>
              <a:p>
                <a:pPr algn="ctr"/>
              </a:p>
            </p:txBody>
          </p:sp>
          <p:sp>
            <p:nvSpPr>
              <p:cNvPr id="3918" name="Noise cell"/>
              <p:cNvSpPr/>
              <p:nvPr/>
            </p:nvSpPr>
            <p:spPr>
              <a:xfrm>
                <a:off x="10691858" y="8375904"/>
                <a:ext cx="18770" cy="18928"/>
              </a:xfrm>
              <a:prstGeom prst="rect">
                <a:avLst/>
              </a:prstGeom>
              <a:solidFill>
                <a:srgbClr val="898989"/>
              </a:solidFill>
              <a:ln>
                <a:noFill/>
              </a:ln>
              <a:effectLst/>
            </p:spPr>
            <p:txBody>
              <a:bodyPr rtlCol="0" anchor="ctr"/>
              <a:lstStyle/>
              <a:p>
                <a:pPr algn="ctr"/>
              </a:p>
            </p:txBody>
          </p:sp>
          <p:sp>
            <p:nvSpPr>
              <p:cNvPr id="3919" name="Noise cell"/>
              <p:cNvSpPr/>
              <p:nvPr/>
            </p:nvSpPr>
            <p:spPr>
              <a:xfrm>
                <a:off x="10709989" y="8375904"/>
                <a:ext cx="18770" cy="18928"/>
              </a:xfrm>
              <a:prstGeom prst="rect">
                <a:avLst/>
              </a:prstGeom>
              <a:solidFill>
                <a:srgbClr val="797979"/>
              </a:solidFill>
              <a:ln>
                <a:noFill/>
              </a:ln>
              <a:effectLst/>
            </p:spPr>
            <p:txBody>
              <a:bodyPr rtlCol="0" anchor="ctr"/>
              <a:lstStyle/>
              <a:p>
                <a:pPr algn="ctr"/>
              </a:p>
            </p:txBody>
          </p:sp>
          <p:sp>
            <p:nvSpPr>
              <p:cNvPr id="3920" name="Noise cell"/>
              <p:cNvSpPr/>
              <p:nvPr/>
            </p:nvSpPr>
            <p:spPr>
              <a:xfrm>
                <a:off x="10728119" y="8375904"/>
                <a:ext cx="18770" cy="18928"/>
              </a:xfrm>
              <a:prstGeom prst="rect">
                <a:avLst/>
              </a:prstGeom>
              <a:solidFill>
                <a:srgbClr val="828282"/>
              </a:solidFill>
              <a:ln>
                <a:noFill/>
              </a:ln>
              <a:effectLst/>
            </p:spPr>
            <p:txBody>
              <a:bodyPr rtlCol="0" anchor="ctr"/>
              <a:lstStyle/>
              <a:p>
                <a:pPr algn="ctr"/>
              </a:p>
            </p:txBody>
          </p:sp>
          <p:sp>
            <p:nvSpPr>
              <p:cNvPr id="3921" name="Noise cell"/>
              <p:cNvSpPr/>
              <p:nvPr/>
            </p:nvSpPr>
            <p:spPr>
              <a:xfrm>
                <a:off x="10746250" y="8375904"/>
                <a:ext cx="18770" cy="18928"/>
              </a:xfrm>
              <a:prstGeom prst="rect">
                <a:avLst/>
              </a:prstGeom>
              <a:solidFill>
                <a:srgbClr val="737373"/>
              </a:solidFill>
              <a:ln>
                <a:noFill/>
              </a:ln>
              <a:effectLst/>
            </p:spPr>
            <p:txBody>
              <a:bodyPr rtlCol="0" anchor="ctr"/>
              <a:lstStyle/>
              <a:p>
                <a:pPr algn="ctr"/>
              </a:p>
            </p:txBody>
          </p:sp>
          <p:sp>
            <p:nvSpPr>
              <p:cNvPr id="3922" name="Noise cell"/>
              <p:cNvSpPr/>
              <p:nvPr/>
            </p:nvSpPr>
            <p:spPr>
              <a:xfrm>
                <a:off x="10764380" y="8375904"/>
                <a:ext cx="18770" cy="18928"/>
              </a:xfrm>
              <a:prstGeom prst="rect">
                <a:avLst/>
              </a:prstGeom>
              <a:solidFill>
                <a:srgbClr val="A4A4A4"/>
              </a:solidFill>
              <a:ln>
                <a:noFill/>
              </a:ln>
              <a:effectLst/>
            </p:spPr>
            <p:txBody>
              <a:bodyPr rtlCol="0" anchor="ctr"/>
              <a:lstStyle/>
              <a:p>
                <a:pPr algn="ctr"/>
              </a:p>
            </p:txBody>
          </p:sp>
          <p:sp>
            <p:nvSpPr>
              <p:cNvPr id="3923" name="Noise cell"/>
              <p:cNvSpPr/>
              <p:nvPr/>
            </p:nvSpPr>
            <p:spPr>
              <a:xfrm>
                <a:off x="10782510" y="8375904"/>
                <a:ext cx="18770" cy="18928"/>
              </a:xfrm>
              <a:prstGeom prst="rect">
                <a:avLst/>
              </a:prstGeom>
              <a:solidFill>
                <a:srgbClr val="8E8E8E"/>
              </a:solidFill>
              <a:ln>
                <a:noFill/>
              </a:ln>
              <a:effectLst/>
            </p:spPr>
            <p:txBody>
              <a:bodyPr rtlCol="0" anchor="ctr"/>
              <a:lstStyle/>
              <a:p>
                <a:pPr algn="ctr"/>
              </a:p>
            </p:txBody>
          </p:sp>
          <p:sp>
            <p:nvSpPr>
              <p:cNvPr id="3924" name="Noise cell"/>
              <p:cNvSpPr/>
              <p:nvPr/>
            </p:nvSpPr>
            <p:spPr>
              <a:xfrm>
                <a:off x="10800641" y="8375904"/>
                <a:ext cx="18770" cy="18928"/>
              </a:xfrm>
              <a:prstGeom prst="rect">
                <a:avLst/>
              </a:prstGeom>
              <a:solidFill>
                <a:srgbClr val="656565"/>
              </a:solidFill>
              <a:ln>
                <a:noFill/>
              </a:ln>
              <a:effectLst/>
            </p:spPr>
            <p:txBody>
              <a:bodyPr rtlCol="0" anchor="ctr"/>
              <a:lstStyle/>
              <a:p>
                <a:pPr algn="ctr"/>
              </a:p>
            </p:txBody>
          </p:sp>
          <p:sp>
            <p:nvSpPr>
              <p:cNvPr id="3925" name="Noise cell"/>
              <p:cNvSpPr/>
              <p:nvPr/>
            </p:nvSpPr>
            <p:spPr>
              <a:xfrm>
                <a:off x="10818771" y="8375904"/>
                <a:ext cx="18770" cy="18928"/>
              </a:xfrm>
              <a:prstGeom prst="rect">
                <a:avLst/>
              </a:prstGeom>
              <a:solidFill>
                <a:srgbClr val="8C8C8C"/>
              </a:solidFill>
              <a:ln>
                <a:noFill/>
              </a:ln>
              <a:effectLst/>
            </p:spPr>
            <p:txBody>
              <a:bodyPr rtlCol="0" anchor="ctr"/>
              <a:lstStyle/>
              <a:p>
                <a:pPr algn="ctr"/>
              </a:p>
            </p:txBody>
          </p:sp>
          <p:sp>
            <p:nvSpPr>
              <p:cNvPr id="3926" name="Noise cell"/>
              <p:cNvSpPr/>
              <p:nvPr/>
            </p:nvSpPr>
            <p:spPr>
              <a:xfrm>
                <a:off x="10836901" y="8375904"/>
                <a:ext cx="18770" cy="18928"/>
              </a:xfrm>
              <a:prstGeom prst="rect">
                <a:avLst/>
              </a:prstGeom>
              <a:solidFill>
                <a:srgbClr val="A0A0A0"/>
              </a:solidFill>
              <a:ln>
                <a:noFill/>
              </a:ln>
              <a:effectLst/>
            </p:spPr>
            <p:txBody>
              <a:bodyPr rtlCol="0" anchor="ctr"/>
              <a:lstStyle/>
              <a:p>
                <a:pPr algn="ctr"/>
              </a:p>
            </p:txBody>
          </p:sp>
          <p:sp>
            <p:nvSpPr>
              <p:cNvPr id="3927" name="Noise cell"/>
              <p:cNvSpPr/>
              <p:nvPr/>
            </p:nvSpPr>
            <p:spPr>
              <a:xfrm>
                <a:off x="10855032" y="8375904"/>
                <a:ext cx="18770" cy="18928"/>
              </a:xfrm>
              <a:prstGeom prst="rect">
                <a:avLst/>
              </a:prstGeom>
              <a:solidFill>
                <a:srgbClr val="868686"/>
              </a:solidFill>
              <a:ln>
                <a:noFill/>
              </a:ln>
              <a:effectLst/>
            </p:spPr>
            <p:txBody>
              <a:bodyPr rtlCol="0" anchor="ctr"/>
              <a:lstStyle/>
              <a:p>
                <a:pPr algn="ctr"/>
              </a:p>
            </p:txBody>
          </p:sp>
          <p:sp>
            <p:nvSpPr>
              <p:cNvPr id="3928" name="Noise cell"/>
              <p:cNvSpPr/>
              <p:nvPr/>
            </p:nvSpPr>
            <p:spPr>
              <a:xfrm>
                <a:off x="10873162" y="8375904"/>
                <a:ext cx="18770" cy="18928"/>
              </a:xfrm>
              <a:prstGeom prst="rect">
                <a:avLst/>
              </a:prstGeom>
              <a:solidFill>
                <a:srgbClr val="727272"/>
              </a:solidFill>
              <a:ln>
                <a:noFill/>
              </a:ln>
              <a:effectLst/>
            </p:spPr>
            <p:txBody>
              <a:bodyPr rtlCol="0" anchor="ctr"/>
              <a:lstStyle/>
              <a:p>
                <a:pPr algn="ctr"/>
              </a:p>
            </p:txBody>
          </p:sp>
          <p:sp>
            <p:nvSpPr>
              <p:cNvPr id="3929" name="Noise cell"/>
              <p:cNvSpPr/>
              <p:nvPr/>
            </p:nvSpPr>
            <p:spPr>
              <a:xfrm>
                <a:off x="10891292" y="8375904"/>
                <a:ext cx="18770" cy="18928"/>
              </a:xfrm>
              <a:prstGeom prst="rect">
                <a:avLst/>
              </a:prstGeom>
              <a:solidFill>
                <a:srgbClr val="919191"/>
              </a:solidFill>
              <a:ln>
                <a:noFill/>
              </a:ln>
              <a:effectLst/>
            </p:spPr>
            <p:txBody>
              <a:bodyPr rtlCol="0" anchor="ctr"/>
              <a:lstStyle/>
              <a:p>
                <a:pPr algn="ctr"/>
              </a:p>
            </p:txBody>
          </p:sp>
          <p:sp>
            <p:nvSpPr>
              <p:cNvPr id="3930" name="Noise cell"/>
              <p:cNvSpPr/>
              <p:nvPr/>
            </p:nvSpPr>
            <p:spPr>
              <a:xfrm>
                <a:off x="10909423" y="8375904"/>
                <a:ext cx="18770" cy="18928"/>
              </a:xfrm>
              <a:prstGeom prst="rect">
                <a:avLst/>
              </a:prstGeom>
              <a:solidFill>
                <a:srgbClr val="929292"/>
              </a:solidFill>
              <a:ln>
                <a:noFill/>
              </a:ln>
              <a:effectLst/>
            </p:spPr>
            <p:txBody>
              <a:bodyPr rtlCol="0" anchor="ctr"/>
              <a:lstStyle/>
              <a:p>
                <a:pPr algn="ctr"/>
              </a:p>
            </p:txBody>
          </p:sp>
          <p:sp>
            <p:nvSpPr>
              <p:cNvPr id="3931" name="Noise cell"/>
              <p:cNvSpPr/>
              <p:nvPr/>
            </p:nvSpPr>
            <p:spPr>
              <a:xfrm>
                <a:off x="10927553" y="8375904"/>
                <a:ext cx="18770" cy="18928"/>
              </a:xfrm>
              <a:prstGeom prst="rect">
                <a:avLst/>
              </a:prstGeom>
              <a:solidFill>
                <a:srgbClr val="919191"/>
              </a:solidFill>
              <a:ln>
                <a:noFill/>
              </a:ln>
              <a:effectLst/>
            </p:spPr>
            <p:txBody>
              <a:bodyPr rtlCol="0" anchor="ctr"/>
              <a:lstStyle/>
              <a:p>
                <a:pPr algn="ctr"/>
              </a:p>
            </p:txBody>
          </p:sp>
          <p:sp>
            <p:nvSpPr>
              <p:cNvPr id="3932" name="Noise cell"/>
              <p:cNvSpPr/>
              <p:nvPr/>
            </p:nvSpPr>
            <p:spPr>
              <a:xfrm>
                <a:off x="10945683" y="8375904"/>
                <a:ext cx="18770" cy="18928"/>
              </a:xfrm>
              <a:prstGeom prst="rect">
                <a:avLst/>
              </a:prstGeom>
              <a:solidFill>
                <a:srgbClr val="858585"/>
              </a:solidFill>
              <a:ln>
                <a:noFill/>
              </a:ln>
              <a:effectLst/>
            </p:spPr>
            <p:txBody>
              <a:bodyPr rtlCol="0" anchor="ctr"/>
              <a:lstStyle/>
              <a:p>
                <a:pPr algn="ctr"/>
              </a:p>
            </p:txBody>
          </p:sp>
          <p:sp>
            <p:nvSpPr>
              <p:cNvPr id="3933" name="Noise cell"/>
              <p:cNvSpPr/>
              <p:nvPr/>
            </p:nvSpPr>
            <p:spPr>
              <a:xfrm>
                <a:off x="10963814" y="8375904"/>
                <a:ext cx="18770" cy="18928"/>
              </a:xfrm>
              <a:prstGeom prst="rect">
                <a:avLst/>
              </a:prstGeom>
              <a:solidFill>
                <a:srgbClr val="979797"/>
              </a:solidFill>
              <a:ln>
                <a:noFill/>
              </a:ln>
              <a:effectLst/>
            </p:spPr>
            <p:txBody>
              <a:bodyPr rtlCol="0" anchor="ctr"/>
              <a:lstStyle/>
              <a:p>
                <a:pPr algn="ctr"/>
              </a:p>
            </p:txBody>
          </p:sp>
          <p:sp>
            <p:nvSpPr>
              <p:cNvPr id="3934" name="Noise cell"/>
              <p:cNvSpPr/>
              <p:nvPr/>
            </p:nvSpPr>
            <p:spPr>
              <a:xfrm>
                <a:off x="9930384" y="8394192"/>
                <a:ext cx="18770" cy="18928"/>
              </a:xfrm>
              <a:prstGeom prst="rect">
                <a:avLst/>
              </a:prstGeom>
              <a:solidFill>
                <a:srgbClr val="828282"/>
              </a:solidFill>
              <a:ln>
                <a:noFill/>
              </a:ln>
              <a:effectLst/>
            </p:spPr>
            <p:txBody>
              <a:bodyPr rtlCol="0" anchor="ctr"/>
              <a:lstStyle/>
              <a:p>
                <a:pPr algn="ctr"/>
              </a:p>
            </p:txBody>
          </p:sp>
          <p:sp>
            <p:nvSpPr>
              <p:cNvPr id="3935" name="Noise cell"/>
              <p:cNvSpPr/>
              <p:nvPr/>
            </p:nvSpPr>
            <p:spPr>
              <a:xfrm>
                <a:off x="9948514" y="8394192"/>
                <a:ext cx="18770" cy="18928"/>
              </a:xfrm>
              <a:prstGeom prst="rect">
                <a:avLst/>
              </a:prstGeom>
              <a:solidFill>
                <a:srgbClr val="939393"/>
              </a:solidFill>
              <a:ln>
                <a:noFill/>
              </a:ln>
              <a:effectLst/>
            </p:spPr>
            <p:txBody>
              <a:bodyPr rtlCol="0" anchor="ctr"/>
              <a:lstStyle/>
              <a:p>
                <a:pPr algn="ctr"/>
              </a:p>
            </p:txBody>
          </p:sp>
          <p:sp>
            <p:nvSpPr>
              <p:cNvPr id="3936" name="Noise cell"/>
              <p:cNvSpPr/>
              <p:nvPr/>
            </p:nvSpPr>
            <p:spPr>
              <a:xfrm>
                <a:off x="9966645" y="8394192"/>
                <a:ext cx="18770" cy="18928"/>
              </a:xfrm>
              <a:prstGeom prst="rect">
                <a:avLst/>
              </a:prstGeom>
              <a:solidFill>
                <a:srgbClr val="979797"/>
              </a:solidFill>
              <a:ln>
                <a:noFill/>
              </a:ln>
              <a:effectLst/>
            </p:spPr>
            <p:txBody>
              <a:bodyPr rtlCol="0" anchor="ctr"/>
              <a:lstStyle/>
              <a:p>
                <a:pPr algn="ctr"/>
              </a:p>
            </p:txBody>
          </p:sp>
          <p:sp>
            <p:nvSpPr>
              <p:cNvPr id="3937" name="Noise cell"/>
              <p:cNvSpPr/>
              <p:nvPr/>
            </p:nvSpPr>
            <p:spPr>
              <a:xfrm>
                <a:off x="9984775" y="8394192"/>
                <a:ext cx="18770" cy="18928"/>
              </a:xfrm>
              <a:prstGeom prst="rect">
                <a:avLst/>
              </a:prstGeom>
              <a:solidFill>
                <a:srgbClr val="7E7E7E"/>
              </a:solidFill>
              <a:ln>
                <a:noFill/>
              </a:ln>
              <a:effectLst/>
            </p:spPr>
            <p:txBody>
              <a:bodyPr rtlCol="0" anchor="ctr"/>
              <a:lstStyle/>
              <a:p>
                <a:pPr algn="ctr"/>
              </a:p>
            </p:txBody>
          </p:sp>
          <p:sp>
            <p:nvSpPr>
              <p:cNvPr id="3938" name="Noise cell"/>
              <p:cNvSpPr/>
              <p:nvPr/>
            </p:nvSpPr>
            <p:spPr>
              <a:xfrm>
                <a:off x="10002905" y="8394192"/>
                <a:ext cx="18770" cy="18928"/>
              </a:xfrm>
              <a:prstGeom prst="rect">
                <a:avLst/>
              </a:prstGeom>
              <a:solidFill>
                <a:srgbClr val="949494"/>
              </a:solidFill>
              <a:ln>
                <a:noFill/>
              </a:ln>
              <a:effectLst/>
            </p:spPr>
            <p:txBody>
              <a:bodyPr rtlCol="0" anchor="ctr"/>
              <a:lstStyle/>
              <a:p>
                <a:pPr algn="ctr"/>
              </a:p>
            </p:txBody>
          </p:sp>
          <p:sp>
            <p:nvSpPr>
              <p:cNvPr id="3939" name="Noise cell"/>
              <p:cNvSpPr/>
              <p:nvPr/>
            </p:nvSpPr>
            <p:spPr>
              <a:xfrm>
                <a:off x="10021036" y="8394192"/>
                <a:ext cx="18770" cy="18928"/>
              </a:xfrm>
              <a:prstGeom prst="rect">
                <a:avLst/>
              </a:prstGeom>
              <a:solidFill>
                <a:srgbClr val="7B7B7B"/>
              </a:solidFill>
              <a:ln>
                <a:noFill/>
              </a:ln>
              <a:effectLst/>
            </p:spPr>
            <p:txBody>
              <a:bodyPr rtlCol="0" anchor="ctr"/>
              <a:lstStyle/>
              <a:p>
                <a:pPr algn="ctr"/>
              </a:p>
            </p:txBody>
          </p:sp>
          <p:sp>
            <p:nvSpPr>
              <p:cNvPr id="3940" name="Noise cell"/>
              <p:cNvSpPr/>
              <p:nvPr/>
            </p:nvSpPr>
            <p:spPr>
              <a:xfrm>
                <a:off x="10039166" y="8394192"/>
                <a:ext cx="18770" cy="18928"/>
              </a:xfrm>
              <a:prstGeom prst="rect">
                <a:avLst/>
              </a:prstGeom>
              <a:solidFill>
                <a:srgbClr val="6D6D6D"/>
              </a:solidFill>
              <a:ln>
                <a:noFill/>
              </a:ln>
              <a:effectLst/>
            </p:spPr>
            <p:txBody>
              <a:bodyPr rtlCol="0" anchor="ctr"/>
              <a:lstStyle/>
              <a:p>
                <a:pPr algn="ctr"/>
              </a:p>
            </p:txBody>
          </p:sp>
          <p:sp>
            <p:nvSpPr>
              <p:cNvPr id="3941" name="Noise cell"/>
              <p:cNvSpPr/>
              <p:nvPr/>
            </p:nvSpPr>
            <p:spPr>
              <a:xfrm>
                <a:off x="10057296" y="8394192"/>
                <a:ext cx="18770" cy="18928"/>
              </a:xfrm>
              <a:prstGeom prst="rect">
                <a:avLst/>
              </a:prstGeom>
              <a:solidFill>
                <a:srgbClr val="6D6D6D"/>
              </a:solidFill>
              <a:ln>
                <a:noFill/>
              </a:ln>
              <a:effectLst/>
            </p:spPr>
            <p:txBody>
              <a:bodyPr rtlCol="0" anchor="ctr"/>
              <a:lstStyle/>
              <a:p>
                <a:pPr algn="ctr"/>
              </a:p>
            </p:txBody>
          </p:sp>
          <p:sp>
            <p:nvSpPr>
              <p:cNvPr id="3942" name="Noise cell"/>
              <p:cNvSpPr/>
              <p:nvPr/>
            </p:nvSpPr>
            <p:spPr>
              <a:xfrm>
                <a:off x="10075427" y="8394192"/>
                <a:ext cx="18770" cy="18928"/>
              </a:xfrm>
              <a:prstGeom prst="rect">
                <a:avLst/>
              </a:prstGeom>
              <a:solidFill>
                <a:srgbClr val="8B8B8B"/>
              </a:solidFill>
              <a:ln>
                <a:noFill/>
              </a:ln>
              <a:effectLst/>
            </p:spPr>
            <p:txBody>
              <a:bodyPr rtlCol="0" anchor="ctr"/>
              <a:lstStyle/>
              <a:p>
                <a:pPr algn="ctr"/>
              </a:p>
            </p:txBody>
          </p:sp>
          <p:sp>
            <p:nvSpPr>
              <p:cNvPr id="3943" name="Noise cell"/>
              <p:cNvSpPr/>
              <p:nvPr/>
            </p:nvSpPr>
            <p:spPr>
              <a:xfrm>
                <a:off x="10093557" y="8394192"/>
                <a:ext cx="18770" cy="18928"/>
              </a:xfrm>
              <a:prstGeom prst="rect">
                <a:avLst/>
              </a:prstGeom>
              <a:solidFill>
                <a:srgbClr val="727272"/>
              </a:solidFill>
              <a:ln>
                <a:noFill/>
              </a:ln>
              <a:effectLst/>
            </p:spPr>
            <p:txBody>
              <a:bodyPr rtlCol="0" anchor="ctr"/>
              <a:lstStyle/>
              <a:p>
                <a:pPr algn="ctr"/>
              </a:p>
            </p:txBody>
          </p:sp>
          <p:sp>
            <p:nvSpPr>
              <p:cNvPr id="3944" name="Noise cell"/>
              <p:cNvSpPr/>
              <p:nvPr/>
            </p:nvSpPr>
            <p:spPr>
              <a:xfrm>
                <a:off x="10111687" y="8394192"/>
                <a:ext cx="18770" cy="18928"/>
              </a:xfrm>
              <a:prstGeom prst="rect">
                <a:avLst/>
              </a:prstGeom>
              <a:solidFill>
                <a:srgbClr val="6B6B6B"/>
              </a:solidFill>
              <a:ln>
                <a:noFill/>
              </a:ln>
              <a:effectLst/>
            </p:spPr>
            <p:txBody>
              <a:bodyPr rtlCol="0" anchor="ctr"/>
              <a:lstStyle/>
              <a:p>
                <a:pPr algn="ctr"/>
              </a:p>
            </p:txBody>
          </p:sp>
          <p:sp>
            <p:nvSpPr>
              <p:cNvPr id="3945" name="Noise cell"/>
              <p:cNvSpPr/>
              <p:nvPr/>
            </p:nvSpPr>
            <p:spPr>
              <a:xfrm>
                <a:off x="10129818" y="8394192"/>
                <a:ext cx="18770" cy="18928"/>
              </a:xfrm>
              <a:prstGeom prst="rect">
                <a:avLst/>
              </a:prstGeom>
              <a:solidFill>
                <a:srgbClr val="767676"/>
              </a:solidFill>
              <a:ln>
                <a:noFill/>
              </a:ln>
              <a:effectLst/>
            </p:spPr>
            <p:txBody>
              <a:bodyPr rtlCol="0" anchor="ctr"/>
              <a:lstStyle/>
              <a:p>
                <a:pPr algn="ctr"/>
              </a:p>
            </p:txBody>
          </p:sp>
          <p:sp>
            <p:nvSpPr>
              <p:cNvPr id="3946" name="Noise cell"/>
              <p:cNvSpPr/>
              <p:nvPr/>
            </p:nvSpPr>
            <p:spPr>
              <a:xfrm>
                <a:off x="10147948" y="8394192"/>
                <a:ext cx="18770" cy="18928"/>
              </a:xfrm>
              <a:prstGeom prst="rect">
                <a:avLst/>
              </a:prstGeom>
              <a:solidFill>
                <a:srgbClr val="797979"/>
              </a:solidFill>
              <a:ln>
                <a:noFill/>
              </a:ln>
              <a:effectLst/>
            </p:spPr>
            <p:txBody>
              <a:bodyPr rtlCol="0" anchor="ctr"/>
              <a:lstStyle/>
              <a:p>
                <a:pPr algn="ctr"/>
              </a:p>
            </p:txBody>
          </p:sp>
          <p:sp>
            <p:nvSpPr>
              <p:cNvPr id="3947" name="Noise cell"/>
              <p:cNvSpPr/>
              <p:nvPr/>
            </p:nvSpPr>
            <p:spPr>
              <a:xfrm>
                <a:off x="10166078" y="8394192"/>
                <a:ext cx="18770" cy="18928"/>
              </a:xfrm>
              <a:prstGeom prst="rect">
                <a:avLst/>
              </a:prstGeom>
              <a:solidFill>
                <a:srgbClr val="828282"/>
              </a:solidFill>
              <a:ln>
                <a:noFill/>
              </a:ln>
              <a:effectLst/>
            </p:spPr>
            <p:txBody>
              <a:bodyPr rtlCol="0" anchor="ctr"/>
              <a:lstStyle/>
              <a:p>
                <a:pPr algn="ctr"/>
              </a:p>
            </p:txBody>
          </p:sp>
          <p:sp>
            <p:nvSpPr>
              <p:cNvPr id="3948" name="Noise cell"/>
              <p:cNvSpPr/>
              <p:nvPr/>
            </p:nvSpPr>
            <p:spPr>
              <a:xfrm>
                <a:off x="10184209" y="8394192"/>
                <a:ext cx="18770" cy="18928"/>
              </a:xfrm>
              <a:prstGeom prst="rect">
                <a:avLst/>
              </a:prstGeom>
              <a:solidFill>
                <a:srgbClr val="808080"/>
              </a:solidFill>
              <a:ln>
                <a:noFill/>
              </a:ln>
              <a:effectLst/>
            </p:spPr>
            <p:txBody>
              <a:bodyPr rtlCol="0" anchor="ctr"/>
              <a:lstStyle/>
              <a:p>
                <a:pPr algn="ctr"/>
              </a:p>
            </p:txBody>
          </p:sp>
          <p:sp>
            <p:nvSpPr>
              <p:cNvPr id="3949" name="Noise cell"/>
              <p:cNvSpPr/>
              <p:nvPr/>
            </p:nvSpPr>
            <p:spPr>
              <a:xfrm>
                <a:off x="10202339" y="8394192"/>
                <a:ext cx="18770" cy="18928"/>
              </a:xfrm>
              <a:prstGeom prst="rect">
                <a:avLst/>
              </a:prstGeom>
              <a:solidFill>
                <a:srgbClr val="787878"/>
              </a:solidFill>
              <a:ln>
                <a:noFill/>
              </a:ln>
              <a:effectLst/>
            </p:spPr>
            <p:txBody>
              <a:bodyPr rtlCol="0" anchor="ctr"/>
              <a:lstStyle/>
              <a:p>
                <a:pPr algn="ctr"/>
              </a:p>
            </p:txBody>
          </p:sp>
          <p:sp>
            <p:nvSpPr>
              <p:cNvPr id="3950" name="Noise cell"/>
              <p:cNvSpPr/>
              <p:nvPr/>
            </p:nvSpPr>
            <p:spPr>
              <a:xfrm>
                <a:off x="10220470" y="8394192"/>
                <a:ext cx="18770" cy="18928"/>
              </a:xfrm>
              <a:prstGeom prst="rect">
                <a:avLst/>
              </a:prstGeom>
              <a:solidFill>
                <a:srgbClr val="818181"/>
              </a:solidFill>
              <a:ln>
                <a:noFill/>
              </a:ln>
              <a:effectLst/>
            </p:spPr>
            <p:txBody>
              <a:bodyPr rtlCol="0" anchor="ctr"/>
              <a:lstStyle/>
              <a:p>
                <a:pPr algn="ctr"/>
              </a:p>
            </p:txBody>
          </p:sp>
          <p:sp>
            <p:nvSpPr>
              <p:cNvPr id="3951" name="Noise cell"/>
              <p:cNvSpPr/>
              <p:nvPr/>
            </p:nvSpPr>
            <p:spPr>
              <a:xfrm>
                <a:off x="10238600" y="8394192"/>
                <a:ext cx="18770" cy="18928"/>
              </a:xfrm>
              <a:prstGeom prst="rect">
                <a:avLst/>
              </a:prstGeom>
              <a:solidFill>
                <a:srgbClr val="929292"/>
              </a:solidFill>
              <a:ln>
                <a:noFill/>
              </a:ln>
              <a:effectLst/>
            </p:spPr>
            <p:txBody>
              <a:bodyPr rtlCol="0" anchor="ctr"/>
              <a:lstStyle/>
              <a:p>
                <a:pPr algn="ctr"/>
              </a:p>
            </p:txBody>
          </p:sp>
          <p:sp>
            <p:nvSpPr>
              <p:cNvPr id="3952" name="Noise cell"/>
              <p:cNvSpPr/>
              <p:nvPr/>
            </p:nvSpPr>
            <p:spPr>
              <a:xfrm>
                <a:off x="10256730" y="8394192"/>
                <a:ext cx="18770" cy="18928"/>
              </a:xfrm>
              <a:prstGeom prst="rect">
                <a:avLst/>
              </a:prstGeom>
              <a:solidFill>
                <a:srgbClr val="888888"/>
              </a:solidFill>
              <a:ln>
                <a:noFill/>
              </a:ln>
              <a:effectLst/>
            </p:spPr>
            <p:txBody>
              <a:bodyPr rtlCol="0" anchor="ctr"/>
              <a:lstStyle/>
              <a:p>
                <a:pPr algn="ctr"/>
              </a:p>
            </p:txBody>
          </p:sp>
          <p:sp>
            <p:nvSpPr>
              <p:cNvPr id="3953" name="Noise cell"/>
              <p:cNvSpPr/>
              <p:nvPr/>
            </p:nvSpPr>
            <p:spPr>
              <a:xfrm>
                <a:off x="10274861" y="8394192"/>
                <a:ext cx="18770" cy="18928"/>
              </a:xfrm>
              <a:prstGeom prst="rect">
                <a:avLst/>
              </a:prstGeom>
              <a:solidFill>
                <a:srgbClr val="848484"/>
              </a:solidFill>
              <a:ln>
                <a:noFill/>
              </a:ln>
              <a:effectLst/>
            </p:spPr>
            <p:txBody>
              <a:bodyPr rtlCol="0" anchor="ctr"/>
              <a:lstStyle/>
              <a:p>
                <a:pPr algn="ctr"/>
              </a:p>
            </p:txBody>
          </p:sp>
          <p:sp>
            <p:nvSpPr>
              <p:cNvPr id="3954" name="Noise cell"/>
              <p:cNvSpPr/>
              <p:nvPr/>
            </p:nvSpPr>
            <p:spPr>
              <a:xfrm>
                <a:off x="10292991" y="8394192"/>
                <a:ext cx="18770" cy="18928"/>
              </a:xfrm>
              <a:prstGeom prst="rect">
                <a:avLst/>
              </a:prstGeom>
              <a:solidFill>
                <a:srgbClr val="6F6F6F"/>
              </a:solidFill>
              <a:ln>
                <a:noFill/>
              </a:ln>
              <a:effectLst/>
            </p:spPr>
            <p:txBody>
              <a:bodyPr rtlCol="0" anchor="ctr"/>
              <a:lstStyle/>
              <a:p>
                <a:pPr algn="ctr"/>
              </a:p>
            </p:txBody>
          </p:sp>
          <p:sp>
            <p:nvSpPr>
              <p:cNvPr id="3955" name="Noise cell"/>
              <p:cNvSpPr/>
              <p:nvPr/>
            </p:nvSpPr>
            <p:spPr>
              <a:xfrm>
                <a:off x="10311121" y="8394192"/>
                <a:ext cx="18770" cy="18928"/>
              </a:xfrm>
              <a:prstGeom prst="rect">
                <a:avLst/>
              </a:prstGeom>
              <a:solidFill>
                <a:srgbClr val="818181"/>
              </a:solidFill>
              <a:ln>
                <a:noFill/>
              </a:ln>
              <a:effectLst/>
            </p:spPr>
            <p:txBody>
              <a:bodyPr rtlCol="0" anchor="ctr"/>
              <a:lstStyle/>
              <a:p>
                <a:pPr algn="ctr"/>
              </a:p>
            </p:txBody>
          </p:sp>
          <p:sp>
            <p:nvSpPr>
              <p:cNvPr id="3956" name="Noise cell"/>
              <p:cNvSpPr/>
              <p:nvPr/>
            </p:nvSpPr>
            <p:spPr>
              <a:xfrm>
                <a:off x="10329252" y="8394192"/>
                <a:ext cx="18770" cy="18928"/>
              </a:xfrm>
              <a:prstGeom prst="rect">
                <a:avLst/>
              </a:prstGeom>
              <a:solidFill>
                <a:srgbClr val="777777"/>
              </a:solidFill>
              <a:ln>
                <a:noFill/>
              </a:ln>
              <a:effectLst/>
            </p:spPr>
            <p:txBody>
              <a:bodyPr rtlCol="0" anchor="ctr"/>
              <a:lstStyle/>
              <a:p>
                <a:pPr algn="ctr"/>
              </a:p>
            </p:txBody>
          </p:sp>
          <p:sp>
            <p:nvSpPr>
              <p:cNvPr id="3957" name="Noise cell"/>
              <p:cNvSpPr/>
              <p:nvPr/>
            </p:nvSpPr>
            <p:spPr>
              <a:xfrm>
                <a:off x="10347382" y="8394192"/>
                <a:ext cx="18770" cy="18928"/>
              </a:xfrm>
              <a:prstGeom prst="rect">
                <a:avLst/>
              </a:prstGeom>
              <a:solidFill>
                <a:srgbClr val="8B8B8B"/>
              </a:solidFill>
              <a:ln>
                <a:noFill/>
              </a:ln>
              <a:effectLst/>
            </p:spPr>
            <p:txBody>
              <a:bodyPr rtlCol="0" anchor="ctr"/>
              <a:lstStyle/>
              <a:p>
                <a:pPr algn="ctr"/>
              </a:p>
            </p:txBody>
          </p:sp>
          <p:sp>
            <p:nvSpPr>
              <p:cNvPr id="3958" name="Noise cell"/>
              <p:cNvSpPr/>
              <p:nvPr/>
            </p:nvSpPr>
            <p:spPr>
              <a:xfrm>
                <a:off x="10365512" y="8394192"/>
                <a:ext cx="18770" cy="18928"/>
              </a:xfrm>
              <a:prstGeom prst="rect">
                <a:avLst/>
              </a:prstGeom>
              <a:solidFill>
                <a:srgbClr val="7B7B7B"/>
              </a:solidFill>
              <a:ln>
                <a:noFill/>
              </a:ln>
              <a:effectLst/>
            </p:spPr>
            <p:txBody>
              <a:bodyPr rtlCol="0" anchor="ctr"/>
              <a:lstStyle/>
              <a:p>
                <a:pPr algn="ctr"/>
              </a:p>
            </p:txBody>
          </p:sp>
          <p:sp>
            <p:nvSpPr>
              <p:cNvPr id="3959" name="Noise cell"/>
              <p:cNvSpPr/>
              <p:nvPr/>
            </p:nvSpPr>
            <p:spPr>
              <a:xfrm>
                <a:off x="10383643" y="8394192"/>
                <a:ext cx="18770" cy="18928"/>
              </a:xfrm>
              <a:prstGeom prst="rect">
                <a:avLst/>
              </a:prstGeom>
              <a:solidFill>
                <a:srgbClr val="727272"/>
              </a:solidFill>
              <a:ln>
                <a:noFill/>
              </a:ln>
              <a:effectLst/>
            </p:spPr>
            <p:txBody>
              <a:bodyPr rtlCol="0" anchor="ctr"/>
              <a:lstStyle/>
              <a:p>
                <a:pPr algn="ctr"/>
              </a:p>
            </p:txBody>
          </p:sp>
          <p:sp>
            <p:nvSpPr>
              <p:cNvPr id="3960" name="Noise cell"/>
              <p:cNvSpPr/>
              <p:nvPr/>
            </p:nvSpPr>
            <p:spPr>
              <a:xfrm>
                <a:off x="10401773" y="8394192"/>
                <a:ext cx="18770" cy="18928"/>
              </a:xfrm>
              <a:prstGeom prst="rect">
                <a:avLst/>
              </a:prstGeom>
              <a:solidFill>
                <a:srgbClr val="9A9A9A"/>
              </a:solidFill>
              <a:ln>
                <a:noFill/>
              </a:ln>
              <a:effectLst/>
            </p:spPr>
            <p:txBody>
              <a:bodyPr rtlCol="0" anchor="ctr"/>
              <a:lstStyle/>
              <a:p>
                <a:pPr algn="ctr"/>
              </a:p>
            </p:txBody>
          </p:sp>
          <p:sp>
            <p:nvSpPr>
              <p:cNvPr id="3961" name="Noise cell"/>
              <p:cNvSpPr/>
              <p:nvPr/>
            </p:nvSpPr>
            <p:spPr>
              <a:xfrm>
                <a:off x="10419903" y="8394192"/>
                <a:ext cx="18770" cy="18928"/>
              </a:xfrm>
              <a:prstGeom prst="rect">
                <a:avLst/>
              </a:prstGeom>
              <a:solidFill>
                <a:srgbClr val="828282"/>
              </a:solidFill>
              <a:ln>
                <a:noFill/>
              </a:ln>
              <a:effectLst/>
            </p:spPr>
            <p:txBody>
              <a:bodyPr rtlCol="0" anchor="ctr"/>
              <a:lstStyle/>
              <a:p>
                <a:pPr algn="ctr"/>
              </a:p>
            </p:txBody>
          </p:sp>
          <p:sp>
            <p:nvSpPr>
              <p:cNvPr id="3962" name="Noise cell"/>
              <p:cNvSpPr/>
              <p:nvPr/>
            </p:nvSpPr>
            <p:spPr>
              <a:xfrm>
                <a:off x="10438034" y="8394192"/>
                <a:ext cx="18770" cy="18928"/>
              </a:xfrm>
              <a:prstGeom prst="rect">
                <a:avLst/>
              </a:prstGeom>
              <a:solidFill>
                <a:srgbClr val="898989"/>
              </a:solidFill>
              <a:ln>
                <a:noFill/>
              </a:ln>
              <a:effectLst/>
            </p:spPr>
            <p:txBody>
              <a:bodyPr rtlCol="0" anchor="ctr"/>
              <a:lstStyle/>
              <a:p>
                <a:pPr algn="ctr"/>
              </a:p>
            </p:txBody>
          </p:sp>
          <p:sp>
            <p:nvSpPr>
              <p:cNvPr id="3963" name="Noise cell"/>
              <p:cNvSpPr/>
              <p:nvPr/>
            </p:nvSpPr>
            <p:spPr>
              <a:xfrm>
                <a:off x="10456164" y="8394192"/>
                <a:ext cx="18770" cy="18928"/>
              </a:xfrm>
              <a:prstGeom prst="rect">
                <a:avLst/>
              </a:prstGeom>
              <a:solidFill>
                <a:srgbClr val="7C7C7C"/>
              </a:solidFill>
              <a:ln>
                <a:noFill/>
              </a:ln>
              <a:effectLst/>
            </p:spPr>
            <p:txBody>
              <a:bodyPr rtlCol="0" anchor="ctr"/>
              <a:lstStyle/>
              <a:p>
                <a:pPr algn="ctr"/>
              </a:p>
            </p:txBody>
          </p:sp>
          <p:sp>
            <p:nvSpPr>
              <p:cNvPr id="3964" name="Noise cell"/>
              <p:cNvSpPr/>
              <p:nvPr/>
            </p:nvSpPr>
            <p:spPr>
              <a:xfrm>
                <a:off x="10474294" y="8394192"/>
                <a:ext cx="18770" cy="18928"/>
              </a:xfrm>
              <a:prstGeom prst="rect">
                <a:avLst/>
              </a:prstGeom>
              <a:solidFill>
                <a:srgbClr val="6B6B6B"/>
              </a:solidFill>
              <a:ln>
                <a:noFill/>
              </a:ln>
              <a:effectLst/>
            </p:spPr>
            <p:txBody>
              <a:bodyPr rtlCol="0" anchor="ctr"/>
              <a:lstStyle/>
              <a:p>
                <a:pPr algn="ctr"/>
              </a:p>
            </p:txBody>
          </p:sp>
          <p:sp>
            <p:nvSpPr>
              <p:cNvPr id="3965" name="Noise cell"/>
              <p:cNvSpPr/>
              <p:nvPr/>
            </p:nvSpPr>
            <p:spPr>
              <a:xfrm>
                <a:off x="10492425" y="8394192"/>
                <a:ext cx="18770" cy="18928"/>
              </a:xfrm>
              <a:prstGeom prst="rect">
                <a:avLst/>
              </a:prstGeom>
              <a:solidFill>
                <a:srgbClr val="8A8A8A"/>
              </a:solidFill>
              <a:ln>
                <a:noFill/>
              </a:ln>
              <a:effectLst/>
            </p:spPr>
            <p:txBody>
              <a:bodyPr rtlCol="0" anchor="ctr"/>
              <a:lstStyle/>
              <a:p>
                <a:pPr algn="ctr"/>
              </a:p>
            </p:txBody>
          </p:sp>
          <p:sp>
            <p:nvSpPr>
              <p:cNvPr id="3966" name="Noise cell"/>
              <p:cNvSpPr/>
              <p:nvPr/>
            </p:nvSpPr>
            <p:spPr>
              <a:xfrm>
                <a:off x="10510555" y="8394192"/>
                <a:ext cx="18770" cy="18928"/>
              </a:xfrm>
              <a:prstGeom prst="rect">
                <a:avLst/>
              </a:prstGeom>
              <a:solidFill>
                <a:srgbClr val="7D7D7D"/>
              </a:solidFill>
              <a:ln>
                <a:noFill/>
              </a:ln>
              <a:effectLst/>
            </p:spPr>
            <p:txBody>
              <a:bodyPr rtlCol="0" anchor="ctr"/>
              <a:lstStyle/>
              <a:p>
                <a:pPr algn="ctr"/>
              </a:p>
            </p:txBody>
          </p:sp>
          <p:sp>
            <p:nvSpPr>
              <p:cNvPr id="3967" name="Noise cell"/>
              <p:cNvSpPr/>
              <p:nvPr/>
            </p:nvSpPr>
            <p:spPr>
              <a:xfrm>
                <a:off x="10528685" y="8394192"/>
                <a:ext cx="18770" cy="18928"/>
              </a:xfrm>
              <a:prstGeom prst="rect">
                <a:avLst/>
              </a:prstGeom>
              <a:solidFill>
                <a:srgbClr val="888888"/>
              </a:solidFill>
              <a:ln>
                <a:noFill/>
              </a:ln>
              <a:effectLst/>
            </p:spPr>
            <p:txBody>
              <a:bodyPr rtlCol="0" anchor="ctr"/>
              <a:lstStyle/>
              <a:p>
                <a:pPr algn="ctr"/>
              </a:p>
            </p:txBody>
          </p:sp>
          <p:sp>
            <p:nvSpPr>
              <p:cNvPr id="3968" name="Noise cell"/>
              <p:cNvSpPr/>
              <p:nvPr/>
            </p:nvSpPr>
            <p:spPr>
              <a:xfrm>
                <a:off x="10546816" y="8394192"/>
                <a:ext cx="18770" cy="18928"/>
              </a:xfrm>
              <a:prstGeom prst="rect">
                <a:avLst/>
              </a:prstGeom>
              <a:solidFill>
                <a:srgbClr val="828282"/>
              </a:solidFill>
              <a:ln>
                <a:noFill/>
              </a:ln>
              <a:effectLst/>
            </p:spPr>
            <p:txBody>
              <a:bodyPr rtlCol="0" anchor="ctr"/>
              <a:lstStyle/>
              <a:p>
                <a:pPr algn="ctr"/>
              </a:p>
            </p:txBody>
          </p:sp>
          <p:sp>
            <p:nvSpPr>
              <p:cNvPr id="3969" name="Noise cell"/>
              <p:cNvSpPr/>
              <p:nvPr/>
            </p:nvSpPr>
            <p:spPr>
              <a:xfrm>
                <a:off x="10564946" y="8394192"/>
                <a:ext cx="18770" cy="18928"/>
              </a:xfrm>
              <a:prstGeom prst="rect">
                <a:avLst/>
              </a:prstGeom>
              <a:solidFill>
                <a:srgbClr val="818181"/>
              </a:solidFill>
              <a:ln>
                <a:noFill/>
              </a:ln>
              <a:effectLst/>
            </p:spPr>
            <p:txBody>
              <a:bodyPr rtlCol="0" anchor="ctr"/>
              <a:lstStyle/>
              <a:p>
                <a:pPr algn="ctr"/>
              </a:p>
            </p:txBody>
          </p:sp>
          <p:sp>
            <p:nvSpPr>
              <p:cNvPr id="3970" name="Noise cell"/>
              <p:cNvSpPr/>
              <p:nvPr/>
            </p:nvSpPr>
            <p:spPr>
              <a:xfrm>
                <a:off x="10583076" y="8394192"/>
                <a:ext cx="18770" cy="18928"/>
              </a:xfrm>
              <a:prstGeom prst="rect">
                <a:avLst/>
              </a:prstGeom>
              <a:solidFill>
                <a:srgbClr val="858585"/>
              </a:solidFill>
              <a:ln>
                <a:noFill/>
              </a:ln>
              <a:effectLst/>
            </p:spPr>
            <p:txBody>
              <a:bodyPr rtlCol="0" anchor="ctr"/>
              <a:lstStyle/>
              <a:p>
                <a:pPr algn="ctr"/>
              </a:p>
            </p:txBody>
          </p:sp>
          <p:sp>
            <p:nvSpPr>
              <p:cNvPr id="3971" name="Noise cell"/>
              <p:cNvSpPr/>
              <p:nvPr/>
            </p:nvSpPr>
            <p:spPr>
              <a:xfrm>
                <a:off x="10601207" y="8394192"/>
                <a:ext cx="18770" cy="18928"/>
              </a:xfrm>
              <a:prstGeom prst="rect">
                <a:avLst/>
              </a:prstGeom>
              <a:solidFill>
                <a:srgbClr val="A8A8A8"/>
              </a:solidFill>
              <a:ln>
                <a:noFill/>
              </a:ln>
              <a:effectLst/>
            </p:spPr>
            <p:txBody>
              <a:bodyPr rtlCol="0" anchor="ctr"/>
              <a:lstStyle/>
              <a:p>
                <a:pPr algn="ctr"/>
              </a:p>
            </p:txBody>
          </p:sp>
          <p:sp>
            <p:nvSpPr>
              <p:cNvPr id="3972" name="Noise cell"/>
              <p:cNvSpPr/>
              <p:nvPr/>
            </p:nvSpPr>
            <p:spPr>
              <a:xfrm>
                <a:off x="10619337" y="8394192"/>
                <a:ext cx="18770" cy="18928"/>
              </a:xfrm>
              <a:prstGeom prst="rect">
                <a:avLst/>
              </a:prstGeom>
              <a:solidFill>
                <a:srgbClr val="8F8F8F"/>
              </a:solidFill>
              <a:ln>
                <a:noFill/>
              </a:ln>
              <a:effectLst/>
            </p:spPr>
            <p:txBody>
              <a:bodyPr rtlCol="0" anchor="ctr"/>
              <a:lstStyle/>
              <a:p>
                <a:pPr algn="ctr"/>
              </a:p>
            </p:txBody>
          </p:sp>
          <p:sp>
            <p:nvSpPr>
              <p:cNvPr id="3973" name="Noise cell"/>
              <p:cNvSpPr/>
              <p:nvPr/>
            </p:nvSpPr>
            <p:spPr>
              <a:xfrm>
                <a:off x="10637467" y="8394192"/>
                <a:ext cx="18770" cy="18928"/>
              </a:xfrm>
              <a:prstGeom prst="rect">
                <a:avLst/>
              </a:prstGeom>
              <a:solidFill>
                <a:srgbClr val="838383"/>
              </a:solidFill>
              <a:ln>
                <a:noFill/>
              </a:ln>
              <a:effectLst/>
            </p:spPr>
            <p:txBody>
              <a:bodyPr rtlCol="0" anchor="ctr"/>
              <a:lstStyle/>
              <a:p>
                <a:pPr algn="ctr"/>
              </a:p>
            </p:txBody>
          </p:sp>
          <p:sp>
            <p:nvSpPr>
              <p:cNvPr id="3974" name="Noise cell"/>
              <p:cNvSpPr/>
              <p:nvPr/>
            </p:nvSpPr>
            <p:spPr>
              <a:xfrm>
                <a:off x="10655598" y="8394192"/>
                <a:ext cx="18770" cy="18928"/>
              </a:xfrm>
              <a:prstGeom prst="rect">
                <a:avLst/>
              </a:prstGeom>
              <a:solidFill>
                <a:srgbClr val="888888"/>
              </a:solidFill>
              <a:ln>
                <a:noFill/>
              </a:ln>
              <a:effectLst/>
            </p:spPr>
            <p:txBody>
              <a:bodyPr rtlCol="0" anchor="ctr"/>
              <a:lstStyle/>
              <a:p>
                <a:pPr algn="ctr"/>
              </a:p>
            </p:txBody>
          </p:sp>
          <p:sp>
            <p:nvSpPr>
              <p:cNvPr id="3975" name="Noise cell"/>
              <p:cNvSpPr/>
              <p:nvPr/>
            </p:nvSpPr>
            <p:spPr>
              <a:xfrm>
                <a:off x="10673728" y="8394192"/>
                <a:ext cx="18770" cy="18928"/>
              </a:xfrm>
              <a:prstGeom prst="rect">
                <a:avLst/>
              </a:prstGeom>
              <a:solidFill>
                <a:srgbClr val="676767"/>
              </a:solidFill>
              <a:ln>
                <a:noFill/>
              </a:ln>
              <a:effectLst/>
            </p:spPr>
            <p:txBody>
              <a:bodyPr rtlCol="0" anchor="ctr"/>
              <a:lstStyle/>
              <a:p>
                <a:pPr algn="ctr"/>
              </a:p>
            </p:txBody>
          </p:sp>
          <p:sp>
            <p:nvSpPr>
              <p:cNvPr id="3976" name="Noise cell"/>
              <p:cNvSpPr/>
              <p:nvPr/>
            </p:nvSpPr>
            <p:spPr>
              <a:xfrm>
                <a:off x="10691858" y="8394192"/>
                <a:ext cx="18770" cy="18928"/>
              </a:xfrm>
              <a:prstGeom prst="rect">
                <a:avLst/>
              </a:prstGeom>
              <a:solidFill>
                <a:srgbClr val="868686"/>
              </a:solidFill>
              <a:ln>
                <a:noFill/>
              </a:ln>
              <a:effectLst/>
            </p:spPr>
            <p:txBody>
              <a:bodyPr rtlCol="0" anchor="ctr"/>
              <a:lstStyle/>
              <a:p>
                <a:pPr algn="ctr"/>
              </a:p>
            </p:txBody>
          </p:sp>
          <p:sp>
            <p:nvSpPr>
              <p:cNvPr id="3977" name="Noise cell"/>
              <p:cNvSpPr/>
              <p:nvPr/>
            </p:nvSpPr>
            <p:spPr>
              <a:xfrm>
                <a:off x="10709989" y="8394192"/>
                <a:ext cx="18770" cy="18928"/>
              </a:xfrm>
              <a:prstGeom prst="rect">
                <a:avLst/>
              </a:prstGeom>
              <a:solidFill>
                <a:srgbClr val="7D7D7D"/>
              </a:solidFill>
              <a:ln>
                <a:noFill/>
              </a:ln>
              <a:effectLst/>
            </p:spPr>
            <p:txBody>
              <a:bodyPr rtlCol="0" anchor="ctr"/>
              <a:lstStyle/>
              <a:p>
                <a:pPr algn="ctr"/>
              </a:p>
            </p:txBody>
          </p:sp>
          <p:sp>
            <p:nvSpPr>
              <p:cNvPr id="3978" name="Noise cell"/>
              <p:cNvSpPr/>
              <p:nvPr/>
            </p:nvSpPr>
            <p:spPr>
              <a:xfrm>
                <a:off x="10728119" y="8394192"/>
                <a:ext cx="18770" cy="18928"/>
              </a:xfrm>
              <a:prstGeom prst="rect">
                <a:avLst/>
              </a:prstGeom>
              <a:solidFill>
                <a:srgbClr val="878787"/>
              </a:solidFill>
              <a:ln>
                <a:noFill/>
              </a:ln>
              <a:effectLst/>
            </p:spPr>
            <p:txBody>
              <a:bodyPr rtlCol="0" anchor="ctr"/>
              <a:lstStyle/>
              <a:p>
                <a:pPr algn="ctr"/>
              </a:p>
            </p:txBody>
          </p:sp>
          <p:sp>
            <p:nvSpPr>
              <p:cNvPr id="3979" name="Noise cell"/>
              <p:cNvSpPr/>
              <p:nvPr/>
            </p:nvSpPr>
            <p:spPr>
              <a:xfrm>
                <a:off x="10746250" y="8394192"/>
                <a:ext cx="18770" cy="18928"/>
              </a:xfrm>
              <a:prstGeom prst="rect">
                <a:avLst/>
              </a:prstGeom>
              <a:solidFill>
                <a:srgbClr val="8C8C8C"/>
              </a:solidFill>
              <a:ln>
                <a:noFill/>
              </a:ln>
              <a:effectLst/>
            </p:spPr>
            <p:txBody>
              <a:bodyPr rtlCol="0" anchor="ctr"/>
              <a:lstStyle/>
              <a:p>
                <a:pPr algn="ctr"/>
              </a:p>
            </p:txBody>
          </p:sp>
          <p:sp>
            <p:nvSpPr>
              <p:cNvPr id="3980" name="Noise cell"/>
              <p:cNvSpPr/>
              <p:nvPr/>
            </p:nvSpPr>
            <p:spPr>
              <a:xfrm>
                <a:off x="10764380" y="8394192"/>
                <a:ext cx="18770" cy="18928"/>
              </a:xfrm>
              <a:prstGeom prst="rect">
                <a:avLst/>
              </a:prstGeom>
              <a:solidFill>
                <a:srgbClr val="8D8D8D"/>
              </a:solidFill>
              <a:ln>
                <a:noFill/>
              </a:ln>
              <a:effectLst/>
            </p:spPr>
            <p:txBody>
              <a:bodyPr rtlCol="0" anchor="ctr"/>
              <a:lstStyle/>
              <a:p>
                <a:pPr algn="ctr"/>
              </a:p>
            </p:txBody>
          </p:sp>
          <p:sp>
            <p:nvSpPr>
              <p:cNvPr id="3981" name="Noise cell"/>
              <p:cNvSpPr/>
              <p:nvPr/>
            </p:nvSpPr>
            <p:spPr>
              <a:xfrm>
                <a:off x="10782510" y="8394192"/>
                <a:ext cx="18770" cy="18928"/>
              </a:xfrm>
              <a:prstGeom prst="rect">
                <a:avLst/>
              </a:prstGeom>
              <a:solidFill>
                <a:srgbClr val="717171"/>
              </a:solidFill>
              <a:ln>
                <a:noFill/>
              </a:ln>
              <a:effectLst/>
            </p:spPr>
            <p:txBody>
              <a:bodyPr rtlCol="0" anchor="ctr"/>
              <a:lstStyle/>
              <a:p>
                <a:pPr algn="ctr"/>
              </a:p>
            </p:txBody>
          </p:sp>
          <p:sp>
            <p:nvSpPr>
              <p:cNvPr id="3982" name="Noise cell"/>
              <p:cNvSpPr/>
              <p:nvPr/>
            </p:nvSpPr>
            <p:spPr>
              <a:xfrm>
                <a:off x="10800641" y="8394192"/>
                <a:ext cx="18770" cy="18928"/>
              </a:xfrm>
              <a:prstGeom prst="rect">
                <a:avLst/>
              </a:prstGeom>
              <a:solidFill>
                <a:srgbClr val="868686"/>
              </a:solidFill>
              <a:ln>
                <a:noFill/>
              </a:ln>
              <a:effectLst/>
            </p:spPr>
            <p:txBody>
              <a:bodyPr rtlCol="0" anchor="ctr"/>
              <a:lstStyle/>
              <a:p>
                <a:pPr algn="ctr"/>
              </a:p>
            </p:txBody>
          </p:sp>
          <p:sp>
            <p:nvSpPr>
              <p:cNvPr id="3983" name="Noise cell"/>
              <p:cNvSpPr/>
              <p:nvPr/>
            </p:nvSpPr>
            <p:spPr>
              <a:xfrm>
                <a:off x="10818771" y="8394192"/>
                <a:ext cx="18770" cy="18928"/>
              </a:xfrm>
              <a:prstGeom prst="rect">
                <a:avLst/>
              </a:prstGeom>
              <a:solidFill>
                <a:srgbClr val="7F7F7F"/>
              </a:solidFill>
              <a:ln>
                <a:noFill/>
              </a:ln>
              <a:effectLst/>
            </p:spPr>
            <p:txBody>
              <a:bodyPr rtlCol="0" anchor="ctr"/>
              <a:lstStyle/>
              <a:p>
                <a:pPr algn="ctr"/>
              </a:p>
            </p:txBody>
          </p:sp>
          <p:sp>
            <p:nvSpPr>
              <p:cNvPr id="3984" name="Noise cell"/>
              <p:cNvSpPr/>
              <p:nvPr/>
            </p:nvSpPr>
            <p:spPr>
              <a:xfrm>
                <a:off x="10836901" y="8394192"/>
                <a:ext cx="18770" cy="18928"/>
              </a:xfrm>
              <a:prstGeom prst="rect">
                <a:avLst/>
              </a:prstGeom>
              <a:solidFill>
                <a:srgbClr val="757575"/>
              </a:solidFill>
              <a:ln>
                <a:noFill/>
              </a:ln>
              <a:effectLst/>
            </p:spPr>
            <p:txBody>
              <a:bodyPr rtlCol="0" anchor="ctr"/>
              <a:lstStyle/>
              <a:p>
                <a:pPr algn="ctr"/>
              </a:p>
            </p:txBody>
          </p:sp>
          <p:sp>
            <p:nvSpPr>
              <p:cNvPr id="3985" name="Noise cell"/>
              <p:cNvSpPr/>
              <p:nvPr/>
            </p:nvSpPr>
            <p:spPr>
              <a:xfrm>
                <a:off x="10855032" y="8394192"/>
                <a:ext cx="18770" cy="18928"/>
              </a:xfrm>
              <a:prstGeom prst="rect">
                <a:avLst/>
              </a:prstGeom>
              <a:solidFill>
                <a:srgbClr val="777777"/>
              </a:solidFill>
              <a:ln>
                <a:noFill/>
              </a:ln>
              <a:effectLst/>
            </p:spPr>
            <p:txBody>
              <a:bodyPr rtlCol="0" anchor="ctr"/>
              <a:lstStyle/>
              <a:p>
                <a:pPr algn="ctr"/>
              </a:p>
            </p:txBody>
          </p:sp>
          <p:sp>
            <p:nvSpPr>
              <p:cNvPr id="3986" name="Noise cell"/>
              <p:cNvSpPr/>
              <p:nvPr/>
            </p:nvSpPr>
            <p:spPr>
              <a:xfrm>
                <a:off x="10873162" y="8394192"/>
                <a:ext cx="18770" cy="18928"/>
              </a:xfrm>
              <a:prstGeom prst="rect">
                <a:avLst/>
              </a:prstGeom>
              <a:solidFill>
                <a:srgbClr val="949494"/>
              </a:solidFill>
              <a:ln>
                <a:noFill/>
              </a:ln>
              <a:effectLst/>
            </p:spPr>
            <p:txBody>
              <a:bodyPr rtlCol="0" anchor="ctr"/>
              <a:lstStyle/>
              <a:p>
                <a:pPr algn="ctr"/>
              </a:p>
            </p:txBody>
          </p:sp>
          <p:sp>
            <p:nvSpPr>
              <p:cNvPr id="3987" name="Noise cell"/>
              <p:cNvSpPr/>
              <p:nvPr/>
            </p:nvSpPr>
            <p:spPr>
              <a:xfrm>
                <a:off x="10891292" y="8394192"/>
                <a:ext cx="18770" cy="18928"/>
              </a:xfrm>
              <a:prstGeom prst="rect">
                <a:avLst/>
              </a:prstGeom>
              <a:solidFill>
                <a:srgbClr val="A8A8A8"/>
              </a:solidFill>
              <a:ln>
                <a:noFill/>
              </a:ln>
              <a:effectLst/>
            </p:spPr>
            <p:txBody>
              <a:bodyPr rtlCol="0" anchor="ctr"/>
              <a:lstStyle/>
              <a:p>
                <a:pPr algn="ctr"/>
              </a:p>
            </p:txBody>
          </p:sp>
          <p:sp>
            <p:nvSpPr>
              <p:cNvPr id="3988" name="Noise cell"/>
              <p:cNvSpPr/>
              <p:nvPr/>
            </p:nvSpPr>
            <p:spPr>
              <a:xfrm>
                <a:off x="10909423" y="8394192"/>
                <a:ext cx="18770" cy="18928"/>
              </a:xfrm>
              <a:prstGeom prst="rect">
                <a:avLst/>
              </a:prstGeom>
              <a:solidFill>
                <a:srgbClr val="7F7F7F"/>
              </a:solidFill>
              <a:ln>
                <a:noFill/>
              </a:ln>
              <a:effectLst/>
            </p:spPr>
            <p:txBody>
              <a:bodyPr rtlCol="0" anchor="ctr"/>
              <a:lstStyle/>
              <a:p>
                <a:pPr algn="ctr"/>
              </a:p>
            </p:txBody>
          </p:sp>
          <p:sp>
            <p:nvSpPr>
              <p:cNvPr id="3989" name="Noise cell"/>
              <p:cNvSpPr/>
              <p:nvPr/>
            </p:nvSpPr>
            <p:spPr>
              <a:xfrm>
                <a:off x="10927553" y="8394192"/>
                <a:ext cx="18770" cy="18928"/>
              </a:xfrm>
              <a:prstGeom prst="rect">
                <a:avLst/>
              </a:prstGeom>
              <a:solidFill>
                <a:srgbClr val="848484"/>
              </a:solidFill>
              <a:ln>
                <a:noFill/>
              </a:ln>
              <a:effectLst/>
            </p:spPr>
            <p:txBody>
              <a:bodyPr rtlCol="0" anchor="ctr"/>
              <a:lstStyle/>
              <a:p>
                <a:pPr algn="ctr"/>
              </a:p>
            </p:txBody>
          </p:sp>
          <p:sp>
            <p:nvSpPr>
              <p:cNvPr id="3990" name="Noise cell"/>
              <p:cNvSpPr/>
              <p:nvPr/>
            </p:nvSpPr>
            <p:spPr>
              <a:xfrm>
                <a:off x="10945683" y="8394192"/>
                <a:ext cx="18770" cy="18928"/>
              </a:xfrm>
              <a:prstGeom prst="rect">
                <a:avLst/>
              </a:prstGeom>
              <a:solidFill>
                <a:srgbClr val="606060"/>
              </a:solidFill>
              <a:ln>
                <a:noFill/>
              </a:ln>
              <a:effectLst/>
            </p:spPr>
            <p:txBody>
              <a:bodyPr rtlCol="0" anchor="ctr"/>
              <a:lstStyle/>
              <a:p>
                <a:pPr algn="ctr"/>
              </a:p>
            </p:txBody>
          </p:sp>
          <p:sp>
            <p:nvSpPr>
              <p:cNvPr id="3991" name="Noise cell"/>
              <p:cNvSpPr/>
              <p:nvPr/>
            </p:nvSpPr>
            <p:spPr>
              <a:xfrm>
                <a:off x="10963814" y="8394192"/>
                <a:ext cx="18770" cy="18928"/>
              </a:xfrm>
              <a:prstGeom prst="rect">
                <a:avLst/>
              </a:prstGeom>
              <a:solidFill>
                <a:srgbClr val="8C8C8C"/>
              </a:solidFill>
              <a:ln>
                <a:noFill/>
              </a:ln>
              <a:effectLst/>
            </p:spPr>
            <p:txBody>
              <a:bodyPr rtlCol="0" anchor="ctr"/>
              <a:lstStyle/>
              <a:p>
                <a:pPr algn="ctr"/>
              </a:p>
            </p:txBody>
          </p:sp>
          <p:sp>
            <p:nvSpPr>
              <p:cNvPr id="3992" name="Noise cell"/>
              <p:cNvSpPr/>
              <p:nvPr/>
            </p:nvSpPr>
            <p:spPr>
              <a:xfrm>
                <a:off x="9930384" y="8412480"/>
                <a:ext cx="18770" cy="18928"/>
              </a:xfrm>
              <a:prstGeom prst="rect">
                <a:avLst/>
              </a:prstGeom>
              <a:solidFill>
                <a:srgbClr val="8C8C8C"/>
              </a:solidFill>
              <a:ln>
                <a:noFill/>
              </a:ln>
              <a:effectLst/>
            </p:spPr>
            <p:txBody>
              <a:bodyPr rtlCol="0" anchor="ctr"/>
              <a:lstStyle/>
              <a:p>
                <a:pPr algn="ctr"/>
              </a:p>
            </p:txBody>
          </p:sp>
          <p:sp>
            <p:nvSpPr>
              <p:cNvPr id="3993" name="Noise cell"/>
              <p:cNvSpPr/>
              <p:nvPr/>
            </p:nvSpPr>
            <p:spPr>
              <a:xfrm>
                <a:off x="9948514" y="8412480"/>
                <a:ext cx="18770" cy="18928"/>
              </a:xfrm>
              <a:prstGeom prst="rect">
                <a:avLst/>
              </a:prstGeom>
              <a:solidFill>
                <a:srgbClr val="6F6F6F"/>
              </a:solidFill>
              <a:ln>
                <a:noFill/>
              </a:ln>
              <a:effectLst/>
            </p:spPr>
            <p:txBody>
              <a:bodyPr rtlCol="0" anchor="ctr"/>
              <a:lstStyle/>
              <a:p>
                <a:pPr algn="ctr"/>
              </a:p>
            </p:txBody>
          </p:sp>
          <p:sp>
            <p:nvSpPr>
              <p:cNvPr id="3994" name="Noise cell"/>
              <p:cNvSpPr/>
              <p:nvPr/>
            </p:nvSpPr>
            <p:spPr>
              <a:xfrm>
                <a:off x="9966645" y="8412480"/>
                <a:ext cx="18770" cy="18928"/>
              </a:xfrm>
              <a:prstGeom prst="rect">
                <a:avLst/>
              </a:prstGeom>
              <a:solidFill>
                <a:srgbClr val="878787"/>
              </a:solidFill>
              <a:ln>
                <a:noFill/>
              </a:ln>
              <a:effectLst/>
            </p:spPr>
            <p:txBody>
              <a:bodyPr rtlCol="0" anchor="ctr"/>
              <a:lstStyle/>
              <a:p>
                <a:pPr algn="ctr"/>
              </a:p>
            </p:txBody>
          </p:sp>
          <p:sp>
            <p:nvSpPr>
              <p:cNvPr id="3995" name="Noise cell"/>
              <p:cNvSpPr/>
              <p:nvPr/>
            </p:nvSpPr>
            <p:spPr>
              <a:xfrm>
                <a:off x="9984775" y="8412480"/>
                <a:ext cx="18770" cy="18928"/>
              </a:xfrm>
              <a:prstGeom prst="rect">
                <a:avLst/>
              </a:prstGeom>
              <a:solidFill>
                <a:srgbClr val="A1A1A1"/>
              </a:solidFill>
              <a:ln>
                <a:noFill/>
              </a:ln>
              <a:effectLst/>
            </p:spPr>
            <p:txBody>
              <a:bodyPr rtlCol="0" anchor="ctr"/>
              <a:lstStyle/>
              <a:p>
                <a:pPr algn="ctr"/>
              </a:p>
            </p:txBody>
          </p:sp>
          <p:sp>
            <p:nvSpPr>
              <p:cNvPr id="3996" name="Noise cell"/>
              <p:cNvSpPr/>
              <p:nvPr/>
            </p:nvSpPr>
            <p:spPr>
              <a:xfrm>
                <a:off x="10002905" y="8412480"/>
                <a:ext cx="18770" cy="18928"/>
              </a:xfrm>
              <a:prstGeom prst="rect">
                <a:avLst/>
              </a:prstGeom>
              <a:solidFill>
                <a:srgbClr val="898989"/>
              </a:solidFill>
              <a:ln>
                <a:noFill/>
              </a:ln>
              <a:effectLst/>
            </p:spPr>
            <p:txBody>
              <a:bodyPr rtlCol="0" anchor="ctr"/>
              <a:lstStyle/>
              <a:p>
                <a:pPr algn="ctr"/>
              </a:p>
            </p:txBody>
          </p:sp>
          <p:sp>
            <p:nvSpPr>
              <p:cNvPr id="3997" name="Noise cell"/>
              <p:cNvSpPr/>
              <p:nvPr/>
            </p:nvSpPr>
            <p:spPr>
              <a:xfrm>
                <a:off x="10021036" y="8412480"/>
                <a:ext cx="18770" cy="18928"/>
              </a:xfrm>
              <a:prstGeom prst="rect">
                <a:avLst/>
              </a:prstGeom>
              <a:solidFill>
                <a:srgbClr val="656565"/>
              </a:solidFill>
              <a:ln>
                <a:noFill/>
              </a:ln>
              <a:effectLst/>
            </p:spPr>
            <p:txBody>
              <a:bodyPr rtlCol="0" anchor="ctr"/>
              <a:lstStyle/>
              <a:p>
                <a:pPr algn="ctr"/>
              </a:p>
            </p:txBody>
          </p:sp>
          <p:sp>
            <p:nvSpPr>
              <p:cNvPr id="3998" name="Noise cell"/>
              <p:cNvSpPr/>
              <p:nvPr/>
            </p:nvSpPr>
            <p:spPr>
              <a:xfrm>
                <a:off x="10039166" y="8412480"/>
                <a:ext cx="18770" cy="18928"/>
              </a:xfrm>
              <a:prstGeom prst="rect">
                <a:avLst/>
              </a:prstGeom>
              <a:solidFill>
                <a:srgbClr val="828282"/>
              </a:solidFill>
              <a:ln>
                <a:noFill/>
              </a:ln>
              <a:effectLst/>
            </p:spPr>
            <p:txBody>
              <a:bodyPr rtlCol="0" anchor="ctr"/>
              <a:lstStyle/>
              <a:p>
                <a:pPr algn="ctr"/>
              </a:p>
            </p:txBody>
          </p:sp>
          <p:sp>
            <p:nvSpPr>
              <p:cNvPr id="3999" name="Noise cell"/>
              <p:cNvSpPr/>
              <p:nvPr/>
            </p:nvSpPr>
            <p:spPr>
              <a:xfrm>
                <a:off x="10057296" y="8412480"/>
                <a:ext cx="18770" cy="18928"/>
              </a:xfrm>
              <a:prstGeom prst="rect">
                <a:avLst/>
              </a:prstGeom>
              <a:solidFill>
                <a:srgbClr val="919191"/>
              </a:solidFill>
              <a:ln>
                <a:noFill/>
              </a:ln>
              <a:effectLst/>
            </p:spPr>
            <p:txBody>
              <a:bodyPr rtlCol="0" anchor="ctr"/>
              <a:lstStyle/>
              <a:p>
                <a:pPr algn="ctr"/>
              </a:p>
            </p:txBody>
          </p:sp>
          <p:sp>
            <p:nvSpPr>
              <p:cNvPr id="4000" name="Noise cell"/>
              <p:cNvSpPr/>
              <p:nvPr/>
            </p:nvSpPr>
            <p:spPr>
              <a:xfrm>
                <a:off x="10075427" y="8412480"/>
                <a:ext cx="18770" cy="18928"/>
              </a:xfrm>
              <a:prstGeom prst="rect">
                <a:avLst/>
              </a:prstGeom>
              <a:solidFill>
                <a:srgbClr val="9C9C9C"/>
              </a:solidFill>
              <a:ln>
                <a:noFill/>
              </a:ln>
              <a:effectLst/>
            </p:spPr>
            <p:txBody>
              <a:bodyPr rtlCol="0" anchor="ctr"/>
              <a:lstStyle/>
              <a:p>
                <a:pPr algn="ctr"/>
              </a:p>
            </p:txBody>
          </p:sp>
          <p:sp>
            <p:nvSpPr>
              <p:cNvPr id="4001" name="Noise cell"/>
              <p:cNvSpPr/>
              <p:nvPr/>
            </p:nvSpPr>
            <p:spPr>
              <a:xfrm>
                <a:off x="10093557" y="8412480"/>
                <a:ext cx="18770" cy="18928"/>
              </a:xfrm>
              <a:prstGeom prst="rect">
                <a:avLst/>
              </a:prstGeom>
              <a:solidFill>
                <a:srgbClr val="8A8A8A"/>
              </a:solidFill>
              <a:ln>
                <a:noFill/>
              </a:ln>
              <a:effectLst/>
            </p:spPr>
            <p:txBody>
              <a:bodyPr rtlCol="0" anchor="ctr"/>
              <a:lstStyle/>
              <a:p>
                <a:pPr algn="ctr"/>
              </a:p>
            </p:txBody>
          </p:sp>
          <p:sp>
            <p:nvSpPr>
              <p:cNvPr id="4002" name="Noise cell"/>
              <p:cNvSpPr/>
              <p:nvPr/>
            </p:nvSpPr>
            <p:spPr>
              <a:xfrm>
                <a:off x="10111687" y="8412480"/>
                <a:ext cx="18770" cy="18928"/>
              </a:xfrm>
              <a:prstGeom prst="rect">
                <a:avLst/>
              </a:prstGeom>
              <a:solidFill>
                <a:srgbClr val="757575"/>
              </a:solidFill>
              <a:ln>
                <a:noFill/>
              </a:ln>
              <a:effectLst/>
            </p:spPr>
            <p:txBody>
              <a:bodyPr rtlCol="0" anchor="ctr"/>
              <a:lstStyle/>
              <a:p>
                <a:pPr algn="ctr"/>
              </a:p>
            </p:txBody>
          </p:sp>
          <p:sp>
            <p:nvSpPr>
              <p:cNvPr id="4003" name="Noise cell"/>
              <p:cNvSpPr/>
              <p:nvPr/>
            </p:nvSpPr>
            <p:spPr>
              <a:xfrm>
                <a:off x="10129818" y="8412480"/>
                <a:ext cx="18770" cy="18928"/>
              </a:xfrm>
              <a:prstGeom prst="rect">
                <a:avLst/>
              </a:prstGeom>
              <a:solidFill>
                <a:srgbClr val="848484"/>
              </a:solidFill>
              <a:ln>
                <a:noFill/>
              </a:ln>
              <a:effectLst/>
            </p:spPr>
            <p:txBody>
              <a:bodyPr rtlCol="0" anchor="ctr"/>
              <a:lstStyle/>
              <a:p>
                <a:pPr algn="ctr"/>
              </a:p>
            </p:txBody>
          </p:sp>
          <p:sp>
            <p:nvSpPr>
              <p:cNvPr id="4004" name="Noise cell"/>
              <p:cNvSpPr/>
              <p:nvPr/>
            </p:nvSpPr>
            <p:spPr>
              <a:xfrm>
                <a:off x="10147948" y="8412480"/>
                <a:ext cx="18770" cy="18928"/>
              </a:xfrm>
              <a:prstGeom prst="rect">
                <a:avLst/>
              </a:prstGeom>
              <a:solidFill>
                <a:srgbClr val="929292"/>
              </a:solidFill>
              <a:ln>
                <a:noFill/>
              </a:ln>
              <a:effectLst/>
            </p:spPr>
            <p:txBody>
              <a:bodyPr rtlCol="0" anchor="ctr"/>
              <a:lstStyle/>
              <a:p>
                <a:pPr algn="ctr"/>
              </a:p>
            </p:txBody>
          </p:sp>
          <p:sp>
            <p:nvSpPr>
              <p:cNvPr id="4005" name="Noise cell"/>
              <p:cNvSpPr/>
              <p:nvPr/>
            </p:nvSpPr>
            <p:spPr>
              <a:xfrm>
                <a:off x="10166078" y="8412480"/>
                <a:ext cx="18770" cy="18928"/>
              </a:xfrm>
              <a:prstGeom prst="rect">
                <a:avLst/>
              </a:prstGeom>
              <a:solidFill>
                <a:srgbClr val="757575"/>
              </a:solidFill>
              <a:ln>
                <a:noFill/>
              </a:ln>
              <a:effectLst/>
            </p:spPr>
            <p:txBody>
              <a:bodyPr rtlCol="0" anchor="ctr"/>
              <a:lstStyle/>
              <a:p>
                <a:pPr algn="ctr"/>
              </a:p>
            </p:txBody>
          </p:sp>
          <p:sp>
            <p:nvSpPr>
              <p:cNvPr id="4006" name="Noise cell"/>
              <p:cNvSpPr/>
              <p:nvPr/>
            </p:nvSpPr>
            <p:spPr>
              <a:xfrm>
                <a:off x="10184209" y="8412480"/>
                <a:ext cx="18770" cy="18928"/>
              </a:xfrm>
              <a:prstGeom prst="rect">
                <a:avLst/>
              </a:prstGeom>
              <a:solidFill>
                <a:srgbClr val="9C9C9C"/>
              </a:solidFill>
              <a:ln>
                <a:noFill/>
              </a:ln>
              <a:effectLst/>
            </p:spPr>
            <p:txBody>
              <a:bodyPr rtlCol="0" anchor="ctr"/>
              <a:lstStyle/>
              <a:p>
                <a:pPr algn="ctr"/>
              </a:p>
            </p:txBody>
          </p:sp>
          <p:sp>
            <p:nvSpPr>
              <p:cNvPr id="4007" name="Noise cell"/>
              <p:cNvSpPr/>
              <p:nvPr/>
            </p:nvSpPr>
            <p:spPr>
              <a:xfrm>
                <a:off x="10202339" y="8412480"/>
                <a:ext cx="18770" cy="18928"/>
              </a:xfrm>
              <a:prstGeom prst="rect">
                <a:avLst/>
              </a:prstGeom>
              <a:solidFill>
                <a:srgbClr val="808080"/>
              </a:solidFill>
              <a:ln>
                <a:noFill/>
              </a:ln>
              <a:effectLst/>
            </p:spPr>
            <p:txBody>
              <a:bodyPr rtlCol="0" anchor="ctr"/>
              <a:lstStyle/>
              <a:p>
                <a:pPr algn="ctr"/>
              </a:p>
            </p:txBody>
          </p:sp>
          <p:sp>
            <p:nvSpPr>
              <p:cNvPr id="4008" name="Noise cell"/>
              <p:cNvSpPr/>
              <p:nvPr/>
            </p:nvSpPr>
            <p:spPr>
              <a:xfrm>
                <a:off x="10220470" y="8412480"/>
                <a:ext cx="18770" cy="18928"/>
              </a:xfrm>
              <a:prstGeom prst="rect">
                <a:avLst/>
              </a:prstGeom>
              <a:solidFill>
                <a:srgbClr val="7D7D7D"/>
              </a:solidFill>
              <a:ln>
                <a:noFill/>
              </a:ln>
              <a:effectLst/>
            </p:spPr>
            <p:txBody>
              <a:bodyPr rtlCol="0" anchor="ctr"/>
              <a:lstStyle/>
              <a:p>
                <a:pPr algn="ctr"/>
              </a:p>
            </p:txBody>
          </p:sp>
          <p:sp>
            <p:nvSpPr>
              <p:cNvPr id="4009" name="Noise cell"/>
              <p:cNvSpPr/>
              <p:nvPr/>
            </p:nvSpPr>
            <p:spPr>
              <a:xfrm>
                <a:off x="10238600" y="8412480"/>
                <a:ext cx="18770" cy="18928"/>
              </a:xfrm>
              <a:prstGeom prst="rect">
                <a:avLst/>
              </a:prstGeom>
              <a:solidFill>
                <a:srgbClr val="919191"/>
              </a:solidFill>
              <a:ln>
                <a:noFill/>
              </a:ln>
              <a:effectLst/>
            </p:spPr>
            <p:txBody>
              <a:bodyPr rtlCol="0" anchor="ctr"/>
              <a:lstStyle/>
              <a:p>
                <a:pPr algn="ctr"/>
              </a:p>
            </p:txBody>
          </p:sp>
          <p:sp>
            <p:nvSpPr>
              <p:cNvPr id="4010" name="Noise cell"/>
              <p:cNvSpPr/>
              <p:nvPr/>
            </p:nvSpPr>
            <p:spPr>
              <a:xfrm>
                <a:off x="10256730" y="8412480"/>
                <a:ext cx="18770" cy="18928"/>
              </a:xfrm>
              <a:prstGeom prst="rect">
                <a:avLst/>
              </a:prstGeom>
              <a:solidFill>
                <a:srgbClr val="747474"/>
              </a:solidFill>
              <a:ln>
                <a:noFill/>
              </a:ln>
              <a:effectLst/>
            </p:spPr>
            <p:txBody>
              <a:bodyPr rtlCol="0" anchor="ctr"/>
              <a:lstStyle/>
              <a:p>
                <a:pPr algn="ctr"/>
              </a:p>
            </p:txBody>
          </p:sp>
          <p:sp>
            <p:nvSpPr>
              <p:cNvPr id="4011" name="Noise cell"/>
              <p:cNvSpPr/>
              <p:nvPr/>
            </p:nvSpPr>
            <p:spPr>
              <a:xfrm>
                <a:off x="10274861" y="8412480"/>
                <a:ext cx="18770" cy="18928"/>
              </a:xfrm>
              <a:prstGeom prst="rect">
                <a:avLst/>
              </a:prstGeom>
              <a:solidFill>
                <a:srgbClr val="838383"/>
              </a:solidFill>
              <a:ln>
                <a:noFill/>
              </a:ln>
              <a:effectLst/>
            </p:spPr>
            <p:txBody>
              <a:bodyPr rtlCol="0" anchor="ctr"/>
              <a:lstStyle/>
              <a:p>
                <a:pPr algn="ctr"/>
              </a:p>
            </p:txBody>
          </p:sp>
          <p:sp>
            <p:nvSpPr>
              <p:cNvPr id="4012" name="Noise cell"/>
              <p:cNvSpPr/>
              <p:nvPr/>
            </p:nvSpPr>
            <p:spPr>
              <a:xfrm>
                <a:off x="10292991" y="8412480"/>
                <a:ext cx="18770" cy="18928"/>
              </a:xfrm>
              <a:prstGeom prst="rect">
                <a:avLst/>
              </a:prstGeom>
              <a:solidFill>
                <a:srgbClr val="898989"/>
              </a:solidFill>
              <a:ln>
                <a:noFill/>
              </a:ln>
              <a:effectLst/>
            </p:spPr>
            <p:txBody>
              <a:bodyPr rtlCol="0" anchor="ctr"/>
              <a:lstStyle/>
              <a:p>
                <a:pPr algn="ctr"/>
              </a:p>
            </p:txBody>
          </p:sp>
          <p:sp>
            <p:nvSpPr>
              <p:cNvPr id="4013" name="Noise cell"/>
              <p:cNvSpPr/>
              <p:nvPr/>
            </p:nvSpPr>
            <p:spPr>
              <a:xfrm>
                <a:off x="10311121" y="8412480"/>
                <a:ext cx="18770" cy="18928"/>
              </a:xfrm>
              <a:prstGeom prst="rect">
                <a:avLst/>
              </a:prstGeom>
              <a:solidFill>
                <a:srgbClr val="6D6D6D"/>
              </a:solidFill>
              <a:ln>
                <a:noFill/>
              </a:ln>
              <a:effectLst/>
            </p:spPr>
            <p:txBody>
              <a:bodyPr rtlCol="0" anchor="ctr"/>
              <a:lstStyle/>
              <a:p>
                <a:pPr algn="ctr"/>
              </a:p>
            </p:txBody>
          </p:sp>
          <p:sp>
            <p:nvSpPr>
              <p:cNvPr id="4014" name="Noise cell"/>
              <p:cNvSpPr/>
              <p:nvPr/>
            </p:nvSpPr>
            <p:spPr>
              <a:xfrm>
                <a:off x="10329252" y="8412480"/>
                <a:ext cx="18770" cy="18928"/>
              </a:xfrm>
              <a:prstGeom prst="rect">
                <a:avLst/>
              </a:prstGeom>
              <a:solidFill>
                <a:srgbClr val="797979"/>
              </a:solidFill>
              <a:ln>
                <a:noFill/>
              </a:ln>
              <a:effectLst/>
            </p:spPr>
            <p:txBody>
              <a:bodyPr rtlCol="0" anchor="ctr"/>
              <a:lstStyle/>
              <a:p>
                <a:pPr algn="ctr"/>
              </a:p>
            </p:txBody>
          </p:sp>
          <p:sp>
            <p:nvSpPr>
              <p:cNvPr id="4015" name="Noise cell"/>
              <p:cNvSpPr/>
              <p:nvPr/>
            </p:nvSpPr>
            <p:spPr>
              <a:xfrm>
                <a:off x="10347382" y="8412480"/>
                <a:ext cx="18770" cy="18928"/>
              </a:xfrm>
              <a:prstGeom prst="rect">
                <a:avLst/>
              </a:prstGeom>
              <a:solidFill>
                <a:srgbClr val="8E8E8E"/>
              </a:solidFill>
              <a:ln>
                <a:noFill/>
              </a:ln>
              <a:effectLst/>
            </p:spPr>
            <p:txBody>
              <a:bodyPr rtlCol="0" anchor="ctr"/>
              <a:lstStyle/>
              <a:p>
                <a:pPr algn="ctr"/>
              </a:p>
            </p:txBody>
          </p:sp>
          <p:sp>
            <p:nvSpPr>
              <p:cNvPr id="4016" name="Noise cell"/>
              <p:cNvSpPr/>
              <p:nvPr/>
            </p:nvSpPr>
            <p:spPr>
              <a:xfrm>
                <a:off x="10365512" y="8412480"/>
                <a:ext cx="18770" cy="18928"/>
              </a:xfrm>
              <a:prstGeom prst="rect">
                <a:avLst/>
              </a:prstGeom>
              <a:solidFill>
                <a:srgbClr val="747474"/>
              </a:solidFill>
              <a:ln>
                <a:noFill/>
              </a:ln>
              <a:effectLst/>
            </p:spPr>
            <p:txBody>
              <a:bodyPr rtlCol="0" anchor="ctr"/>
              <a:lstStyle/>
              <a:p>
                <a:pPr algn="ctr"/>
              </a:p>
            </p:txBody>
          </p:sp>
          <p:sp>
            <p:nvSpPr>
              <p:cNvPr id="4017" name="Noise cell"/>
              <p:cNvSpPr/>
              <p:nvPr/>
            </p:nvSpPr>
            <p:spPr>
              <a:xfrm>
                <a:off x="10383643" y="8412480"/>
                <a:ext cx="18770" cy="18928"/>
              </a:xfrm>
              <a:prstGeom prst="rect">
                <a:avLst/>
              </a:prstGeom>
              <a:solidFill>
                <a:srgbClr val="848484"/>
              </a:solidFill>
              <a:ln>
                <a:noFill/>
              </a:ln>
              <a:effectLst/>
            </p:spPr>
            <p:txBody>
              <a:bodyPr rtlCol="0" anchor="ctr"/>
              <a:lstStyle/>
              <a:p>
                <a:pPr algn="ctr"/>
              </a:p>
            </p:txBody>
          </p:sp>
          <p:sp>
            <p:nvSpPr>
              <p:cNvPr id="4018" name="Noise cell"/>
              <p:cNvSpPr/>
              <p:nvPr/>
            </p:nvSpPr>
            <p:spPr>
              <a:xfrm>
                <a:off x="10401773" y="8412480"/>
                <a:ext cx="18770" cy="18928"/>
              </a:xfrm>
              <a:prstGeom prst="rect">
                <a:avLst/>
              </a:prstGeom>
              <a:solidFill>
                <a:srgbClr val="898989"/>
              </a:solidFill>
              <a:ln>
                <a:noFill/>
              </a:ln>
              <a:effectLst/>
            </p:spPr>
            <p:txBody>
              <a:bodyPr rtlCol="0" anchor="ctr"/>
              <a:lstStyle/>
              <a:p>
                <a:pPr algn="ctr"/>
              </a:p>
            </p:txBody>
          </p:sp>
          <p:sp>
            <p:nvSpPr>
              <p:cNvPr id="4019" name="Noise cell"/>
              <p:cNvSpPr/>
              <p:nvPr/>
            </p:nvSpPr>
            <p:spPr>
              <a:xfrm>
                <a:off x="10419903" y="8412480"/>
                <a:ext cx="18770" cy="18928"/>
              </a:xfrm>
              <a:prstGeom prst="rect">
                <a:avLst/>
              </a:prstGeom>
              <a:solidFill>
                <a:srgbClr val="7E7E7E"/>
              </a:solidFill>
              <a:ln>
                <a:noFill/>
              </a:ln>
              <a:effectLst/>
            </p:spPr>
            <p:txBody>
              <a:bodyPr rtlCol="0" anchor="ctr"/>
              <a:lstStyle/>
              <a:p>
                <a:pPr algn="ctr"/>
              </a:p>
            </p:txBody>
          </p:sp>
          <p:sp>
            <p:nvSpPr>
              <p:cNvPr id="4020" name="Noise cell"/>
              <p:cNvSpPr/>
              <p:nvPr/>
            </p:nvSpPr>
            <p:spPr>
              <a:xfrm>
                <a:off x="10438034" y="8412480"/>
                <a:ext cx="18770" cy="18928"/>
              </a:xfrm>
              <a:prstGeom prst="rect">
                <a:avLst/>
              </a:prstGeom>
              <a:solidFill>
                <a:srgbClr val="737373"/>
              </a:solidFill>
              <a:ln>
                <a:noFill/>
              </a:ln>
              <a:effectLst/>
            </p:spPr>
            <p:txBody>
              <a:bodyPr rtlCol="0" anchor="ctr"/>
              <a:lstStyle/>
              <a:p>
                <a:pPr algn="ctr"/>
              </a:p>
            </p:txBody>
          </p:sp>
          <p:sp>
            <p:nvSpPr>
              <p:cNvPr id="4021" name="Noise cell"/>
              <p:cNvSpPr/>
              <p:nvPr/>
            </p:nvSpPr>
            <p:spPr>
              <a:xfrm>
                <a:off x="10456164" y="8412480"/>
                <a:ext cx="18770" cy="18928"/>
              </a:xfrm>
              <a:prstGeom prst="rect">
                <a:avLst/>
              </a:prstGeom>
              <a:solidFill>
                <a:srgbClr val="909090"/>
              </a:solidFill>
              <a:ln>
                <a:noFill/>
              </a:ln>
              <a:effectLst/>
            </p:spPr>
            <p:txBody>
              <a:bodyPr rtlCol="0" anchor="ctr"/>
              <a:lstStyle/>
              <a:p>
                <a:pPr algn="ctr"/>
              </a:p>
            </p:txBody>
          </p:sp>
          <p:sp>
            <p:nvSpPr>
              <p:cNvPr id="4022" name="Noise cell"/>
              <p:cNvSpPr/>
              <p:nvPr/>
            </p:nvSpPr>
            <p:spPr>
              <a:xfrm>
                <a:off x="10474294" y="8412480"/>
                <a:ext cx="18770" cy="18928"/>
              </a:xfrm>
              <a:prstGeom prst="rect">
                <a:avLst/>
              </a:prstGeom>
              <a:solidFill>
                <a:srgbClr val="838383"/>
              </a:solidFill>
              <a:ln>
                <a:noFill/>
              </a:ln>
              <a:effectLst/>
            </p:spPr>
            <p:txBody>
              <a:bodyPr rtlCol="0" anchor="ctr"/>
              <a:lstStyle/>
              <a:p>
                <a:pPr algn="ctr"/>
              </a:p>
            </p:txBody>
          </p:sp>
          <p:sp>
            <p:nvSpPr>
              <p:cNvPr id="4023" name="Noise cell"/>
              <p:cNvSpPr/>
              <p:nvPr/>
            </p:nvSpPr>
            <p:spPr>
              <a:xfrm>
                <a:off x="10492425" y="8412480"/>
                <a:ext cx="18770" cy="18928"/>
              </a:xfrm>
              <a:prstGeom prst="rect">
                <a:avLst/>
              </a:prstGeom>
              <a:solidFill>
                <a:srgbClr val="868686"/>
              </a:solidFill>
              <a:ln>
                <a:noFill/>
              </a:ln>
              <a:effectLst/>
            </p:spPr>
            <p:txBody>
              <a:bodyPr rtlCol="0" anchor="ctr"/>
              <a:lstStyle/>
              <a:p>
                <a:pPr algn="ctr"/>
              </a:p>
            </p:txBody>
          </p:sp>
          <p:sp>
            <p:nvSpPr>
              <p:cNvPr id="4024" name="Noise cell"/>
              <p:cNvSpPr/>
              <p:nvPr/>
            </p:nvSpPr>
            <p:spPr>
              <a:xfrm>
                <a:off x="10510555" y="8412480"/>
                <a:ext cx="18770" cy="18928"/>
              </a:xfrm>
              <a:prstGeom prst="rect">
                <a:avLst/>
              </a:prstGeom>
              <a:solidFill>
                <a:srgbClr val="909090"/>
              </a:solidFill>
              <a:ln>
                <a:noFill/>
              </a:ln>
              <a:effectLst/>
            </p:spPr>
            <p:txBody>
              <a:bodyPr rtlCol="0" anchor="ctr"/>
              <a:lstStyle/>
              <a:p>
                <a:pPr algn="ctr"/>
              </a:p>
            </p:txBody>
          </p:sp>
          <p:sp>
            <p:nvSpPr>
              <p:cNvPr id="4025" name="Noise cell"/>
              <p:cNvSpPr/>
              <p:nvPr/>
            </p:nvSpPr>
            <p:spPr>
              <a:xfrm>
                <a:off x="10528685" y="8412480"/>
                <a:ext cx="18770" cy="18928"/>
              </a:xfrm>
              <a:prstGeom prst="rect">
                <a:avLst/>
              </a:prstGeom>
              <a:solidFill>
                <a:srgbClr val="818181"/>
              </a:solidFill>
              <a:ln>
                <a:noFill/>
              </a:ln>
              <a:effectLst/>
            </p:spPr>
            <p:txBody>
              <a:bodyPr rtlCol="0" anchor="ctr"/>
              <a:lstStyle/>
              <a:p>
                <a:pPr algn="ctr"/>
              </a:p>
            </p:txBody>
          </p:sp>
          <p:sp>
            <p:nvSpPr>
              <p:cNvPr id="4026" name="Noise cell"/>
              <p:cNvSpPr/>
              <p:nvPr/>
            </p:nvSpPr>
            <p:spPr>
              <a:xfrm>
                <a:off x="10546816" y="8412480"/>
                <a:ext cx="18770" cy="18928"/>
              </a:xfrm>
              <a:prstGeom prst="rect">
                <a:avLst/>
              </a:prstGeom>
              <a:solidFill>
                <a:srgbClr val="797979"/>
              </a:solidFill>
              <a:ln>
                <a:noFill/>
              </a:ln>
              <a:effectLst/>
            </p:spPr>
            <p:txBody>
              <a:bodyPr rtlCol="0" anchor="ctr"/>
              <a:lstStyle/>
              <a:p>
                <a:pPr algn="ctr"/>
              </a:p>
            </p:txBody>
          </p:sp>
          <p:sp>
            <p:nvSpPr>
              <p:cNvPr id="4027" name="Noise cell"/>
              <p:cNvSpPr/>
              <p:nvPr/>
            </p:nvSpPr>
            <p:spPr>
              <a:xfrm>
                <a:off x="10564946" y="8412480"/>
                <a:ext cx="18770" cy="18928"/>
              </a:xfrm>
              <a:prstGeom prst="rect">
                <a:avLst/>
              </a:prstGeom>
              <a:solidFill>
                <a:srgbClr val="909090"/>
              </a:solidFill>
              <a:ln>
                <a:noFill/>
              </a:ln>
              <a:effectLst/>
            </p:spPr>
            <p:txBody>
              <a:bodyPr rtlCol="0" anchor="ctr"/>
              <a:lstStyle/>
              <a:p>
                <a:pPr algn="ctr"/>
              </a:p>
            </p:txBody>
          </p:sp>
          <p:sp>
            <p:nvSpPr>
              <p:cNvPr id="4028" name="Noise cell"/>
              <p:cNvSpPr/>
              <p:nvPr/>
            </p:nvSpPr>
            <p:spPr>
              <a:xfrm>
                <a:off x="10583076" y="8412480"/>
                <a:ext cx="18770" cy="18928"/>
              </a:xfrm>
              <a:prstGeom prst="rect">
                <a:avLst/>
              </a:prstGeom>
              <a:solidFill>
                <a:srgbClr val="676767"/>
              </a:solidFill>
              <a:ln>
                <a:noFill/>
              </a:ln>
              <a:effectLst/>
            </p:spPr>
            <p:txBody>
              <a:bodyPr rtlCol="0" anchor="ctr"/>
              <a:lstStyle/>
              <a:p>
                <a:pPr algn="ctr"/>
              </a:p>
            </p:txBody>
          </p:sp>
          <p:sp>
            <p:nvSpPr>
              <p:cNvPr id="4029" name="Noise cell"/>
              <p:cNvSpPr/>
              <p:nvPr/>
            </p:nvSpPr>
            <p:spPr>
              <a:xfrm>
                <a:off x="10601207" y="8412480"/>
                <a:ext cx="18770" cy="18928"/>
              </a:xfrm>
              <a:prstGeom prst="rect">
                <a:avLst/>
              </a:prstGeom>
              <a:solidFill>
                <a:srgbClr val="727272"/>
              </a:solidFill>
              <a:ln>
                <a:noFill/>
              </a:ln>
              <a:effectLst/>
            </p:spPr>
            <p:txBody>
              <a:bodyPr rtlCol="0" anchor="ctr"/>
              <a:lstStyle/>
              <a:p>
                <a:pPr algn="ctr"/>
              </a:p>
            </p:txBody>
          </p:sp>
          <p:sp>
            <p:nvSpPr>
              <p:cNvPr id="4030" name="Noise cell"/>
              <p:cNvSpPr/>
              <p:nvPr/>
            </p:nvSpPr>
            <p:spPr>
              <a:xfrm>
                <a:off x="10619337" y="8412480"/>
                <a:ext cx="18770" cy="18928"/>
              </a:xfrm>
              <a:prstGeom prst="rect">
                <a:avLst/>
              </a:prstGeom>
              <a:solidFill>
                <a:srgbClr val="9E9E9E"/>
              </a:solidFill>
              <a:ln>
                <a:noFill/>
              </a:ln>
              <a:effectLst/>
            </p:spPr>
            <p:txBody>
              <a:bodyPr rtlCol="0" anchor="ctr"/>
              <a:lstStyle/>
              <a:p>
                <a:pPr algn="ctr"/>
              </a:p>
            </p:txBody>
          </p:sp>
          <p:sp>
            <p:nvSpPr>
              <p:cNvPr id="4031" name="Noise cell"/>
              <p:cNvSpPr/>
              <p:nvPr/>
            </p:nvSpPr>
            <p:spPr>
              <a:xfrm>
                <a:off x="10637467" y="8412480"/>
                <a:ext cx="18770" cy="18928"/>
              </a:xfrm>
              <a:prstGeom prst="rect">
                <a:avLst/>
              </a:prstGeom>
              <a:solidFill>
                <a:srgbClr val="8B8B8B"/>
              </a:solidFill>
              <a:ln>
                <a:noFill/>
              </a:ln>
              <a:effectLst/>
            </p:spPr>
            <p:txBody>
              <a:bodyPr rtlCol="0" anchor="ctr"/>
              <a:lstStyle/>
              <a:p>
                <a:pPr algn="ctr"/>
              </a:p>
            </p:txBody>
          </p:sp>
          <p:sp>
            <p:nvSpPr>
              <p:cNvPr id="4032" name="Noise cell"/>
              <p:cNvSpPr/>
              <p:nvPr/>
            </p:nvSpPr>
            <p:spPr>
              <a:xfrm>
                <a:off x="10655598" y="8412480"/>
                <a:ext cx="18770" cy="18928"/>
              </a:xfrm>
              <a:prstGeom prst="rect">
                <a:avLst/>
              </a:prstGeom>
              <a:solidFill>
                <a:srgbClr val="979797"/>
              </a:solidFill>
              <a:ln>
                <a:noFill/>
              </a:ln>
              <a:effectLst/>
            </p:spPr>
            <p:txBody>
              <a:bodyPr rtlCol="0" anchor="ctr"/>
              <a:lstStyle/>
              <a:p>
                <a:pPr algn="ctr"/>
              </a:p>
            </p:txBody>
          </p:sp>
          <p:sp>
            <p:nvSpPr>
              <p:cNvPr id="4033" name="Noise cell"/>
              <p:cNvSpPr/>
              <p:nvPr/>
            </p:nvSpPr>
            <p:spPr>
              <a:xfrm>
                <a:off x="10673728" y="8412480"/>
                <a:ext cx="18770" cy="18928"/>
              </a:xfrm>
              <a:prstGeom prst="rect">
                <a:avLst/>
              </a:prstGeom>
              <a:solidFill>
                <a:srgbClr val="6D6D6D"/>
              </a:solidFill>
              <a:ln>
                <a:noFill/>
              </a:ln>
              <a:effectLst/>
            </p:spPr>
            <p:txBody>
              <a:bodyPr rtlCol="0" anchor="ctr"/>
              <a:lstStyle/>
              <a:p>
                <a:pPr algn="ctr"/>
              </a:p>
            </p:txBody>
          </p:sp>
          <p:sp>
            <p:nvSpPr>
              <p:cNvPr id="4034" name="Noise cell"/>
              <p:cNvSpPr/>
              <p:nvPr/>
            </p:nvSpPr>
            <p:spPr>
              <a:xfrm>
                <a:off x="10691858" y="8412480"/>
                <a:ext cx="18770" cy="18928"/>
              </a:xfrm>
              <a:prstGeom prst="rect">
                <a:avLst/>
              </a:prstGeom>
              <a:solidFill>
                <a:srgbClr val="878787"/>
              </a:solidFill>
              <a:ln>
                <a:noFill/>
              </a:ln>
              <a:effectLst/>
            </p:spPr>
            <p:txBody>
              <a:bodyPr rtlCol="0" anchor="ctr"/>
              <a:lstStyle/>
              <a:p>
                <a:pPr algn="ctr"/>
              </a:p>
            </p:txBody>
          </p:sp>
          <p:sp>
            <p:nvSpPr>
              <p:cNvPr id="4035" name="Noise cell"/>
              <p:cNvSpPr/>
              <p:nvPr/>
            </p:nvSpPr>
            <p:spPr>
              <a:xfrm>
                <a:off x="10709989" y="8412480"/>
                <a:ext cx="18770" cy="18928"/>
              </a:xfrm>
              <a:prstGeom prst="rect">
                <a:avLst/>
              </a:prstGeom>
              <a:solidFill>
                <a:srgbClr val="7A7A7A"/>
              </a:solidFill>
              <a:ln>
                <a:noFill/>
              </a:ln>
              <a:effectLst/>
            </p:spPr>
            <p:txBody>
              <a:bodyPr rtlCol="0" anchor="ctr"/>
              <a:lstStyle/>
              <a:p>
                <a:pPr algn="ctr"/>
              </a:p>
            </p:txBody>
          </p:sp>
          <p:sp>
            <p:nvSpPr>
              <p:cNvPr id="4036" name="Noise cell"/>
              <p:cNvSpPr/>
              <p:nvPr/>
            </p:nvSpPr>
            <p:spPr>
              <a:xfrm>
                <a:off x="10728119" y="8412480"/>
                <a:ext cx="18770" cy="18928"/>
              </a:xfrm>
              <a:prstGeom prst="rect">
                <a:avLst/>
              </a:prstGeom>
              <a:solidFill>
                <a:srgbClr val="919191"/>
              </a:solidFill>
              <a:ln>
                <a:noFill/>
              </a:ln>
              <a:effectLst/>
            </p:spPr>
            <p:txBody>
              <a:bodyPr rtlCol="0" anchor="ctr"/>
              <a:lstStyle/>
              <a:p>
                <a:pPr algn="ctr"/>
              </a:p>
            </p:txBody>
          </p:sp>
          <p:sp>
            <p:nvSpPr>
              <p:cNvPr id="4037" name="Noise cell"/>
              <p:cNvSpPr/>
              <p:nvPr/>
            </p:nvSpPr>
            <p:spPr>
              <a:xfrm>
                <a:off x="10746250" y="8412480"/>
                <a:ext cx="18770" cy="18928"/>
              </a:xfrm>
              <a:prstGeom prst="rect">
                <a:avLst/>
              </a:prstGeom>
              <a:solidFill>
                <a:srgbClr val="7D7D7D"/>
              </a:solidFill>
              <a:ln>
                <a:noFill/>
              </a:ln>
              <a:effectLst/>
            </p:spPr>
            <p:txBody>
              <a:bodyPr rtlCol="0" anchor="ctr"/>
              <a:lstStyle/>
              <a:p>
                <a:pPr algn="ctr"/>
              </a:p>
            </p:txBody>
          </p:sp>
          <p:sp>
            <p:nvSpPr>
              <p:cNvPr id="4038" name="Noise cell"/>
              <p:cNvSpPr/>
              <p:nvPr/>
            </p:nvSpPr>
            <p:spPr>
              <a:xfrm>
                <a:off x="10764380" y="8412480"/>
                <a:ext cx="18770" cy="18928"/>
              </a:xfrm>
              <a:prstGeom prst="rect">
                <a:avLst/>
              </a:prstGeom>
              <a:solidFill>
                <a:srgbClr val="959595"/>
              </a:solidFill>
              <a:ln>
                <a:noFill/>
              </a:ln>
              <a:effectLst/>
            </p:spPr>
            <p:txBody>
              <a:bodyPr rtlCol="0" anchor="ctr"/>
              <a:lstStyle/>
              <a:p>
                <a:pPr algn="ctr"/>
              </a:p>
            </p:txBody>
          </p:sp>
          <p:sp>
            <p:nvSpPr>
              <p:cNvPr id="4039" name="Noise cell"/>
              <p:cNvSpPr/>
              <p:nvPr/>
            </p:nvSpPr>
            <p:spPr>
              <a:xfrm>
                <a:off x="10782510" y="8412480"/>
                <a:ext cx="18770" cy="18928"/>
              </a:xfrm>
              <a:prstGeom prst="rect">
                <a:avLst/>
              </a:prstGeom>
              <a:solidFill>
                <a:srgbClr val="828282"/>
              </a:solidFill>
              <a:ln>
                <a:noFill/>
              </a:ln>
              <a:effectLst/>
            </p:spPr>
            <p:txBody>
              <a:bodyPr rtlCol="0" anchor="ctr"/>
              <a:lstStyle/>
              <a:p>
                <a:pPr algn="ctr"/>
              </a:p>
            </p:txBody>
          </p:sp>
          <p:sp>
            <p:nvSpPr>
              <p:cNvPr id="4040" name="Noise cell"/>
              <p:cNvSpPr/>
              <p:nvPr/>
            </p:nvSpPr>
            <p:spPr>
              <a:xfrm>
                <a:off x="10800641" y="8412480"/>
                <a:ext cx="18770" cy="18928"/>
              </a:xfrm>
              <a:prstGeom prst="rect">
                <a:avLst/>
              </a:prstGeom>
              <a:solidFill>
                <a:srgbClr val="898989"/>
              </a:solidFill>
              <a:ln>
                <a:noFill/>
              </a:ln>
              <a:effectLst/>
            </p:spPr>
            <p:txBody>
              <a:bodyPr rtlCol="0" anchor="ctr"/>
              <a:lstStyle/>
              <a:p>
                <a:pPr algn="ctr"/>
              </a:p>
            </p:txBody>
          </p:sp>
          <p:sp>
            <p:nvSpPr>
              <p:cNvPr id="4041" name="Noise cell"/>
              <p:cNvSpPr/>
              <p:nvPr/>
            </p:nvSpPr>
            <p:spPr>
              <a:xfrm>
                <a:off x="10818771" y="8412480"/>
                <a:ext cx="18770" cy="18928"/>
              </a:xfrm>
              <a:prstGeom prst="rect">
                <a:avLst/>
              </a:prstGeom>
              <a:solidFill>
                <a:srgbClr val="A4A4A4"/>
              </a:solidFill>
              <a:ln>
                <a:noFill/>
              </a:ln>
              <a:effectLst/>
            </p:spPr>
            <p:txBody>
              <a:bodyPr rtlCol="0" anchor="ctr"/>
              <a:lstStyle/>
              <a:p>
                <a:pPr algn="ctr"/>
              </a:p>
            </p:txBody>
          </p:sp>
          <p:sp>
            <p:nvSpPr>
              <p:cNvPr id="4042" name="Noise cell"/>
              <p:cNvSpPr/>
              <p:nvPr/>
            </p:nvSpPr>
            <p:spPr>
              <a:xfrm>
                <a:off x="10836901" y="8412480"/>
                <a:ext cx="18770" cy="18928"/>
              </a:xfrm>
              <a:prstGeom prst="rect">
                <a:avLst/>
              </a:prstGeom>
              <a:solidFill>
                <a:srgbClr val="909090"/>
              </a:solidFill>
              <a:ln>
                <a:noFill/>
              </a:ln>
              <a:effectLst/>
            </p:spPr>
            <p:txBody>
              <a:bodyPr rtlCol="0" anchor="ctr"/>
              <a:lstStyle/>
              <a:p>
                <a:pPr algn="ctr"/>
              </a:p>
            </p:txBody>
          </p:sp>
          <p:sp>
            <p:nvSpPr>
              <p:cNvPr id="4043" name="Noise cell"/>
              <p:cNvSpPr/>
              <p:nvPr/>
            </p:nvSpPr>
            <p:spPr>
              <a:xfrm>
                <a:off x="10855032" y="8412480"/>
                <a:ext cx="18770" cy="18928"/>
              </a:xfrm>
              <a:prstGeom prst="rect">
                <a:avLst/>
              </a:prstGeom>
              <a:solidFill>
                <a:srgbClr val="6F6F6F"/>
              </a:solidFill>
              <a:ln>
                <a:noFill/>
              </a:ln>
              <a:effectLst/>
            </p:spPr>
            <p:txBody>
              <a:bodyPr rtlCol="0" anchor="ctr"/>
              <a:lstStyle/>
              <a:p>
                <a:pPr algn="ctr"/>
              </a:p>
            </p:txBody>
          </p:sp>
          <p:sp>
            <p:nvSpPr>
              <p:cNvPr id="4044" name="Noise cell"/>
              <p:cNvSpPr/>
              <p:nvPr/>
            </p:nvSpPr>
            <p:spPr>
              <a:xfrm>
                <a:off x="10873162" y="8412480"/>
                <a:ext cx="18770" cy="18928"/>
              </a:xfrm>
              <a:prstGeom prst="rect">
                <a:avLst/>
              </a:prstGeom>
              <a:solidFill>
                <a:srgbClr val="787878"/>
              </a:solidFill>
              <a:ln>
                <a:noFill/>
              </a:ln>
              <a:effectLst/>
            </p:spPr>
            <p:txBody>
              <a:bodyPr rtlCol="0" anchor="ctr"/>
              <a:lstStyle/>
              <a:p>
                <a:pPr algn="ctr"/>
              </a:p>
            </p:txBody>
          </p:sp>
          <p:sp>
            <p:nvSpPr>
              <p:cNvPr id="4045" name="Noise cell"/>
              <p:cNvSpPr/>
              <p:nvPr/>
            </p:nvSpPr>
            <p:spPr>
              <a:xfrm>
                <a:off x="10891292" y="8412480"/>
                <a:ext cx="18770" cy="18928"/>
              </a:xfrm>
              <a:prstGeom prst="rect">
                <a:avLst/>
              </a:prstGeom>
              <a:solidFill>
                <a:srgbClr val="818181"/>
              </a:solidFill>
              <a:ln>
                <a:noFill/>
              </a:ln>
              <a:effectLst/>
            </p:spPr>
            <p:txBody>
              <a:bodyPr rtlCol="0" anchor="ctr"/>
              <a:lstStyle/>
              <a:p>
                <a:pPr algn="ctr"/>
              </a:p>
            </p:txBody>
          </p:sp>
          <p:sp>
            <p:nvSpPr>
              <p:cNvPr id="4046" name="Noise cell"/>
              <p:cNvSpPr/>
              <p:nvPr/>
            </p:nvSpPr>
            <p:spPr>
              <a:xfrm>
                <a:off x="10909423" y="8412480"/>
                <a:ext cx="18770" cy="18928"/>
              </a:xfrm>
              <a:prstGeom prst="rect">
                <a:avLst/>
              </a:prstGeom>
              <a:solidFill>
                <a:srgbClr val="888888"/>
              </a:solidFill>
              <a:ln>
                <a:noFill/>
              </a:ln>
              <a:effectLst/>
            </p:spPr>
            <p:txBody>
              <a:bodyPr rtlCol="0" anchor="ctr"/>
              <a:lstStyle/>
              <a:p>
                <a:pPr algn="ctr"/>
              </a:p>
            </p:txBody>
          </p:sp>
          <p:sp>
            <p:nvSpPr>
              <p:cNvPr id="4047" name="Noise cell"/>
              <p:cNvSpPr/>
              <p:nvPr/>
            </p:nvSpPr>
            <p:spPr>
              <a:xfrm>
                <a:off x="10927553" y="8412480"/>
                <a:ext cx="18770" cy="18928"/>
              </a:xfrm>
              <a:prstGeom prst="rect">
                <a:avLst/>
              </a:prstGeom>
              <a:solidFill>
                <a:srgbClr val="969696"/>
              </a:solidFill>
              <a:ln>
                <a:noFill/>
              </a:ln>
              <a:effectLst/>
            </p:spPr>
            <p:txBody>
              <a:bodyPr rtlCol="0" anchor="ctr"/>
              <a:lstStyle/>
              <a:p>
                <a:pPr algn="ctr"/>
              </a:p>
            </p:txBody>
          </p:sp>
          <p:sp>
            <p:nvSpPr>
              <p:cNvPr id="4048" name="Noise cell"/>
              <p:cNvSpPr/>
              <p:nvPr/>
            </p:nvSpPr>
            <p:spPr>
              <a:xfrm>
                <a:off x="10945683" y="8412480"/>
                <a:ext cx="18770" cy="18928"/>
              </a:xfrm>
              <a:prstGeom prst="rect">
                <a:avLst/>
              </a:prstGeom>
              <a:solidFill>
                <a:srgbClr val="6D6D6D"/>
              </a:solidFill>
              <a:ln>
                <a:noFill/>
              </a:ln>
              <a:effectLst/>
            </p:spPr>
            <p:txBody>
              <a:bodyPr rtlCol="0" anchor="ctr"/>
              <a:lstStyle/>
              <a:p>
                <a:pPr algn="ctr"/>
              </a:p>
            </p:txBody>
          </p:sp>
          <p:sp>
            <p:nvSpPr>
              <p:cNvPr id="4049" name="Noise cell"/>
              <p:cNvSpPr/>
              <p:nvPr/>
            </p:nvSpPr>
            <p:spPr>
              <a:xfrm>
                <a:off x="10963814" y="8412480"/>
                <a:ext cx="18770" cy="18928"/>
              </a:xfrm>
              <a:prstGeom prst="rect">
                <a:avLst/>
              </a:prstGeom>
              <a:solidFill>
                <a:srgbClr val="6C6C6C"/>
              </a:solidFill>
              <a:ln>
                <a:noFill/>
              </a:ln>
              <a:effectLst/>
            </p:spPr>
            <p:txBody>
              <a:bodyPr rtlCol="0" anchor="ctr"/>
              <a:lstStyle/>
              <a:p>
                <a:pPr algn="ctr"/>
              </a:p>
            </p:txBody>
          </p:sp>
          <p:sp>
            <p:nvSpPr>
              <p:cNvPr id="4050" name="Noise cell"/>
              <p:cNvSpPr/>
              <p:nvPr/>
            </p:nvSpPr>
            <p:spPr>
              <a:xfrm>
                <a:off x="9930384" y="8430768"/>
                <a:ext cx="18770" cy="18928"/>
              </a:xfrm>
              <a:prstGeom prst="rect">
                <a:avLst/>
              </a:prstGeom>
              <a:solidFill>
                <a:srgbClr val="919191"/>
              </a:solidFill>
              <a:ln>
                <a:noFill/>
              </a:ln>
              <a:effectLst/>
            </p:spPr>
            <p:txBody>
              <a:bodyPr rtlCol="0" anchor="ctr"/>
              <a:lstStyle/>
              <a:p>
                <a:pPr algn="ctr"/>
              </a:p>
            </p:txBody>
          </p:sp>
          <p:sp>
            <p:nvSpPr>
              <p:cNvPr id="4051" name="Noise cell"/>
              <p:cNvSpPr/>
              <p:nvPr/>
            </p:nvSpPr>
            <p:spPr>
              <a:xfrm>
                <a:off x="9948514" y="8430768"/>
                <a:ext cx="18770" cy="18928"/>
              </a:xfrm>
              <a:prstGeom prst="rect">
                <a:avLst/>
              </a:prstGeom>
              <a:solidFill>
                <a:srgbClr val="7C7C7C"/>
              </a:solidFill>
              <a:ln>
                <a:noFill/>
              </a:ln>
              <a:effectLst/>
            </p:spPr>
            <p:txBody>
              <a:bodyPr rtlCol="0" anchor="ctr"/>
              <a:lstStyle/>
              <a:p>
                <a:pPr algn="ctr"/>
              </a:p>
            </p:txBody>
          </p:sp>
          <p:sp>
            <p:nvSpPr>
              <p:cNvPr id="4052" name="Noise cell"/>
              <p:cNvSpPr/>
              <p:nvPr/>
            </p:nvSpPr>
            <p:spPr>
              <a:xfrm>
                <a:off x="9966645" y="8430768"/>
                <a:ext cx="18770" cy="18928"/>
              </a:xfrm>
              <a:prstGeom prst="rect">
                <a:avLst/>
              </a:prstGeom>
              <a:solidFill>
                <a:srgbClr val="8E8E8E"/>
              </a:solidFill>
              <a:ln>
                <a:noFill/>
              </a:ln>
              <a:effectLst/>
            </p:spPr>
            <p:txBody>
              <a:bodyPr rtlCol="0" anchor="ctr"/>
              <a:lstStyle/>
              <a:p>
                <a:pPr algn="ctr"/>
              </a:p>
            </p:txBody>
          </p:sp>
          <p:sp>
            <p:nvSpPr>
              <p:cNvPr id="4053" name="Noise cell"/>
              <p:cNvSpPr/>
              <p:nvPr/>
            </p:nvSpPr>
            <p:spPr>
              <a:xfrm>
                <a:off x="9984775" y="8430768"/>
                <a:ext cx="18770" cy="18928"/>
              </a:xfrm>
              <a:prstGeom prst="rect">
                <a:avLst/>
              </a:prstGeom>
              <a:solidFill>
                <a:srgbClr val="979797"/>
              </a:solidFill>
              <a:ln>
                <a:noFill/>
              </a:ln>
              <a:effectLst/>
            </p:spPr>
            <p:txBody>
              <a:bodyPr rtlCol="0" anchor="ctr"/>
              <a:lstStyle/>
              <a:p>
                <a:pPr algn="ctr"/>
              </a:p>
            </p:txBody>
          </p:sp>
          <p:sp>
            <p:nvSpPr>
              <p:cNvPr id="4054" name="Noise cell"/>
              <p:cNvSpPr/>
              <p:nvPr/>
            </p:nvSpPr>
            <p:spPr>
              <a:xfrm>
                <a:off x="10002905" y="8430768"/>
                <a:ext cx="18770" cy="18928"/>
              </a:xfrm>
              <a:prstGeom prst="rect">
                <a:avLst/>
              </a:prstGeom>
              <a:solidFill>
                <a:srgbClr val="898989"/>
              </a:solidFill>
              <a:ln>
                <a:noFill/>
              </a:ln>
              <a:effectLst/>
            </p:spPr>
            <p:txBody>
              <a:bodyPr rtlCol="0" anchor="ctr"/>
              <a:lstStyle/>
              <a:p>
                <a:pPr algn="ctr"/>
              </a:p>
            </p:txBody>
          </p:sp>
          <p:sp>
            <p:nvSpPr>
              <p:cNvPr id="4055" name="Noise cell"/>
              <p:cNvSpPr/>
              <p:nvPr/>
            </p:nvSpPr>
            <p:spPr>
              <a:xfrm>
                <a:off x="10021036" y="8430768"/>
                <a:ext cx="18770" cy="18928"/>
              </a:xfrm>
              <a:prstGeom prst="rect">
                <a:avLst/>
              </a:prstGeom>
              <a:solidFill>
                <a:srgbClr val="747474"/>
              </a:solidFill>
              <a:ln>
                <a:noFill/>
              </a:ln>
              <a:effectLst/>
            </p:spPr>
            <p:txBody>
              <a:bodyPr rtlCol="0" anchor="ctr"/>
              <a:lstStyle/>
              <a:p>
                <a:pPr algn="ctr"/>
              </a:p>
            </p:txBody>
          </p:sp>
          <p:sp>
            <p:nvSpPr>
              <p:cNvPr id="4056" name="Noise cell"/>
              <p:cNvSpPr/>
              <p:nvPr/>
            </p:nvSpPr>
            <p:spPr>
              <a:xfrm>
                <a:off x="10039166" y="8430768"/>
                <a:ext cx="18770" cy="18928"/>
              </a:xfrm>
              <a:prstGeom prst="rect">
                <a:avLst/>
              </a:prstGeom>
              <a:solidFill>
                <a:srgbClr val="8C8C8C"/>
              </a:solidFill>
              <a:ln>
                <a:noFill/>
              </a:ln>
              <a:effectLst/>
            </p:spPr>
            <p:txBody>
              <a:bodyPr rtlCol="0" anchor="ctr"/>
              <a:lstStyle/>
              <a:p>
                <a:pPr algn="ctr"/>
              </a:p>
            </p:txBody>
          </p:sp>
          <p:sp>
            <p:nvSpPr>
              <p:cNvPr id="4057" name="Noise cell"/>
              <p:cNvSpPr/>
              <p:nvPr/>
            </p:nvSpPr>
            <p:spPr>
              <a:xfrm>
                <a:off x="10057296" y="8430768"/>
                <a:ext cx="18770" cy="18928"/>
              </a:xfrm>
              <a:prstGeom prst="rect">
                <a:avLst/>
              </a:prstGeom>
              <a:solidFill>
                <a:srgbClr val="797979"/>
              </a:solidFill>
              <a:ln>
                <a:noFill/>
              </a:ln>
              <a:effectLst/>
            </p:spPr>
            <p:txBody>
              <a:bodyPr rtlCol="0" anchor="ctr"/>
              <a:lstStyle/>
              <a:p>
                <a:pPr algn="ctr"/>
              </a:p>
            </p:txBody>
          </p:sp>
          <p:sp>
            <p:nvSpPr>
              <p:cNvPr id="4058" name="Noise cell"/>
              <p:cNvSpPr/>
              <p:nvPr/>
            </p:nvSpPr>
            <p:spPr>
              <a:xfrm>
                <a:off x="10075427" y="8430768"/>
                <a:ext cx="18770" cy="18928"/>
              </a:xfrm>
              <a:prstGeom prst="rect">
                <a:avLst/>
              </a:prstGeom>
              <a:solidFill>
                <a:srgbClr val="797979"/>
              </a:solidFill>
              <a:ln>
                <a:noFill/>
              </a:ln>
              <a:effectLst/>
            </p:spPr>
            <p:txBody>
              <a:bodyPr rtlCol="0" anchor="ctr"/>
              <a:lstStyle/>
              <a:p>
                <a:pPr algn="ctr"/>
              </a:p>
            </p:txBody>
          </p:sp>
          <p:sp>
            <p:nvSpPr>
              <p:cNvPr id="4059" name="Noise cell"/>
              <p:cNvSpPr/>
              <p:nvPr/>
            </p:nvSpPr>
            <p:spPr>
              <a:xfrm>
                <a:off x="10093557" y="8430768"/>
                <a:ext cx="18770" cy="18928"/>
              </a:xfrm>
              <a:prstGeom prst="rect">
                <a:avLst/>
              </a:prstGeom>
              <a:solidFill>
                <a:srgbClr val="989898"/>
              </a:solidFill>
              <a:ln>
                <a:noFill/>
              </a:ln>
              <a:effectLst/>
            </p:spPr>
            <p:txBody>
              <a:bodyPr rtlCol="0" anchor="ctr"/>
              <a:lstStyle/>
              <a:p>
                <a:pPr algn="ctr"/>
              </a:p>
            </p:txBody>
          </p:sp>
          <p:sp>
            <p:nvSpPr>
              <p:cNvPr id="4060" name="Noise cell"/>
              <p:cNvSpPr/>
              <p:nvPr/>
            </p:nvSpPr>
            <p:spPr>
              <a:xfrm>
                <a:off x="10111687" y="8430768"/>
                <a:ext cx="18770" cy="18928"/>
              </a:xfrm>
              <a:prstGeom prst="rect">
                <a:avLst/>
              </a:prstGeom>
              <a:solidFill>
                <a:srgbClr val="929292"/>
              </a:solidFill>
              <a:ln>
                <a:noFill/>
              </a:ln>
              <a:effectLst/>
            </p:spPr>
            <p:txBody>
              <a:bodyPr rtlCol="0" anchor="ctr"/>
              <a:lstStyle/>
              <a:p>
                <a:pPr algn="ctr"/>
              </a:p>
            </p:txBody>
          </p:sp>
          <p:sp>
            <p:nvSpPr>
              <p:cNvPr id="4061" name="Noise cell"/>
              <p:cNvSpPr/>
              <p:nvPr/>
            </p:nvSpPr>
            <p:spPr>
              <a:xfrm>
                <a:off x="10129818" y="8430768"/>
                <a:ext cx="18770" cy="18928"/>
              </a:xfrm>
              <a:prstGeom prst="rect">
                <a:avLst/>
              </a:prstGeom>
              <a:solidFill>
                <a:srgbClr val="676767"/>
              </a:solidFill>
              <a:ln>
                <a:noFill/>
              </a:ln>
              <a:effectLst/>
            </p:spPr>
            <p:txBody>
              <a:bodyPr rtlCol="0" anchor="ctr"/>
              <a:lstStyle/>
              <a:p>
                <a:pPr algn="ctr"/>
              </a:p>
            </p:txBody>
          </p:sp>
          <p:sp>
            <p:nvSpPr>
              <p:cNvPr id="4062" name="Noise cell"/>
              <p:cNvSpPr/>
              <p:nvPr/>
            </p:nvSpPr>
            <p:spPr>
              <a:xfrm>
                <a:off x="10147948" y="8430768"/>
                <a:ext cx="18770" cy="18928"/>
              </a:xfrm>
              <a:prstGeom prst="rect">
                <a:avLst/>
              </a:prstGeom>
              <a:solidFill>
                <a:srgbClr val="909090"/>
              </a:solidFill>
              <a:ln>
                <a:noFill/>
              </a:ln>
              <a:effectLst/>
            </p:spPr>
            <p:txBody>
              <a:bodyPr rtlCol="0" anchor="ctr"/>
              <a:lstStyle/>
              <a:p>
                <a:pPr algn="ctr"/>
              </a:p>
            </p:txBody>
          </p:sp>
          <p:sp>
            <p:nvSpPr>
              <p:cNvPr id="4063" name="Noise cell"/>
              <p:cNvSpPr/>
              <p:nvPr/>
            </p:nvSpPr>
            <p:spPr>
              <a:xfrm>
                <a:off x="10166078" y="8430768"/>
                <a:ext cx="18770" cy="18928"/>
              </a:xfrm>
              <a:prstGeom prst="rect">
                <a:avLst/>
              </a:prstGeom>
              <a:solidFill>
                <a:srgbClr val="8D8D8D"/>
              </a:solidFill>
              <a:ln>
                <a:noFill/>
              </a:ln>
              <a:effectLst/>
            </p:spPr>
            <p:txBody>
              <a:bodyPr rtlCol="0" anchor="ctr"/>
              <a:lstStyle/>
              <a:p>
                <a:pPr algn="ctr"/>
              </a:p>
            </p:txBody>
          </p:sp>
          <p:sp>
            <p:nvSpPr>
              <p:cNvPr id="4064" name="Noise cell"/>
              <p:cNvSpPr/>
              <p:nvPr/>
            </p:nvSpPr>
            <p:spPr>
              <a:xfrm>
                <a:off x="10184209" y="8430768"/>
                <a:ext cx="18770" cy="18928"/>
              </a:xfrm>
              <a:prstGeom prst="rect">
                <a:avLst/>
              </a:prstGeom>
              <a:solidFill>
                <a:srgbClr val="7A7A7A"/>
              </a:solidFill>
              <a:ln>
                <a:noFill/>
              </a:ln>
              <a:effectLst/>
            </p:spPr>
            <p:txBody>
              <a:bodyPr rtlCol="0" anchor="ctr"/>
              <a:lstStyle/>
              <a:p>
                <a:pPr algn="ctr"/>
              </a:p>
            </p:txBody>
          </p:sp>
          <p:sp>
            <p:nvSpPr>
              <p:cNvPr id="4065" name="Noise cell"/>
              <p:cNvSpPr/>
              <p:nvPr/>
            </p:nvSpPr>
            <p:spPr>
              <a:xfrm>
                <a:off x="10202339" y="8430768"/>
                <a:ext cx="18770" cy="18928"/>
              </a:xfrm>
              <a:prstGeom prst="rect">
                <a:avLst/>
              </a:prstGeom>
              <a:solidFill>
                <a:srgbClr val="878787"/>
              </a:solidFill>
              <a:ln>
                <a:noFill/>
              </a:ln>
              <a:effectLst/>
            </p:spPr>
            <p:txBody>
              <a:bodyPr rtlCol="0" anchor="ctr"/>
              <a:lstStyle/>
              <a:p>
                <a:pPr algn="ctr"/>
              </a:p>
            </p:txBody>
          </p:sp>
          <p:sp>
            <p:nvSpPr>
              <p:cNvPr id="4066" name="Noise cell"/>
              <p:cNvSpPr/>
              <p:nvPr/>
            </p:nvSpPr>
            <p:spPr>
              <a:xfrm>
                <a:off x="10220470" y="8430768"/>
                <a:ext cx="18770" cy="18928"/>
              </a:xfrm>
              <a:prstGeom prst="rect">
                <a:avLst/>
              </a:prstGeom>
              <a:solidFill>
                <a:srgbClr val="8E8E8E"/>
              </a:solidFill>
              <a:ln>
                <a:noFill/>
              </a:ln>
              <a:effectLst/>
            </p:spPr>
            <p:txBody>
              <a:bodyPr rtlCol="0" anchor="ctr"/>
              <a:lstStyle/>
              <a:p>
                <a:pPr algn="ctr"/>
              </a:p>
            </p:txBody>
          </p:sp>
          <p:sp>
            <p:nvSpPr>
              <p:cNvPr id="4067" name="Noise cell"/>
              <p:cNvSpPr/>
              <p:nvPr/>
            </p:nvSpPr>
            <p:spPr>
              <a:xfrm>
                <a:off x="10238600" y="8430768"/>
                <a:ext cx="18770" cy="18928"/>
              </a:xfrm>
              <a:prstGeom prst="rect">
                <a:avLst/>
              </a:prstGeom>
              <a:solidFill>
                <a:srgbClr val="7E7E7E"/>
              </a:solidFill>
              <a:ln>
                <a:noFill/>
              </a:ln>
              <a:effectLst/>
            </p:spPr>
            <p:txBody>
              <a:bodyPr rtlCol="0" anchor="ctr"/>
              <a:lstStyle/>
              <a:p>
                <a:pPr algn="ctr"/>
              </a:p>
            </p:txBody>
          </p:sp>
          <p:sp>
            <p:nvSpPr>
              <p:cNvPr id="4068" name="Noise cell"/>
              <p:cNvSpPr/>
              <p:nvPr/>
            </p:nvSpPr>
            <p:spPr>
              <a:xfrm>
                <a:off x="10256730" y="8430768"/>
                <a:ext cx="18770" cy="18928"/>
              </a:xfrm>
              <a:prstGeom prst="rect">
                <a:avLst/>
              </a:prstGeom>
              <a:solidFill>
                <a:srgbClr val="939393"/>
              </a:solidFill>
              <a:ln>
                <a:noFill/>
              </a:ln>
              <a:effectLst/>
            </p:spPr>
            <p:txBody>
              <a:bodyPr rtlCol="0" anchor="ctr"/>
              <a:lstStyle/>
              <a:p>
                <a:pPr algn="ctr"/>
              </a:p>
            </p:txBody>
          </p:sp>
          <p:sp>
            <p:nvSpPr>
              <p:cNvPr id="4069" name="Noise cell"/>
              <p:cNvSpPr/>
              <p:nvPr/>
            </p:nvSpPr>
            <p:spPr>
              <a:xfrm>
                <a:off x="10274861" y="8430768"/>
                <a:ext cx="18770" cy="18928"/>
              </a:xfrm>
              <a:prstGeom prst="rect">
                <a:avLst/>
              </a:prstGeom>
              <a:solidFill>
                <a:srgbClr val="868686"/>
              </a:solidFill>
              <a:ln>
                <a:noFill/>
              </a:ln>
              <a:effectLst/>
            </p:spPr>
            <p:txBody>
              <a:bodyPr rtlCol="0" anchor="ctr"/>
              <a:lstStyle/>
              <a:p>
                <a:pPr algn="ctr"/>
              </a:p>
            </p:txBody>
          </p:sp>
          <p:sp>
            <p:nvSpPr>
              <p:cNvPr id="4070" name="Noise cell"/>
              <p:cNvSpPr/>
              <p:nvPr/>
            </p:nvSpPr>
            <p:spPr>
              <a:xfrm>
                <a:off x="10292991" y="8430768"/>
                <a:ext cx="18770" cy="18928"/>
              </a:xfrm>
              <a:prstGeom prst="rect">
                <a:avLst/>
              </a:prstGeom>
              <a:solidFill>
                <a:srgbClr val="656565"/>
              </a:solidFill>
              <a:ln>
                <a:noFill/>
              </a:ln>
              <a:effectLst/>
            </p:spPr>
            <p:txBody>
              <a:bodyPr rtlCol="0" anchor="ctr"/>
              <a:lstStyle/>
              <a:p>
                <a:pPr algn="ctr"/>
              </a:p>
            </p:txBody>
          </p:sp>
          <p:sp>
            <p:nvSpPr>
              <p:cNvPr id="4071" name="Noise cell"/>
              <p:cNvSpPr/>
              <p:nvPr/>
            </p:nvSpPr>
            <p:spPr>
              <a:xfrm>
                <a:off x="10311121" y="8430768"/>
                <a:ext cx="18770" cy="18928"/>
              </a:xfrm>
              <a:prstGeom prst="rect">
                <a:avLst/>
              </a:prstGeom>
              <a:solidFill>
                <a:srgbClr val="979797"/>
              </a:solidFill>
              <a:ln>
                <a:noFill/>
              </a:ln>
              <a:effectLst/>
            </p:spPr>
            <p:txBody>
              <a:bodyPr rtlCol="0" anchor="ctr"/>
              <a:lstStyle/>
              <a:p>
                <a:pPr algn="ctr"/>
              </a:p>
            </p:txBody>
          </p:sp>
          <p:sp>
            <p:nvSpPr>
              <p:cNvPr id="4072" name="Noise cell"/>
              <p:cNvSpPr/>
              <p:nvPr/>
            </p:nvSpPr>
            <p:spPr>
              <a:xfrm>
                <a:off x="10329252" y="8430768"/>
                <a:ext cx="18770" cy="18928"/>
              </a:xfrm>
              <a:prstGeom prst="rect">
                <a:avLst/>
              </a:prstGeom>
              <a:solidFill>
                <a:srgbClr val="939393"/>
              </a:solidFill>
              <a:ln>
                <a:noFill/>
              </a:ln>
              <a:effectLst/>
            </p:spPr>
            <p:txBody>
              <a:bodyPr rtlCol="0" anchor="ctr"/>
              <a:lstStyle/>
              <a:p>
                <a:pPr algn="ctr"/>
              </a:p>
            </p:txBody>
          </p:sp>
          <p:sp>
            <p:nvSpPr>
              <p:cNvPr id="4073" name="Noise cell"/>
              <p:cNvSpPr/>
              <p:nvPr/>
            </p:nvSpPr>
            <p:spPr>
              <a:xfrm>
                <a:off x="10347382" y="8430768"/>
                <a:ext cx="18770" cy="18928"/>
              </a:xfrm>
              <a:prstGeom prst="rect">
                <a:avLst/>
              </a:prstGeom>
              <a:solidFill>
                <a:srgbClr val="7A7A7A"/>
              </a:solidFill>
              <a:ln>
                <a:noFill/>
              </a:ln>
              <a:effectLst/>
            </p:spPr>
            <p:txBody>
              <a:bodyPr rtlCol="0" anchor="ctr"/>
              <a:lstStyle/>
              <a:p>
                <a:pPr algn="ctr"/>
              </a:p>
            </p:txBody>
          </p:sp>
          <p:sp>
            <p:nvSpPr>
              <p:cNvPr id="4074" name="Noise cell"/>
              <p:cNvSpPr/>
              <p:nvPr/>
            </p:nvSpPr>
            <p:spPr>
              <a:xfrm>
                <a:off x="10365512" y="8430768"/>
                <a:ext cx="18770" cy="18928"/>
              </a:xfrm>
              <a:prstGeom prst="rect">
                <a:avLst/>
              </a:prstGeom>
              <a:solidFill>
                <a:srgbClr val="848484"/>
              </a:solidFill>
              <a:ln>
                <a:noFill/>
              </a:ln>
              <a:effectLst/>
            </p:spPr>
            <p:txBody>
              <a:bodyPr rtlCol="0" anchor="ctr"/>
              <a:lstStyle/>
              <a:p>
                <a:pPr algn="ctr"/>
              </a:p>
            </p:txBody>
          </p:sp>
          <p:sp>
            <p:nvSpPr>
              <p:cNvPr id="4075" name="Noise cell"/>
              <p:cNvSpPr/>
              <p:nvPr/>
            </p:nvSpPr>
            <p:spPr>
              <a:xfrm>
                <a:off x="10383643" y="8430768"/>
                <a:ext cx="18770" cy="18928"/>
              </a:xfrm>
              <a:prstGeom prst="rect">
                <a:avLst/>
              </a:prstGeom>
              <a:solidFill>
                <a:srgbClr val="787878"/>
              </a:solidFill>
              <a:ln>
                <a:noFill/>
              </a:ln>
              <a:effectLst/>
            </p:spPr>
            <p:txBody>
              <a:bodyPr rtlCol="0" anchor="ctr"/>
              <a:lstStyle/>
              <a:p>
                <a:pPr algn="ctr"/>
              </a:p>
            </p:txBody>
          </p:sp>
          <p:sp>
            <p:nvSpPr>
              <p:cNvPr id="4076" name="Noise cell"/>
              <p:cNvSpPr/>
              <p:nvPr/>
            </p:nvSpPr>
            <p:spPr>
              <a:xfrm>
                <a:off x="10401773" y="8430768"/>
                <a:ext cx="18770" cy="18928"/>
              </a:xfrm>
              <a:prstGeom prst="rect">
                <a:avLst/>
              </a:prstGeom>
              <a:solidFill>
                <a:srgbClr val="8F8F8F"/>
              </a:solidFill>
              <a:ln>
                <a:noFill/>
              </a:ln>
              <a:effectLst/>
            </p:spPr>
            <p:txBody>
              <a:bodyPr rtlCol="0" anchor="ctr"/>
              <a:lstStyle/>
              <a:p>
                <a:pPr algn="ctr"/>
              </a:p>
            </p:txBody>
          </p:sp>
          <p:sp>
            <p:nvSpPr>
              <p:cNvPr id="4077" name="Noise cell"/>
              <p:cNvSpPr/>
              <p:nvPr/>
            </p:nvSpPr>
            <p:spPr>
              <a:xfrm>
                <a:off x="10419903" y="8430768"/>
                <a:ext cx="18770" cy="18928"/>
              </a:xfrm>
              <a:prstGeom prst="rect">
                <a:avLst/>
              </a:prstGeom>
              <a:solidFill>
                <a:srgbClr val="8C8C8C"/>
              </a:solidFill>
              <a:ln>
                <a:noFill/>
              </a:ln>
              <a:effectLst/>
            </p:spPr>
            <p:txBody>
              <a:bodyPr rtlCol="0" anchor="ctr"/>
              <a:lstStyle/>
              <a:p>
                <a:pPr algn="ctr"/>
              </a:p>
            </p:txBody>
          </p:sp>
          <p:sp>
            <p:nvSpPr>
              <p:cNvPr id="4078" name="Noise cell"/>
              <p:cNvSpPr/>
              <p:nvPr/>
            </p:nvSpPr>
            <p:spPr>
              <a:xfrm>
                <a:off x="10438034" y="8430768"/>
                <a:ext cx="18770" cy="18928"/>
              </a:xfrm>
              <a:prstGeom prst="rect">
                <a:avLst/>
              </a:prstGeom>
              <a:solidFill>
                <a:srgbClr val="8C8C8C"/>
              </a:solidFill>
              <a:ln>
                <a:noFill/>
              </a:ln>
              <a:effectLst/>
            </p:spPr>
            <p:txBody>
              <a:bodyPr rtlCol="0" anchor="ctr"/>
              <a:lstStyle/>
              <a:p>
                <a:pPr algn="ctr"/>
              </a:p>
            </p:txBody>
          </p:sp>
          <p:sp>
            <p:nvSpPr>
              <p:cNvPr id="4079" name="Noise cell"/>
              <p:cNvSpPr/>
              <p:nvPr/>
            </p:nvSpPr>
            <p:spPr>
              <a:xfrm>
                <a:off x="10456164" y="8430768"/>
                <a:ext cx="18770" cy="18928"/>
              </a:xfrm>
              <a:prstGeom prst="rect">
                <a:avLst/>
              </a:prstGeom>
              <a:solidFill>
                <a:srgbClr val="868686"/>
              </a:solidFill>
              <a:ln>
                <a:noFill/>
              </a:ln>
              <a:effectLst/>
            </p:spPr>
            <p:txBody>
              <a:bodyPr rtlCol="0" anchor="ctr"/>
              <a:lstStyle/>
              <a:p>
                <a:pPr algn="ctr"/>
              </a:p>
            </p:txBody>
          </p:sp>
          <p:sp>
            <p:nvSpPr>
              <p:cNvPr id="4080" name="Noise cell"/>
              <p:cNvSpPr/>
              <p:nvPr/>
            </p:nvSpPr>
            <p:spPr>
              <a:xfrm>
                <a:off x="10474294" y="8430768"/>
                <a:ext cx="18770" cy="18928"/>
              </a:xfrm>
              <a:prstGeom prst="rect">
                <a:avLst/>
              </a:prstGeom>
              <a:solidFill>
                <a:srgbClr val="8C8C8C"/>
              </a:solidFill>
              <a:ln>
                <a:noFill/>
              </a:ln>
              <a:effectLst/>
            </p:spPr>
            <p:txBody>
              <a:bodyPr rtlCol="0" anchor="ctr"/>
              <a:lstStyle/>
              <a:p>
                <a:pPr algn="ctr"/>
              </a:p>
            </p:txBody>
          </p:sp>
          <p:sp>
            <p:nvSpPr>
              <p:cNvPr id="4081" name="Noise cell"/>
              <p:cNvSpPr/>
              <p:nvPr/>
            </p:nvSpPr>
            <p:spPr>
              <a:xfrm>
                <a:off x="10492425" y="8430768"/>
                <a:ext cx="18770" cy="18928"/>
              </a:xfrm>
              <a:prstGeom prst="rect">
                <a:avLst/>
              </a:prstGeom>
              <a:solidFill>
                <a:srgbClr val="838383"/>
              </a:solidFill>
              <a:ln>
                <a:noFill/>
              </a:ln>
              <a:effectLst/>
            </p:spPr>
            <p:txBody>
              <a:bodyPr rtlCol="0" anchor="ctr"/>
              <a:lstStyle/>
              <a:p>
                <a:pPr algn="ctr"/>
              </a:p>
            </p:txBody>
          </p:sp>
          <p:sp>
            <p:nvSpPr>
              <p:cNvPr id="4082" name="Noise cell"/>
              <p:cNvSpPr/>
              <p:nvPr/>
            </p:nvSpPr>
            <p:spPr>
              <a:xfrm>
                <a:off x="10510555" y="8430768"/>
                <a:ext cx="18770" cy="18928"/>
              </a:xfrm>
              <a:prstGeom prst="rect">
                <a:avLst/>
              </a:prstGeom>
              <a:solidFill>
                <a:srgbClr val="9A9A9A"/>
              </a:solidFill>
              <a:ln>
                <a:noFill/>
              </a:ln>
              <a:effectLst/>
            </p:spPr>
            <p:txBody>
              <a:bodyPr rtlCol="0" anchor="ctr"/>
              <a:lstStyle/>
              <a:p>
                <a:pPr algn="ctr"/>
              </a:p>
            </p:txBody>
          </p:sp>
          <p:sp>
            <p:nvSpPr>
              <p:cNvPr id="4083" name="Noise cell"/>
              <p:cNvSpPr/>
              <p:nvPr/>
            </p:nvSpPr>
            <p:spPr>
              <a:xfrm>
                <a:off x="10528685" y="8430768"/>
                <a:ext cx="18770" cy="18928"/>
              </a:xfrm>
              <a:prstGeom prst="rect">
                <a:avLst/>
              </a:prstGeom>
              <a:solidFill>
                <a:srgbClr val="747474"/>
              </a:solidFill>
              <a:ln>
                <a:noFill/>
              </a:ln>
              <a:effectLst/>
            </p:spPr>
            <p:txBody>
              <a:bodyPr rtlCol="0" anchor="ctr"/>
              <a:lstStyle/>
              <a:p>
                <a:pPr algn="ctr"/>
              </a:p>
            </p:txBody>
          </p:sp>
          <p:sp>
            <p:nvSpPr>
              <p:cNvPr id="4084" name="Noise cell"/>
              <p:cNvSpPr/>
              <p:nvPr/>
            </p:nvSpPr>
            <p:spPr>
              <a:xfrm>
                <a:off x="10546816" y="8430768"/>
                <a:ext cx="18770" cy="18928"/>
              </a:xfrm>
              <a:prstGeom prst="rect">
                <a:avLst/>
              </a:prstGeom>
              <a:solidFill>
                <a:srgbClr val="9D9D9D"/>
              </a:solidFill>
              <a:ln>
                <a:noFill/>
              </a:ln>
              <a:effectLst/>
            </p:spPr>
            <p:txBody>
              <a:bodyPr rtlCol="0" anchor="ctr"/>
              <a:lstStyle/>
              <a:p>
                <a:pPr algn="ctr"/>
              </a:p>
            </p:txBody>
          </p:sp>
          <p:sp>
            <p:nvSpPr>
              <p:cNvPr id="4085" name="Noise cell"/>
              <p:cNvSpPr/>
              <p:nvPr/>
            </p:nvSpPr>
            <p:spPr>
              <a:xfrm>
                <a:off x="10564946" y="8430768"/>
                <a:ext cx="18770" cy="18928"/>
              </a:xfrm>
              <a:prstGeom prst="rect">
                <a:avLst/>
              </a:prstGeom>
              <a:solidFill>
                <a:srgbClr val="7F7F7F"/>
              </a:solidFill>
              <a:ln>
                <a:noFill/>
              </a:ln>
              <a:effectLst/>
            </p:spPr>
            <p:txBody>
              <a:bodyPr rtlCol="0" anchor="ctr"/>
              <a:lstStyle/>
              <a:p>
                <a:pPr algn="ctr"/>
              </a:p>
            </p:txBody>
          </p:sp>
          <p:sp>
            <p:nvSpPr>
              <p:cNvPr id="4086" name="Noise cell"/>
              <p:cNvSpPr/>
              <p:nvPr/>
            </p:nvSpPr>
            <p:spPr>
              <a:xfrm>
                <a:off x="10583076" y="8430768"/>
                <a:ext cx="18770" cy="18928"/>
              </a:xfrm>
              <a:prstGeom prst="rect">
                <a:avLst/>
              </a:prstGeom>
              <a:solidFill>
                <a:srgbClr val="828282"/>
              </a:solidFill>
              <a:ln>
                <a:noFill/>
              </a:ln>
              <a:effectLst/>
            </p:spPr>
            <p:txBody>
              <a:bodyPr rtlCol="0" anchor="ctr"/>
              <a:lstStyle/>
              <a:p>
                <a:pPr algn="ctr"/>
              </a:p>
            </p:txBody>
          </p:sp>
          <p:sp>
            <p:nvSpPr>
              <p:cNvPr id="4087" name="Noise cell"/>
              <p:cNvSpPr/>
              <p:nvPr/>
            </p:nvSpPr>
            <p:spPr>
              <a:xfrm>
                <a:off x="10601207" y="8430768"/>
                <a:ext cx="18770" cy="18928"/>
              </a:xfrm>
              <a:prstGeom prst="rect">
                <a:avLst/>
              </a:prstGeom>
              <a:solidFill>
                <a:srgbClr val="939393"/>
              </a:solidFill>
              <a:ln>
                <a:noFill/>
              </a:ln>
              <a:effectLst/>
            </p:spPr>
            <p:txBody>
              <a:bodyPr rtlCol="0" anchor="ctr"/>
              <a:lstStyle/>
              <a:p>
                <a:pPr algn="ctr"/>
              </a:p>
            </p:txBody>
          </p:sp>
          <p:sp>
            <p:nvSpPr>
              <p:cNvPr id="4088" name="Noise cell"/>
              <p:cNvSpPr/>
              <p:nvPr/>
            </p:nvSpPr>
            <p:spPr>
              <a:xfrm>
                <a:off x="10619337" y="8430768"/>
                <a:ext cx="18770" cy="18928"/>
              </a:xfrm>
              <a:prstGeom prst="rect">
                <a:avLst/>
              </a:prstGeom>
              <a:solidFill>
                <a:srgbClr val="8C8C8C"/>
              </a:solidFill>
              <a:ln>
                <a:noFill/>
              </a:ln>
              <a:effectLst/>
            </p:spPr>
            <p:txBody>
              <a:bodyPr rtlCol="0" anchor="ctr"/>
              <a:lstStyle/>
              <a:p>
                <a:pPr algn="ctr"/>
              </a:p>
            </p:txBody>
          </p:sp>
          <p:sp>
            <p:nvSpPr>
              <p:cNvPr id="4089" name="Noise cell"/>
              <p:cNvSpPr/>
              <p:nvPr/>
            </p:nvSpPr>
            <p:spPr>
              <a:xfrm>
                <a:off x="10637467" y="8430768"/>
                <a:ext cx="18770" cy="18928"/>
              </a:xfrm>
              <a:prstGeom prst="rect">
                <a:avLst/>
              </a:prstGeom>
              <a:solidFill>
                <a:srgbClr val="757575"/>
              </a:solidFill>
              <a:ln>
                <a:noFill/>
              </a:ln>
              <a:effectLst/>
            </p:spPr>
            <p:txBody>
              <a:bodyPr rtlCol="0" anchor="ctr"/>
              <a:lstStyle/>
              <a:p>
                <a:pPr algn="ctr"/>
              </a:p>
            </p:txBody>
          </p:sp>
          <p:sp>
            <p:nvSpPr>
              <p:cNvPr id="4090" name="Noise cell"/>
              <p:cNvSpPr/>
              <p:nvPr/>
            </p:nvSpPr>
            <p:spPr>
              <a:xfrm>
                <a:off x="10655598" y="8430768"/>
                <a:ext cx="18770" cy="18928"/>
              </a:xfrm>
              <a:prstGeom prst="rect">
                <a:avLst/>
              </a:prstGeom>
              <a:solidFill>
                <a:srgbClr val="828282"/>
              </a:solidFill>
              <a:ln>
                <a:noFill/>
              </a:ln>
              <a:effectLst/>
            </p:spPr>
            <p:txBody>
              <a:bodyPr rtlCol="0" anchor="ctr"/>
              <a:lstStyle/>
              <a:p>
                <a:pPr algn="ctr"/>
              </a:p>
            </p:txBody>
          </p:sp>
          <p:sp>
            <p:nvSpPr>
              <p:cNvPr id="4091" name="Noise cell"/>
              <p:cNvSpPr/>
              <p:nvPr/>
            </p:nvSpPr>
            <p:spPr>
              <a:xfrm>
                <a:off x="10673728" y="8430768"/>
                <a:ext cx="18770" cy="18928"/>
              </a:xfrm>
              <a:prstGeom prst="rect">
                <a:avLst/>
              </a:prstGeom>
              <a:solidFill>
                <a:srgbClr val="6C6C6C"/>
              </a:solidFill>
              <a:ln>
                <a:noFill/>
              </a:ln>
              <a:effectLst/>
            </p:spPr>
            <p:txBody>
              <a:bodyPr rtlCol="0" anchor="ctr"/>
              <a:lstStyle/>
              <a:p>
                <a:pPr algn="ctr"/>
              </a:p>
            </p:txBody>
          </p:sp>
          <p:sp>
            <p:nvSpPr>
              <p:cNvPr id="4092" name="Noise cell"/>
              <p:cNvSpPr/>
              <p:nvPr/>
            </p:nvSpPr>
            <p:spPr>
              <a:xfrm>
                <a:off x="10691858" y="8430768"/>
                <a:ext cx="18770" cy="18928"/>
              </a:xfrm>
              <a:prstGeom prst="rect">
                <a:avLst/>
              </a:prstGeom>
              <a:solidFill>
                <a:srgbClr val="7A7A7A"/>
              </a:solidFill>
              <a:ln>
                <a:noFill/>
              </a:ln>
              <a:effectLst/>
            </p:spPr>
            <p:txBody>
              <a:bodyPr rtlCol="0" anchor="ctr"/>
              <a:lstStyle/>
              <a:p>
                <a:pPr algn="ctr"/>
              </a:p>
            </p:txBody>
          </p:sp>
          <p:sp>
            <p:nvSpPr>
              <p:cNvPr id="4093" name="Noise cell"/>
              <p:cNvSpPr/>
              <p:nvPr/>
            </p:nvSpPr>
            <p:spPr>
              <a:xfrm>
                <a:off x="10709989" y="8430768"/>
                <a:ext cx="18770" cy="18928"/>
              </a:xfrm>
              <a:prstGeom prst="rect">
                <a:avLst/>
              </a:prstGeom>
              <a:solidFill>
                <a:srgbClr val="808080"/>
              </a:solidFill>
              <a:ln>
                <a:noFill/>
              </a:ln>
              <a:effectLst/>
            </p:spPr>
            <p:txBody>
              <a:bodyPr rtlCol="0" anchor="ctr"/>
              <a:lstStyle/>
              <a:p>
                <a:pPr algn="ctr"/>
              </a:p>
            </p:txBody>
          </p:sp>
          <p:sp>
            <p:nvSpPr>
              <p:cNvPr id="4094" name="Noise cell"/>
              <p:cNvSpPr/>
              <p:nvPr/>
            </p:nvSpPr>
            <p:spPr>
              <a:xfrm>
                <a:off x="10728119" y="8430768"/>
                <a:ext cx="18770" cy="18928"/>
              </a:xfrm>
              <a:prstGeom prst="rect">
                <a:avLst/>
              </a:prstGeom>
              <a:solidFill>
                <a:srgbClr val="838383"/>
              </a:solidFill>
              <a:ln>
                <a:noFill/>
              </a:ln>
              <a:effectLst/>
            </p:spPr>
            <p:txBody>
              <a:bodyPr rtlCol="0" anchor="ctr"/>
              <a:lstStyle/>
              <a:p>
                <a:pPr algn="ctr"/>
              </a:p>
            </p:txBody>
          </p:sp>
          <p:sp>
            <p:nvSpPr>
              <p:cNvPr id="4095" name="Noise cell"/>
              <p:cNvSpPr/>
              <p:nvPr/>
            </p:nvSpPr>
            <p:spPr>
              <a:xfrm>
                <a:off x="10746250" y="8430768"/>
                <a:ext cx="18770" cy="18928"/>
              </a:xfrm>
              <a:prstGeom prst="rect">
                <a:avLst/>
              </a:prstGeom>
              <a:solidFill>
                <a:srgbClr val="848484"/>
              </a:solidFill>
              <a:ln>
                <a:noFill/>
              </a:ln>
              <a:effectLst/>
            </p:spPr>
            <p:txBody>
              <a:bodyPr rtlCol="0" anchor="ctr"/>
              <a:lstStyle/>
              <a:p>
                <a:pPr algn="ctr"/>
              </a:p>
            </p:txBody>
          </p:sp>
          <p:sp>
            <p:nvSpPr>
              <p:cNvPr id="4096" name="Noise cell"/>
              <p:cNvSpPr/>
              <p:nvPr/>
            </p:nvSpPr>
            <p:spPr>
              <a:xfrm>
                <a:off x="10764380" y="8430768"/>
                <a:ext cx="18770" cy="18928"/>
              </a:xfrm>
              <a:prstGeom prst="rect">
                <a:avLst/>
              </a:prstGeom>
              <a:solidFill>
                <a:srgbClr val="686868"/>
              </a:solidFill>
              <a:ln>
                <a:noFill/>
              </a:ln>
              <a:effectLst/>
            </p:spPr>
            <p:txBody>
              <a:bodyPr rtlCol="0" anchor="ctr"/>
              <a:lstStyle/>
              <a:p>
                <a:pPr algn="ctr"/>
              </a:p>
            </p:txBody>
          </p:sp>
          <p:sp>
            <p:nvSpPr>
              <p:cNvPr id="4097" name="Noise cell"/>
              <p:cNvSpPr/>
              <p:nvPr/>
            </p:nvSpPr>
            <p:spPr>
              <a:xfrm>
                <a:off x="10782510" y="8430768"/>
                <a:ext cx="18770" cy="18928"/>
              </a:xfrm>
              <a:prstGeom prst="rect">
                <a:avLst/>
              </a:prstGeom>
              <a:solidFill>
                <a:srgbClr val="979797"/>
              </a:solidFill>
              <a:ln>
                <a:noFill/>
              </a:ln>
              <a:effectLst/>
            </p:spPr>
            <p:txBody>
              <a:bodyPr rtlCol="0" anchor="ctr"/>
              <a:lstStyle/>
              <a:p>
                <a:pPr algn="ctr"/>
              </a:p>
            </p:txBody>
          </p:sp>
          <p:sp>
            <p:nvSpPr>
              <p:cNvPr id="4098" name="Noise cell"/>
              <p:cNvSpPr/>
              <p:nvPr/>
            </p:nvSpPr>
            <p:spPr>
              <a:xfrm>
                <a:off x="10800641" y="8430768"/>
                <a:ext cx="18770" cy="18928"/>
              </a:xfrm>
              <a:prstGeom prst="rect">
                <a:avLst/>
              </a:prstGeom>
              <a:solidFill>
                <a:srgbClr val="898989"/>
              </a:solidFill>
              <a:ln>
                <a:noFill/>
              </a:ln>
              <a:effectLst/>
            </p:spPr>
            <p:txBody>
              <a:bodyPr rtlCol="0" anchor="ctr"/>
              <a:lstStyle/>
              <a:p>
                <a:pPr algn="ctr"/>
              </a:p>
            </p:txBody>
          </p:sp>
          <p:sp>
            <p:nvSpPr>
              <p:cNvPr id="4099" name="Noise cell"/>
              <p:cNvSpPr/>
              <p:nvPr/>
            </p:nvSpPr>
            <p:spPr>
              <a:xfrm>
                <a:off x="10818771" y="8430768"/>
                <a:ext cx="18770" cy="18928"/>
              </a:xfrm>
              <a:prstGeom prst="rect">
                <a:avLst/>
              </a:prstGeom>
              <a:solidFill>
                <a:srgbClr val="8B8B8B"/>
              </a:solidFill>
              <a:ln>
                <a:noFill/>
              </a:ln>
              <a:effectLst/>
            </p:spPr>
            <p:txBody>
              <a:bodyPr rtlCol="0" anchor="ctr"/>
              <a:lstStyle/>
              <a:p>
                <a:pPr algn="ctr"/>
              </a:p>
            </p:txBody>
          </p:sp>
          <p:sp>
            <p:nvSpPr>
              <p:cNvPr id="4100" name="Noise cell"/>
              <p:cNvSpPr/>
              <p:nvPr/>
            </p:nvSpPr>
            <p:spPr>
              <a:xfrm>
                <a:off x="10836901" y="8430768"/>
                <a:ext cx="18770" cy="18928"/>
              </a:xfrm>
              <a:prstGeom prst="rect">
                <a:avLst/>
              </a:prstGeom>
              <a:solidFill>
                <a:srgbClr val="A8A8A8"/>
              </a:solidFill>
              <a:ln>
                <a:noFill/>
              </a:ln>
              <a:effectLst/>
            </p:spPr>
            <p:txBody>
              <a:bodyPr rtlCol="0" anchor="ctr"/>
              <a:lstStyle/>
              <a:p>
                <a:pPr algn="ctr"/>
              </a:p>
            </p:txBody>
          </p:sp>
          <p:sp>
            <p:nvSpPr>
              <p:cNvPr id="4101" name="Noise cell"/>
              <p:cNvSpPr/>
              <p:nvPr/>
            </p:nvSpPr>
            <p:spPr>
              <a:xfrm>
                <a:off x="10855032" y="8430768"/>
                <a:ext cx="18770" cy="18928"/>
              </a:xfrm>
              <a:prstGeom prst="rect">
                <a:avLst/>
              </a:prstGeom>
              <a:solidFill>
                <a:srgbClr val="868686"/>
              </a:solidFill>
              <a:ln>
                <a:noFill/>
              </a:ln>
              <a:effectLst/>
            </p:spPr>
            <p:txBody>
              <a:bodyPr rtlCol="0" anchor="ctr"/>
              <a:lstStyle/>
              <a:p>
                <a:pPr algn="ctr"/>
              </a:p>
            </p:txBody>
          </p:sp>
          <p:sp>
            <p:nvSpPr>
              <p:cNvPr id="4102" name="Noise cell"/>
              <p:cNvSpPr/>
              <p:nvPr/>
            </p:nvSpPr>
            <p:spPr>
              <a:xfrm>
                <a:off x="10873162" y="8430768"/>
                <a:ext cx="18770" cy="18928"/>
              </a:xfrm>
              <a:prstGeom prst="rect">
                <a:avLst/>
              </a:prstGeom>
              <a:solidFill>
                <a:srgbClr val="727272"/>
              </a:solidFill>
              <a:ln>
                <a:noFill/>
              </a:ln>
              <a:effectLst/>
            </p:spPr>
            <p:txBody>
              <a:bodyPr rtlCol="0" anchor="ctr"/>
              <a:lstStyle/>
              <a:p>
                <a:pPr algn="ctr"/>
              </a:p>
            </p:txBody>
          </p:sp>
          <p:sp>
            <p:nvSpPr>
              <p:cNvPr id="4103" name="Noise cell"/>
              <p:cNvSpPr/>
              <p:nvPr/>
            </p:nvSpPr>
            <p:spPr>
              <a:xfrm>
                <a:off x="10891292" y="8430768"/>
                <a:ext cx="18770" cy="18928"/>
              </a:xfrm>
              <a:prstGeom prst="rect">
                <a:avLst/>
              </a:prstGeom>
              <a:solidFill>
                <a:srgbClr val="888888"/>
              </a:solidFill>
              <a:ln>
                <a:noFill/>
              </a:ln>
              <a:effectLst/>
            </p:spPr>
            <p:txBody>
              <a:bodyPr rtlCol="0" anchor="ctr"/>
              <a:lstStyle/>
              <a:p>
                <a:pPr algn="ctr"/>
              </a:p>
            </p:txBody>
          </p:sp>
          <p:sp>
            <p:nvSpPr>
              <p:cNvPr id="4104" name="Noise cell"/>
              <p:cNvSpPr/>
              <p:nvPr/>
            </p:nvSpPr>
            <p:spPr>
              <a:xfrm>
                <a:off x="10909423" y="8430768"/>
                <a:ext cx="18770" cy="18928"/>
              </a:xfrm>
              <a:prstGeom prst="rect">
                <a:avLst/>
              </a:prstGeom>
              <a:solidFill>
                <a:srgbClr val="858585"/>
              </a:solidFill>
              <a:ln>
                <a:noFill/>
              </a:ln>
              <a:effectLst/>
            </p:spPr>
            <p:txBody>
              <a:bodyPr rtlCol="0" anchor="ctr"/>
              <a:lstStyle/>
              <a:p>
                <a:pPr algn="ctr"/>
              </a:p>
            </p:txBody>
          </p:sp>
          <p:sp>
            <p:nvSpPr>
              <p:cNvPr id="4105" name="Noise cell"/>
              <p:cNvSpPr/>
              <p:nvPr/>
            </p:nvSpPr>
            <p:spPr>
              <a:xfrm>
                <a:off x="10927553" y="8430768"/>
                <a:ext cx="18770" cy="18928"/>
              </a:xfrm>
              <a:prstGeom prst="rect">
                <a:avLst/>
              </a:prstGeom>
              <a:solidFill>
                <a:srgbClr val="7B7B7B"/>
              </a:solidFill>
              <a:ln>
                <a:noFill/>
              </a:ln>
              <a:effectLst/>
            </p:spPr>
            <p:txBody>
              <a:bodyPr rtlCol="0" anchor="ctr"/>
              <a:lstStyle/>
              <a:p>
                <a:pPr algn="ctr"/>
              </a:p>
            </p:txBody>
          </p:sp>
          <p:sp>
            <p:nvSpPr>
              <p:cNvPr id="4106" name="Noise cell"/>
              <p:cNvSpPr/>
              <p:nvPr/>
            </p:nvSpPr>
            <p:spPr>
              <a:xfrm>
                <a:off x="10945683" y="8430768"/>
                <a:ext cx="18770" cy="18928"/>
              </a:xfrm>
              <a:prstGeom prst="rect">
                <a:avLst/>
              </a:prstGeom>
              <a:solidFill>
                <a:srgbClr val="7C7C7C"/>
              </a:solidFill>
              <a:ln>
                <a:noFill/>
              </a:ln>
              <a:effectLst/>
            </p:spPr>
            <p:txBody>
              <a:bodyPr rtlCol="0" anchor="ctr"/>
              <a:lstStyle/>
              <a:p>
                <a:pPr algn="ctr"/>
              </a:p>
            </p:txBody>
          </p:sp>
          <p:sp>
            <p:nvSpPr>
              <p:cNvPr id="4107" name="Noise cell"/>
              <p:cNvSpPr/>
              <p:nvPr/>
            </p:nvSpPr>
            <p:spPr>
              <a:xfrm>
                <a:off x="10963814" y="8430768"/>
                <a:ext cx="18770" cy="18928"/>
              </a:xfrm>
              <a:prstGeom prst="rect">
                <a:avLst/>
              </a:prstGeom>
              <a:solidFill>
                <a:srgbClr val="848484"/>
              </a:solidFill>
              <a:ln>
                <a:noFill/>
              </a:ln>
              <a:effectLst/>
            </p:spPr>
            <p:txBody>
              <a:bodyPr rtlCol="0" anchor="ctr"/>
              <a:lstStyle/>
              <a:p>
                <a:pPr algn="ctr"/>
              </a:p>
            </p:txBody>
          </p:sp>
          <p:sp>
            <p:nvSpPr>
              <p:cNvPr id="4108" name="Noise cell"/>
              <p:cNvSpPr/>
              <p:nvPr/>
            </p:nvSpPr>
            <p:spPr>
              <a:xfrm>
                <a:off x="9930384" y="8449056"/>
                <a:ext cx="18770" cy="18928"/>
              </a:xfrm>
              <a:prstGeom prst="rect">
                <a:avLst/>
              </a:prstGeom>
              <a:solidFill>
                <a:srgbClr val="8A8A8A"/>
              </a:solidFill>
              <a:ln>
                <a:noFill/>
              </a:ln>
              <a:effectLst/>
            </p:spPr>
            <p:txBody>
              <a:bodyPr rtlCol="0" anchor="ctr"/>
              <a:lstStyle/>
              <a:p>
                <a:pPr algn="ctr"/>
              </a:p>
            </p:txBody>
          </p:sp>
          <p:sp>
            <p:nvSpPr>
              <p:cNvPr id="4109" name="Noise cell"/>
              <p:cNvSpPr/>
              <p:nvPr/>
            </p:nvSpPr>
            <p:spPr>
              <a:xfrm>
                <a:off x="9948514" y="8449056"/>
                <a:ext cx="18770" cy="18928"/>
              </a:xfrm>
              <a:prstGeom prst="rect">
                <a:avLst/>
              </a:prstGeom>
              <a:solidFill>
                <a:srgbClr val="7B7B7B"/>
              </a:solidFill>
              <a:ln>
                <a:noFill/>
              </a:ln>
              <a:effectLst/>
            </p:spPr>
            <p:txBody>
              <a:bodyPr rtlCol="0" anchor="ctr"/>
              <a:lstStyle/>
              <a:p>
                <a:pPr algn="ctr"/>
              </a:p>
            </p:txBody>
          </p:sp>
          <p:sp>
            <p:nvSpPr>
              <p:cNvPr id="4110" name="Noise cell"/>
              <p:cNvSpPr/>
              <p:nvPr/>
            </p:nvSpPr>
            <p:spPr>
              <a:xfrm>
                <a:off x="9966645" y="8449056"/>
                <a:ext cx="18770" cy="18928"/>
              </a:xfrm>
              <a:prstGeom prst="rect">
                <a:avLst/>
              </a:prstGeom>
              <a:solidFill>
                <a:srgbClr val="949494"/>
              </a:solidFill>
              <a:ln>
                <a:noFill/>
              </a:ln>
              <a:effectLst/>
            </p:spPr>
            <p:txBody>
              <a:bodyPr rtlCol="0" anchor="ctr"/>
              <a:lstStyle/>
              <a:p>
                <a:pPr algn="ctr"/>
              </a:p>
            </p:txBody>
          </p:sp>
          <p:sp>
            <p:nvSpPr>
              <p:cNvPr id="4111" name="Noise cell"/>
              <p:cNvSpPr/>
              <p:nvPr/>
            </p:nvSpPr>
            <p:spPr>
              <a:xfrm>
                <a:off x="9984775" y="8449056"/>
                <a:ext cx="18770" cy="18928"/>
              </a:xfrm>
              <a:prstGeom prst="rect">
                <a:avLst/>
              </a:prstGeom>
              <a:solidFill>
                <a:srgbClr val="7A7A7A"/>
              </a:solidFill>
              <a:ln>
                <a:noFill/>
              </a:ln>
              <a:effectLst/>
            </p:spPr>
            <p:txBody>
              <a:bodyPr rtlCol="0" anchor="ctr"/>
              <a:lstStyle/>
              <a:p>
                <a:pPr algn="ctr"/>
              </a:p>
            </p:txBody>
          </p:sp>
          <p:sp>
            <p:nvSpPr>
              <p:cNvPr id="4112" name="Noise cell"/>
              <p:cNvSpPr/>
              <p:nvPr/>
            </p:nvSpPr>
            <p:spPr>
              <a:xfrm>
                <a:off x="10002905" y="8449056"/>
                <a:ext cx="18770" cy="18928"/>
              </a:xfrm>
              <a:prstGeom prst="rect">
                <a:avLst/>
              </a:prstGeom>
              <a:solidFill>
                <a:srgbClr val="A2A2A2"/>
              </a:solidFill>
              <a:ln>
                <a:noFill/>
              </a:ln>
              <a:effectLst/>
            </p:spPr>
            <p:txBody>
              <a:bodyPr rtlCol="0" anchor="ctr"/>
              <a:lstStyle/>
              <a:p>
                <a:pPr algn="ctr"/>
              </a:p>
            </p:txBody>
          </p:sp>
          <p:sp>
            <p:nvSpPr>
              <p:cNvPr id="4113" name="Noise cell"/>
              <p:cNvSpPr/>
              <p:nvPr/>
            </p:nvSpPr>
            <p:spPr>
              <a:xfrm>
                <a:off x="10021036" y="8449056"/>
                <a:ext cx="18770" cy="18928"/>
              </a:xfrm>
              <a:prstGeom prst="rect">
                <a:avLst/>
              </a:prstGeom>
              <a:solidFill>
                <a:srgbClr val="848484"/>
              </a:solidFill>
              <a:ln>
                <a:noFill/>
              </a:ln>
              <a:effectLst/>
            </p:spPr>
            <p:txBody>
              <a:bodyPr rtlCol="0" anchor="ctr"/>
              <a:lstStyle/>
              <a:p>
                <a:pPr algn="ctr"/>
              </a:p>
            </p:txBody>
          </p:sp>
          <p:sp>
            <p:nvSpPr>
              <p:cNvPr id="4114" name="Noise cell"/>
              <p:cNvSpPr/>
              <p:nvPr/>
            </p:nvSpPr>
            <p:spPr>
              <a:xfrm>
                <a:off x="10039166" y="8449056"/>
                <a:ext cx="18770" cy="18928"/>
              </a:xfrm>
              <a:prstGeom prst="rect">
                <a:avLst/>
              </a:prstGeom>
              <a:solidFill>
                <a:srgbClr val="7A7A7A"/>
              </a:solidFill>
              <a:ln>
                <a:noFill/>
              </a:ln>
              <a:effectLst/>
            </p:spPr>
            <p:txBody>
              <a:bodyPr rtlCol="0" anchor="ctr"/>
              <a:lstStyle/>
              <a:p>
                <a:pPr algn="ctr"/>
              </a:p>
            </p:txBody>
          </p:sp>
          <p:sp>
            <p:nvSpPr>
              <p:cNvPr id="4115" name="Noise cell"/>
              <p:cNvSpPr/>
              <p:nvPr/>
            </p:nvSpPr>
            <p:spPr>
              <a:xfrm>
                <a:off x="10057296" y="8449056"/>
                <a:ext cx="18770" cy="18928"/>
              </a:xfrm>
              <a:prstGeom prst="rect">
                <a:avLst/>
              </a:prstGeom>
              <a:solidFill>
                <a:srgbClr val="747474"/>
              </a:solidFill>
              <a:ln>
                <a:noFill/>
              </a:ln>
              <a:effectLst/>
            </p:spPr>
            <p:txBody>
              <a:bodyPr rtlCol="0" anchor="ctr"/>
              <a:lstStyle/>
              <a:p>
                <a:pPr algn="ctr"/>
              </a:p>
            </p:txBody>
          </p:sp>
          <p:sp>
            <p:nvSpPr>
              <p:cNvPr id="4116" name="Noise cell"/>
              <p:cNvSpPr/>
              <p:nvPr/>
            </p:nvSpPr>
            <p:spPr>
              <a:xfrm>
                <a:off x="10075427" y="8449056"/>
                <a:ext cx="18770" cy="18928"/>
              </a:xfrm>
              <a:prstGeom prst="rect">
                <a:avLst/>
              </a:prstGeom>
              <a:solidFill>
                <a:srgbClr val="767676"/>
              </a:solidFill>
              <a:ln>
                <a:noFill/>
              </a:ln>
              <a:effectLst/>
            </p:spPr>
            <p:txBody>
              <a:bodyPr rtlCol="0" anchor="ctr"/>
              <a:lstStyle/>
              <a:p>
                <a:pPr algn="ctr"/>
              </a:p>
            </p:txBody>
          </p:sp>
          <p:sp>
            <p:nvSpPr>
              <p:cNvPr id="4117" name="Noise cell"/>
              <p:cNvSpPr/>
              <p:nvPr/>
            </p:nvSpPr>
            <p:spPr>
              <a:xfrm>
                <a:off x="10093557" y="8449056"/>
                <a:ext cx="18770" cy="18928"/>
              </a:xfrm>
              <a:prstGeom prst="rect">
                <a:avLst/>
              </a:prstGeom>
              <a:solidFill>
                <a:srgbClr val="949494"/>
              </a:solidFill>
              <a:ln>
                <a:noFill/>
              </a:ln>
              <a:effectLst/>
            </p:spPr>
            <p:txBody>
              <a:bodyPr rtlCol="0" anchor="ctr"/>
              <a:lstStyle/>
              <a:p>
                <a:pPr algn="ctr"/>
              </a:p>
            </p:txBody>
          </p:sp>
          <p:sp>
            <p:nvSpPr>
              <p:cNvPr id="4118" name="Noise cell"/>
              <p:cNvSpPr/>
              <p:nvPr/>
            </p:nvSpPr>
            <p:spPr>
              <a:xfrm>
                <a:off x="10111687" y="8449056"/>
                <a:ext cx="18770" cy="18928"/>
              </a:xfrm>
              <a:prstGeom prst="rect">
                <a:avLst/>
              </a:prstGeom>
              <a:solidFill>
                <a:srgbClr val="8A8A8A"/>
              </a:solidFill>
              <a:ln>
                <a:noFill/>
              </a:ln>
              <a:effectLst/>
            </p:spPr>
            <p:txBody>
              <a:bodyPr rtlCol="0" anchor="ctr"/>
              <a:lstStyle/>
              <a:p>
                <a:pPr algn="ctr"/>
              </a:p>
            </p:txBody>
          </p:sp>
          <p:sp>
            <p:nvSpPr>
              <p:cNvPr id="4119" name="Noise cell"/>
              <p:cNvSpPr/>
              <p:nvPr/>
            </p:nvSpPr>
            <p:spPr>
              <a:xfrm>
                <a:off x="10129818" y="8449056"/>
                <a:ext cx="18770" cy="18928"/>
              </a:xfrm>
              <a:prstGeom prst="rect">
                <a:avLst/>
              </a:prstGeom>
              <a:solidFill>
                <a:srgbClr val="6D6D6D"/>
              </a:solidFill>
              <a:ln>
                <a:noFill/>
              </a:ln>
              <a:effectLst/>
            </p:spPr>
            <p:txBody>
              <a:bodyPr rtlCol="0" anchor="ctr"/>
              <a:lstStyle/>
              <a:p>
                <a:pPr algn="ctr"/>
              </a:p>
            </p:txBody>
          </p:sp>
          <p:sp>
            <p:nvSpPr>
              <p:cNvPr id="4120" name="Noise cell"/>
              <p:cNvSpPr/>
              <p:nvPr/>
            </p:nvSpPr>
            <p:spPr>
              <a:xfrm>
                <a:off x="10147948" y="8449056"/>
                <a:ext cx="18770" cy="18928"/>
              </a:xfrm>
              <a:prstGeom prst="rect">
                <a:avLst/>
              </a:prstGeom>
              <a:solidFill>
                <a:srgbClr val="676767"/>
              </a:solidFill>
              <a:ln>
                <a:noFill/>
              </a:ln>
              <a:effectLst/>
            </p:spPr>
            <p:txBody>
              <a:bodyPr rtlCol="0" anchor="ctr"/>
              <a:lstStyle/>
              <a:p>
                <a:pPr algn="ctr"/>
              </a:p>
            </p:txBody>
          </p:sp>
          <p:sp>
            <p:nvSpPr>
              <p:cNvPr id="4121" name="Noise cell"/>
              <p:cNvSpPr/>
              <p:nvPr/>
            </p:nvSpPr>
            <p:spPr>
              <a:xfrm>
                <a:off x="10166078" y="8449056"/>
                <a:ext cx="18770" cy="18928"/>
              </a:xfrm>
              <a:prstGeom prst="rect">
                <a:avLst/>
              </a:prstGeom>
              <a:solidFill>
                <a:srgbClr val="959595"/>
              </a:solidFill>
              <a:ln>
                <a:noFill/>
              </a:ln>
              <a:effectLst/>
            </p:spPr>
            <p:txBody>
              <a:bodyPr rtlCol="0" anchor="ctr"/>
              <a:lstStyle/>
              <a:p>
                <a:pPr algn="ctr"/>
              </a:p>
            </p:txBody>
          </p:sp>
          <p:sp>
            <p:nvSpPr>
              <p:cNvPr id="4122" name="Noise cell"/>
              <p:cNvSpPr/>
              <p:nvPr/>
            </p:nvSpPr>
            <p:spPr>
              <a:xfrm>
                <a:off x="10184209" y="8449056"/>
                <a:ext cx="18770" cy="18928"/>
              </a:xfrm>
              <a:prstGeom prst="rect">
                <a:avLst/>
              </a:prstGeom>
              <a:solidFill>
                <a:srgbClr val="838383"/>
              </a:solidFill>
              <a:ln>
                <a:noFill/>
              </a:ln>
              <a:effectLst/>
            </p:spPr>
            <p:txBody>
              <a:bodyPr rtlCol="0" anchor="ctr"/>
              <a:lstStyle/>
              <a:p>
                <a:pPr algn="ctr"/>
              </a:p>
            </p:txBody>
          </p:sp>
          <p:sp>
            <p:nvSpPr>
              <p:cNvPr id="4123" name="Noise cell"/>
              <p:cNvSpPr/>
              <p:nvPr/>
            </p:nvSpPr>
            <p:spPr>
              <a:xfrm>
                <a:off x="10202339" y="8449056"/>
                <a:ext cx="18770" cy="18928"/>
              </a:xfrm>
              <a:prstGeom prst="rect">
                <a:avLst/>
              </a:prstGeom>
              <a:solidFill>
                <a:srgbClr val="929292"/>
              </a:solidFill>
              <a:ln>
                <a:noFill/>
              </a:ln>
              <a:effectLst/>
            </p:spPr>
            <p:txBody>
              <a:bodyPr rtlCol="0" anchor="ctr"/>
              <a:lstStyle/>
              <a:p>
                <a:pPr algn="ctr"/>
              </a:p>
            </p:txBody>
          </p:sp>
          <p:sp>
            <p:nvSpPr>
              <p:cNvPr id="4124" name="Noise cell"/>
              <p:cNvSpPr/>
              <p:nvPr/>
            </p:nvSpPr>
            <p:spPr>
              <a:xfrm>
                <a:off x="10220470" y="8449056"/>
                <a:ext cx="18770" cy="18928"/>
              </a:xfrm>
              <a:prstGeom prst="rect">
                <a:avLst/>
              </a:prstGeom>
              <a:solidFill>
                <a:srgbClr val="6D6D6D"/>
              </a:solidFill>
              <a:ln>
                <a:noFill/>
              </a:ln>
              <a:effectLst/>
            </p:spPr>
            <p:txBody>
              <a:bodyPr rtlCol="0" anchor="ctr"/>
              <a:lstStyle/>
              <a:p>
                <a:pPr algn="ctr"/>
              </a:p>
            </p:txBody>
          </p:sp>
          <p:sp>
            <p:nvSpPr>
              <p:cNvPr id="4125" name="Noise cell"/>
              <p:cNvSpPr/>
              <p:nvPr/>
            </p:nvSpPr>
            <p:spPr>
              <a:xfrm>
                <a:off x="10238600" y="8449056"/>
                <a:ext cx="18770" cy="18928"/>
              </a:xfrm>
              <a:prstGeom prst="rect">
                <a:avLst/>
              </a:prstGeom>
              <a:solidFill>
                <a:srgbClr val="7F7F7F"/>
              </a:solidFill>
              <a:ln>
                <a:noFill/>
              </a:ln>
              <a:effectLst/>
            </p:spPr>
            <p:txBody>
              <a:bodyPr rtlCol="0" anchor="ctr"/>
              <a:lstStyle/>
              <a:p>
                <a:pPr algn="ctr"/>
              </a:p>
            </p:txBody>
          </p:sp>
          <p:sp>
            <p:nvSpPr>
              <p:cNvPr id="4126" name="Noise cell"/>
              <p:cNvSpPr/>
              <p:nvPr/>
            </p:nvSpPr>
            <p:spPr>
              <a:xfrm>
                <a:off x="10256730" y="8449056"/>
                <a:ext cx="18770" cy="18928"/>
              </a:xfrm>
              <a:prstGeom prst="rect">
                <a:avLst/>
              </a:prstGeom>
              <a:solidFill>
                <a:srgbClr val="767676"/>
              </a:solidFill>
              <a:ln>
                <a:noFill/>
              </a:ln>
              <a:effectLst/>
            </p:spPr>
            <p:txBody>
              <a:bodyPr rtlCol="0" anchor="ctr"/>
              <a:lstStyle/>
              <a:p>
                <a:pPr algn="ctr"/>
              </a:p>
            </p:txBody>
          </p:sp>
          <p:sp>
            <p:nvSpPr>
              <p:cNvPr id="4127" name="Noise cell"/>
              <p:cNvSpPr/>
              <p:nvPr/>
            </p:nvSpPr>
            <p:spPr>
              <a:xfrm>
                <a:off x="10274861" y="8449056"/>
                <a:ext cx="18770" cy="18928"/>
              </a:xfrm>
              <a:prstGeom prst="rect">
                <a:avLst/>
              </a:prstGeom>
              <a:solidFill>
                <a:srgbClr val="A8A8A8"/>
              </a:solidFill>
              <a:ln>
                <a:noFill/>
              </a:ln>
              <a:effectLst/>
            </p:spPr>
            <p:txBody>
              <a:bodyPr rtlCol="0" anchor="ctr"/>
              <a:lstStyle/>
              <a:p>
                <a:pPr algn="ctr"/>
              </a:p>
            </p:txBody>
          </p:sp>
          <p:sp>
            <p:nvSpPr>
              <p:cNvPr id="4128" name="Noise cell"/>
              <p:cNvSpPr/>
              <p:nvPr/>
            </p:nvSpPr>
            <p:spPr>
              <a:xfrm>
                <a:off x="10292991" y="8449056"/>
                <a:ext cx="18770" cy="18928"/>
              </a:xfrm>
              <a:prstGeom prst="rect">
                <a:avLst/>
              </a:prstGeom>
              <a:solidFill>
                <a:srgbClr val="808080"/>
              </a:solidFill>
              <a:ln>
                <a:noFill/>
              </a:ln>
              <a:effectLst/>
            </p:spPr>
            <p:txBody>
              <a:bodyPr rtlCol="0" anchor="ctr"/>
              <a:lstStyle/>
              <a:p>
                <a:pPr algn="ctr"/>
              </a:p>
            </p:txBody>
          </p:sp>
          <p:sp>
            <p:nvSpPr>
              <p:cNvPr id="4129" name="Noise cell"/>
              <p:cNvSpPr/>
              <p:nvPr/>
            </p:nvSpPr>
            <p:spPr>
              <a:xfrm>
                <a:off x="10311121" y="8449056"/>
                <a:ext cx="18770" cy="18928"/>
              </a:xfrm>
              <a:prstGeom prst="rect">
                <a:avLst/>
              </a:prstGeom>
              <a:solidFill>
                <a:srgbClr val="7D7D7D"/>
              </a:solidFill>
              <a:ln>
                <a:noFill/>
              </a:ln>
              <a:effectLst/>
            </p:spPr>
            <p:txBody>
              <a:bodyPr rtlCol="0" anchor="ctr"/>
              <a:lstStyle/>
              <a:p>
                <a:pPr algn="ctr"/>
              </a:p>
            </p:txBody>
          </p:sp>
          <p:sp>
            <p:nvSpPr>
              <p:cNvPr id="4130" name="Noise cell"/>
              <p:cNvSpPr/>
              <p:nvPr/>
            </p:nvSpPr>
            <p:spPr>
              <a:xfrm>
                <a:off x="10329252" y="8449056"/>
                <a:ext cx="18770" cy="18928"/>
              </a:xfrm>
              <a:prstGeom prst="rect">
                <a:avLst/>
              </a:prstGeom>
              <a:solidFill>
                <a:srgbClr val="5C5C5C"/>
              </a:solidFill>
              <a:ln>
                <a:noFill/>
              </a:ln>
              <a:effectLst/>
            </p:spPr>
            <p:txBody>
              <a:bodyPr rtlCol="0" anchor="ctr"/>
              <a:lstStyle/>
              <a:p>
                <a:pPr algn="ctr"/>
              </a:p>
            </p:txBody>
          </p:sp>
          <p:sp>
            <p:nvSpPr>
              <p:cNvPr id="4131" name="Noise cell"/>
              <p:cNvSpPr/>
              <p:nvPr/>
            </p:nvSpPr>
            <p:spPr>
              <a:xfrm>
                <a:off x="10347382" y="8449056"/>
                <a:ext cx="18770" cy="18928"/>
              </a:xfrm>
              <a:prstGeom prst="rect">
                <a:avLst/>
              </a:prstGeom>
              <a:solidFill>
                <a:srgbClr val="959595"/>
              </a:solidFill>
              <a:ln>
                <a:noFill/>
              </a:ln>
              <a:effectLst/>
            </p:spPr>
            <p:txBody>
              <a:bodyPr rtlCol="0" anchor="ctr"/>
              <a:lstStyle/>
              <a:p>
                <a:pPr algn="ctr"/>
              </a:p>
            </p:txBody>
          </p:sp>
          <p:sp>
            <p:nvSpPr>
              <p:cNvPr id="4132" name="Noise cell"/>
              <p:cNvSpPr/>
              <p:nvPr/>
            </p:nvSpPr>
            <p:spPr>
              <a:xfrm>
                <a:off x="10365512" y="8449056"/>
                <a:ext cx="18770" cy="18928"/>
              </a:xfrm>
              <a:prstGeom prst="rect">
                <a:avLst/>
              </a:prstGeom>
              <a:solidFill>
                <a:srgbClr val="7A7A7A"/>
              </a:solidFill>
              <a:ln>
                <a:noFill/>
              </a:ln>
              <a:effectLst/>
            </p:spPr>
            <p:txBody>
              <a:bodyPr rtlCol="0" anchor="ctr"/>
              <a:lstStyle/>
              <a:p>
                <a:pPr algn="ctr"/>
              </a:p>
            </p:txBody>
          </p:sp>
          <p:sp>
            <p:nvSpPr>
              <p:cNvPr id="4133" name="Noise cell"/>
              <p:cNvSpPr/>
              <p:nvPr/>
            </p:nvSpPr>
            <p:spPr>
              <a:xfrm>
                <a:off x="10383643" y="8449056"/>
                <a:ext cx="18770" cy="18928"/>
              </a:xfrm>
              <a:prstGeom prst="rect">
                <a:avLst/>
              </a:prstGeom>
              <a:solidFill>
                <a:srgbClr val="6C6C6C"/>
              </a:solidFill>
              <a:ln>
                <a:noFill/>
              </a:ln>
              <a:effectLst/>
            </p:spPr>
            <p:txBody>
              <a:bodyPr rtlCol="0" anchor="ctr"/>
              <a:lstStyle/>
              <a:p>
                <a:pPr algn="ctr"/>
              </a:p>
            </p:txBody>
          </p:sp>
          <p:sp>
            <p:nvSpPr>
              <p:cNvPr id="4134" name="Noise cell"/>
              <p:cNvSpPr/>
              <p:nvPr/>
            </p:nvSpPr>
            <p:spPr>
              <a:xfrm>
                <a:off x="10401773" y="8449056"/>
                <a:ext cx="18770" cy="18928"/>
              </a:xfrm>
              <a:prstGeom prst="rect">
                <a:avLst/>
              </a:prstGeom>
              <a:solidFill>
                <a:srgbClr val="989898"/>
              </a:solidFill>
              <a:ln>
                <a:noFill/>
              </a:ln>
              <a:effectLst/>
            </p:spPr>
            <p:txBody>
              <a:bodyPr rtlCol="0" anchor="ctr"/>
              <a:lstStyle/>
              <a:p>
                <a:pPr algn="ctr"/>
              </a:p>
            </p:txBody>
          </p:sp>
          <p:sp>
            <p:nvSpPr>
              <p:cNvPr id="4135" name="Noise cell"/>
              <p:cNvSpPr/>
              <p:nvPr/>
            </p:nvSpPr>
            <p:spPr>
              <a:xfrm>
                <a:off x="10419903" y="8449056"/>
                <a:ext cx="18770" cy="18928"/>
              </a:xfrm>
              <a:prstGeom prst="rect">
                <a:avLst/>
              </a:prstGeom>
              <a:solidFill>
                <a:srgbClr val="909090"/>
              </a:solidFill>
              <a:ln>
                <a:noFill/>
              </a:ln>
              <a:effectLst/>
            </p:spPr>
            <p:txBody>
              <a:bodyPr rtlCol="0" anchor="ctr"/>
              <a:lstStyle/>
              <a:p>
                <a:pPr algn="ctr"/>
              </a:p>
            </p:txBody>
          </p:sp>
          <p:sp>
            <p:nvSpPr>
              <p:cNvPr id="4136" name="Noise cell"/>
              <p:cNvSpPr/>
              <p:nvPr/>
            </p:nvSpPr>
            <p:spPr>
              <a:xfrm>
                <a:off x="10438034" y="8449056"/>
                <a:ext cx="18770" cy="18928"/>
              </a:xfrm>
              <a:prstGeom prst="rect">
                <a:avLst/>
              </a:prstGeom>
              <a:solidFill>
                <a:srgbClr val="7F7F7F"/>
              </a:solidFill>
              <a:ln>
                <a:noFill/>
              </a:ln>
              <a:effectLst/>
            </p:spPr>
            <p:txBody>
              <a:bodyPr rtlCol="0" anchor="ctr"/>
              <a:lstStyle/>
              <a:p>
                <a:pPr algn="ctr"/>
              </a:p>
            </p:txBody>
          </p:sp>
          <p:sp>
            <p:nvSpPr>
              <p:cNvPr id="4137" name="Noise cell"/>
              <p:cNvSpPr/>
              <p:nvPr/>
            </p:nvSpPr>
            <p:spPr>
              <a:xfrm>
                <a:off x="10456164" y="8449056"/>
                <a:ext cx="18770" cy="18928"/>
              </a:xfrm>
              <a:prstGeom prst="rect">
                <a:avLst/>
              </a:prstGeom>
              <a:solidFill>
                <a:srgbClr val="A2A2A2"/>
              </a:solidFill>
              <a:ln>
                <a:noFill/>
              </a:ln>
              <a:effectLst/>
            </p:spPr>
            <p:txBody>
              <a:bodyPr rtlCol="0" anchor="ctr"/>
              <a:lstStyle/>
              <a:p>
                <a:pPr algn="ctr"/>
              </a:p>
            </p:txBody>
          </p:sp>
          <p:sp>
            <p:nvSpPr>
              <p:cNvPr id="4138" name="Noise cell"/>
              <p:cNvSpPr/>
              <p:nvPr/>
            </p:nvSpPr>
            <p:spPr>
              <a:xfrm>
                <a:off x="10474294" y="8449056"/>
                <a:ext cx="18770" cy="18928"/>
              </a:xfrm>
              <a:prstGeom prst="rect">
                <a:avLst/>
              </a:prstGeom>
              <a:solidFill>
                <a:srgbClr val="6F6F6F"/>
              </a:solidFill>
              <a:ln>
                <a:noFill/>
              </a:ln>
              <a:effectLst/>
            </p:spPr>
            <p:txBody>
              <a:bodyPr rtlCol="0" anchor="ctr"/>
              <a:lstStyle/>
              <a:p>
                <a:pPr algn="ctr"/>
              </a:p>
            </p:txBody>
          </p:sp>
          <p:sp>
            <p:nvSpPr>
              <p:cNvPr id="4139" name="Noise cell"/>
              <p:cNvSpPr/>
              <p:nvPr/>
            </p:nvSpPr>
            <p:spPr>
              <a:xfrm>
                <a:off x="10492425" y="8449056"/>
                <a:ext cx="18770" cy="18928"/>
              </a:xfrm>
              <a:prstGeom prst="rect">
                <a:avLst/>
              </a:prstGeom>
              <a:solidFill>
                <a:srgbClr val="929292"/>
              </a:solidFill>
              <a:ln>
                <a:noFill/>
              </a:ln>
              <a:effectLst/>
            </p:spPr>
            <p:txBody>
              <a:bodyPr rtlCol="0" anchor="ctr"/>
              <a:lstStyle/>
              <a:p>
                <a:pPr algn="ctr"/>
              </a:p>
            </p:txBody>
          </p:sp>
          <p:sp>
            <p:nvSpPr>
              <p:cNvPr id="4140" name="Noise cell"/>
              <p:cNvSpPr/>
              <p:nvPr/>
            </p:nvSpPr>
            <p:spPr>
              <a:xfrm>
                <a:off x="10510555" y="8449056"/>
                <a:ext cx="18770" cy="18928"/>
              </a:xfrm>
              <a:prstGeom prst="rect">
                <a:avLst/>
              </a:prstGeom>
              <a:solidFill>
                <a:srgbClr val="9A9A9A"/>
              </a:solidFill>
              <a:ln>
                <a:noFill/>
              </a:ln>
              <a:effectLst/>
            </p:spPr>
            <p:txBody>
              <a:bodyPr rtlCol="0" anchor="ctr"/>
              <a:lstStyle/>
              <a:p>
                <a:pPr algn="ctr"/>
              </a:p>
            </p:txBody>
          </p:sp>
          <p:sp>
            <p:nvSpPr>
              <p:cNvPr id="4141" name="Noise cell"/>
              <p:cNvSpPr/>
              <p:nvPr/>
            </p:nvSpPr>
            <p:spPr>
              <a:xfrm>
                <a:off x="10528685" y="8449056"/>
                <a:ext cx="18770" cy="18928"/>
              </a:xfrm>
              <a:prstGeom prst="rect">
                <a:avLst/>
              </a:prstGeom>
              <a:solidFill>
                <a:srgbClr val="767676"/>
              </a:solidFill>
              <a:ln>
                <a:noFill/>
              </a:ln>
              <a:effectLst/>
            </p:spPr>
            <p:txBody>
              <a:bodyPr rtlCol="0" anchor="ctr"/>
              <a:lstStyle/>
              <a:p>
                <a:pPr algn="ctr"/>
              </a:p>
            </p:txBody>
          </p:sp>
          <p:sp>
            <p:nvSpPr>
              <p:cNvPr id="4142" name="Noise cell"/>
              <p:cNvSpPr/>
              <p:nvPr/>
            </p:nvSpPr>
            <p:spPr>
              <a:xfrm>
                <a:off x="10546816" y="8449056"/>
                <a:ext cx="18770" cy="18928"/>
              </a:xfrm>
              <a:prstGeom prst="rect">
                <a:avLst/>
              </a:prstGeom>
              <a:solidFill>
                <a:srgbClr val="7F7F7F"/>
              </a:solidFill>
              <a:ln>
                <a:noFill/>
              </a:ln>
              <a:effectLst/>
            </p:spPr>
            <p:txBody>
              <a:bodyPr rtlCol="0" anchor="ctr"/>
              <a:lstStyle/>
              <a:p>
                <a:pPr algn="ctr"/>
              </a:p>
            </p:txBody>
          </p:sp>
          <p:sp>
            <p:nvSpPr>
              <p:cNvPr id="4143" name="Noise cell"/>
              <p:cNvSpPr/>
              <p:nvPr/>
            </p:nvSpPr>
            <p:spPr>
              <a:xfrm>
                <a:off x="10564946" y="8449056"/>
                <a:ext cx="18770" cy="18928"/>
              </a:xfrm>
              <a:prstGeom prst="rect">
                <a:avLst/>
              </a:prstGeom>
              <a:solidFill>
                <a:srgbClr val="7C7C7C"/>
              </a:solidFill>
              <a:ln>
                <a:noFill/>
              </a:ln>
              <a:effectLst/>
            </p:spPr>
            <p:txBody>
              <a:bodyPr rtlCol="0" anchor="ctr"/>
              <a:lstStyle/>
              <a:p>
                <a:pPr algn="ctr"/>
              </a:p>
            </p:txBody>
          </p:sp>
          <p:sp>
            <p:nvSpPr>
              <p:cNvPr id="4144" name="Noise cell"/>
              <p:cNvSpPr/>
              <p:nvPr/>
            </p:nvSpPr>
            <p:spPr>
              <a:xfrm>
                <a:off x="10583076" y="8449056"/>
                <a:ext cx="18770" cy="18928"/>
              </a:xfrm>
              <a:prstGeom prst="rect">
                <a:avLst/>
              </a:prstGeom>
              <a:solidFill>
                <a:srgbClr val="8E8E8E"/>
              </a:solidFill>
              <a:ln>
                <a:noFill/>
              </a:ln>
              <a:effectLst/>
            </p:spPr>
            <p:txBody>
              <a:bodyPr rtlCol="0" anchor="ctr"/>
              <a:lstStyle/>
              <a:p>
                <a:pPr algn="ctr"/>
              </a:p>
            </p:txBody>
          </p:sp>
          <p:sp>
            <p:nvSpPr>
              <p:cNvPr id="4145" name="Noise cell"/>
              <p:cNvSpPr/>
              <p:nvPr/>
            </p:nvSpPr>
            <p:spPr>
              <a:xfrm>
                <a:off x="10601207" y="8449056"/>
                <a:ext cx="18770" cy="18928"/>
              </a:xfrm>
              <a:prstGeom prst="rect">
                <a:avLst/>
              </a:prstGeom>
              <a:solidFill>
                <a:srgbClr val="929292"/>
              </a:solidFill>
              <a:ln>
                <a:noFill/>
              </a:ln>
              <a:effectLst/>
            </p:spPr>
            <p:txBody>
              <a:bodyPr rtlCol="0" anchor="ctr"/>
              <a:lstStyle/>
              <a:p>
                <a:pPr algn="ctr"/>
              </a:p>
            </p:txBody>
          </p:sp>
          <p:sp>
            <p:nvSpPr>
              <p:cNvPr id="4146" name="Noise cell"/>
              <p:cNvSpPr/>
              <p:nvPr/>
            </p:nvSpPr>
            <p:spPr>
              <a:xfrm>
                <a:off x="10619337" y="8449056"/>
                <a:ext cx="18770" cy="18928"/>
              </a:xfrm>
              <a:prstGeom prst="rect">
                <a:avLst/>
              </a:prstGeom>
              <a:solidFill>
                <a:srgbClr val="808080"/>
              </a:solidFill>
              <a:ln>
                <a:noFill/>
              </a:ln>
              <a:effectLst/>
            </p:spPr>
            <p:txBody>
              <a:bodyPr rtlCol="0" anchor="ctr"/>
              <a:lstStyle/>
              <a:p>
                <a:pPr algn="ctr"/>
              </a:p>
            </p:txBody>
          </p:sp>
          <p:sp>
            <p:nvSpPr>
              <p:cNvPr id="4147" name="Noise cell"/>
              <p:cNvSpPr/>
              <p:nvPr/>
            </p:nvSpPr>
            <p:spPr>
              <a:xfrm>
                <a:off x="10637467" y="8449056"/>
                <a:ext cx="18770" cy="18928"/>
              </a:xfrm>
              <a:prstGeom prst="rect">
                <a:avLst/>
              </a:prstGeom>
              <a:solidFill>
                <a:srgbClr val="7A7A7A"/>
              </a:solidFill>
              <a:ln>
                <a:noFill/>
              </a:ln>
              <a:effectLst/>
            </p:spPr>
            <p:txBody>
              <a:bodyPr rtlCol="0" anchor="ctr"/>
              <a:lstStyle/>
              <a:p>
                <a:pPr algn="ctr"/>
              </a:p>
            </p:txBody>
          </p:sp>
          <p:sp>
            <p:nvSpPr>
              <p:cNvPr id="4148" name="Noise cell"/>
              <p:cNvSpPr/>
              <p:nvPr/>
            </p:nvSpPr>
            <p:spPr>
              <a:xfrm>
                <a:off x="10655598" y="8449056"/>
                <a:ext cx="18770" cy="18928"/>
              </a:xfrm>
              <a:prstGeom prst="rect">
                <a:avLst/>
              </a:prstGeom>
              <a:solidFill>
                <a:srgbClr val="939393"/>
              </a:solidFill>
              <a:ln>
                <a:noFill/>
              </a:ln>
              <a:effectLst/>
            </p:spPr>
            <p:txBody>
              <a:bodyPr rtlCol="0" anchor="ctr"/>
              <a:lstStyle/>
              <a:p>
                <a:pPr algn="ctr"/>
              </a:p>
            </p:txBody>
          </p:sp>
          <p:sp>
            <p:nvSpPr>
              <p:cNvPr id="4149" name="Noise cell"/>
              <p:cNvSpPr/>
              <p:nvPr/>
            </p:nvSpPr>
            <p:spPr>
              <a:xfrm>
                <a:off x="10673728" y="8449056"/>
                <a:ext cx="18770" cy="18928"/>
              </a:xfrm>
              <a:prstGeom prst="rect">
                <a:avLst/>
              </a:prstGeom>
              <a:solidFill>
                <a:srgbClr val="6A6A6A"/>
              </a:solidFill>
              <a:ln>
                <a:noFill/>
              </a:ln>
              <a:effectLst/>
            </p:spPr>
            <p:txBody>
              <a:bodyPr rtlCol="0" anchor="ctr"/>
              <a:lstStyle/>
              <a:p>
                <a:pPr algn="ctr"/>
              </a:p>
            </p:txBody>
          </p:sp>
          <p:sp>
            <p:nvSpPr>
              <p:cNvPr id="4150" name="Noise cell"/>
              <p:cNvSpPr/>
              <p:nvPr/>
            </p:nvSpPr>
            <p:spPr>
              <a:xfrm>
                <a:off x="10691858" y="8449056"/>
                <a:ext cx="18770" cy="18928"/>
              </a:xfrm>
              <a:prstGeom prst="rect">
                <a:avLst/>
              </a:prstGeom>
              <a:solidFill>
                <a:srgbClr val="7F7F7F"/>
              </a:solidFill>
              <a:ln>
                <a:noFill/>
              </a:ln>
              <a:effectLst/>
            </p:spPr>
            <p:txBody>
              <a:bodyPr rtlCol="0" anchor="ctr"/>
              <a:lstStyle/>
              <a:p>
                <a:pPr algn="ctr"/>
              </a:p>
            </p:txBody>
          </p:sp>
          <p:sp>
            <p:nvSpPr>
              <p:cNvPr id="4151" name="Noise cell"/>
              <p:cNvSpPr/>
              <p:nvPr/>
            </p:nvSpPr>
            <p:spPr>
              <a:xfrm>
                <a:off x="10709989" y="8449056"/>
                <a:ext cx="18770" cy="18928"/>
              </a:xfrm>
              <a:prstGeom prst="rect">
                <a:avLst/>
              </a:prstGeom>
              <a:solidFill>
                <a:srgbClr val="929292"/>
              </a:solidFill>
              <a:ln>
                <a:noFill/>
              </a:ln>
              <a:effectLst/>
            </p:spPr>
            <p:txBody>
              <a:bodyPr rtlCol="0" anchor="ctr"/>
              <a:lstStyle/>
              <a:p>
                <a:pPr algn="ctr"/>
              </a:p>
            </p:txBody>
          </p:sp>
          <p:sp>
            <p:nvSpPr>
              <p:cNvPr id="4152" name="Noise cell"/>
              <p:cNvSpPr/>
              <p:nvPr/>
            </p:nvSpPr>
            <p:spPr>
              <a:xfrm>
                <a:off x="10728119" y="8449056"/>
                <a:ext cx="18770" cy="18928"/>
              </a:xfrm>
              <a:prstGeom prst="rect">
                <a:avLst/>
              </a:prstGeom>
              <a:solidFill>
                <a:srgbClr val="7F7F7F"/>
              </a:solidFill>
              <a:ln>
                <a:noFill/>
              </a:ln>
              <a:effectLst/>
            </p:spPr>
            <p:txBody>
              <a:bodyPr rtlCol="0" anchor="ctr"/>
              <a:lstStyle/>
              <a:p>
                <a:pPr algn="ctr"/>
              </a:p>
            </p:txBody>
          </p:sp>
          <p:sp>
            <p:nvSpPr>
              <p:cNvPr id="4153" name="Noise cell"/>
              <p:cNvSpPr/>
              <p:nvPr/>
            </p:nvSpPr>
            <p:spPr>
              <a:xfrm>
                <a:off x="10746250" y="8449056"/>
                <a:ext cx="18770" cy="18928"/>
              </a:xfrm>
              <a:prstGeom prst="rect">
                <a:avLst/>
              </a:prstGeom>
              <a:solidFill>
                <a:srgbClr val="676767"/>
              </a:solidFill>
              <a:ln>
                <a:noFill/>
              </a:ln>
              <a:effectLst/>
            </p:spPr>
            <p:txBody>
              <a:bodyPr rtlCol="0" anchor="ctr"/>
              <a:lstStyle/>
              <a:p>
                <a:pPr algn="ctr"/>
              </a:p>
            </p:txBody>
          </p:sp>
          <p:sp>
            <p:nvSpPr>
              <p:cNvPr id="4154" name="Noise cell"/>
              <p:cNvSpPr/>
              <p:nvPr/>
            </p:nvSpPr>
            <p:spPr>
              <a:xfrm>
                <a:off x="10764380" y="8449056"/>
                <a:ext cx="18770" cy="18928"/>
              </a:xfrm>
              <a:prstGeom prst="rect">
                <a:avLst/>
              </a:prstGeom>
              <a:solidFill>
                <a:srgbClr val="8E8E8E"/>
              </a:solidFill>
              <a:ln>
                <a:noFill/>
              </a:ln>
              <a:effectLst/>
            </p:spPr>
            <p:txBody>
              <a:bodyPr rtlCol="0" anchor="ctr"/>
              <a:lstStyle/>
              <a:p>
                <a:pPr algn="ctr"/>
              </a:p>
            </p:txBody>
          </p:sp>
          <p:sp>
            <p:nvSpPr>
              <p:cNvPr id="4155" name="Noise cell"/>
              <p:cNvSpPr/>
              <p:nvPr/>
            </p:nvSpPr>
            <p:spPr>
              <a:xfrm>
                <a:off x="10782510" y="8449056"/>
                <a:ext cx="18770" cy="18928"/>
              </a:xfrm>
              <a:prstGeom prst="rect">
                <a:avLst/>
              </a:prstGeom>
              <a:solidFill>
                <a:srgbClr val="5F5F5F"/>
              </a:solidFill>
              <a:ln>
                <a:noFill/>
              </a:ln>
              <a:effectLst/>
            </p:spPr>
            <p:txBody>
              <a:bodyPr rtlCol="0" anchor="ctr"/>
              <a:lstStyle/>
              <a:p>
                <a:pPr algn="ctr"/>
              </a:p>
            </p:txBody>
          </p:sp>
          <p:sp>
            <p:nvSpPr>
              <p:cNvPr id="4156" name="Noise cell"/>
              <p:cNvSpPr/>
              <p:nvPr/>
            </p:nvSpPr>
            <p:spPr>
              <a:xfrm>
                <a:off x="10800641" y="8449056"/>
                <a:ext cx="18770" cy="18928"/>
              </a:xfrm>
              <a:prstGeom prst="rect">
                <a:avLst/>
              </a:prstGeom>
              <a:solidFill>
                <a:srgbClr val="919191"/>
              </a:solidFill>
              <a:ln>
                <a:noFill/>
              </a:ln>
              <a:effectLst/>
            </p:spPr>
            <p:txBody>
              <a:bodyPr rtlCol="0" anchor="ctr"/>
              <a:lstStyle/>
              <a:p>
                <a:pPr algn="ctr"/>
              </a:p>
            </p:txBody>
          </p:sp>
          <p:sp>
            <p:nvSpPr>
              <p:cNvPr id="4157" name="Noise cell"/>
              <p:cNvSpPr/>
              <p:nvPr/>
            </p:nvSpPr>
            <p:spPr>
              <a:xfrm>
                <a:off x="10818771" y="8449056"/>
                <a:ext cx="18770" cy="18928"/>
              </a:xfrm>
              <a:prstGeom prst="rect">
                <a:avLst/>
              </a:prstGeom>
              <a:solidFill>
                <a:srgbClr val="818181"/>
              </a:solidFill>
              <a:ln>
                <a:noFill/>
              </a:ln>
              <a:effectLst/>
            </p:spPr>
            <p:txBody>
              <a:bodyPr rtlCol="0" anchor="ctr"/>
              <a:lstStyle/>
              <a:p>
                <a:pPr algn="ctr"/>
              </a:p>
            </p:txBody>
          </p:sp>
          <p:sp>
            <p:nvSpPr>
              <p:cNvPr id="4158" name="Noise cell"/>
              <p:cNvSpPr/>
              <p:nvPr/>
            </p:nvSpPr>
            <p:spPr>
              <a:xfrm>
                <a:off x="10836901" y="8449056"/>
                <a:ext cx="18770" cy="18928"/>
              </a:xfrm>
              <a:prstGeom prst="rect">
                <a:avLst/>
              </a:prstGeom>
              <a:solidFill>
                <a:srgbClr val="848484"/>
              </a:solidFill>
              <a:ln>
                <a:noFill/>
              </a:ln>
              <a:effectLst/>
            </p:spPr>
            <p:txBody>
              <a:bodyPr rtlCol="0" anchor="ctr"/>
              <a:lstStyle/>
              <a:p>
                <a:pPr algn="ctr"/>
              </a:p>
            </p:txBody>
          </p:sp>
          <p:sp>
            <p:nvSpPr>
              <p:cNvPr id="4159" name="Noise cell"/>
              <p:cNvSpPr/>
              <p:nvPr/>
            </p:nvSpPr>
            <p:spPr>
              <a:xfrm>
                <a:off x="10855032" y="8449056"/>
                <a:ext cx="18770" cy="18928"/>
              </a:xfrm>
              <a:prstGeom prst="rect">
                <a:avLst/>
              </a:prstGeom>
              <a:solidFill>
                <a:srgbClr val="737373"/>
              </a:solidFill>
              <a:ln>
                <a:noFill/>
              </a:ln>
              <a:effectLst/>
            </p:spPr>
            <p:txBody>
              <a:bodyPr rtlCol="0" anchor="ctr"/>
              <a:lstStyle/>
              <a:p>
                <a:pPr algn="ctr"/>
              </a:p>
            </p:txBody>
          </p:sp>
          <p:sp>
            <p:nvSpPr>
              <p:cNvPr id="4160" name="Noise cell"/>
              <p:cNvSpPr/>
              <p:nvPr/>
            </p:nvSpPr>
            <p:spPr>
              <a:xfrm>
                <a:off x="10873162" y="8449056"/>
                <a:ext cx="18770" cy="18928"/>
              </a:xfrm>
              <a:prstGeom prst="rect">
                <a:avLst/>
              </a:prstGeom>
              <a:solidFill>
                <a:srgbClr val="878787"/>
              </a:solidFill>
              <a:ln>
                <a:noFill/>
              </a:ln>
              <a:effectLst/>
            </p:spPr>
            <p:txBody>
              <a:bodyPr rtlCol="0" anchor="ctr"/>
              <a:lstStyle/>
              <a:p>
                <a:pPr algn="ctr"/>
              </a:p>
            </p:txBody>
          </p:sp>
          <p:sp>
            <p:nvSpPr>
              <p:cNvPr id="4161" name="Noise cell"/>
              <p:cNvSpPr/>
              <p:nvPr/>
            </p:nvSpPr>
            <p:spPr>
              <a:xfrm>
                <a:off x="10891292" y="8449056"/>
                <a:ext cx="18770" cy="18928"/>
              </a:xfrm>
              <a:prstGeom prst="rect">
                <a:avLst/>
              </a:prstGeom>
              <a:solidFill>
                <a:srgbClr val="848484"/>
              </a:solidFill>
              <a:ln>
                <a:noFill/>
              </a:ln>
              <a:effectLst/>
            </p:spPr>
            <p:txBody>
              <a:bodyPr rtlCol="0" anchor="ctr"/>
              <a:lstStyle/>
              <a:p>
                <a:pPr algn="ctr"/>
              </a:p>
            </p:txBody>
          </p:sp>
          <p:sp>
            <p:nvSpPr>
              <p:cNvPr id="4162" name="Noise cell"/>
              <p:cNvSpPr/>
              <p:nvPr/>
            </p:nvSpPr>
            <p:spPr>
              <a:xfrm>
                <a:off x="10909423" y="8449056"/>
                <a:ext cx="18770" cy="18928"/>
              </a:xfrm>
              <a:prstGeom prst="rect">
                <a:avLst/>
              </a:prstGeom>
              <a:solidFill>
                <a:srgbClr val="959595"/>
              </a:solidFill>
              <a:ln>
                <a:noFill/>
              </a:ln>
              <a:effectLst/>
            </p:spPr>
            <p:txBody>
              <a:bodyPr rtlCol="0" anchor="ctr"/>
              <a:lstStyle/>
              <a:p>
                <a:pPr algn="ctr"/>
              </a:p>
            </p:txBody>
          </p:sp>
          <p:sp>
            <p:nvSpPr>
              <p:cNvPr id="4163" name="Noise cell"/>
              <p:cNvSpPr/>
              <p:nvPr/>
            </p:nvSpPr>
            <p:spPr>
              <a:xfrm>
                <a:off x="10927553" y="8449056"/>
                <a:ext cx="18770" cy="18928"/>
              </a:xfrm>
              <a:prstGeom prst="rect">
                <a:avLst/>
              </a:prstGeom>
              <a:solidFill>
                <a:srgbClr val="929292"/>
              </a:solidFill>
              <a:ln>
                <a:noFill/>
              </a:ln>
              <a:effectLst/>
            </p:spPr>
            <p:txBody>
              <a:bodyPr rtlCol="0" anchor="ctr"/>
              <a:lstStyle/>
              <a:p>
                <a:pPr algn="ctr"/>
              </a:p>
            </p:txBody>
          </p:sp>
          <p:sp>
            <p:nvSpPr>
              <p:cNvPr id="4164" name="Noise cell"/>
              <p:cNvSpPr/>
              <p:nvPr/>
            </p:nvSpPr>
            <p:spPr>
              <a:xfrm>
                <a:off x="10945683" y="8449056"/>
                <a:ext cx="18770" cy="18928"/>
              </a:xfrm>
              <a:prstGeom prst="rect">
                <a:avLst/>
              </a:prstGeom>
              <a:solidFill>
                <a:srgbClr val="848484"/>
              </a:solidFill>
              <a:ln>
                <a:noFill/>
              </a:ln>
              <a:effectLst/>
            </p:spPr>
            <p:txBody>
              <a:bodyPr rtlCol="0" anchor="ctr"/>
              <a:lstStyle/>
              <a:p>
                <a:pPr algn="ctr"/>
              </a:p>
            </p:txBody>
          </p:sp>
          <p:sp>
            <p:nvSpPr>
              <p:cNvPr id="4165" name="Noise cell"/>
              <p:cNvSpPr/>
              <p:nvPr/>
            </p:nvSpPr>
            <p:spPr>
              <a:xfrm>
                <a:off x="10963814" y="8449056"/>
                <a:ext cx="18770" cy="18928"/>
              </a:xfrm>
              <a:prstGeom prst="rect">
                <a:avLst/>
              </a:prstGeom>
              <a:solidFill>
                <a:srgbClr val="8F8F8F"/>
              </a:solidFill>
              <a:ln>
                <a:noFill/>
              </a:ln>
              <a:effectLst/>
            </p:spPr>
            <p:txBody>
              <a:bodyPr rtlCol="0" anchor="ctr"/>
              <a:lstStyle/>
              <a:p>
                <a:pPr algn="ctr"/>
              </a:p>
            </p:txBody>
          </p:sp>
          <p:sp>
            <p:nvSpPr>
              <p:cNvPr id="4166" name="Noise cell"/>
              <p:cNvSpPr/>
              <p:nvPr/>
            </p:nvSpPr>
            <p:spPr>
              <a:xfrm>
                <a:off x="9930384" y="8467344"/>
                <a:ext cx="18770" cy="18928"/>
              </a:xfrm>
              <a:prstGeom prst="rect">
                <a:avLst/>
              </a:prstGeom>
              <a:solidFill>
                <a:srgbClr val="747474"/>
              </a:solidFill>
              <a:ln>
                <a:noFill/>
              </a:ln>
              <a:effectLst/>
            </p:spPr>
            <p:txBody>
              <a:bodyPr rtlCol="0" anchor="ctr"/>
              <a:lstStyle/>
              <a:p>
                <a:pPr algn="ctr"/>
              </a:p>
            </p:txBody>
          </p:sp>
          <p:sp>
            <p:nvSpPr>
              <p:cNvPr id="4167" name="Noise cell"/>
              <p:cNvSpPr/>
              <p:nvPr/>
            </p:nvSpPr>
            <p:spPr>
              <a:xfrm>
                <a:off x="9948514" y="8467344"/>
                <a:ext cx="18770" cy="18928"/>
              </a:xfrm>
              <a:prstGeom prst="rect">
                <a:avLst/>
              </a:prstGeom>
              <a:solidFill>
                <a:srgbClr val="8D8D8D"/>
              </a:solidFill>
              <a:ln>
                <a:noFill/>
              </a:ln>
              <a:effectLst/>
            </p:spPr>
            <p:txBody>
              <a:bodyPr rtlCol="0" anchor="ctr"/>
              <a:lstStyle/>
              <a:p>
                <a:pPr algn="ctr"/>
              </a:p>
            </p:txBody>
          </p:sp>
          <p:sp>
            <p:nvSpPr>
              <p:cNvPr id="4168" name="Noise cell"/>
              <p:cNvSpPr/>
              <p:nvPr/>
            </p:nvSpPr>
            <p:spPr>
              <a:xfrm>
                <a:off x="9966645" y="8467344"/>
                <a:ext cx="18770" cy="18928"/>
              </a:xfrm>
              <a:prstGeom prst="rect">
                <a:avLst/>
              </a:prstGeom>
              <a:solidFill>
                <a:srgbClr val="8B8B8B"/>
              </a:solidFill>
              <a:ln>
                <a:noFill/>
              </a:ln>
              <a:effectLst/>
            </p:spPr>
            <p:txBody>
              <a:bodyPr rtlCol="0" anchor="ctr"/>
              <a:lstStyle/>
              <a:p>
                <a:pPr algn="ctr"/>
              </a:p>
            </p:txBody>
          </p:sp>
          <p:sp>
            <p:nvSpPr>
              <p:cNvPr id="4169" name="Noise cell"/>
              <p:cNvSpPr/>
              <p:nvPr/>
            </p:nvSpPr>
            <p:spPr>
              <a:xfrm>
                <a:off x="9984775" y="8467344"/>
                <a:ext cx="18770" cy="18928"/>
              </a:xfrm>
              <a:prstGeom prst="rect">
                <a:avLst/>
              </a:prstGeom>
              <a:solidFill>
                <a:srgbClr val="808080"/>
              </a:solidFill>
              <a:ln>
                <a:noFill/>
              </a:ln>
              <a:effectLst/>
            </p:spPr>
            <p:txBody>
              <a:bodyPr rtlCol="0" anchor="ctr"/>
              <a:lstStyle/>
              <a:p>
                <a:pPr algn="ctr"/>
              </a:p>
            </p:txBody>
          </p:sp>
          <p:sp>
            <p:nvSpPr>
              <p:cNvPr id="4170" name="Noise cell"/>
              <p:cNvSpPr/>
              <p:nvPr/>
            </p:nvSpPr>
            <p:spPr>
              <a:xfrm>
                <a:off x="10002905" y="8467344"/>
                <a:ext cx="18770" cy="18928"/>
              </a:xfrm>
              <a:prstGeom prst="rect">
                <a:avLst/>
              </a:prstGeom>
              <a:solidFill>
                <a:srgbClr val="6F6F6F"/>
              </a:solidFill>
              <a:ln>
                <a:noFill/>
              </a:ln>
              <a:effectLst/>
            </p:spPr>
            <p:txBody>
              <a:bodyPr rtlCol="0" anchor="ctr"/>
              <a:lstStyle/>
              <a:p>
                <a:pPr algn="ctr"/>
              </a:p>
            </p:txBody>
          </p:sp>
          <p:sp>
            <p:nvSpPr>
              <p:cNvPr id="4171" name="Noise cell"/>
              <p:cNvSpPr/>
              <p:nvPr/>
            </p:nvSpPr>
            <p:spPr>
              <a:xfrm>
                <a:off x="10021036" y="8467344"/>
                <a:ext cx="18770" cy="18928"/>
              </a:xfrm>
              <a:prstGeom prst="rect">
                <a:avLst/>
              </a:prstGeom>
              <a:solidFill>
                <a:srgbClr val="6D6D6D"/>
              </a:solidFill>
              <a:ln>
                <a:noFill/>
              </a:ln>
              <a:effectLst/>
            </p:spPr>
            <p:txBody>
              <a:bodyPr rtlCol="0" anchor="ctr"/>
              <a:lstStyle/>
              <a:p>
                <a:pPr algn="ctr"/>
              </a:p>
            </p:txBody>
          </p:sp>
          <p:sp>
            <p:nvSpPr>
              <p:cNvPr id="4172" name="Noise cell"/>
              <p:cNvSpPr/>
              <p:nvPr/>
            </p:nvSpPr>
            <p:spPr>
              <a:xfrm>
                <a:off x="10039166" y="8467344"/>
                <a:ext cx="18770" cy="18928"/>
              </a:xfrm>
              <a:prstGeom prst="rect">
                <a:avLst/>
              </a:prstGeom>
              <a:solidFill>
                <a:srgbClr val="7C7C7C"/>
              </a:solidFill>
              <a:ln>
                <a:noFill/>
              </a:ln>
              <a:effectLst/>
            </p:spPr>
            <p:txBody>
              <a:bodyPr rtlCol="0" anchor="ctr"/>
              <a:lstStyle/>
              <a:p>
                <a:pPr algn="ctr"/>
              </a:p>
            </p:txBody>
          </p:sp>
          <p:sp>
            <p:nvSpPr>
              <p:cNvPr id="4173" name="Noise cell"/>
              <p:cNvSpPr/>
              <p:nvPr/>
            </p:nvSpPr>
            <p:spPr>
              <a:xfrm>
                <a:off x="10057296" y="8467344"/>
                <a:ext cx="18770" cy="18928"/>
              </a:xfrm>
              <a:prstGeom prst="rect">
                <a:avLst/>
              </a:prstGeom>
              <a:solidFill>
                <a:srgbClr val="A4A4A4"/>
              </a:solidFill>
              <a:ln>
                <a:noFill/>
              </a:ln>
              <a:effectLst/>
            </p:spPr>
            <p:txBody>
              <a:bodyPr rtlCol="0" anchor="ctr"/>
              <a:lstStyle/>
              <a:p>
                <a:pPr algn="ctr"/>
              </a:p>
            </p:txBody>
          </p:sp>
          <p:sp>
            <p:nvSpPr>
              <p:cNvPr id="4174" name="Noise cell"/>
              <p:cNvSpPr/>
              <p:nvPr/>
            </p:nvSpPr>
            <p:spPr>
              <a:xfrm>
                <a:off x="10075427" y="8467344"/>
                <a:ext cx="18770" cy="18928"/>
              </a:xfrm>
              <a:prstGeom prst="rect">
                <a:avLst/>
              </a:prstGeom>
              <a:solidFill>
                <a:srgbClr val="8F8F8F"/>
              </a:solidFill>
              <a:ln>
                <a:noFill/>
              </a:ln>
              <a:effectLst/>
            </p:spPr>
            <p:txBody>
              <a:bodyPr rtlCol="0" anchor="ctr"/>
              <a:lstStyle/>
              <a:p>
                <a:pPr algn="ctr"/>
              </a:p>
            </p:txBody>
          </p:sp>
          <p:sp>
            <p:nvSpPr>
              <p:cNvPr id="4175" name="Noise cell"/>
              <p:cNvSpPr/>
              <p:nvPr/>
            </p:nvSpPr>
            <p:spPr>
              <a:xfrm>
                <a:off x="10093557" y="8467344"/>
                <a:ext cx="18770" cy="18928"/>
              </a:xfrm>
              <a:prstGeom prst="rect">
                <a:avLst/>
              </a:prstGeom>
              <a:solidFill>
                <a:srgbClr val="8D8D8D"/>
              </a:solidFill>
              <a:ln>
                <a:noFill/>
              </a:ln>
              <a:effectLst/>
            </p:spPr>
            <p:txBody>
              <a:bodyPr rtlCol="0" anchor="ctr"/>
              <a:lstStyle/>
              <a:p>
                <a:pPr algn="ctr"/>
              </a:p>
            </p:txBody>
          </p:sp>
          <p:sp>
            <p:nvSpPr>
              <p:cNvPr id="4176" name="Noise cell"/>
              <p:cNvSpPr/>
              <p:nvPr/>
            </p:nvSpPr>
            <p:spPr>
              <a:xfrm>
                <a:off x="10111687" y="8467344"/>
                <a:ext cx="18770" cy="18928"/>
              </a:xfrm>
              <a:prstGeom prst="rect">
                <a:avLst/>
              </a:prstGeom>
              <a:solidFill>
                <a:srgbClr val="8A8A8A"/>
              </a:solidFill>
              <a:ln>
                <a:noFill/>
              </a:ln>
              <a:effectLst/>
            </p:spPr>
            <p:txBody>
              <a:bodyPr rtlCol="0" anchor="ctr"/>
              <a:lstStyle/>
              <a:p>
                <a:pPr algn="ctr"/>
              </a:p>
            </p:txBody>
          </p:sp>
          <p:sp>
            <p:nvSpPr>
              <p:cNvPr id="4177" name="Noise cell"/>
              <p:cNvSpPr/>
              <p:nvPr/>
            </p:nvSpPr>
            <p:spPr>
              <a:xfrm>
                <a:off x="10129818" y="8467344"/>
                <a:ext cx="18770" cy="18928"/>
              </a:xfrm>
              <a:prstGeom prst="rect">
                <a:avLst/>
              </a:prstGeom>
              <a:solidFill>
                <a:srgbClr val="666666"/>
              </a:solidFill>
              <a:ln>
                <a:noFill/>
              </a:ln>
              <a:effectLst/>
            </p:spPr>
            <p:txBody>
              <a:bodyPr rtlCol="0" anchor="ctr"/>
              <a:lstStyle/>
              <a:p>
                <a:pPr algn="ctr"/>
              </a:p>
            </p:txBody>
          </p:sp>
          <p:sp>
            <p:nvSpPr>
              <p:cNvPr id="4178" name="Noise cell"/>
              <p:cNvSpPr/>
              <p:nvPr/>
            </p:nvSpPr>
            <p:spPr>
              <a:xfrm>
                <a:off x="10147948" y="8467344"/>
                <a:ext cx="18770" cy="18928"/>
              </a:xfrm>
              <a:prstGeom prst="rect">
                <a:avLst/>
              </a:prstGeom>
              <a:solidFill>
                <a:srgbClr val="7B7B7B"/>
              </a:solidFill>
              <a:ln>
                <a:noFill/>
              </a:ln>
              <a:effectLst/>
            </p:spPr>
            <p:txBody>
              <a:bodyPr rtlCol="0" anchor="ctr"/>
              <a:lstStyle/>
              <a:p>
                <a:pPr algn="ctr"/>
              </a:p>
            </p:txBody>
          </p:sp>
          <p:sp>
            <p:nvSpPr>
              <p:cNvPr id="4179" name="Noise cell"/>
              <p:cNvSpPr/>
              <p:nvPr/>
            </p:nvSpPr>
            <p:spPr>
              <a:xfrm>
                <a:off x="10166078" y="8467344"/>
                <a:ext cx="18770" cy="18928"/>
              </a:xfrm>
              <a:prstGeom prst="rect">
                <a:avLst/>
              </a:prstGeom>
              <a:solidFill>
                <a:srgbClr val="828282"/>
              </a:solidFill>
              <a:ln>
                <a:noFill/>
              </a:ln>
              <a:effectLst/>
            </p:spPr>
            <p:txBody>
              <a:bodyPr rtlCol="0" anchor="ctr"/>
              <a:lstStyle/>
              <a:p>
                <a:pPr algn="ctr"/>
              </a:p>
            </p:txBody>
          </p:sp>
          <p:sp>
            <p:nvSpPr>
              <p:cNvPr id="4180" name="Noise cell"/>
              <p:cNvSpPr/>
              <p:nvPr/>
            </p:nvSpPr>
            <p:spPr>
              <a:xfrm>
                <a:off x="10184209" y="8467344"/>
                <a:ext cx="18770" cy="18928"/>
              </a:xfrm>
              <a:prstGeom prst="rect">
                <a:avLst/>
              </a:prstGeom>
              <a:solidFill>
                <a:srgbClr val="808080"/>
              </a:solidFill>
              <a:ln>
                <a:noFill/>
              </a:ln>
              <a:effectLst/>
            </p:spPr>
            <p:txBody>
              <a:bodyPr rtlCol="0" anchor="ctr"/>
              <a:lstStyle/>
              <a:p>
                <a:pPr algn="ctr"/>
              </a:p>
            </p:txBody>
          </p:sp>
          <p:sp>
            <p:nvSpPr>
              <p:cNvPr id="4181" name="Noise cell"/>
              <p:cNvSpPr/>
              <p:nvPr/>
            </p:nvSpPr>
            <p:spPr>
              <a:xfrm>
                <a:off x="10202339" y="8467344"/>
                <a:ext cx="18770" cy="18928"/>
              </a:xfrm>
              <a:prstGeom prst="rect">
                <a:avLst/>
              </a:prstGeom>
              <a:solidFill>
                <a:srgbClr val="8C8C8C"/>
              </a:solidFill>
              <a:ln>
                <a:noFill/>
              </a:ln>
              <a:effectLst/>
            </p:spPr>
            <p:txBody>
              <a:bodyPr rtlCol="0" anchor="ctr"/>
              <a:lstStyle/>
              <a:p>
                <a:pPr algn="ctr"/>
              </a:p>
            </p:txBody>
          </p:sp>
          <p:sp>
            <p:nvSpPr>
              <p:cNvPr id="4182" name="Noise cell"/>
              <p:cNvSpPr/>
              <p:nvPr/>
            </p:nvSpPr>
            <p:spPr>
              <a:xfrm>
                <a:off x="10220470" y="8467344"/>
                <a:ext cx="18770" cy="18928"/>
              </a:xfrm>
              <a:prstGeom prst="rect">
                <a:avLst/>
              </a:prstGeom>
              <a:solidFill>
                <a:srgbClr val="8E8E8E"/>
              </a:solidFill>
              <a:ln>
                <a:noFill/>
              </a:ln>
              <a:effectLst/>
            </p:spPr>
            <p:txBody>
              <a:bodyPr rtlCol="0" anchor="ctr"/>
              <a:lstStyle/>
              <a:p>
                <a:pPr algn="ctr"/>
              </a:p>
            </p:txBody>
          </p:sp>
          <p:sp>
            <p:nvSpPr>
              <p:cNvPr id="4183" name="Noise cell"/>
              <p:cNvSpPr/>
              <p:nvPr/>
            </p:nvSpPr>
            <p:spPr>
              <a:xfrm>
                <a:off x="10238600" y="8467344"/>
                <a:ext cx="18770" cy="18928"/>
              </a:xfrm>
              <a:prstGeom prst="rect">
                <a:avLst/>
              </a:prstGeom>
              <a:solidFill>
                <a:srgbClr val="5E5E5E"/>
              </a:solidFill>
              <a:ln>
                <a:noFill/>
              </a:ln>
              <a:effectLst/>
            </p:spPr>
            <p:txBody>
              <a:bodyPr rtlCol="0" anchor="ctr"/>
              <a:lstStyle/>
              <a:p>
                <a:pPr algn="ctr"/>
              </a:p>
            </p:txBody>
          </p:sp>
          <p:sp>
            <p:nvSpPr>
              <p:cNvPr id="4184" name="Noise cell"/>
              <p:cNvSpPr/>
              <p:nvPr/>
            </p:nvSpPr>
            <p:spPr>
              <a:xfrm>
                <a:off x="10256730" y="8467344"/>
                <a:ext cx="18770" cy="18928"/>
              </a:xfrm>
              <a:prstGeom prst="rect">
                <a:avLst/>
              </a:prstGeom>
              <a:solidFill>
                <a:srgbClr val="5C5C5C"/>
              </a:solidFill>
              <a:ln>
                <a:noFill/>
              </a:ln>
              <a:effectLst/>
            </p:spPr>
            <p:txBody>
              <a:bodyPr rtlCol="0" anchor="ctr"/>
              <a:lstStyle/>
              <a:p>
                <a:pPr algn="ctr"/>
              </a:p>
            </p:txBody>
          </p:sp>
          <p:sp>
            <p:nvSpPr>
              <p:cNvPr id="4185" name="Noise cell"/>
              <p:cNvSpPr/>
              <p:nvPr/>
            </p:nvSpPr>
            <p:spPr>
              <a:xfrm>
                <a:off x="10274861" y="8467344"/>
                <a:ext cx="18770" cy="18928"/>
              </a:xfrm>
              <a:prstGeom prst="rect">
                <a:avLst/>
              </a:prstGeom>
              <a:solidFill>
                <a:srgbClr val="828282"/>
              </a:solidFill>
              <a:ln>
                <a:noFill/>
              </a:ln>
              <a:effectLst/>
            </p:spPr>
            <p:txBody>
              <a:bodyPr rtlCol="0" anchor="ctr"/>
              <a:lstStyle/>
              <a:p>
                <a:pPr algn="ctr"/>
              </a:p>
            </p:txBody>
          </p:sp>
          <p:sp>
            <p:nvSpPr>
              <p:cNvPr id="4186" name="Noise cell"/>
              <p:cNvSpPr/>
              <p:nvPr/>
            </p:nvSpPr>
            <p:spPr>
              <a:xfrm>
                <a:off x="10292991" y="8467344"/>
                <a:ext cx="18770" cy="18928"/>
              </a:xfrm>
              <a:prstGeom prst="rect">
                <a:avLst/>
              </a:prstGeom>
              <a:solidFill>
                <a:srgbClr val="979797"/>
              </a:solidFill>
              <a:ln>
                <a:noFill/>
              </a:ln>
              <a:effectLst/>
            </p:spPr>
            <p:txBody>
              <a:bodyPr rtlCol="0" anchor="ctr"/>
              <a:lstStyle/>
              <a:p>
                <a:pPr algn="ctr"/>
              </a:p>
            </p:txBody>
          </p:sp>
          <p:sp>
            <p:nvSpPr>
              <p:cNvPr id="4187" name="Noise cell"/>
              <p:cNvSpPr/>
              <p:nvPr/>
            </p:nvSpPr>
            <p:spPr>
              <a:xfrm>
                <a:off x="10311121" y="8467344"/>
                <a:ext cx="18770" cy="18928"/>
              </a:xfrm>
              <a:prstGeom prst="rect">
                <a:avLst/>
              </a:prstGeom>
              <a:solidFill>
                <a:srgbClr val="838383"/>
              </a:solidFill>
              <a:ln>
                <a:noFill/>
              </a:ln>
              <a:effectLst/>
            </p:spPr>
            <p:txBody>
              <a:bodyPr rtlCol="0" anchor="ctr"/>
              <a:lstStyle/>
              <a:p>
                <a:pPr algn="ctr"/>
              </a:p>
            </p:txBody>
          </p:sp>
          <p:sp>
            <p:nvSpPr>
              <p:cNvPr id="4188" name="Noise cell"/>
              <p:cNvSpPr/>
              <p:nvPr/>
            </p:nvSpPr>
            <p:spPr>
              <a:xfrm>
                <a:off x="10329252" y="8467344"/>
                <a:ext cx="18770" cy="18928"/>
              </a:xfrm>
              <a:prstGeom prst="rect">
                <a:avLst/>
              </a:prstGeom>
              <a:solidFill>
                <a:srgbClr val="9A9A9A"/>
              </a:solidFill>
              <a:ln>
                <a:noFill/>
              </a:ln>
              <a:effectLst/>
            </p:spPr>
            <p:txBody>
              <a:bodyPr rtlCol="0" anchor="ctr"/>
              <a:lstStyle/>
              <a:p>
                <a:pPr algn="ctr"/>
              </a:p>
            </p:txBody>
          </p:sp>
          <p:sp>
            <p:nvSpPr>
              <p:cNvPr id="4189" name="Noise cell"/>
              <p:cNvSpPr/>
              <p:nvPr/>
            </p:nvSpPr>
            <p:spPr>
              <a:xfrm>
                <a:off x="10347382" y="8467344"/>
                <a:ext cx="18770" cy="18928"/>
              </a:xfrm>
              <a:prstGeom prst="rect">
                <a:avLst/>
              </a:prstGeom>
              <a:solidFill>
                <a:srgbClr val="828282"/>
              </a:solidFill>
              <a:ln>
                <a:noFill/>
              </a:ln>
              <a:effectLst/>
            </p:spPr>
            <p:txBody>
              <a:bodyPr rtlCol="0" anchor="ctr"/>
              <a:lstStyle/>
              <a:p>
                <a:pPr algn="ctr"/>
              </a:p>
            </p:txBody>
          </p:sp>
          <p:sp>
            <p:nvSpPr>
              <p:cNvPr id="4190" name="Noise cell"/>
              <p:cNvSpPr/>
              <p:nvPr/>
            </p:nvSpPr>
            <p:spPr>
              <a:xfrm>
                <a:off x="10365512" y="8467344"/>
                <a:ext cx="18770" cy="18928"/>
              </a:xfrm>
              <a:prstGeom prst="rect">
                <a:avLst/>
              </a:prstGeom>
              <a:solidFill>
                <a:srgbClr val="747474"/>
              </a:solidFill>
              <a:ln>
                <a:noFill/>
              </a:ln>
              <a:effectLst/>
            </p:spPr>
            <p:txBody>
              <a:bodyPr rtlCol="0" anchor="ctr"/>
              <a:lstStyle/>
              <a:p>
                <a:pPr algn="ctr"/>
              </a:p>
            </p:txBody>
          </p:sp>
          <p:sp>
            <p:nvSpPr>
              <p:cNvPr id="4191" name="Noise cell"/>
              <p:cNvSpPr/>
              <p:nvPr/>
            </p:nvSpPr>
            <p:spPr>
              <a:xfrm>
                <a:off x="10383643" y="8467344"/>
                <a:ext cx="18770" cy="18928"/>
              </a:xfrm>
              <a:prstGeom prst="rect">
                <a:avLst/>
              </a:prstGeom>
              <a:solidFill>
                <a:srgbClr val="7D7D7D"/>
              </a:solidFill>
              <a:ln>
                <a:noFill/>
              </a:ln>
              <a:effectLst/>
            </p:spPr>
            <p:txBody>
              <a:bodyPr rtlCol="0" anchor="ctr"/>
              <a:lstStyle/>
              <a:p>
                <a:pPr algn="ctr"/>
              </a:p>
            </p:txBody>
          </p:sp>
          <p:sp>
            <p:nvSpPr>
              <p:cNvPr id="4192" name="Noise cell"/>
              <p:cNvSpPr/>
              <p:nvPr/>
            </p:nvSpPr>
            <p:spPr>
              <a:xfrm>
                <a:off x="10401773" y="8467344"/>
                <a:ext cx="18770" cy="18928"/>
              </a:xfrm>
              <a:prstGeom prst="rect">
                <a:avLst/>
              </a:prstGeom>
              <a:solidFill>
                <a:srgbClr val="7B7B7B"/>
              </a:solidFill>
              <a:ln>
                <a:noFill/>
              </a:ln>
              <a:effectLst/>
            </p:spPr>
            <p:txBody>
              <a:bodyPr rtlCol="0" anchor="ctr"/>
              <a:lstStyle/>
              <a:p>
                <a:pPr algn="ctr"/>
              </a:p>
            </p:txBody>
          </p:sp>
          <p:sp>
            <p:nvSpPr>
              <p:cNvPr id="4193" name="Noise cell"/>
              <p:cNvSpPr/>
              <p:nvPr/>
            </p:nvSpPr>
            <p:spPr>
              <a:xfrm>
                <a:off x="10419903" y="8467344"/>
                <a:ext cx="18770" cy="18928"/>
              </a:xfrm>
              <a:prstGeom prst="rect">
                <a:avLst/>
              </a:prstGeom>
              <a:solidFill>
                <a:srgbClr val="949494"/>
              </a:solidFill>
              <a:ln>
                <a:noFill/>
              </a:ln>
              <a:effectLst/>
            </p:spPr>
            <p:txBody>
              <a:bodyPr rtlCol="0" anchor="ctr"/>
              <a:lstStyle/>
              <a:p>
                <a:pPr algn="ctr"/>
              </a:p>
            </p:txBody>
          </p:sp>
          <p:sp>
            <p:nvSpPr>
              <p:cNvPr id="4194" name="Noise cell"/>
              <p:cNvSpPr/>
              <p:nvPr/>
            </p:nvSpPr>
            <p:spPr>
              <a:xfrm>
                <a:off x="10438034" y="8467344"/>
                <a:ext cx="18770" cy="18928"/>
              </a:xfrm>
              <a:prstGeom prst="rect">
                <a:avLst/>
              </a:prstGeom>
              <a:solidFill>
                <a:srgbClr val="969696"/>
              </a:solidFill>
              <a:ln>
                <a:noFill/>
              </a:ln>
              <a:effectLst/>
            </p:spPr>
            <p:txBody>
              <a:bodyPr rtlCol="0" anchor="ctr"/>
              <a:lstStyle/>
              <a:p>
                <a:pPr algn="ctr"/>
              </a:p>
            </p:txBody>
          </p:sp>
          <p:sp>
            <p:nvSpPr>
              <p:cNvPr id="4195" name="Noise cell"/>
              <p:cNvSpPr/>
              <p:nvPr/>
            </p:nvSpPr>
            <p:spPr>
              <a:xfrm>
                <a:off x="10456164" y="8467344"/>
                <a:ext cx="18770" cy="18928"/>
              </a:xfrm>
              <a:prstGeom prst="rect">
                <a:avLst/>
              </a:prstGeom>
              <a:solidFill>
                <a:srgbClr val="A8A8A8"/>
              </a:solidFill>
              <a:ln>
                <a:noFill/>
              </a:ln>
              <a:effectLst/>
            </p:spPr>
            <p:txBody>
              <a:bodyPr rtlCol="0" anchor="ctr"/>
              <a:lstStyle/>
              <a:p>
                <a:pPr algn="ctr"/>
              </a:p>
            </p:txBody>
          </p:sp>
          <p:sp>
            <p:nvSpPr>
              <p:cNvPr id="4196" name="Noise cell"/>
              <p:cNvSpPr/>
              <p:nvPr/>
            </p:nvSpPr>
            <p:spPr>
              <a:xfrm>
                <a:off x="10474294" y="8467344"/>
                <a:ext cx="18770" cy="18928"/>
              </a:xfrm>
              <a:prstGeom prst="rect">
                <a:avLst/>
              </a:prstGeom>
              <a:solidFill>
                <a:srgbClr val="888888"/>
              </a:solidFill>
              <a:ln>
                <a:noFill/>
              </a:ln>
              <a:effectLst/>
            </p:spPr>
            <p:txBody>
              <a:bodyPr rtlCol="0" anchor="ctr"/>
              <a:lstStyle/>
              <a:p>
                <a:pPr algn="ctr"/>
              </a:p>
            </p:txBody>
          </p:sp>
          <p:sp>
            <p:nvSpPr>
              <p:cNvPr id="4197" name="Noise cell"/>
              <p:cNvSpPr/>
              <p:nvPr/>
            </p:nvSpPr>
            <p:spPr>
              <a:xfrm>
                <a:off x="10492425" y="8467344"/>
                <a:ext cx="18770" cy="18928"/>
              </a:xfrm>
              <a:prstGeom prst="rect">
                <a:avLst/>
              </a:prstGeom>
              <a:solidFill>
                <a:srgbClr val="8D8D8D"/>
              </a:solidFill>
              <a:ln>
                <a:noFill/>
              </a:ln>
              <a:effectLst/>
            </p:spPr>
            <p:txBody>
              <a:bodyPr rtlCol="0" anchor="ctr"/>
              <a:lstStyle/>
              <a:p>
                <a:pPr algn="ctr"/>
              </a:p>
            </p:txBody>
          </p:sp>
          <p:sp>
            <p:nvSpPr>
              <p:cNvPr id="4198" name="Noise cell"/>
              <p:cNvSpPr/>
              <p:nvPr/>
            </p:nvSpPr>
            <p:spPr>
              <a:xfrm>
                <a:off x="10510555" y="8467344"/>
                <a:ext cx="18770" cy="18928"/>
              </a:xfrm>
              <a:prstGeom prst="rect">
                <a:avLst/>
              </a:prstGeom>
              <a:solidFill>
                <a:srgbClr val="7C7C7C"/>
              </a:solidFill>
              <a:ln>
                <a:noFill/>
              </a:ln>
              <a:effectLst/>
            </p:spPr>
            <p:txBody>
              <a:bodyPr rtlCol="0" anchor="ctr"/>
              <a:lstStyle/>
              <a:p>
                <a:pPr algn="ctr"/>
              </a:p>
            </p:txBody>
          </p:sp>
          <p:sp>
            <p:nvSpPr>
              <p:cNvPr id="4199" name="Noise cell"/>
              <p:cNvSpPr/>
              <p:nvPr/>
            </p:nvSpPr>
            <p:spPr>
              <a:xfrm>
                <a:off x="10528685" y="8467344"/>
                <a:ext cx="18770" cy="18928"/>
              </a:xfrm>
              <a:prstGeom prst="rect">
                <a:avLst/>
              </a:prstGeom>
              <a:solidFill>
                <a:srgbClr val="8F8F8F"/>
              </a:solidFill>
              <a:ln>
                <a:noFill/>
              </a:ln>
              <a:effectLst/>
            </p:spPr>
            <p:txBody>
              <a:bodyPr rtlCol="0" anchor="ctr"/>
              <a:lstStyle/>
              <a:p>
                <a:pPr algn="ctr"/>
              </a:p>
            </p:txBody>
          </p:sp>
          <p:sp>
            <p:nvSpPr>
              <p:cNvPr id="4200" name="Noise cell"/>
              <p:cNvSpPr/>
              <p:nvPr/>
            </p:nvSpPr>
            <p:spPr>
              <a:xfrm>
                <a:off x="10546816" y="8467344"/>
                <a:ext cx="18770" cy="18928"/>
              </a:xfrm>
              <a:prstGeom prst="rect">
                <a:avLst/>
              </a:prstGeom>
              <a:solidFill>
                <a:srgbClr val="777777"/>
              </a:solidFill>
              <a:ln>
                <a:noFill/>
              </a:ln>
              <a:effectLst/>
            </p:spPr>
            <p:txBody>
              <a:bodyPr rtlCol="0" anchor="ctr"/>
              <a:lstStyle/>
              <a:p>
                <a:pPr algn="ctr"/>
              </a:p>
            </p:txBody>
          </p:sp>
          <p:sp>
            <p:nvSpPr>
              <p:cNvPr id="4201" name="Noise cell"/>
              <p:cNvSpPr/>
              <p:nvPr/>
            </p:nvSpPr>
            <p:spPr>
              <a:xfrm>
                <a:off x="10564946" y="8467344"/>
                <a:ext cx="18770" cy="18928"/>
              </a:xfrm>
              <a:prstGeom prst="rect">
                <a:avLst/>
              </a:prstGeom>
              <a:solidFill>
                <a:srgbClr val="898989"/>
              </a:solidFill>
              <a:ln>
                <a:noFill/>
              </a:ln>
              <a:effectLst/>
            </p:spPr>
            <p:txBody>
              <a:bodyPr rtlCol="0" anchor="ctr"/>
              <a:lstStyle/>
              <a:p>
                <a:pPr algn="ctr"/>
              </a:p>
            </p:txBody>
          </p:sp>
          <p:sp>
            <p:nvSpPr>
              <p:cNvPr id="4202" name="Noise cell"/>
              <p:cNvSpPr/>
              <p:nvPr/>
            </p:nvSpPr>
            <p:spPr>
              <a:xfrm>
                <a:off x="10583076" y="8467344"/>
                <a:ext cx="18770" cy="18928"/>
              </a:xfrm>
              <a:prstGeom prst="rect">
                <a:avLst/>
              </a:prstGeom>
              <a:solidFill>
                <a:srgbClr val="8E8E8E"/>
              </a:solidFill>
              <a:ln>
                <a:noFill/>
              </a:ln>
              <a:effectLst/>
            </p:spPr>
            <p:txBody>
              <a:bodyPr rtlCol="0" anchor="ctr"/>
              <a:lstStyle/>
              <a:p>
                <a:pPr algn="ctr"/>
              </a:p>
            </p:txBody>
          </p:sp>
          <p:sp>
            <p:nvSpPr>
              <p:cNvPr id="4203" name="Noise cell"/>
              <p:cNvSpPr/>
              <p:nvPr/>
            </p:nvSpPr>
            <p:spPr>
              <a:xfrm>
                <a:off x="10601207" y="8467344"/>
                <a:ext cx="18770" cy="18928"/>
              </a:xfrm>
              <a:prstGeom prst="rect">
                <a:avLst/>
              </a:prstGeom>
              <a:solidFill>
                <a:srgbClr val="8D8D8D"/>
              </a:solidFill>
              <a:ln>
                <a:noFill/>
              </a:ln>
              <a:effectLst/>
            </p:spPr>
            <p:txBody>
              <a:bodyPr rtlCol="0" anchor="ctr"/>
              <a:lstStyle/>
              <a:p>
                <a:pPr algn="ctr"/>
              </a:p>
            </p:txBody>
          </p:sp>
          <p:sp>
            <p:nvSpPr>
              <p:cNvPr id="4204" name="Noise cell"/>
              <p:cNvSpPr/>
              <p:nvPr/>
            </p:nvSpPr>
            <p:spPr>
              <a:xfrm>
                <a:off x="10619337" y="8467344"/>
                <a:ext cx="18770" cy="18928"/>
              </a:xfrm>
              <a:prstGeom prst="rect">
                <a:avLst/>
              </a:prstGeom>
              <a:solidFill>
                <a:srgbClr val="868686"/>
              </a:solidFill>
              <a:ln>
                <a:noFill/>
              </a:ln>
              <a:effectLst/>
            </p:spPr>
            <p:txBody>
              <a:bodyPr rtlCol="0" anchor="ctr"/>
              <a:lstStyle/>
              <a:p>
                <a:pPr algn="ctr"/>
              </a:p>
            </p:txBody>
          </p:sp>
          <p:sp>
            <p:nvSpPr>
              <p:cNvPr id="4205" name="Noise cell"/>
              <p:cNvSpPr/>
              <p:nvPr/>
            </p:nvSpPr>
            <p:spPr>
              <a:xfrm>
                <a:off x="10637467" y="8467344"/>
                <a:ext cx="18770" cy="18928"/>
              </a:xfrm>
              <a:prstGeom prst="rect">
                <a:avLst/>
              </a:prstGeom>
              <a:solidFill>
                <a:srgbClr val="7D7D7D"/>
              </a:solidFill>
              <a:ln>
                <a:noFill/>
              </a:ln>
              <a:effectLst/>
            </p:spPr>
            <p:txBody>
              <a:bodyPr rtlCol="0" anchor="ctr"/>
              <a:lstStyle/>
              <a:p>
                <a:pPr algn="ctr"/>
              </a:p>
            </p:txBody>
          </p:sp>
          <p:sp>
            <p:nvSpPr>
              <p:cNvPr id="4206" name="Noise cell"/>
              <p:cNvSpPr/>
              <p:nvPr/>
            </p:nvSpPr>
            <p:spPr>
              <a:xfrm>
                <a:off x="10655598" y="8467344"/>
                <a:ext cx="18770" cy="18928"/>
              </a:xfrm>
              <a:prstGeom prst="rect">
                <a:avLst/>
              </a:prstGeom>
              <a:solidFill>
                <a:srgbClr val="919191"/>
              </a:solidFill>
              <a:ln>
                <a:noFill/>
              </a:ln>
              <a:effectLst/>
            </p:spPr>
            <p:txBody>
              <a:bodyPr rtlCol="0" anchor="ctr"/>
              <a:lstStyle/>
              <a:p>
                <a:pPr algn="ctr"/>
              </a:p>
            </p:txBody>
          </p:sp>
          <p:sp>
            <p:nvSpPr>
              <p:cNvPr id="4207" name="Noise cell"/>
              <p:cNvSpPr/>
              <p:nvPr/>
            </p:nvSpPr>
            <p:spPr>
              <a:xfrm>
                <a:off x="10673728" y="8467344"/>
                <a:ext cx="18770" cy="18928"/>
              </a:xfrm>
              <a:prstGeom prst="rect">
                <a:avLst/>
              </a:prstGeom>
              <a:solidFill>
                <a:srgbClr val="7C7C7C"/>
              </a:solidFill>
              <a:ln>
                <a:noFill/>
              </a:ln>
              <a:effectLst/>
            </p:spPr>
            <p:txBody>
              <a:bodyPr rtlCol="0" anchor="ctr"/>
              <a:lstStyle/>
              <a:p>
                <a:pPr algn="ctr"/>
              </a:p>
            </p:txBody>
          </p:sp>
          <p:sp>
            <p:nvSpPr>
              <p:cNvPr id="4208" name="Noise cell"/>
              <p:cNvSpPr/>
              <p:nvPr/>
            </p:nvSpPr>
            <p:spPr>
              <a:xfrm>
                <a:off x="10691858" y="8467344"/>
                <a:ext cx="18770" cy="18928"/>
              </a:xfrm>
              <a:prstGeom prst="rect">
                <a:avLst/>
              </a:prstGeom>
              <a:solidFill>
                <a:srgbClr val="868686"/>
              </a:solidFill>
              <a:ln>
                <a:noFill/>
              </a:ln>
              <a:effectLst/>
            </p:spPr>
            <p:txBody>
              <a:bodyPr rtlCol="0" anchor="ctr"/>
              <a:lstStyle/>
              <a:p>
                <a:pPr algn="ctr"/>
              </a:p>
            </p:txBody>
          </p:sp>
          <p:sp>
            <p:nvSpPr>
              <p:cNvPr id="4209" name="Noise cell"/>
              <p:cNvSpPr/>
              <p:nvPr/>
            </p:nvSpPr>
            <p:spPr>
              <a:xfrm>
                <a:off x="10709989" y="8467344"/>
                <a:ext cx="18770" cy="18928"/>
              </a:xfrm>
              <a:prstGeom prst="rect">
                <a:avLst/>
              </a:prstGeom>
              <a:solidFill>
                <a:srgbClr val="858585"/>
              </a:solidFill>
              <a:ln>
                <a:noFill/>
              </a:ln>
              <a:effectLst/>
            </p:spPr>
            <p:txBody>
              <a:bodyPr rtlCol="0" anchor="ctr"/>
              <a:lstStyle/>
              <a:p>
                <a:pPr algn="ctr"/>
              </a:p>
            </p:txBody>
          </p:sp>
          <p:sp>
            <p:nvSpPr>
              <p:cNvPr id="4210" name="Noise cell"/>
              <p:cNvSpPr/>
              <p:nvPr/>
            </p:nvSpPr>
            <p:spPr>
              <a:xfrm>
                <a:off x="10728119" y="8467344"/>
                <a:ext cx="18770" cy="18928"/>
              </a:xfrm>
              <a:prstGeom prst="rect">
                <a:avLst/>
              </a:prstGeom>
              <a:solidFill>
                <a:srgbClr val="8D8D8D"/>
              </a:solidFill>
              <a:ln>
                <a:noFill/>
              </a:ln>
              <a:effectLst/>
            </p:spPr>
            <p:txBody>
              <a:bodyPr rtlCol="0" anchor="ctr"/>
              <a:lstStyle/>
              <a:p>
                <a:pPr algn="ctr"/>
              </a:p>
            </p:txBody>
          </p:sp>
          <p:sp>
            <p:nvSpPr>
              <p:cNvPr id="4211" name="Noise cell"/>
              <p:cNvSpPr/>
              <p:nvPr/>
            </p:nvSpPr>
            <p:spPr>
              <a:xfrm>
                <a:off x="10746250" y="8467344"/>
                <a:ext cx="18770" cy="18928"/>
              </a:xfrm>
              <a:prstGeom prst="rect">
                <a:avLst/>
              </a:prstGeom>
              <a:solidFill>
                <a:srgbClr val="8F8F8F"/>
              </a:solidFill>
              <a:ln>
                <a:noFill/>
              </a:ln>
              <a:effectLst/>
            </p:spPr>
            <p:txBody>
              <a:bodyPr rtlCol="0" anchor="ctr"/>
              <a:lstStyle/>
              <a:p>
                <a:pPr algn="ctr"/>
              </a:p>
            </p:txBody>
          </p:sp>
          <p:sp>
            <p:nvSpPr>
              <p:cNvPr id="4212" name="Noise cell"/>
              <p:cNvSpPr/>
              <p:nvPr/>
            </p:nvSpPr>
            <p:spPr>
              <a:xfrm>
                <a:off x="10764380" y="8467344"/>
                <a:ext cx="18770" cy="18928"/>
              </a:xfrm>
              <a:prstGeom prst="rect">
                <a:avLst/>
              </a:prstGeom>
              <a:solidFill>
                <a:srgbClr val="9F9F9F"/>
              </a:solidFill>
              <a:ln>
                <a:noFill/>
              </a:ln>
              <a:effectLst/>
            </p:spPr>
            <p:txBody>
              <a:bodyPr rtlCol="0" anchor="ctr"/>
              <a:lstStyle/>
              <a:p>
                <a:pPr algn="ctr"/>
              </a:p>
            </p:txBody>
          </p:sp>
          <p:sp>
            <p:nvSpPr>
              <p:cNvPr id="4213" name="Noise cell"/>
              <p:cNvSpPr/>
              <p:nvPr/>
            </p:nvSpPr>
            <p:spPr>
              <a:xfrm>
                <a:off x="10782510" y="8467344"/>
                <a:ext cx="18770" cy="18928"/>
              </a:xfrm>
              <a:prstGeom prst="rect">
                <a:avLst/>
              </a:prstGeom>
              <a:solidFill>
                <a:srgbClr val="949494"/>
              </a:solidFill>
              <a:ln>
                <a:noFill/>
              </a:ln>
              <a:effectLst/>
            </p:spPr>
            <p:txBody>
              <a:bodyPr rtlCol="0" anchor="ctr"/>
              <a:lstStyle/>
              <a:p>
                <a:pPr algn="ctr"/>
              </a:p>
            </p:txBody>
          </p:sp>
          <p:sp>
            <p:nvSpPr>
              <p:cNvPr id="4214" name="Noise cell"/>
              <p:cNvSpPr/>
              <p:nvPr/>
            </p:nvSpPr>
            <p:spPr>
              <a:xfrm>
                <a:off x="10800641" y="8467344"/>
                <a:ext cx="18770" cy="18928"/>
              </a:xfrm>
              <a:prstGeom prst="rect">
                <a:avLst/>
              </a:prstGeom>
              <a:solidFill>
                <a:srgbClr val="8D8D8D"/>
              </a:solidFill>
              <a:ln>
                <a:noFill/>
              </a:ln>
              <a:effectLst/>
            </p:spPr>
            <p:txBody>
              <a:bodyPr rtlCol="0" anchor="ctr"/>
              <a:lstStyle/>
              <a:p>
                <a:pPr algn="ctr"/>
              </a:p>
            </p:txBody>
          </p:sp>
          <p:sp>
            <p:nvSpPr>
              <p:cNvPr id="4215" name="Noise cell"/>
              <p:cNvSpPr/>
              <p:nvPr/>
            </p:nvSpPr>
            <p:spPr>
              <a:xfrm>
                <a:off x="10818771" y="8467344"/>
                <a:ext cx="18770" cy="18928"/>
              </a:xfrm>
              <a:prstGeom prst="rect">
                <a:avLst/>
              </a:prstGeom>
              <a:solidFill>
                <a:srgbClr val="888888"/>
              </a:solidFill>
              <a:ln>
                <a:noFill/>
              </a:ln>
              <a:effectLst/>
            </p:spPr>
            <p:txBody>
              <a:bodyPr rtlCol="0" anchor="ctr"/>
              <a:lstStyle/>
              <a:p>
                <a:pPr algn="ctr"/>
              </a:p>
            </p:txBody>
          </p:sp>
          <p:sp>
            <p:nvSpPr>
              <p:cNvPr id="4216" name="Noise cell"/>
              <p:cNvSpPr/>
              <p:nvPr/>
            </p:nvSpPr>
            <p:spPr>
              <a:xfrm>
                <a:off x="10836901" y="8467344"/>
                <a:ext cx="18770" cy="18928"/>
              </a:xfrm>
              <a:prstGeom prst="rect">
                <a:avLst/>
              </a:prstGeom>
              <a:solidFill>
                <a:srgbClr val="676767"/>
              </a:solidFill>
              <a:ln>
                <a:noFill/>
              </a:ln>
              <a:effectLst/>
            </p:spPr>
            <p:txBody>
              <a:bodyPr rtlCol="0" anchor="ctr"/>
              <a:lstStyle/>
              <a:p>
                <a:pPr algn="ctr"/>
              </a:p>
            </p:txBody>
          </p:sp>
          <p:sp>
            <p:nvSpPr>
              <p:cNvPr id="4217" name="Noise cell"/>
              <p:cNvSpPr/>
              <p:nvPr/>
            </p:nvSpPr>
            <p:spPr>
              <a:xfrm>
                <a:off x="10855032" y="8467344"/>
                <a:ext cx="18770" cy="18928"/>
              </a:xfrm>
              <a:prstGeom prst="rect">
                <a:avLst/>
              </a:prstGeom>
              <a:solidFill>
                <a:srgbClr val="8E8E8E"/>
              </a:solidFill>
              <a:ln>
                <a:noFill/>
              </a:ln>
              <a:effectLst/>
            </p:spPr>
            <p:txBody>
              <a:bodyPr rtlCol="0" anchor="ctr"/>
              <a:lstStyle/>
              <a:p>
                <a:pPr algn="ctr"/>
              </a:p>
            </p:txBody>
          </p:sp>
          <p:sp>
            <p:nvSpPr>
              <p:cNvPr id="4218" name="Noise cell"/>
              <p:cNvSpPr/>
              <p:nvPr/>
            </p:nvSpPr>
            <p:spPr>
              <a:xfrm>
                <a:off x="10873162" y="8467344"/>
                <a:ext cx="18770" cy="18928"/>
              </a:xfrm>
              <a:prstGeom prst="rect">
                <a:avLst/>
              </a:prstGeom>
              <a:solidFill>
                <a:srgbClr val="808080"/>
              </a:solidFill>
              <a:ln>
                <a:noFill/>
              </a:ln>
              <a:effectLst/>
            </p:spPr>
            <p:txBody>
              <a:bodyPr rtlCol="0" anchor="ctr"/>
              <a:lstStyle/>
              <a:p>
                <a:pPr algn="ctr"/>
              </a:p>
            </p:txBody>
          </p:sp>
          <p:sp>
            <p:nvSpPr>
              <p:cNvPr id="4219" name="Noise cell"/>
              <p:cNvSpPr/>
              <p:nvPr/>
            </p:nvSpPr>
            <p:spPr>
              <a:xfrm>
                <a:off x="10891292" y="8467344"/>
                <a:ext cx="18770" cy="18928"/>
              </a:xfrm>
              <a:prstGeom prst="rect">
                <a:avLst/>
              </a:prstGeom>
              <a:solidFill>
                <a:srgbClr val="757575"/>
              </a:solidFill>
              <a:ln>
                <a:noFill/>
              </a:ln>
              <a:effectLst/>
            </p:spPr>
            <p:txBody>
              <a:bodyPr rtlCol="0" anchor="ctr"/>
              <a:lstStyle/>
              <a:p>
                <a:pPr algn="ctr"/>
              </a:p>
            </p:txBody>
          </p:sp>
          <p:sp>
            <p:nvSpPr>
              <p:cNvPr id="4220" name="Noise cell"/>
              <p:cNvSpPr/>
              <p:nvPr/>
            </p:nvSpPr>
            <p:spPr>
              <a:xfrm>
                <a:off x="10909423" y="8467344"/>
                <a:ext cx="18770" cy="18928"/>
              </a:xfrm>
              <a:prstGeom prst="rect">
                <a:avLst/>
              </a:prstGeom>
              <a:solidFill>
                <a:srgbClr val="8B8B8B"/>
              </a:solidFill>
              <a:ln>
                <a:noFill/>
              </a:ln>
              <a:effectLst/>
            </p:spPr>
            <p:txBody>
              <a:bodyPr rtlCol="0" anchor="ctr"/>
              <a:lstStyle/>
              <a:p>
                <a:pPr algn="ctr"/>
              </a:p>
            </p:txBody>
          </p:sp>
          <p:sp>
            <p:nvSpPr>
              <p:cNvPr id="4221" name="Noise cell"/>
              <p:cNvSpPr/>
              <p:nvPr/>
            </p:nvSpPr>
            <p:spPr>
              <a:xfrm>
                <a:off x="10927553" y="8467344"/>
                <a:ext cx="18770" cy="18928"/>
              </a:xfrm>
              <a:prstGeom prst="rect">
                <a:avLst/>
              </a:prstGeom>
              <a:solidFill>
                <a:srgbClr val="808080"/>
              </a:solidFill>
              <a:ln>
                <a:noFill/>
              </a:ln>
              <a:effectLst/>
            </p:spPr>
            <p:txBody>
              <a:bodyPr rtlCol="0" anchor="ctr"/>
              <a:lstStyle/>
              <a:p>
                <a:pPr algn="ctr"/>
              </a:p>
            </p:txBody>
          </p:sp>
          <p:sp>
            <p:nvSpPr>
              <p:cNvPr id="4222" name="Noise cell"/>
              <p:cNvSpPr/>
              <p:nvPr/>
            </p:nvSpPr>
            <p:spPr>
              <a:xfrm>
                <a:off x="10945683" y="8467344"/>
                <a:ext cx="18770" cy="18928"/>
              </a:xfrm>
              <a:prstGeom prst="rect">
                <a:avLst/>
              </a:prstGeom>
              <a:solidFill>
                <a:srgbClr val="6B6B6B"/>
              </a:solidFill>
              <a:ln>
                <a:noFill/>
              </a:ln>
              <a:effectLst/>
            </p:spPr>
            <p:txBody>
              <a:bodyPr rtlCol="0" anchor="ctr"/>
              <a:lstStyle/>
              <a:p>
                <a:pPr algn="ctr"/>
              </a:p>
            </p:txBody>
          </p:sp>
          <p:sp>
            <p:nvSpPr>
              <p:cNvPr id="4223" name="Noise cell"/>
              <p:cNvSpPr/>
              <p:nvPr/>
            </p:nvSpPr>
            <p:spPr>
              <a:xfrm>
                <a:off x="10963814" y="8467344"/>
                <a:ext cx="18770" cy="18928"/>
              </a:xfrm>
              <a:prstGeom prst="rect">
                <a:avLst/>
              </a:prstGeom>
              <a:solidFill>
                <a:srgbClr val="838383"/>
              </a:solidFill>
              <a:ln>
                <a:noFill/>
              </a:ln>
              <a:effectLst/>
            </p:spPr>
            <p:txBody>
              <a:bodyPr rtlCol="0" anchor="ctr"/>
              <a:lstStyle/>
              <a:p>
                <a:pPr algn="ctr"/>
              </a:p>
            </p:txBody>
          </p:sp>
          <p:sp>
            <p:nvSpPr>
              <p:cNvPr id="4224" name="Noise cell"/>
              <p:cNvSpPr/>
              <p:nvPr/>
            </p:nvSpPr>
            <p:spPr>
              <a:xfrm>
                <a:off x="9930384" y="8485632"/>
                <a:ext cx="18770" cy="18928"/>
              </a:xfrm>
              <a:prstGeom prst="rect">
                <a:avLst/>
              </a:prstGeom>
              <a:solidFill>
                <a:srgbClr val="909090"/>
              </a:solidFill>
              <a:ln>
                <a:noFill/>
              </a:ln>
              <a:effectLst/>
            </p:spPr>
            <p:txBody>
              <a:bodyPr rtlCol="0" anchor="ctr"/>
              <a:lstStyle/>
              <a:p>
                <a:pPr algn="ctr"/>
              </a:p>
            </p:txBody>
          </p:sp>
          <p:sp>
            <p:nvSpPr>
              <p:cNvPr id="4225" name="Noise cell"/>
              <p:cNvSpPr/>
              <p:nvPr/>
            </p:nvSpPr>
            <p:spPr>
              <a:xfrm>
                <a:off x="9948514" y="8485632"/>
                <a:ext cx="18770" cy="18928"/>
              </a:xfrm>
              <a:prstGeom prst="rect">
                <a:avLst/>
              </a:prstGeom>
              <a:solidFill>
                <a:srgbClr val="838383"/>
              </a:solidFill>
              <a:ln>
                <a:noFill/>
              </a:ln>
              <a:effectLst/>
            </p:spPr>
            <p:txBody>
              <a:bodyPr rtlCol="0" anchor="ctr"/>
              <a:lstStyle/>
              <a:p>
                <a:pPr algn="ctr"/>
              </a:p>
            </p:txBody>
          </p:sp>
          <p:sp>
            <p:nvSpPr>
              <p:cNvPr id="4226" name="Noise cell"/>
              <p:cNvSpPr/>
              <p:nvPr/>
            </p:nvSpPr>
            <p:spPr>
              <a:xfrm>
                <a:off x="9966645" y="8485632"/>
                <a:ext cx="18770" cy="18928"/>
              </a:xfrm>
              <a:prstGeom prst="rect">
                <a:avLst/>
              </a:prstGeom>
              <a:solidFill>
                <a:srgbClr val="8E8E8E"/>
              </a:solidFill>
              <a:ln>
                <a:noFill/>
              </a:ln>
              <a:effectLst/>
            </p:spPr>
            <p:txBody>
              <a:bodyPr rtlCol="0" anchor="ctr"/>
              <a:lstStyle/>
              <a:p>
                <a:pPr algn="ctr"/>
              </a:p>
            </p:txBody>
          </p:sp>
          <p:sp>
            <p:nvSpPr>
              <p:cNvPr id="4227" name="Noise cell"/>
              <p:cNvSpPr/>
              <p:nvPr/>
            </p:nvSpPr>
            <p:spPr>
              <a:xfrm>
                <a:off x="9984775" y="8485632"/>
                <a:ext cx="18770" cy="18928"/>
              </a:xfrm>
              <a:prstGeom prst="rect">
                <a:avLst/>
              </a:prstGeom>
              <a:solidFill>
                <a:srgbClr val="939393"/>
              </a:solidFill>
              <a:ln>
                <a:noFill/>
              </a:ln>
              <a:effectLst/>
            </p:spPr>
            <p:txBody>
              <a:bodyPr rtlCol="0" anchor="ctr"/>
              <a:lstStyle/>
              <a:p>
                <a:pPr algn="ctr"/>
              </a:p>
            </p:txBody>
          </p:sp>
          <p:sp>
            <p:nvSpPr>
              <p:cNvPr id="4228" name="Noise cell"/>
              <p:cNvSpPr/>
              <p:nvPr/>
            </p:nvSpPr>
            <p:spPr>
              <a:xfrm>
                <a:off x="10002905" y="8485632"/>
                <a:ext cx="18770" cy="18928"/>
              </a:xfrm>
              <a:prstGeom prst="rect">
                <a:avLst/>
              </a:prstGeom>
              <a:solidFill>
                <a:srgbClr val="838383"/>
              </a:solidFill>
              <a:ln>
                <a:noFill/>
              </a:ln>
              <a:effectLst/>
            </p:spPr>
            <p:txBody>
              <a:bodyPr rtlCol="0" anchor="ctr"/>
              <a:lstStyle/>
              <a:p>
                <a:pPr algn="ctr"/>
              </a:p>
            </p:txBody>
          </p:sp>
          <p:sp>
            <p:nvSpPr>
              <p:cNvPr id="4229" name="Noise cell"/>
              <p:cNvSpPr/>
              <p:nvPr/>
            </p:nvSpPr>
            <p:spPr>
              <a:xfrm>
                <a:off x="10021036" y="8485632"/>
                <a:ext cx="18770" cy="18928"/>
              </a:xfrm>
              <a:prstGeom prst="rect">
                <a:avLst/>
              </a:prstGeom>
              <a:solidFill>
                <a:srgbClr val="767676"/>
              </a:solidFill>
              <a:ln>
                <a:noFill/>
              </a:ln>
              <a:effectLst/>
            </p:spPr>
            <p:txBody>
              <a:bodyPr rtlCol="0" anchor="ctr"/>
              <a:lstStyle/>
              <a:p>
                <a:pPr algn="ctr"/>
              </a:p>
            </p:txBody>
          </p:sp>
          <p:sp>
            <p:nvSpPr>
              <p:cNvPr id="4230" name="Noise cell"/>
              <p:cNvSpPr/>
              <p:nvPr/>
            </p:nvSpPr>
            <p:spPr>
              <a:xfrm>
                <a:off x="10039166" y="8485632"/>
                <a:ext cx="18770" cy="18928"/>
              </a:xfrm>
              <a:prstGeom prst="rect">
                <a:avLst/>
              </a:prstGeom>
              <a:solidFill>
                <a:srgbClr val="737373"/>
              </a:solidFill>
              <a:ln>
                <a:noFill/>
              </a:ln>
              <a:effectLst/>
            </p:spPr>
            <p:txBody>
              <a:bodyPr rtlCol="0" anchor="ctr"/>
              <a:lstStyle/>
              <a:p>
                <a:pPr algn="ctr"/>
              </a:p>
            </p:txBody>
          </p:sp>
          <p:sp>
            <p:nvSpPr>
              <p:cNvPr id="4231" name="Noise cell"/>
              <p:cNvSpPr/>
              <p:nvPr/>
            </p:nvSpPr>
            <p:spPr>
              <a:xfrm>
                <a:off x="10057296" y="8485632"/>
                <a:ext cx="18770" cy="18928"/>
              </a:xfrm>
              <a:prstGeom prst="rect">
                <a:avLst/>
              </a:prstGeom>
              <a:solidFill>
                <a:srgbClr val="A1A1A1"/>
              </a:solidFill>
              <a:ln>
                <a:noFill/>
              </a:ln>
              <a:effectLst/>
            </p:spPr>
            <p:txBody>
              <a:bodyPr rtlCol="0" anchor="ctr"/>
              <a:lstStyle/>
              <a:p>
                <a:pPr algn="ctr"/>
              </a:p>
            </p:txBody>
          </p:sp>
          <p:sp>
            <p:nvSpPr>
              <p:cNvPr id="4232" name="Noise cell"/>
              <p:cNvSpPr/>
              <p:nvPr/>
            </p:nvSpPr>
            <p:spPr>
              <a:xfrm>
                <a:off x="10075427" y="8485632"/>
                <a:ext cx="18770" cy="18928"/>
              </a:xfrm>
              <a:prstGeom prst="rect">
                <a:avLst/>
              </a:prstGeom>
              <a:solidFill>
                <a:srgbClr val="777777"/>
              </a:solidFill>
              <a:ln>
                <a:noFill/>
              </a:ln>
              <a:effectLst/>
            </p:spPr>
            <p:txBody>
              <a:bodyPr rtlCol="0" anchor="ctr"/>
              <a:lstStyle/>
              <a:p>
                <a:pPr algn="ctr"/>
              </a:p>
            </p:txBody>
          </p:sp>
          <p:sp>
            <p:nvSpPr>
              <p:cNvPr id="4233" name="Noise cell"/>
              <p:cNvSpPr/>
              <p:nvPr/>
            </p:nvSpPr>
            <p:spPr>
              <a:xfrm>
                <a:off x="10093557" y="8485632"/>
                <a:ext cx="18770" cy="18928"/>
              </a:xfrm>
              <a:prstGeom prst="rect">
                <a:avLst/>
              </a:prstGeom>
              <a:solidFill>
                <a:srgbClr val="848484"/>
              </a:solidFill>
              <a:ln>
                <a:noFill/>
              </a:ln>
              <a:effectLst/>
            </p:spPr>
            <p:txBody>
              <a:bodyPr rtlCol="0" anchor="ctr"/>
              <a:lstStyle/>
              <a:p>
                <a:pPr algn="ctr"/>
              </a:p>
            </p:txBody>
          </p:sp>
          <p:sp>
            <p:nvSpPr>
              <p:cNvPr id="4234" name="Noise cell"/>
              <p:cNvSpPr/>
              <p:nvPr/>
            </p:nvSpPr>
            <p:spPr>
              <a:xfrm>
                <a:off x="10111687" y="8485632"/>
                <a:ext cx="18770" cy="18928"/>
              </a:xfrm>
              <a:prstGeom prst="rect">
                <a:avLst/>
              </a:prstGeom>
              <a:solidFill>
                <a:srgbClr val="7C7C7C"/>
              </a:solidFill>
              <a:ln>
                <a:noFill/>
              </a:ln>
              <a:effectLst/>
            </p:spPr>
            <p:txBody>
              <a:bodyPr rtlCol="0" anchor="ctr"/>
              <a:lstStyle/>
              <a:p>
                <a:pPr algn="ctr"/>
              </a:p>
            </p:txBody>
          </p:sp>
          <p:sp>
            <p:nvSpPr>
              <p:cNvPr id="4235" name="Noise cell"/>
              <p:cNvSpPr/>
              <p:nvPr/>
            </p:nvSpPr>
            <p:spPr>
              <a:xfrm>
                <a:off x="10129818" y="8485632"/>
                <a:ext cx="18770" cy="18928"/>
              </a:xfrm>
              <a:prstGeom prst="rect">
                <a:avLst/>
              </a:prstGeom>
              <a:solidFill>
                <a:srgbClr val="939393"/>
              </a:solidFill>
              <a:ln>
                <a:noFill/>
              </a:ln>
              <a:effectLst/>
            </p:spPr>
            <p:txBody>
              <a:bodyPr rtlCol="0" anchor="ctr"/>
              <a:lstStyle/>
              <a:p>
                <a:pPr algn="ctr"/>
              </a:p>
            </p:txBody>
          </p:sp>
          <p:sp>
            <p:nvSpPr>
              <p:cNvPr id="4236" name="Noise cell"/>
              <p:cNvSpPr/>
              <p:nvPr/>
            </p:nvSpPr>
            <p:spPr>
              <a:xfrm>
                <a:off x="10147948" y="8485632"/>
                <a:ext cx="18770" cy="18928"/>
              </a:xfrm>
              <a:prstGeom prst="rect">
                <a:avLst/>
              </a:prstGeom>
              <a:solidFill>
                <a:srgbClr val="7D7D7D"/>
              </a:solidFill>
              <a:ln>
                <a:noFill/>
              </a:ln>
              <a:effectLst/>
            </p:spPr>
            <p:txBody>
              <a:bodyPr rtlCol="0" anchor="ctr"/>
              <a:lstStyle/>
              <a:p>
                <a:pPr algn="ctr"/>
              </a:p>
            </p:txBody>
          </p:sp>
          <p:sp>
            <p:nvSpPr>
              <p:cNvPr id="4237" name="Noise cell"/>
              <p:cNvSpPr/>
              <p:nvPr/>
            </p:nvSpPr>
            <p:spPr>
              <a:xfrm>
                <a:off x="10166078" y="8485632"/>
                <a:ext cx="18770" cy="18928"/>
              </a:xfrm>
              <a:prstGeom prst="rect">
                <a:avLst/>
              </a:prstGeom>
              <a:solidFill>
                <a:srgbClr val="8D8D8D"/>
              </a:solidFill>
              <a:ln>
                <a:noFill/>
              </a:ln>
              <a:effectLst/>
            </p:spPr>
            <p:txBody>
              <a:bodyPr rtlCol="0" anchor="ctr"/>
              <a:lstStyle/>
              <a:p>
                <a:pPr algn="ctr"/>
              </a:p>
            </p:txBody>
          </p:sp>
          <p:sp>
            <p:nvSpPr>
              <p:cNvPr id="4238" name="Noise cell"/>
              <p:cNvSpPr/>
              <p:nvPr/>
            </p:nvSpPr>
            <p:spPr>
              <a:xfrm>
                <a:off x="10184209" y="8485632"/>
                <a:ext cx="18770" cy="18928"/>
              </a:xfrm>
              <a:prstGeom prst="rect">
                <a:avLst/>
              </a:prstGeom>
              <a:solidFill>
                <a:srgbClr val="727272"/>
              </a:solidFill>
              <a:ln>
                <a:noFill/>
              </a:ln>
              <a:effectLst/>
            </p:spPr>
            <p:txBody>
              <a:bodyPr rtlCol="0" anchor="ctr"/>
              <a:lstStyle/>
              <a:p>
                <a:pPr algn="ctr"/>
              </a:p>
            </p:txBody>
          </p:sp>
          <p:sp>
            <p:nvSpPr>
              <p:cNvPr id="4239" name="Noise cell"/>
              <p:cNvSpPr/>
              <p:nvPr/>
            </p:nvSpPr>
            <p:spPr>
              <a:xfrm>
                <a:off x="10202339" y="8485632"/>
                <a:ext cx="18770" cy="18928"/>
              </a:xfrm>
              <a:prstGeom prst="rect">
                <a:avLst/>
              </a:prstGeom>
              <a:solidFill>
                <a:srgbClr val="717171"/>
              </a:solidFill>
              <a:ln>
                <a:noFill/>
              </a:ln>
              <a:effectLst/>
            </p:spPr>
            <p:txBody>
              <a:bodyPr rtlCol="0" anchor="ctr"/>
              <a:lstStyle/>
              <a:p>
                <a:pPr algn="ctr"/>
              </a:p>
            </p:txBody>
          </p:sp>
          <p:sp>
            <p:nvSpPr>
              <p:cNvPr id="4240" name="Noise cell"/>
              <p:cNvSpPr/>
              <p:nvPr/>
            </p:nvSpPr>
            <p:spPr>
              <a:xfrm>
                <a:off x="10220470" y="8485632"/>
                <a:ext cx="18770" cy="18928"/>
              </a:xfrm>
              <a:prstGeom prst="rect">
                <a:avLst/>
              </a:prstGeom>
              <a:solidFill>
                <a:srgbClr val="999999"/>
              </a:solidFill>
              <a:ln>
                <a:noFill/>
              </a:ln>
              <a:effectLst/>
            </p:spPr>
            <p:txBody>
              <a:bodyPr rtlCol="0" anchor="ctr"/>
              <a:lstStyle/>
              <a:p>
                <a:pPr algn="ctr"/>
              </a:p>
            </p:txBody>
          </p:sp>
          <p:sp>
            <p:nvSpPr>
              <p:cNvPr id="4241" name="Noise cell"/>
              <p:cNvSpPr/>
              <p:nvPr/>
            </p:nvSpPr>
            <p:spPr>
              <a:xfrm>
                <a:off x="10238600" y="8485632"/>
                <a:ext cx="18770" cy="18928"/>
              </a:xfrm>
              <a:prstGeom prst="rect">
                <a:avLst/>
              </a:prstGeom>
              <a:solidFill>
                <a:srgbClr val="929292"/>
              </a:solidFill>
              <a:ln>
                <a:noFill/>
              </a:ln>
              <a:effectLst/>
            </p:spPr>
            <p:txBody>
              <a:bodyPr rtlCol="0" anchor="ctr"/>
              <a:lstStyle/>
              <a:p>
                <a:pPr algn="ctr"/>
              </a:p>
            </p:txBody>
          </p:sp>
          <p:sp>
            <p:nvSpPr>
              <p:cNvPr id="4242" name="Noise cell"/>
              <p:cNvSpPr/>
              <p:nvPr/>
            </p:nvSpPr>
            <p:spPr>
              <a:xfrm>
                <a:off x="10256730" y="8485632"/>
                <a:ext cx="18770" cy="18928"/>
              </a:xfrm>
              <a:prstGeom prst="rect">
                <a:avLst/>
              </a:prstGeom>
              <a:solidFill>
                <a:srgbClr val="898989"/>
              </a:solidFill>
              <a:ln>
                <a:noFill/>
              </a:ln>
              <a:effectLst/>
            </p:spPr>
            <p:txBody>
              <a:bodyPr rtlCol="0" anchor="ctr"/>
              <a:lstStyle/>
              <a:p>
                <a:pPr algn="ctr"/>
              </a:p>
            </p:txBody>
          </p:sp>
          <p:sp>
            <p:nvSpPr>
              <p:cNvPr id="4243" name="Noise cell"/>
              <p:cNvSpPr/>
              <p:nvPr/>
            </p:nvSpPr>
            <p:spPr>
              <a:xfrm>
                <a:off x="10274861" y="8485632"/>
                <a:ext cx="18770" cy="18928"/>
              </a:xfrm>
              <a:prstGeom prst="rect">
                <a:avLst/>
              </a:prstGeom>
              <a:solidFill>
                <a:srgbClr val="6D6D6D"/>
              </a:solidFill>
              <a:ln>
                <a:noFill/>
              </a:ln>
              <a:effectLst/>
            </p:spPr>
            <p:txBody>
              <a:bodyPr rtlCol="0" anchor="ctr"/>
              <a:lstStyle/>
              <a:p>
                <a:pPr algn="ctr"/>
              </a:p>
            </p:txBody>
          </p:sp>
          <p:sp>
            <p:nvSpPr>
              <p:cNvPr id="4244" name="Noise cell"/>
              <p:cNvSpPr/>
              <p:nvPr/>
            </p:nvSpPr>
            <p:spPr>
              <a:xfrm>
                <a:off x="10292991" y="8485632"/>
                <a:ext cx="18770" cy="18928"/>
              </a:xfrm>
              <a:prstGeom prst="rect">
                <a:avLst/>
              </a:prstGeom>
              <a:solidFill>
                <a:srgbClr val="888888"/>
              </a:solidFill>
              <a:ln>
                <a:noFill/>
              </a:ln>
              <a:effectLst/>
            </p:spPr>
            <p:txBody>
              <a:bodyPr rtlCol="0" anchor="ctr"/>
              <a:lstStyle/>
              <a:p>
                <a:pPr algn="ctr"/>
              </a:p>
            </p:txBody>
          </p:sp>
          <p:sp>
            <p:nvSpPr>
              <p:cNvPr id="4245" name="Noise cell"/>
              <p:cNvSpPr/>
              <p:nvPr/>
            </p:nvSpPr>
            <p:spPr>
              <a:xfrm>
                <a:off x="10311121" y="8485632"/>
                <a:ext cx="18770" cy="18928"/>
              </a:xfrm>
              <a:prstGeom prst="rect">
                <a:avLst/>
              </a:prstGeom>
              <a:solidFill>
                <a:srgbClr val="797979"/>
              </a:solidFill>
              <a:ln>
                <a:noFill/>
              </a:ln>
              <a:effectLst/>
            </p:spPr>
            <p:txBody>
              <a:bodyPr rtlCol="0" anchor="ctr"/>
              <a:lstStyle/>
              <a:p>
                <a:pPr algn="ctr"/>
              </a:p>
            </p:txBody>
          </p:sp>
          <p:sp>
            <p:nvSpPr>
              <p:cNvPr id="4246" name="Noise cell"/>
              <p:cNvSpPr/>
              <p:nvPr/>
            </p:nvSpPr>
            <p:spPr>
              <a:xfrm>
                <a:off x="10329252" y="8485632"/>
                <a:ext cx="18770" cy="18928"/>
              </a:xfrm>
              <a:prstGeom prst="rect">
                <a:avLst/>
              </a:prstGeom>
              <a:solidFill>
                <a:srgbClr val="737373"/>
              </a:solidFill>
              <a:ln>
                <a:noFill/>
              </a:ln>
              <a:effectLst/>
            </p:spPr>
            <p:txBody>
              <a:bodyPr rtlCol="0" anchor="ctr"/>
              <a:lstStyle/>
              <a:p>
                <a:pPr algn="ctr"/>
              </a:p>
            </p:txBody>
          </p:sp>
          <p:sp>
            <p:nvSpPr>
              <p:cNvPr id="4247" name="Noise cell"/>
              <p:cNvSpPr/>
              <p:nvPr/>
            </p:nvSpPr>
            <p:spPr>
              <a:xfrm>
                <a:off x="10347382" y="8485632"/>
                <a:ext cx="18770" cy="18928"/>
              </a:xfrm>
              <a:prstGeom prst="rect">
                <a:avLst/>
              </a:prstGeom>
              <a:solidFill>
                <a:srgbClr val="959595"/>
              </a:solidFill>
              <a:ln>
                <a:noFill/>
              </a:ln>
              <a:effectLst/>
            </p:spPr>
            <p:txBody>
              <a:bodyPr rtlCol="0" anchor="ctr"/>
              <a:lstStyle/>
              <a:p>
                <a:pPr algn="ctr"/>
              </a:p>
            </p:txBody>
          </p:sp>
          <p:sp>
            <p:nvSpPr>
              <p:cNvPr id="4248" name="Noise cell"/>
              <p:cNvSpPr/>
              <p:nvPr/>
            </p:nvSpPr>
            <p:spPr>
              <a:xfrm>
                <a:off x="10365512" y="8485632"/>
                <a:ext cx="18770" cy="18928"/>
              </a:xfrm>
              <a:prstGeom prst="rect">
                <a:avLst/>
              </a:prstGeom>
              <a:solidFill>
                <a:srgbClr val="8A8A8A"/>
              </a:solidFill>
              <a:ln>
                <a:noFill/>
              </a:ln>
              <a:effectLst/>
            </p:spPr>
            <p:txBody>
              <a:bodyPr rtlCol="0" anchor="ctr"/>
              <a:lstStyle/>
              <a:p>
                <a:pPr algn="ctr"/>
              </a:p>
            </p:txBody>
          </p:sp>
          <p:sp>
            <p:nvSpPr>
              <p:cNvPr id="4249" name="Noise cell"/>
              <p:cNvSpPr/>
              <p:nvPr/>
            </p:nvSpPr>
            <p:spPr>
              <a:xfrm>
                <a:off x="10383643" y="8485632"/>
                <a:ext cx="18770" cy="18928"/>
              </a:xfrm>
              <a:prstGeom prst="rect">
                <a:avLst/>
              </a:prstGeom>
              <a:solidFill>
                <a:srgbClr val="8A8A8A"/>
              </a:solidFill>
              <a:ln>
                <a:noFill/>
              </a:ln>
              <a:effectLst/>
            </p:spPr>
            <p:txBody>
              <a:bodyPr rtlCol="0" anchor="ctr"/>
              <a:lstStyle/>
              <a:p>
                <a:pPr algn="ctr"/>
              </a:p>
            </p:txBody>
          </p:sp>
          <p:sp>
            <p:nvSpPr>
              <p:cNvPr id="4250" name="Noise cell"/>
              <p:cNvSpPr/>
              <p:nvPr/>
            </p:nvSpPr>
            <p:spPr>
              <a:xfrm>
                <a:off x="10401773" y="8485632"/>
                <a:ext cx="18770" cy="18928"/>
              </a:xfrm>
              <a:prstGeom prst="rect">
                <a:avLst/>
              </a:prstGeom>
              <a:solidFill>
                <a:srgbClr val="A6A6A6"/>
              </a:solidFill>
              <a:ln>
                <a:noFill/>
              </a:ln>
              <a:effectLst/>
            </p:spPr>
            <p:txBody>
              <a:bodyPr rtlCol="0" anchor="ctr"/>
              <a:lstStyle/>
              <a:p>
                <a:pPr algn="ctr"/>
              </a:p>
            </p:txBody>
          </p:sp>
          <p:sp>
            <p:nvSpPr>
              <p:cNvPr id="4251" name="Noise cell"/>
              <p:cNvSpPr/>
              <p:nvPr/>
            </p:nvSpPr>
            <p:spPr>
              <a:xfrm>
                <a:off x="10419903" y="8485632"/>
                <a:ext cx="18770" cy="18928"/>
              </a:xfrm>
              <a:prstGeom prst="rect">
                <a:avLst/>
              </a:prstGeom>
              <a:solidFill>
                <a:srgbClr val="808080"/>
              </a:solidFill>
              <a:ln>
                <a:noFill/>
              </a:ln>
              <a:effectLst/>
            </p:spPr>
            <p:txBody>
              <a:bodyPr rtlCol="0" anchor="ctr"/>
              <a:lstStyle/>
              <a:p>
                <a:pPr algn="ctr"/>
              </a:p>
            </p:txBody>
          </p:sp>
          <p:sp>
            <p:nvSpPr>
              <p:cNvPr id="4252" name="Noise cell"/>
              <p:cNvSpPr/>
              <p:nvPr/>
            </p:nvSpPr>
            <p:spPr>
              <a:xfrm>
                <a:off x="10438034" y="8485632"/>
                <a:ext cx="18770" cy="18928"/>
              </a:xfrm>
              <a:prstGeom prst="rect">
                <a:avLst/>
              </a:prstGeom>
              <a:solidFill>
                <a:srgbClr val="808080"/>
              </a:solidFill>
              <a:ln>
                <a:noFill/>
              </a:ln>
              <a:effectLst/>
            </p:spPr>
            <p:txBody>
              <a:bodyPr rtlCol="0" anchor="ctr"/>
              <a:lstStyle/>
              <a:p>
                <a:pPr algn="ctr"/>
              </a:p>
            </p:txBody>
          </p:sp>
          <p:sp>
            <p:nvSpPr>
              <p:cNvPr id="4253" name="Noise cell"/>
              <p:cNvSpPr/>
              <p:nvPr/>
            </p:nvSpPr>
            <p:spPr>
              <a:xfrm>
                <a:off x="10456164" y="8485632"/>
                <a:ext cx="18770" cy="18928"/>
              </a:xfrm>
              <a:prstGeom prst="rect">
                <a:avLst/>
              </a:prstGeom>
              <a:solidFill>
                <a:srgbClr val="8C8C8C"/>
              </a:solidFill>
              <a:ln>
                <a:noFill/>
              </a:ln>
              <a:effectLst/>
            </p:spPr>
            <p:txBody>
              <a:bodyPr rtlCol="0" anchor="ctr"/>
              <a:lstStyle/>
              <a:p>
                <a:pPr algn="ctr"/>
              </a:p>
            </p:txBody>
          </p:sp>
          <p:sp>
            <p:nvSpPr>
              <p:cNvPr id="4254" name="Noise cell"/>
              <p:cNvSpPr/>
              <p:nvPr/>
            </p:nvSpPr>
            <p:spPr>
              <a:xfrm>
                <a:off x="10474294" y="8485632"/>
                <a:ext cx="18770" cy="18928"/>
              </a:xfrm>
              <a:prstGeom prst="rect">
                <a:avLst/>
              </a:prstGeom>
              <a:solidFill>
                <a:srgbClr val="969696"/>
              </a:solidFill>
              <a:ln>
                <a:noFill/>
              </a:ln>
              <a:effectLst/>
            </p:spPr>
            <p:txBody>
              <a:bodyPr rtlCol="0" anchor="ctr"/>
              <a:lstStyle/>
              <a:p>
                <a:pPr algn="ctr"/>
              </a:p>
            </p:txBody>
          </p:sp>
          <p:sp>
            <p:nvSpPr>
              <p:cNvPr id="4255" name="Noise cell"/>
              <p:cNvSpPr/>
              <p:nvPr/>
            </p:nvSpPr>
            <p:spPr>
              <a:xfrm>
                <a:off x="10492425" y="8485632"/>
                <a:ext cx="18770" cy="18928"/>
              </a:xfrm>
              <a:prstGeom prst="rect">
                <a:avLst/>
              </a:prstGeom>
              <a:solidFill>
                <a:srgbClr val="888888"/>
              </a:solidFill>
              <a:ln>
                <a:noFill/>
              </a:ln>
              <a:effectLst/>
            </p:spPr>
            <p:txBody>
              <a:bodyPr rtlCol="0" anchor="ctr"/>
              <a:lstStyle/>
              <a:p>
                <a:pPr algn="ctr"/>
              </a:p>
            </p:txBody>
          </p:sp>
          <p:sp>
            <p:nvSpPr>
              <p:cNvPr id="4256" name="Noise cell"/>
              <p:cNvSpPr/>
              <p:nvPr/>
            </p:nvSpPr>
            <p:spPr>
              <a:xfrm>
                <a:off x="10510555" y="8485632"/>
                <a:ext cx="18770" cy="18928"/>
              </a:xfrm>
              <a:prstGeom prst="rect">
                <a:avLst/>
              </a:prstGeom>
              <a:solidFill>
                <a:srgbClr val="7C7C7C"/>
              </a:solidFill>
              <a:ln>
                <a:noFill/>
              </a:ln>
              <a:effectLst/>
            </p:spPr>
            <p:txBody>
              <a:bodyPr rtlCol="0" anchor="ctr"/>
              <a:lstStyle/>
              <a:p>
                <a:pPr algn="ctr"/>
              </a:p>
            </p:txBody>
          </p:sp>
          <p:sp>
            <p:nvSpPr>
              <p:cNvPr id="4257" name="Noise cell"/>
              <p:cNvSpPr/>
              <p:nvPr/>
            </p:nvSpPr>
            <p:spPr>
              <a:xfrm>
                <a:off x="10528685" y="8485632"/>
                <a:ext cx="18770" cy="18928"/>
              </a:xfrm>
              <a:prstGeom prst="rect">
                <a:avLst/>
              </a:prstGeom>
              <a:solidFill>
                <a:srgbClr val="8B8B8B"/>
              </a:solidFill>
              <a:ln>
                <a:noFill/>
              </a:ln>
              <a:effectLst/>
            </p:spPr>
            <p:txBody>
              <a:bodyPr rtlCol="0" anchor="ctr"/>
              <a:lstStyle/>
              <a:p>
                <a:pPr algn="ctr"/>
              </a:p>
            </p:txBody>
          </p:sp>
          <p:sp>
            <p:nvSpPr>
              <p:cNvPr id="4258" name="Noise cell"/>
              <p:cNvSpPr/>
              <p:nvPr/>
            </p:nvSpPr>
            <p:spPr>
              <a:xfrm>
                <a:off x="10546816" y="8485632"/>
                <a:ext cx="18770" cy="18928"/>
              </a:xfrm>
              <a:prstGeom prst="rect">
                <a:avLst/>
              </a:prstGeom>
              <a:solidFill>
                <a:srgbClr val="959595"/>
              </a:solidFill>
              <a:ln>
                <a:noFill/>
              </a:ln>
              <a:effectLst/>
            </p:spPr>
            <p:txBody>
              <a:bodyPr rtlCol="0" anchor="ctr"/>
              <a:lstStyle/>
              <a:p>
                <a:pPr algn="ctr"/>
              </a:p>
            </p:txBody>
          </p:sp>
          <p:sp>
            <p:nvSpPr>
              <p:cNvPr id="4259" name="Noise cell"/>
              <p:cNvSpPr/>
              <p:nvPr/>
            </p:nvSpPr>
            <p:spPr>
              <a:xfrm>
                <a:off x="10564946" y="8485632"/>
                <a:ext cx="18770" cy="18928"/>
              </a:xfrm>
              <a:prstGeom prst="rect">
                <a:avLst/>
              </a:prstGeom>
              <a:solidFill>
                <a:srgbClr val="787878"/>
              </a:solidFill>
              <a:ln>
                <a:noFill/>
              </a:ln>
              <a:effectLst/>
            </p:spPr>
            <p:txBody>
              <a:bodyPr rtlCol="0" anchor="ctr"/>
              <a:lstStyle/>
              <a:p>
                <a:pPr algn="ctr"/>
              </a:p>
            </p:txBody>
          </p:sp>
          <p:sp>
            <p:nvSpPr>
              <p:cNvPr id="4260" name="Noise cell"/>
              <p:cNvSpPr/>
              <p:nvPr/>
            </p:nvSpPr>
            <p:spPr>
              <a:xfrm>
                <a:off x="10583076" y="8485632"/>
                <a:ext cx="18770" cy="18928"/>
              </a:xfrm>
              <a:prstGeom prst="rect">
                <a:avLst/>
              </a:prstGeom>
              <a:solidFill>
                <a:srgbClr val="9B9B9B"/>
              </a:solidFill>
              <a:ln>
                <a:noFill/>
              </a:ln>
              <a:effectLst/>
            </p:spPr>
            <p:txBody>
              <a:bodyPr rtlCol="0" anchor="ctr"/>
              <a:lstStyle/>
              <a:p>
                <a:pPr algn="ctr"/>
              </a:p>
            </p:txBody>
          </p:sp>
          <p:sp>
            <p:nvSpPr>
              <p:cNvPr id="4261" name="Noise cell"/>
              <p:cNvSpPr/>
              <p:nvPr/>
            </p:nvSpPr>
            <p:spPr>
              <a:xfrm>
                <a:off x="10601207" y="8485632"/>
                <a:ext cx="18770" cy="18928"/>
              </a:xfrm>
              <a:prstGeom prst="rect">
                <a:avLst/>
              </a:prstGeom>
              <a:solidFill>
                <a:srgbClr val="949494"/>
              </a:solidFill>
              <a:ln>
                <a:noFill/>
              </a:ln>
              <a:effectLst/>
            </p:spPr>
            <p:txBody>
              <a:bodyPr rtlCol="0" anchor="ctr"/>
              <a:lstStyle/>
              <a:p>
                <a:pPr algn="ctr"/>
              </a:p>
            </p:txBody>
          </p:sp>
          <p:sp>
            <p:nvSpPr>
              <p:cNvPr id="4262" name="Noise cell"/>
              <p:cNvSpPr/>
              <p:nvPr/>
            </p:nvSpPr>
            <p:spPr>
              <a:xfrm>
                <a:off x="10619337" y="8485632"/>
                <a:ext cx="18770" cy="18928"/>
              </a:xfrm>
              <a:prstGeom prst="rect">
                <a:avLst/>
              </a:prstGeom>
              <a:solidFill>
                <a:srgbClr val="848484"/>
              </a:solidFill>
              <a:ln>
                <a:noFill/>
              </a:ln>
              <a:effectLst/>
            </p:spPr>
            <p:txBody>
              <a:bodyPr rtlCol="0" anchor="ctr"/>
              <a:lstStyle/>
              <a:p>
                <a:pPr algn="ctr"/>
              </a:p>
            </p:txBody>
          </p:sp>
          <p:sp>
            <p:nvSpPr>
              <p:cNvPr id="4263" name="Noise cell"/>
              <p:cNvSpPr/>
              <p:nvPr/>
            </p:nvSpPr>
            <p:spPr>
              <a:xfrm>
                <a:off x="10637467" y="8485632"/>
                <a:ext cx="18770" cy="18928"/>
              </a:xfrm>
              <a:prstGeom prst="rect">
                <a:avLst/>
              </a:prstGeom>
              <a:solidFill>
                <a:srgbClr val="8F8F8F"/>
              </a:solidFill>
              <a:ln>
                <a:noFill/>
              </a:ln>
              <a:effectLst/>
            </p:spPr>
            <p:txBody>
              <a:bodyPr rtlCol="0" anchor="ctr"/>
              <a:lstStyle/>
              <a:p>
                <a:pPr algn="ctr"/>
              </a:p>
            </p:txBody>
          </p:sp>
          <p:sp>
            <p:nvSpPr>
              <p:cNvPr id="4264" name="Noise cell"/>
              <p:cNvSpPr/>
              <p:nvPr/>
            </p:nvSpPr>
            <p:spPr>
              <a:xfrm>
                <a:off x="10655598" y="8485632"/>
                <a:ext cx="18770" cy="18928"/>
              </a:xfrm>
              <a:prstGeom prst="rect">
                <a:avLst/>
              </a:prstGeom>
              <a:solidFill>
                <a:srgbClr val="929292"/>
              </a:solidFill>
              <a:ln>
                <a:noFill/>
              </a:ln>
              <a:effectLst/>
            </p:spPr>
            <p:txBody>
              <a:bodyPr rtlCol="0" anchor="ctr"/>
              <a:lstStyle/>
              <a:p>
                <a:pPr algn="ctr"/>
              </a:p>
            </p:txBody>
          </p:sp>
          <p:sp>
            <p:nvSpPr>
              <p:cNvPr id="4265" name="Noise cell"/>
              <p:cNvSpPr/>
              <p:nvPr/>
            </p:nvSpPr>
            <p:spPr>
              <a:xfrm>
                <a:off x="10673728" y="8485632"/>
                <a:ext cx="18770" cy="18928"/>
              </a:xfrm>
              <a:prstGeom prst="rect">
                <a:avLst/>
              </a:prstGeom>
              <a:solidFill>
                <a:srgbClr val="979797"/>
              </a:solidFill>
              <a:ln>
                <a:noFill/>
              </a:ln>
              <a:effectLst/>
            </p:spPr>
            <p:txBody>
              <a:bodyPr rtlCol="0" anchor="ctr"/>
              <a:lstStyle/>
              <a:p>
                <a:pPr algn="ctr"/>
              </a:p>
            </p:txBody>
          </p:sp>
          <p:sp>
            <p:nvSpPr>
              <p:cNvPr id="4266" name="Noise cell"/>
              <p:cNvSpPr/>
              <p:nvPr/>
            </p:nvSpPr>
            <p:spPr>
              <a:xfrm>
                <a:off x="10691858" y="8485632"/>
                <a:ext cx="18770" cy="18928"/>
              </a:xfrm>
              <a:prstGeom prst="rect">
                <a:avLst/>
              </a:prstGeom>
              <a:solidFill>
                <a:srgbClr val="717171"/>
              </a:solidFill>
              <a:ln>
                <a:noFill/>
              </a:ln>
              <a:effectLst/>
            </p:spPr>
            <p:txBody>
              <a:bodyPr rtlCol="0" anchor="ctr"/>
              <a:lstStyle/>
              <a:p>
                <a:pPr algn="ctr"/>
              </a:p>
            </p:txBody>
          </p:sp>
          <p:sp>
            <p:nvSpPr>
              <p:cNvPr id="4267" name="Noise cell"/>
              <p:cNvSpPr/>
              <p:nvPr/>
            </p:nvSpPr>
            <p:spPr>
              <a:xfrm>
                <a:off x="10709989" y="8485632"/>
                <a:ext cx="18770" cy="18928"/>
              </a:xfrm>
              <a:prstGeom prst="rect">
                <a:avLst/>
              </a:prstGeom>
              <a:solidFill>
                <a:srgbClr val="767676"/>
              </a:solidFill>
              <a:ln>
                <a:noFill/>
              </a:ln>
              <a:effectLst/>
            </p:spPr>
            <p:txBody>
              <a:bodyPr rtlCol="0" anchor="ctr"/>
              <a:lstStyle/>
              <a:p>
                <a:pPr algn="ctr"/>
              </a:p>
            </p:txBody>
          </p:sp>
          <p:sp>
            <p:nvSpPr>
              <p:cNvPr id="4268" name="Noise cell"/>
              <p:cNvSpPr/>
              <p:nvPr/>
            </p:nvSpPr>
            <p:spPr>
              <a:xfrm>
                <a:off x="10728119" y="8485632"/>
                <a:ext cx="18770" cy="18928"/>
              </a:xfrm>
              <a:prstGeom prst="rect">
                <a:avLst/>
              </a:prstGeom>
              <a:solidFill>
                <a:srgbClr val="989898"/>
              </a:solidFill>
              <a:ln>
                <a:noFill/>
              </a:ln>
              <a:effectLst/>
            </p:spPr>
            <p:txBody>
              <a:bodyPr rtlCol="0" anchor="ctr"/>
              <a:lstStyle/>
              <a:p>
                <a:pPr algn="ctr"/>
              </a:p>
            </p:txBody>
          </p:sp>
          <p:sp>
            <p:nvSpPr>
              <p:cNvPr id="4269" name="Noise cell"/>
              <p:cNvSpPr/>
              <p:nvPr/>
            </p:nvSpPr>
            <p:spPr>
              <a:xfrm>
                <a:off x="10746250" y="8485632"/>
                <a:ext cx="18770" cy="18928"/>
              </a:xfrm>
              <a:prstGeom prst="rect">
                <a:avLst/>
              </a:prstGeom>
              <a:solidFill>
                <a:srgbClr val="707070"/>
              </a:solidFill>
              <a:ln>
                <a:noFill/>
              </a:ln>
              <a:effectLst/>
            </p:spPr>
            <p:txBody>
              <a:bodyPr rtlCol="0" anchor="ctr"/>
              <a:lstStyle/>
              <a:p>
                <a:pPr algn="ctr"/>
              </a:p>
            </p:txBody>
          </p:sp>
          <p:sp>
            <p:nvSpPr>
              <p:cNvPr id="4270" name="Noise cell"/>
              <p:cNvSpPr/>
              <p:nvPr/>
            </p:nvSpPr>
            <p:spPr>
              <a:xfrm>
                <a:off x="10764380" y="8485632"/>
                <a:ext cx="18770" cy="18928"/>
              </a:xfrm>
              <a:prstGeom prst="rect">
                <a:avLst/>
              </a:prstGeom>
              <a:solidFill>
                <a:srgbClr val="828282"/>
              </a:solidFill>
              <a:ln>
                <a:noFill/>
              </a:ln>
              <a:effectLst/>
            </p:spPr>
            <p:txBody>
              <a:bodyPr rtlCol="0" anchor="ctr"/>
              <a:lstStyle/>
              <a:p>
                <a:pPr algn="ctr"/>
              </a:p>
            </p:txBody>
          </p:sp>
          <p:sp>
            <p:nvSpPr>
              <p:cNvPr id="4271" name="Noise cell"/>
              <p:cNvSpPr/>
              <p:nvPr/>
            </p:nvSpPr>
            <p:spPr>
              <a:xfrm>
                <a:off x="10782510" y="8485632"/>
                <a:ext cx="18770" cy="18928"/>
              </a:xfrm>
              <a:prstGeom prst="rect">
                <a:avLst/>
              </a:prstGeom>
              <a:solidFill>
                <a:srgbClr val="8E8E8E"/>
              </a:solidFill>
              <a:ln>
                <a:noFill/>
              </a:ln>
              <a:effectLst/>
            </p:spPr>
            <p:txBody>
              <a:bodyPr rtlCol="0" anchor="ctr"/>
              <a:lstStyle/>
              <a:p>
                <a:pPr algn="ctr"/>
              </a:p>
            </p:txBody>
          </p:sp>
          <p:sp>
            <p:nvSpPr>
              <p:cNvPr id="4272" name="Noise cell"/>
              <p:cNvSpPr/>
              <p:nvPr/>
            </p:nvSpPr>
            <p:spPr>
              <a:xfrm>
                <a:off x="10800641" y="8485632"/>
                <a:ext cx="18770" cy="18928"/>
              </a:xfrm>
              <a:prstGeom prst="rect">
                <a:avLst/>
              </a:prstGeom>
              <a:solidFill>
                <a:srgbClr val="939393"/>
              </a:solidFill>
              <a:ln>
                <a:noFill/>
              </a:ln>
              <a:effectLst/>
            </p:spPr>
            <p:txBody>
              <a:bodyPr rtlCol="0" anchor="ctr"/>
              <a:lstStyle/>
              <a:p>
                <a:pPr algn="ctr"/>
              </a:p>
            </p:txBody>
          </p:sp>
          <p:sp>
            <p:nvSpPr>
              <p:cNvPr id="4273" name="Noise cell"/>
              <p:cNvSpPr/>
              <p:nvPr/>
            </p:nvSpPr>
            <p:spPr>
              <a:xfrm>
                <a:off x="10818771" y="8485632"/>
                <a:ext cx="18770" cy="18928"/>
              </a:xfrm>
              <a:prstGeom prst="rect">
                <a:avLst/>
              </a:prstGeom>
              <a:solidFill>
                <a:srgbClr val="797979"/>
              </a:solidFill>
              <a:ln>
                <a:noFill/>
              </a:ln>
              <a:effectLst/>
            </p:spPr>
            <p:txBody>
              <a:bodyPr rtlCol="0" anchor="ctr"/>
              <a:lstStyle/>
              <a:p>
                <a:pPr algn="ctr"/>
              </a:p>
            </p:txBody>
          </p:sp>
          <p:sp>
            <p:nvSpPr>
              <p:cNvPr id="4274" name="Noise cell"/>
              <p:cNvSpPr/>
              <p:nvPr/>
            </p:nvSpPr>
            <p:spPr>
              <a:xfrm>
                <a:off x="10836901" y="8485632"/>
                <a:ext cx="18770" cy="18928"/>
              </a:xfrm>
              <a:prstGeom prst="rect">
                <a:avLst/>
              </a:prstGeom>
              <a:solidFill>
                <a:srgbClr val="7E7E7E"/>
              </a:solidFill>
              <a:ln>
                <a:noFill/>
              </a:ln>
              <a:effectLst/>
            </p:spPr>
            <p:txBody>
              <a:bodyPr rtlCol="0" anchor="ctr"/>
              <a:lstStyle/>
              <a:p>
                <a:pPr algn="ctr"/>
              </a:p>
            </p:txBody>
          </p:sp>
          <p:sp>
            <p:nvSpPr>
              <p:cNvPr id="4275" name="Noise cell"/>
              <p:cNvSpPr/>
              <p:nvPr/>
            </p:nvSpPr>
            <p:spPr>
              <a:xfrm>
                <a:off x="10855032" y="8485632"/>
                <a:ext cx="18770" cy="18928"/>
              </a:xfrm>
              <a:prstGeom prst="rect">
                <a:avLst/>
              </a:prstGeom>
              <a:solidFill>
                <a:srgbClr val="888888"/>
              </a:solidFill>
              <a:ln>
                <a:noFill/>
              </a:ln>
              <a:effectLst/>
            </p:spPr>
            <p:txBody>
              <a:bodyPr rtlCol="0" anchor="ctr"/>
              <a:lstStyle/>
              <a:p>
                <a:pPr algn="ctr"/>
              </a:p>
            </p:txBody>
          </p:sp>
          <p:sp>
            <p:nvSpPr>
              <p:cNvPr id="4276" name="Noise cell"/>
              <p:cNvSpPr/>
              <p:nvPr/>
            </p:nvSpPr>
            <p:spPr>
              <a:xfrm>
                <a:off x="10873162" y="8485632"/>
                <a:ext cx="18770" cy="18928"/>
              </a:xfrm>
              <a:prstGeom prst="rect">
                <a:avLst/>
              </a:prstGeom>
              <a:solidFill>
                <a:srgbClr val="888888"/>
              </a:solidFill>
              <a:ln>
                <a:noFill/>
              </a:ln>
              <a:effectLst/>
            </p:spPr>
            <p:txBody>
              <a:bodyPr rtlCol="0" anchor="ctr"/>
              <a:lstStyle/>
              <a:p>
                <a:pPr algn="ctr"/>
              </a:p>
            </p:txBody>
          </p:sp>
          <p:sp>
            <p:nvSpPr>
              <p:cNvPr id="4277" name="Noise cell"/>
              <p:cNvSpPr/>
              <p:nvPr/>
            </p:nvSpPr>
            <p:spPr>
              <a:xfrm>
                <a:off x="10891292" y="8485632"/>
                <a:ext cx="18770" cy="18928"/>
              </a:xfrm>
              <a:prstGeom prst="rect">
                <a:avLst/>
              </a:prstGeom>
              <a:solidFill>
                <a:srgbClr val="939393"/>
              </a:solidFill>
              <a:ln>
                <a:noFill/>
              </a:ln>
              <a:effectLst/>
            </p:spPr>
            <p:txBody>
              <a:bodyPr rtlCol="0" anchor="ctr"/>
              <a:lstStyle/>
              <a:p>
                <a:pPr algn="ctr"/>
              </a:p>
            </p:txBody>
          </p:sp>
          <p:sp>
            <p:nvSpPr>
              <p:cNvPr id="4278" name="Noise cell"/>
              <p:cNvSpPr/>
              <p:nvPr/>
            </p:nvSpPr>
            <p:spPr>
              <a:xfrm>
                <a:off x="10909423" y="8485632"/>
                <a:ext cx="18770" cy="18928"/>
              </a:xfrm>
              <a:prstGeom prst="rect">
                <a:avLst/>
              </a:prstGeom>
              <a:solidFill>
                <a:srgbClr val="767676"/>
              </a:solidFill>
              <a:ln>
                <a:noFill/>
              </a:ln>
              <a:effectLst/>
            </p:spPr>
            <p:txBody>
              <a:bodyPr rtlCol="0" anchor="ctr"/>
              <a:lstStyle/>
              <a:p>
                <a:pPr algn="ctr"/>
              </a:p>
            </p:txBody>
          </p:sp>
          <p:sp>
            <p:nvSpPr>
              <p:cNvPr id="4279" name="Noise cell"/>
              <p:cNvSpPr/>
              <p:nvPr/>
            </p:nvSpPr>
            <p:spPr>
              <a:xfrm>
                <a:off x="10927553" y="8485632"/>
                <a:ext cx="18770" cy="18928"/>
              </a:xfrm>
              <a:prstGeom prst="rect">
                <a:avLst/>
              </a:prstGeom>
              <a:solidFill>
                <a:srgbClr val="7D7D7D"/>
              </a:solidFill>
              <a:ln>
                <a:noFill/>
              </a:ln>
              <a:effectLst/>
            </p:spPr>
            <p:txBody>
              <a:bodyPr rtlCol="0" anchor="ctr"/>
              <a:lstStyle/>
              <a:p>
                <a:pPr algn="ctr"/>
              </a:p>
            </p:txBody>
          </p:sp>
          <p:sp>
            <p:nvSpPr>
              <p:cNvPr id="4280" name="Noise cell"/>
              <p:cNvSpPr/>
              <p:nvPr/>
            </p:nvSpPr>
            <p:spPr>
              <a:xfrm>
                <a:off x="10945683" y="8485632"/>
                <a:ext cx="18770" cy="18928"/>
              </a:xfrm>
              <a:prstGeom prst="rect">
                <a:avLst/>
              </a:prstGeom>
              <a:solidFill>
                <a:srgbClr val="818181"/>
              </a:solidFill>
              <a:ln>
                <a:noFill/>
              </a:ln>
              <a:effectLst/>
            </p:spPr>
            <p:txBody>
              <a:bodyPr rtlCol="0" anchor="ctr"/>
              <a:lstStyle/>
              <a:p>
                <a:pPr algn="ctr"/>
              </a:p>
            </p:txBody>
          </p:sp>
          <p:sp>
            <p:nvSpPr>
              <p:cNvPr id="4281" name="Noise cell"/>
              <p:cNvSpPr/>
              <p:nvPr/>
            </p:nvSpPr>
            <p:spPr>
              <a:xfrm>
                <a:off x="10963814" y="8485632"/>
                <a:ext cx="18770" cy="18928"/>
              </a:xfrm>
              <a:prstGeom prst="rect">
                <a:avLst/>
              </a:prstGeom>
              <a:solidFill>
                <a:srgbClr val="828282"/>
              </a:solidFill>
              <a:ln>
                <a:noFill/>
              </a:ln>
              <a:effectLst/>
            </p:spPr>
            <p:txBody>
              <a:bodyPr rtlCol="0" anchor="ctr"/>
              <a:lstStyle/>
              <a:p>
                <a:pPr algn="ctr"/>
              </a:p>
            </p:txBody>
          </p:sp>
          <p:sp>
            <p:nvSpPr>
              <p:cNvPr id="4282" name="Noise cell"/>
              <p:cNvSpPr/>
              <p:nvPr/>
            </p:nvSpPr>
            <p:spPr>
              <a:xfrm>
                <a:off x="9930384" y="8503920"/>
                <a:ext cx="18770" cy="18928"/>
              </a:xfrm>
              <a:prstGeom prst="rect">
                <a:avLst/>
              </a:prstGeom>
              <a:solidFill>
                <a:srgbClr val="939393"/>
              </a:solidFill>
              <a:ln>
                <a:noFill/>
              </a:ln>
              <a:effectLst/>
            </p:spPr>
            <p:txBody>
              <a:bodyPr rtlCol="0" anchor="ctr"/>
              <a:lstStyle/>
              <a:p>
                <a:pPr algn="ctr"/>
              </a:p>
            </p:txBody>
          </p:sp>
          <p:sp>
            <p:nvSpPr>
              <p:cNvPr id="4283" name="Noise cell"/>
              <p:cNvSpPr/>
              <p:nvPr/>
            </p:nvSpPr>
            <p:spPr>
              <a:xfrm>
                <a:off x="9948514" y="8503920"/>
                <a:ext cx="18770" cy="18928"/>
              </a:xfrm>
              <a:prstGeom prst="rect">
                <a:avLst/>
              </a:prstGeom>
              <a:solidFill>
                <a:srgbClr val="808080"/>
              </a:solidFill>
              <a:ln>
                <a:noFill/>
              </a:ln>
              <a:effectLst/>
            </p:spPr>
            <p:txBody>
              <a:bodyPr rtlCol="0" anchor="ctr"/>
              <a:lstStyle/>
              <a:p>
                <a:pPr algn="ctr"/>
              </a:p>
            </p:txBody>
          </p:sp>
          <p:sp>
            <p:nvSpPr>
              <p:cNvPr id="4284" name="Noise cell"/>
              <p:cNvSpPr/>
              <p:nvPr/>
            </p:nvSpPr>
            <p:spPr>
              <a:xfrm>
                <a:off x="9966645" y="8503920"/>
                <a:ext cx="18770" cy="18928"/>
              </a:xfrm>
              <a:prstGeom prst="rect">
                <a:avLst/>
              </a:prstGeom>
              <a:solidFill>
                <a:srgbClr val="8F8F8F"/>
              </a:solidFill>
              <a:ln>
                <a:noFill/>
              </a:ln>
              <a:effectLst/>
            </p:spPr>
            <p:txBody>
              <a:bodyPr rtlCol="0" anchor="ctr"/>
              <a:lstStyle/>
              <a:p>
                <a:pPr algn="ctr"/>
              </a:p>
            </p:txBody>
          </p:sp>
          <p:sp>
            <p:nvSpPr>
              <p:cNvPr id="4285" name="Noise cell"/>
              <p:cNvSpPr/>
              <p:nvPr/>
            </p:nvSpPr>
            <p:spPr>
              <a:xfrm>
                <a:off x="9984775" y="8503920"/>
                <a:ext cx="18770" cy="18928"/>
              </a:xfrm>
              <a:prstGeom prst="rect">
                <a:avLst/>
              </a:prstGeom>
              <a:solidFill>
                <a:srgbClr val="898989"/>
              </a:solidFill>
              <a:ln>
                <a:noFill/>
              </a:ln>
              <a:effectLst/>
            </p:spPr>
            <p:txBody>
              <a:bodyPr rtlCol="0" anchor="ctr"/>
              <a:lstStyle/>
              <a:p>
                <a:pPr algn="ctr"/>
              </a:p>
            </p:txBody>
          </p:sp>
          <p:sp>
            <p:nvSpPr>
              <p:cNvPr id="4286" name="Noise cell"/>
              <p:cNvSpPr/>
              <p:nvPr/>
            </p:nvSpPr>
            <p:spPr>
              <a:xfrm>
                <a:off x="10002905" y="8503920"/>
                <a:ext cx="18770" cy="18928"/>
              </a:xfrm>
              <a:prstGeom prst="rect">
                <a:avLst/>
              </a:prstGeom>
              <a:solidFill>
                <a:srgbClr val="999999"/>
              </a:solidFill>
              <a:ln>
                <a:noFill/>
              </a:ln>
              <a:effectLst/>
            </p:spPr>
            <p:txBody>
              <a:bodyPr rtlCol="0" anchor="ctr"/>
              <a:lstStyle/>
              <a:p>
                <a:pPr algn="ctr"/>
              </a:p>
            </p:txBody>
          </p:sp>
          <p:sp>
            <p:nvSpPr>
              <p:cNvPr id="4287" name="Noise cell"/>
              <p:cNvSpPr/>
              <p:nvPr/>
            </p:nvSpPr>
            <p:spPr>
              <a:xfrm>
                <a:off x="10021036" y="8503920"/>
                <a:ext cx="18770" cy="18928"/>
              </a:xfrm>
              <a:prstGeom prst="rect">
                <a:avLst/>
              </a:prstGeom>
              <a:solidFill>
                <a:srgbClr val="757575"/>
              </a:solidFill>
              <a:ln>
                <a:noFill/>
              </a:ln>
              <a:effectLst/>
            </p:spPr>
            <p:txBody>
              <a:bodyPr rtlCol="0" anchor="ctr"/>
              <a:lstStyle/>
              <a:p>
                <a:pPr algn="ctr"/>
              </a:p>
            </p:txBody>
          </p:sp>
          <p:sp>
            <p:nvSpPr>
              <p:cNvPr id="4288" name="Noise cell"/>
              <p:cNvSpPr/>
              <p:nvPr/>
            </p:nvSpPr>
            <p:spPr>
              <a:xfrm>
                <a:off x="10039166" y="8503920"/>
                <a:ext cx="18770" cy="18928"/>
              </a:xfrm>
              <a:prstGeom prst="rect">
                <a:avLst/>
              </a:prstGeom>
              <a:solidFill>
                <a:srgbClr val="7A7A7A"/>
              </a:solidFill>
              <a:ln>
                <a:noFill/>
              </a:ln>
              <a:effectLst/>
            </p:spPr>
            <p:txBody>
              <a:bodyPr rtlCol="0" anchor="ctr"/>
              <a:lstStyle/>
              <a:p>
                <a:pPr algn="ctr"/>
              </a:p>
            </p:txBody>
          </p:sp>
          <p:sp>
            <p:nvSpPr>
              <p:cNvPr id="4289" name="Noise cell"/>
              <p:cNvSpPr/>
              <p:nvPr/>
            </p:nvSpPr>
            <p:spPr>
              <a:xfrm>
                <a:off x="10057296" y="8503920"/>
                <a:ext cx="18770" cy="18928"/>
              </a:xfrm>
              <a:prstGeom prst="rect">
                <a:avLst/>
              </a:prstGeom>
              <a:solidFill>
                <a:srgbClr val="828282"/>
              </a:solidFill>
              <a:ln>
                <a:noFill/>
              </a:ln>
              <a:effectLst/>
            </p:spPr>
            <p:txBody>
              <a:bodyPr rtlCol="0" anchor="ctr"/>
              <a:lstStyle/>
              <a:p>
                <a:pPr algn="ctr"/>
              </a:p>
            </p:txBody>
          </p:sp>
          <p:sp>
            <p:nvSpPr>
              <p:cNvPr id="4290" name="Noise cell"/>
              <p:cNvSpPr/>
              <p:nvPr/>
            </p:nvSpPr>
            <p:spPr>
              <a:xfrm>
                <a:off x="10075427" y="8503920"/>
                <a:ext cx="18770" cy="18928"/>
              </a:xfrm>
              <a:prstGeom prst="rect">
                <a:avLst/>
              </a:prstGeom>
              <a:solidFill>
                <a:srgbClr val="939393"/>
              </a:solidFill>
              <a:ln>
                <a:noFill/>
              </a:ln>
              <a:effectLst/>
            </p:spPr>
            <p:txBody>
              <a:bodyPr rtlCol="0" anchor="ctr"/>
              <a:lstStyle/>
              <a:p>
                <a:pPr algn="ctr"/>
              </a:p>
            </p:txBody>
          </p:sp>
          <p:sp>
            <p:nvSpPr>
              <p:cNvPr id="4291" name="Noise cell"/>
              <p:cNvSpPr/>
              <p:nvPr/>
            </p:nvSpPr>
            <p:spPr>
              <a:xfrm>
                <a:off x="10093557" y="8503920"/>
                <a:ext cx="18770" cy="18928"/>
              </a:xfrm>
              <a:prstGeom prst="rect">
                <a:avLst/>
              </a:prstGeom>
              <a:solidFill>
                <a:srgbClr val="919191"/>
              </a:solidFill>
              <a:ln>
                <a:noFill/>
              </a:ln>
              <a:effectLst/>
            </p:spPr>
            <p:txBody>
              <a:bodyPr rtlCol="0" anchor="ctr"/>
              <a:lstStyle/>
              <a:p>
                <a:pPr algn="ctr"/>
              </a:p>
            </p:txBody>
          </p:sp>
          <p:sp>
            <p:nvSpPr>
              <p:cNvPr id="4292" name="Noise cell"/>
              <p:cNvSpPr/>
              <p:nvPr/>
            </p:nvSpPr>
            <p:spPr>
              <a:xfrm>
                <a:off x="10111687" y="8503920"/>
                <a:ext cx="18770" cy="18928"/>
              </a:xfrm>
              <a:prstGeom prst="rect">
                <a:avLst/>
              </a:prstGeom>
              <a:solidFill>
                <a:srgbClr val="7D7D7D"/>
              </a:solidFill>
              <a:ln>
                <a:noFill/>
              </a:ln>
              <a:effectLst/>
            </p:spPr>
            <p:txBody>
              <a:bodyPr rtlCol="0" anchor="ctr"/>
              <a:lstStyle/>
              <a:p>
                <a:pPr algn="ctr"/>
              </a:p>
            </p:txBody>
          </p:sp>
          <p:sp>
            <p:nvSpPr>
              <p:cNvPr id="4293" name="Noise cell"/>
              <p:cNvSpPr/>
              <p:nvPr/>
            </p:nvSpPr>
            <p:spPr>
              <a:xfrm>
                <a:off x="10129818" y="8503920"/>
                <a:ext cx="18770" cy="18928"/>
              </a:xfrm>
              <a:prstGeom prst="rect">
                <a:avLst/>
              </a:prstGeom>
              <a:solidFill>
                <a:srgbClr val="898989"/>
              </a:solidFill>
              <a:ln>
                <a:noFill/>
              </a:ln>
              <a:effectLst/>
            </p:spPr>
            <p:txBody>
              <a:bodyPr rtlCol="0" anchor="ctr"/>
              <a:lstStyle/>
              <a:p>
                <a:pPr algn="ctr"/>
              </a:p>
            </p:txBody>
          </p:sp>
          <p:sp>
            <p:nvSpPr>
              <p:cNvPr id="4294" name="Noise cell"/>
              <p:cNvSpPr/>
              <p:nvPr/>
            </p:nvSpPr>
            <p:spPr>
              <a:xfrm>
                <a:off x="10147948" y="8503920"/>
                <a:ext cx="18770" cy="18928"/>
              </a:xfrm>
              <a:prstGeom prst="rect">
                <a:avLst/>
              </a:prstGeom>
              <a:solidFill>
                <a:srgbClr val="929292"/>
              </a:solidFill>
              <a:ln>
                <a:noFill/>
              </a:ln>
              <a:effectLst/>
            </p:spPr>
            <p:txBody>
              <a:bodyPr rtlCol="0" anchor="ctr"/>
              <a:lstStyle/>
              <a:p>
                <a:pPr algn="ctr"/>
              </a:p>
            </p:txBody>
          </p:sp>
          <p:sp>
            <p:nvSpPr>
              <p:cNvPr id="4295" name="Noise cell"/>
              <p:cNvSpPr/>
              <p:nvPr/>
            </p:nvSpPr>
            <p:spPr>
              <a:xfrm>
                <a:off x="10166078" y="8503920"/>
                <a:ext cx="18770" cy="18928"/>
              </a:xfrm>
              <a:prstGeom prst="rect">
                <a:avLst/>
              </a:prstGeom>
              <a:solidFill>
                <a:srgbClr val="9B9B9B"/>
              </a:solidFill>
              <a:ln>
                <a:noFill/>
              </a:ln>
              <a:effectLst/>
            </p:spPr>
            <p:txBody>
              <a:bodyPr rtlCol="0" anchor="ctr"/>
              <a:lstStyle/>
              <a:p>
                <a:pPr algn="ctr"/>
              </a:p>
            </p:txBody>
          </p:sp>
          <p:sp>
            <p:nvSpPr>
              <p:cNvPr id="4296" name="Noise cell"/>
              <p:cNvSpPr/>
              <p:nvPr/>
            </p:nvSpPr>
            <p:spPr>
              <a:xfrm>
                <a:off x="10184209" y="8503920"/>
                <a:ext cx="18770" cy="18928"/>
              </a:xfrm>
              <a:prstGeom prst="rect">
                <a:avLst/>
              </a:prstGeom>
              <a:solidFill>
                <a:srgbClr val="7E7E7E"/>
              </a:solidFill>
              <a:ln>
                <a:noFill/>
              </a:ln>
              <a:effectLst/>
            </p:spPr>
            <p:txBody>
              <a:bodyPr rtlCol="0" anchor="ctr"/>
              <a:lstStyle/>
              <a:p>
                <a:pPr algn="ctr"/>
              </a:p>
            </p:txBody>
          </p:sp>
          <p:sp>
            <p:nvSpPr>
              <p:cNvPr id="4297" name="Noise cell"/>
              <p:cNvSpPr/>
              <p:nvPr/>
            </p:nvSpPr>
            <p:spPr>
              <a:xfrm>
                <a:off x="10202339" y="8503920"/>
                <a:ext cx="18770" cy="18928"/>
              </a:xfrm>
              <a:prstGeom prst="rect">
                <a:avLst/>
              </a:prstGeom>
              <a:solidFill>
                <a:srgbClr val="868686"/>
              </a:solidFill>
              <a:ln>
                <a:noFill/>
              </a:ln>
              <a:effectLst/>
            </p:spPr>
            <p:txBody>
              <a:bodyPr rtlCol="0" anchor="ctr"/>
              <a:lstStyle/>
              <a:p>
                <a:pPr algn="ctr"/>
              </a:p>
            </p:txBody>
          </p:sp>
          <p:sp>
            <p:nvSpPr>
              <p:cNvPr id="4298" name="Noise cell"/>
              <p:cNvSpPr/>
              <p:nvPr/>
            </p:nvSpPr>
            <p:spPr>
              <a:xfrm>
                <a:off x="10220470" y="8503920"/>
                <a:ext cx="18770" cy="18928"/>
              </a:xfrm>
              <a:prstGeom prst="rect">
                <a:avLst/>
              </a:prstGeom>
              <a:solidFill>
                <a:srgbClr val="7B7B7B"/>
              </a:solidFill>
              <a:ln>
                <a:noFill/>
              </a:ln>
              <a:effectLst/>
            </p:spPr>
            <p:txBody>
              <a:bodyPr rtlCol="0" anchor="ctr"/>
              <a:lstStyle/>
              <a:p>
                <a:pPr algn="ctr"/>
              </a:p>
            </p:txBody>
          </p:sp>
          <p:sp>
            <p:nvSpPr>
              <p:cNvPr id="4299" name="Noise cell"/>
              <p:cNvSpPr/>
              <p:nvPr/>
            </p:nvSpPr>
            <p:spPr>
              <a:xfrm>
                <a:off x="10238600" y="8503920"/>
                <a:ext cx="18770" cy="18928"/>
              </a:xfrm>
              <a:prstGeom prst="rect">
                <a:avLst/>
              </a:prstGeom>
              <a:solidFill>
                <a:srgbClr val="7C7C7C"/>
              </a:solidFill>
              <a:ln>
                <a:noFill/>
              </a:ln>
              <a:effectLst/>
            </p:spPr>
            <p:txBody>
              <a:bodyPr rtlCol="0" anchor="ctr"/>
              <a:lstStyle/>
              <a:p>
                <a:pPr algn="ctr"/>
              </a:p>
            </p:txBody>
          </p:sp>
          <p:sp>
            <p:nvSpPr>
              <p:cNvPr id="4300" name="Noise cell"/>
              <p:cNvSpPr/>
              <p:nvPr/>
            </p:nvSpPr>
            <p:spPr>
              <a:xfrm>
                <a:off x="10256730" y="8503920"/>
                <a:ext cx="18770" cy="18928"/>
              </a:xfrm>
              <a:prstGeom prst="rect">
                <a:avLst/>
              </a:prstGeom>
              <a:solidFill>
                <a:srgbClr val="888888"/>
              </a:solidFill>
              <a:ln>
                <a:noFill/>
              </a:ln>
              <a:effectLst/>
            </p:spPr>
            <p:txBody>
              <a:bodyPr rtlCol="0" anchor="ctr"/>
              <a:lstStyle/>
              <a:p>
                <a:pPr algn="ctr"/>
              </a:p>
            </p:txBody>
          </p:sp>
          <p:sp>
            <p:nvSpPr>
              <p:cNvPr id="4301" name="Noise cell"/>
              <p:cNvSpPr/>
              <p:nvPr/>
            </p:nvSpPr>
            <p:spPr>
              <a:xfrm>
                <a:off x="10274861" y="8503920"/>
                <a:ext cx="18770" cy="18928"/>
              </a:xfrm>
              <a:prstGeom prst="rect">
                <a:avLst/>
              </a:prstGeom>
              <a:solidFill>
                <a:srgbClr val="8D8D8D"/>
              </a:solidFill>
              <a:ln>
                <a:noFill/>
              </a:ln>
              <a:effectLst/>
            </p:spPr>
            <p:txBody>
              <a:bodyPr rtlCol="0" anchor="ctr"/>
              <a:lstStyle/>
              <a:p>
                <a:pPr algn="ctr"/>
              </a:p>
            </p:txBody>
          </p:sp>
          <p:sp>
            <p:nvSpPr>
              <p:cNvPr id="4302" name="Noise cell"/>
              <p:cNvSpPr/>
              <p:nvPr/>
            </p:nvSpPr>
            <p:spPr>
              <a:xfrm>
                <a:off x="10292991" y="8503920"/>
                <a:ext cx="18770" cy="18928"/>
              </a:xfrm>
              <a:prstGeom prst="rect">
                <a:avLst/>
              </a:prstGeom>
              <a:solidFill>
                <a:srgbClr val="818181"/>
              </a:solidFill>
              <a:ln>
                <a:noFill/>
              </a:ln>
              <a:effectLst/>
            </p:spPr>
            <p:txBody>
              <a:bodyPr rtlCol="0" anchor="ctr"/>
              <a:lstStyle/>
              <a:p>
                <a:pPr algn="ctr"/>
              </a:p>
            </p:txBody>
          </p:sp>
          <p:sp>
            <p:nvSpPr>
              <p:cNvPr id="4303" name="Noise cell"/>
              <p:cNvSpPr/>
              <p:nvPr/>
            </p:nvSpPr>
            <p:spPr>
              <a:xfrm>
                <a:off x="10311121" y="8503920"/>
                <a:ext cx="18770" cy="18928"/>
              </a:xfrm>
              <a:prstGeom prst="rect">
                <a:avLst/>
              </a:prstGeom>
              <a:solidFill>
                <a:srgbClr val="797979"/>
              </a:solidFill>
              <a:ln>
                <a:noFill/>
              </a:ln>
              <a:effectLst/>
            </p:spPr>
            <p:txBody>
              <a:bodyPr rtlCol="0" anchor="ctr"/>
              <a:lstStyle/>
              <a:p>
                <a:pPr algn="ctr"/>
              </a:p>
            </p:txBody>
          </p:sp>
          <p:sp>
            <p:nvSpPr>
              <p:cNvPr id="4304" name="Noise cell"/>
              <p:cNvSpPr/>
              <p:nvPr/>
            </p:nvSpPr>
            <p:spPr>
              <a:xfrm>
                <a:off x="10329252" y="8503920"/>
                <a:ext cx="18770" cy="18928"/>
              </a:xfrm>
              <a:prstGeom prst="rect">
                <a:avLst/>
              </a:prstGeom>
              <a:solidFill>
                <a:srgbClr val="7D7D7D"/>
              </a:solidFill>
              <a:ln>
                <a:noFill/>
              </a:ln>
              <a:effectLst/>
            </p:spPr>
            <p:txBody>
              <a:bodyPr rtlCol="0" anchor="ctr"/>
              <a:lstStyle/>
              <a:p>
                <a:pPr algn="ctr"/>
              </a:p>
            </p:txBody>
          </p:sp>
          <p:sp>
            <p:nvSpPr>
              <p:cNvPr id="4305" name="Noise cell"/>
              <p:cNvSpPr/>
              <p:nvPr/>
            </p:nvSpPr>
            <p:spPr>
              <a:xfrm>
                <a:off x="10347382" y="8503920"/>
                <a:ext cx="18770" cy="18928"/>
              </a:xfrm>
              <a:prstGeom prst="rect">
                <a:avLst/>
              </a:prstGeom>
              <a:solidFill>
                <a:srgbClr val="7F7F7F"/>
              </a:solidFill>
              <a:ln>
                <a:noFill/>
              </a:ln>
              <a:effectLst/>
            </p:spPr>
            <p:txBody>
              <a:bodyPr rtlCol="0" anchor="ctr"/>
              <a:lstStyle/>
              <a:p>
                <a:pPr algn="ctr"/>
              </a:p>
            </p:txBody>
          </p:sp>
          <p:sp>
            <p:nvSpPr>
              <p:cNvPr id="4306" name="Noise cell"/>
              <p:cNvSpPr/>
              <p:nvPr/>
            </p:nvSpPr>
            <p:spPr>
              <a:xfrm>
                <a:off x="10365512" y="8503920"/>
                <a:ext cx="18770" cy="18928"/>
              </a:xfrm>
              <a:prstGeom prst="rect">
                <a:avLst/>
              </a:prstGeom>
              <a:solidFill>
                <a:srgbClr val="777777"/>
              </a:solidFill>
              <a:ln>
                <a:noFill/>
              </a:ln>
              <a:effectLst/>
            </p:spPr>
            <p:txBody>
              <a:bodyPr rtlCol="0" anchor="ctr"/>
              <a:lstStyle/>
              <a:p>
                <a:pPr algn="ctr"/>
              </a:p>
            </p:txBody>
          </p:sp>
          <p:sp>
            <p:nvSpPr>
              <p:cNvPr id="4307" name="Noise cell"/>
              <p:cNvSpPr/>
              <p:nvPr/>
            </p:nvSpPr>
            <p:spPr>
              <a:xfrm>
                <a:off x="10383643" y="8503920"/>
                <a:ext cx="18770" cy="18928"/>
              </a:xfrm>
              <a:prstGeom prst="rect">
                <a:avLst/>
              </a:prstGeom>
              <a:solidFill>
                <a:srgbClr val="838383"/>
              </a:solidFill>
              <a:ln>
                <a:noFill/>
              </a:ln>
              <a:effectLst/>
            </p:spPr>
            <p:txBody>
              <a:bodyPr rtlCol="0" anchor="ctr"/>
              <a:lstStyle/>
              <a:p>
                <a:pPr algn="ctr"/>
              </a:p>
            </p:txBody>
          </p:sp>
          <p:sp>
            <p:nvSpPr>
              <p:cNvPr id="4308" name="Noise cell"/>
              <p:cNvSpPr/>
              <p:nvPr/>
            </p:nvSpPr>
            <p:spPr>
              <a:xfrm>
                <a:off x="10401773" y="8503920"/>
                <a:ext cx="18770" cy="18928"/>
              </a:xfrm>
              <a:prstGeom prst="rect">
                <a:avLst/>
              </a:prstGeom>
              <a:solidFill>
                <a:srgbClr val="5E5E5E"/>
              </a:solidFill>
              <a:ln>
                <a:noFill/>
              </a:ln>
              <a:effectLst/>
            </p:spPr>
            <p:txBody>
              <a:bodyPr rtlCol="0" anchor="ctr"/>
              <a:lstStyle/>
              <a:p>
                <a:pPr algn="ctr"/>
              </a:p>
            </p:txBody>
          </p:sp>
          <p:sp>
            <p:nvSpPr>
              <p:cNvPr id="4309" name="Noise cell"/>
              <p:cNvSpPr/>
              <p:nvPr/>
            </p:nvSpPr>
            <p:spPr>
              <a:xfrm>
                <a:off x="10419903" y="8503920"/>
                <a:ext cx="18770" cy="18928"/>
              </a:xfrm>
              <a:prstGeom prst="rect">
                <a:avLst/>
              </a:prstGeom>
              <a:solidFill>
                <a:srgbClr val="818181"/>
              </a:solidFill>
              <a:ln>
                <a:noFill/>
              </a:ln>
              <a:effectLst/>
            </p:spPr>
            <p:txBody>
              <a:bodyPr rtlCol="0" anchor="ctr"/>
              <a:lstStyle/>
              <a:p>
                <a:pPr algn="ctr"/>
              </a:p>
            </p:txBody>
          </p:sp>
          <p:sp>
            <p:nvSpPr>
              <p:cNvPr id="4310" name="Noise cell"/>
              <p:cNvSpPr/>
              <p:nvPr/>
            </p:nvSpPr>
            <p:spPr>
              <a:xfrm>
                <a:off x="10438034" y="8503920"/>
                <a:ext cx="18770" cy="18928"/>
              </a:xfrm>
              <a:prstGeom prst="rect">
                <a:avLst/>
              </a:prstGeom>
              <a:solidFill>
                <a:srgbClr val="717171"/>
              </a:solidFill>
              <a:ln>
                <a:noFill/>
              </a:ln>
              <a:effectLst/>
            </p:spPr>
            <p:txBody>
              <a:bodyPr rtlCol="0" anchor="ctr"/>
              <a:lstStyle/>
              <a:p>
                <a:pPr algn="ctr"/>
              </a:p>
            </p:txBody>
          </p:sp>
          <p:sp>
            <p:nvSpPr>
              <p:cNvPr id="4311" name="Noise cell"/>
              <p:cNvSpPr/>
              <p:nvPr/>
            </p:nvSpPr>
            <p:spPr>
              <a:xfrm>
                <a:off x="10456164" y="8503920"/>
                <a:ext cx="18770" cy="18928"/>
              </a:xfrm>
              <a:prstGeom prst="rect">
                <a:avLst/>
              </a:prstGeom>
              <a:solidFill>
                <a:srgbClr val="A5A5A5"/>
              </a:solidFill>
              <a:ln>
                <a:noFill/>
              </a:ln>
              <a:effectLst/>
            </p:spPr>
            <p:txBody>
              <a:bodyPr rtlCol="0" anchor="ctr"/>
              <a:lstStyle/>
              <a:p>
                <a:pPr algn="ctr"/>
              </a:p>
            </p:txBody>
          </p:sp>
          <p:sp>
            <p:nvSpPr>
              <p:cNvPr id="4312" name="Noise cell"/>
              <p:cNvSpPr/>
              <p:nvPr/>
            </p:nvSpPr>
            <p:spPr>
              <a:xfrm>
                <a:off x="10474294" y="8503920"/>
                <a:ext cx="18770" cy="18928"/>
              </a:xfrm>
              <a:prstGeom prst="rect">
                <a:avLst/>
              </a:prstGeom>
              <a:solidFill>
                <a:srgbClr val="818181"/>
              </a:solidFill>
              <a:ln>
                <a:noFill/>
              </a:ln>
              <a:effectLst/>
            </p:spPr>
            <p:txBody>
              <a:bodyPr rtlCol="0" anchor="ctr"/>
              <a:lstStyle/>
              <a:p>
                <a:pPr algn="ctr"/>
              </a:p>
            </p:txBody>
          </p:sp>
          <p:sp>
            <p:nvSpPr>
              <p:cNvPr id="4313" name="Noise cell"/>
              <p:cNvSpPr/>
              <p:nvPr/>
            </p:nvSpPr>
            <p:spPr>
              <a:xfrm>
                <a:off x="10492425" y="8503920"/>
                <a:ext cx="18770" cy="18928"/>
              </a:xfrm>
              <a:prstGeom prst="rect">
                <a:avLst/>
              </a:prstGeom>
              <a:solidFill>
                <a:srgbClr val="939393"/>
              </a:solidFill>
              <a:ln>
                <a:noFill/>
              </a:ln>
              <a:effectLst/>
            </p:spPr>
            <p:txBody>
              <a:bodyPr rtlCol="0" anchor="ctr"/>
              <a:lstStyle/>
              <a:p>
                <a:pPr algn="ctr"/>
              </a:p>
            </p:txBody>
          </p:sp>
          <p:sp>
            <p:nvSpPr>
              <p:cNvPr id="4314" name="Noise cell"/>
              <p:cNvSpPr/>
              <p:nvPr/>
            </p:nvSpPr>
            <p:spPr>
              <a:xfrm>
                <a:off x="10510555" y="8503920"/>
                <a:ext cx="18770" cy="18928"/>
              </a:xfrm>
              <a:prstGeom prst="rect">
                <a:avLst/>
              </a:prstGeom>
              <a:solidFill>
                <a:srgbClr val="6C6C6C"/>
              </a:solidFill>
              <a:ln>
                <a:noFill/>
              </a:ln>
              <a:effectLst/>
            </p:spPr>
            <p:txBody>
              <a:bodyPr rtlCol="0" anchor="ctr"/>
              <a:lstStyle/>
              <a:p>
                <a:pPr algn="ctr"/>
              </a:p>
            </p:txBody>
          </p:sp>
          <p:sp>
            <p:nvSpPr>
              <p:cNvPr id="4315" name="Noise cell"/>
              <p:cNvSpPr/>
              <p:nvPr/>
            </p:nvSpPr>
            <p:spPr>
              <a:xfrm>
                <a:off x="10528685" y="8503920"/>
                <a:ext cx="18770" cy="18928"/>
              </a:xfrm>
              <a:prstGeom prst="rect">
                <a:avLst/>
              </a:prstGeom>
              <a:solidFill>
                <a:srgbClr val="959595"/>
              </a:solidFill>
              <a:ln>
                <a:noFill/>
              </a:ln>
              <a:effectLst/>
            </p:spPr>
            <p:txBody>
              <a:bodyPr rtlCol="0" anchor="ctr"/>
              <a:lstStyle/>
              <a:p>
                <a:pPr algn="ctr"/>
              </a:p>
            </p:txBody>
          </p:sp>
          <p:sp>
            <p:nvSpPr>
              <p:cNvPr id="4316" name="Noise cell"/>
              <p:cNvSpPr/>
              <p:nvPr/>
            </p:nvSpPr>
            <p:spPr>
              <a:xfrm>
                <a:off x="10546816" y="8503920"/>
                <a:ext cx="18770" cy="18928"/>
              </a:xfrm>
              <a:prstGeom prst="rect">
                <a:avLst/>
              </a:prstGeom>
              <a:solidFill>
                <a:srgbClr val="737373"/>
              </a:solidFill>
              <a:ln>
                <a:noFill/>
              </a:ln>
              <a:effectLst/>
            </p:spPr>
            <p:txBody>
              <a:bodyPr rtlCol="0" anchor="ctr"/>
              <a:lstStyle/>
              <a:p>
                <a:pPr algn="ctr"/>
              </a:p>
            </p:txBody>
          </p:sp>
          <p:sp>
            <p:nvSpPr>
              <p:cNvPr id="4317" name="Noise cell"/>
              <p:cNvSpPr/>
              <p:nvPr/>
            </p:nvSpPr>
            <p:spPr>
              <a:xfrm>
                <a:off x="10564946" y="8503920"/>
                <a:ext cx="18770" cy="18928"/>
              </a:xfrm>
              <a:prstGeom prst="rect">
                <a:avLst/>
              </a:prstGeom>
              <a:solidFill>
                <a:srgbClr val="6D6D6D"/>
              </a:solidFill>
              <a:ln>
                <a:noFill/>
              </a:ln>
              <a:effectLst/>
            </p:spPr>
            <p:txBody>
              <a:bodyPr rtlCol="0" anchor="ctr"/>
              <a:lstStyle/>
              <a:p>
                <a:pPr algn="ctr"/>
              </a:p>
            </p:txBody>
          </p:sp>
          <p:sp>
            <p:nvSpPr>
              <p:cNvPr id="4318" name="Noise cell"/>
              <p:cNvSpPr/>
              <p:nvPr/>
            </p:nvSpPr>
            <p:spPr>
              <a:xfrm>
                <a:off x="10583076" y="8503920"/>
                <a:ext cx="18770" cy="18928"/>
              </a:xfrm>
              <a:prstGeom prst="rect">
                <a:avLst/>
              </a:prstGeom>
              <a:solidFill>
                <a:srgbClr val="919191"/>
              </a:solidFill>
              <a:ln>
                <a:noFill/>
              </a:ln>
              <a:effectLst/>
            </p:spPr>
            <p:txBody>
              <a:bodyPr rtlCol="0" anchor="ctr"/>
              <a:lstStyle/>
              <a:p>
                <a:pPr algn="ctr"/>
              </a:p>
            </p:txBody>
          </p:sp>
          <p:sp>
            <p:nvSpPr>
              <p:cNvPr id="4319" name="Noise cell"/>
              <p:cNvSpPr/>
              <p:nvPr/>
            </p:nvSpPr>
            <p:spPr>
              <a:xfrm>
                <a:off x="10601207" y="8503920"/>
                <a:ext cx="18770" cy="18928"/>
              </a:xfrm>
              <a:prstGeom prst="rect">
                <a:avLst/>
              </a:prstGeom>
              <a:solidFill>
                <a:srgbClr val="808080"/>
              </a:solidFill>
              <a:ln>
                <a:noFill/>
              </a:ln>
              <a:effectLst/>
            </p:spPr>
            <p:txBody>
              <a:bodyPr rtlCol="0" anchor="ctr"/>
              <a:lstStyle/>
              <a:p>
                <a:pPr algn="ctr"/>
              </a:p>
            </p:txBody>
          </p:sp>
          <p:sp>
            <p:nvSpPr>
              <p:cNvPr id="4320" name="Noise cell"/>
              <p:cNvSpPr/>
              <p:nvPr/>
            </p:nvSpPr>
            <p:spPr>
              <a:xfrm>
                <a:off x="10619337" y="8503920"/>
                <a:ext cx="18770" cy="18928"/>
              </a:xfrm>
              <a:prstGeom prst="rect">
                <a:avLst/>
              </a:prstGeom>
              <a:solidFill>
                <a:srgbClr val="6E6E6E"/>
              </a:solidFill>
              <a:ln>
                <a:noFill/>
              </a:ln>
              <a:effectLst/>
            </p:spPr>
            <p:txBody>
              <a:bodyPr rtlCol="0" anchor="ctr"/>
              <a:lstStyle/>
              <a:p>
                <a:pPr algn="ctr"/>
              </a:p>
            </p:txBody>
          </p:sp>
          <p:sp>
            <p:nvSpPr>
              <p:cNvPr id="4321" name="Noise cell"/>
              <p:cNvSpPr/>
              <p:nvPr/>
            </p:nvSpPr>
            <p:spPr>
              <a:xfrm>
                <a:off x="10637467" y="8503920"/>
                <a:ext cx="18770" cy="18928"/>
              </a:xfrm>
              <a:prstGeom prst="rect">
                <a:avLst/>
              </a:prstGeom>
              <a:solidFill>
                <a:srgbClr val="868686"/>
              </a:solidFill>
              <a:ln>
                <a:noFill/>
              </a:ln>
              <a:effectLst/>
            </p:spPr>
            <p:txBody>
              <a:bodyPr rtlCol="0" anchor="ctr"/>
              <a:lstStyle/>
              <a:p>
                <a:pPr algn="ctr"/>
              </a:p>
            </p:txBody>
          </p:sp>
          <p:sp>
            <p:nvSpPr>
              <p:cNvPr id="4322" name="Noise cell"/>
              <p:cNvSpPr/>
              <p:nvPr/>
            </p:nvSpPr>
            <p:spPr>
              <a:xfrm>
                <a:off x="10655598" y="8503920"/>
                <a:ext cx="18770" cy="18928"/>
              </a:xfrm>
              <a:prstGeom prst="rect">
                <a:avLst/>
              </a:prstGeom>
              <a:solidFill>
                <a:srgbClr val="878787"/>
              </a:solidFill>
              <a:ln>
                <a:noFill/>
              </a:ln>
              <a:effectLst/>
            </p:spPr>
            <p:txBody>
              <a:bodyPr rtlCol="0" anchor="ctr"/>
              <a:lstStyle/>
              <a:p>
                <a:pPr algn="ctr"/>
              </a:p>
            </p:txBody>
          </p:sp>
          <p:sp>
            <p:nvSpPr>
              <p:cNvPr id="4323" name="Noise cell"/>
              <p:cNvSpPr/>
              <p:nvPr/>
            </p:nvSpPr>
            <p:spPr>
              <a:xfrm>
                <a:off x="10673728" y="8503920"/>
                <a:ext cx="18770" cy="18928"/>
              </a:xfrm>
              <a:prstGeom prst="rect">
                <a:avLst/>
              </a:prstGeom>
              <a:solidFill>
                <a:srgbClr val="7D7D7D"/>
              </a:solidFill>
              <a:ln>
                <a:noFill/>
              </a:ln>
              <a:effectLst/>
            </p:spPr>
            <p:txBody>
              <a:bodyPr rtlCol="0" anchor="ctr"/>
              <a:lstStyle/>
              <a:p>
                <a:pPr algn="ctr"/>
              </a:p>
            </p:txBody>
          </p:sp>
          <p:sp>
            <p:nvSpPr>
              <p:cNvPr id="4324" name="Noise cell"/>
              <p:cNvSpPr/>
              <p:nvPr/>
            </p:nvSpPr>
            <p:spPr>
              <a:xfrm>
                <a:off x="10691858" y="8503920"/>
                <a:ext cx="18770" cy="18928"/>
              </a:xfrm>
              <a:prstGeom prst="rect">
                <a:avLst/>
              </a:prstGeom>
              <a:solidFill>
                <a:srgbClr val="7D7D7D"/>
              </a:solidFill>
              <a:ln>
                <a:noFill/>
              </a:ln>
              <a:effectLst/>
            </p:spPr>
            <p:txBody>
              <a:bodyPr rtlCol="0" anchor="ctr"/>
              <a:lstStyle/>
              <a:p>
                <a:pPr algn="ctr"/>
              </a:p>
            </p:txBody>
          </p:sp>
          <p:sp>
            <p:nvSpPr>
              <p:cNvPr id="4325" name="Noise cell"/>
              <p:cNvSpPr/>
              <p:nvPr/>
            </p:nvSpPr>
            <p:spPr>
              <a:xfrm>
                <a:off x="10709989" y="8503920"/>
                <a:ext cx="18770" cy="18928"/>
              </a:xfrm>
              <a:prstGeom prst="rect">
                <a:avLst/>
              </a:prstGeom>
              <a:solidFill>
                <a:srgbClr val="737373"/>
              </a:solidFill>
              <a:ln>
                <a:noFill/>
              </a:ln>
              <a:effectLst/>
            </p:spPr>
            <p:txBody>
              <a:bodyPr rtlCol="0" anchor="ctr"/>
              <a:lstStyle/>
              <a:p>
                <a:pPr algn="ctr"/>
              </a:p>
            </p:txBody>
          </p:sp>
          <p:sp>
            <p:nvSpPr>
              <p:cNvPr id="4326" name="Noise cell"/>
              <p:cNvSpPr/>
              <p:nvPr/>
            </p:nvSpPr>
            <p:spPr>
              <a:xfrm>
                <a:off x="10728119" y="8503920"/>
                <a:ext cx="18770" cy="18928"/>
              </a:xfrm>
              <a:prstGeom prst="rect">
                <a:avLst/>
              </a:prstGeom>
              <a:solidFill>
                <a:srgbClr val="8F8F8F"/>
              </a:solidFill>
              <a:ln>
                <a:noFill/>
              </a:ln>
              <a:effectLst/>
            </p:spPr>
            <p:txBody>
              <a:bodyPr rtlCol="0" anchor="ctr"/>
              <a:lstStyle/>
              <a:p>
                <a:pPr algn="ctr"/>
              </a:p>
            </p:txBody>
          </p:sp>
          <p:sp>
            <p:nvSpPr>
              <p:cNvPr id="4327" name="Noise cell"/>
              <p:cNvSpPr/>
              <p:nvPr/>
            </p:nvSpPr>
            <p:spPr>
              <a:xfrm>
                <a:off x="10746250" y="8503920"/>
                <a:ext cx="18770" cy="18928"/>
              </a:xfrm>
              <a:prstGeom prst="rect">
                <a:avLst/>
              </a:prstGeom>
              <a:solidFill>
                <a:srgbClr val="777777"/>
              </a:solidFill>
              <a:ln>
                <a:noFill/>
              </a:ln>
              <a:effectLst/>
            </p:spPr>
            <p:txBody>
              <a:bodyPr rtlCol="0" anchor="ctr"/>
              <a:lstStyle/>
              <a:p>
                <a:pPr algn="ctr"/>
              </a:p>
            </p:txBody>
          </p:sp>
          <p:sp>
            <p:nvSpPr>
              <p:cNvPr id="4328" name="Noise cell"/>
              <p:cNvSpPr/>
              <p:nvPr/>
            </p:nvSpPr>
            <p:spPr>
              <a:xfrm>
                <a:off x="10764380" y="8503920"/>
                <a:ext cx="18770" cy="18928"/>
              </a:xfrm>
              <a:prstGeom prst="rect">
                <a:avLst/>
              </a:prstGeom>
              <a:solidFill>
                <a:srgbClr val="707070"/>
              </a:solidFill>
              <a:ln>
                <a:noFill/>
              </a:ln>
              <a:effectLst/>
            </p:spPr>
            <p:txBody>
              <a:bodyPr rtlCol="0" anchor="ctr"/>
              <a:lstStyle/>
              <a:p>
                <a:pPr algn="ctr"/>
              </a:p>
            </p:txBody>
          </p:sp>
          <p:sp>
            <p:nvSpPr>
              <p:cNvPr id="4329" name="Noise cell"/>
              <p:cNvSpPr/>
              <p:nvPr/>
            </p:nvSpPr>
            <p:spPr>
              <a:xfrm>
                <a:off x="10782510" y="8503920"/>
                <a:ext cx="18770" cy="18928"/>
              </a:xfrm>
              <a:prstGeom prst="rect">
                <a:avLst/>
              </a:prstGeom>
              <a:solidFill>
                <a:srgbClr val="939393"/>
              </a:solidFill>
              <a:ln>
                <a:noFill/>
              </a:ln>
              <a:effectLst/>
            </p:spPr>
            <p:txBody>
              <a:bodyPr rtlCol="0" anchor="ctr"/>
              <a:lstStyle/>
              <a:p>
                <a:pPr algn="ctr"/>
              </a:p>
            </p:txBody>
          </p:sp>
          <p:sp>
            <p:nvSpPr>
              <p:cNvPr id="4330" name="Noise cell"/>
              <p:cNvSpPr/>
              <p:nvPr/>
            </p:nvSpPr>
            <p:spPr>
              <a:xfrm>
                <a:off x="10800641" y="8503920"/>
                <a:ext cx="18770" cy="18928"/>
              </a:xfrm>
              <a:prstGeom prst="rect">
                <a:avLst/>
              </a:prstGeom>
              <a:solidFill>
                <a:srgbClr val="888888"/>
              </a:solidFill>
              <a:ln>
                <a:noFill/>
              </a:ln>
              <a:effectLst/>
            </p:spPr>
            <p:txBody>
              <a:bodyPr rtlCol="0" anchor="ctr"/>
              <a:lstStyle/>
              <a:p>
                <a:pPr algn="ctr"/>
              </a:p>
            </p:txBody>
          </p:sp>
          <p:sp>
            <p:nvSpPr>
              <p:cNvPr id="4331" name="Noise cell"/>
              <p:cNvSpPr/>
              <p:nvPr/>
            </p:nvSpPr>
            <p:spPr>
              <a:xfrm>
                <a:off x="10818771" y="8503920"/>
                <a:ext cx="18770" cy="18928"/>
              </a:xfrm>
              <a:prstGeom prst="rect">
                <a:avLst/>
              </a:prstGeom>
              <a:solidFill>
                <a:srgbClr val="8B8B8B"/>
              </a:solidFill>
              <a:ln>
                <a:noFill/>
              </a:ln>
              <a:effectLst/>
            </p:spPr>
            <p:txBody>
              <a:bodyPr rtlCol="0" anchor="ctr"/>
              <a:lstStyle/>
              <a:p>
                <a:pPr algn="ctr"/>
              </a:p>
            </p:txBody>
          </p:sp>
          <p:sp>
            <p:nvSpPr>
              <p:cNvPr id="4332" name="Noise cell"/>
              <p:cNvSpPr/>
              <p:nvPr/>
            </p:nvSpPr>
            <p:spPr>
              <a:xfrm>
                <a:off x="10836901" y="8503920"/>
                <a:ext cx="18770" cy="18928"/>
              </a:xfrm>
              <a:prstGeom prst="rect">
                <a:avLst/>
              </a:prstGeom>
              <a:solidFill>
                <a:srgbClr val="7E7E7E"/>
              </a:solidFill>
              <a:ln>
                <a:noFill/>
              </a:ln>
              <a:effectLst/>
            </p:spPr>
            <p:txBody>
              <a:bodyPr rtlCol="0" anchor="ctr"/>
              <a:lstStyle/>
              <a:p>
                <a:pPr algn="ctr"/>
              </a:p>
            </p:txBody>
          </p:sp>
          <p:sp>
            <p:nvSpPr>
              <p:cNvPr id="4333" name="Noise cell"/>
              <p:cNvSpPr/>
              <p:nvPr/>
            </p:nvSpPr>
            <p:spPr>
              <a:xfrm>
                <a:off x="10855032" y="8503920"/>
                <a:ext cx="18770" cy="18928"/>
              </a:xfrm>
              <a:prstGeom prst="rect">
                <a:avLst/>
              </a:prstGeom>
              <a:solidFill>
                <a:srgbClr val="8E8E8E"/>
              </a:solidFill>
              <a:ln>
                <a:noFill/>
              </a:ln>
              <a:effectLst/>
            </p:spPr>
            <p:txBody>
              <a:bodyPr rtlCol="0" anchor="ctr"/>
              <a:lstStyle/>
              <a:p>
                <a:pPr algn="ctr"/>
              </a:p>
            </p:txBody>
          </p:sp>
          <p:sp>
            <p:nvSpPr>
              <p:cNvPr id="4334" name="Noise cell"/>
              <p:cNvSpPr/>
              <p:nvPr/>
            </p:nvSpPr>
            <p:spPr>
              <a:xfrm>
                <a:off x="10873162" y="8503920"/>
                <a:ext cx="18770" cy="18928"/>
              </a:xfrm>
              <a:prstGeom prst="rect">
                <a:avLst/>
              </a:prstGeom>
              <a:solidFill>
                <a:srgbClr val="818181"/>
              </a:solidFill>
              <a:ln>
                <a:noFill/>
              </a:ln>
              <a:effectLst/>
            </p:spPr>
            <p:txBody>
              <a:bodyPr rtlCol="0" anchor="ctr"/>
              <a:lstStyle/>
              <a:p>
                <a:pPr algn="ctr"/>
              </a:p>
            </p:txBody>
          </p:sp>
          <p:sp>
            <p:nvSpPr>
              <p:cNvPr id="4335" name="Noise cell"/>
              <p:cNvSpPr/>
              <p:nvPr/>
            </p:nvSpPr>
            <p:spPr>
              <a:xfrm>
                <a:off x="10891292" y="8503920"/>
                <a:ext cx="18770" cy="18928"/>
              </a:xfrm>
              <a:prstGeom prst="rect">
                <a:avLst/>
              </a:prstGeom>
              <a:solidFill>
                <a:srgbClr val="898989"/>
              </a:solidFill>
              <a:ln>
                <a:noFill/>
              </a:ln>
              <a:effectLst/>
            </p:spPr>
            <p:txBody>
              <a:bodyPr rtlCol="0" anchor="ctr"/>
              <a:lstStyle/>
              <a:p>
                <a:pPr algn="ctr"/>
              </a:p>
            </p:txBody>
          </p:sp>
          <p:sp>
            <p:nvSpPr>
              <p:cNvPr id="4336" name="Noise cell"/>
              <p:cNvSpPr/>
              <p:nvPr/>
            </p:nvSpPr>
            <p:spPr>
              <a:xfrm>
                <a:off x="10909423" y="8503920"/>
                <a:ext cx="18770" cy="18928"/>
              </a:xfrm>
              <a:prstGeom prst="rect">
                <a:avLst/>
              </a:prstGeom>
              <a:solidFill>
                <a:srgbClr val="707070"/>
              </a:solidFill>
              <a:ln>
                <a:noFill/>
              </a:ln>
              <a:effectLst/>
            </p:spPr>
            <p:txBody>
              <a:bodyPr rtlCol="0" anchor="ctr"/>
              <a:lstStyle/>
              <a:p>
                <a:pPr algn="ctr"/>
              </a:p>
            </p:txBody>
          </p:sp>
          <p:sp>
            <p:nvSpPr>
              <p:cNvPr id="4337" name="Noise cell"/>
              <p:cNvSpPr/>
              <p:nvPr/>
            </p:nvSpPr>
            <p:spPr>
              <a:xfrm>
                <a:off x="10927553" y="8503920"/>
                <a:ext cx="18770" cy="18928"/>
              </a:xfrm>
              <a:prstGeom prst="rect">
                <a:avLst/>
              </a:prstGeom>
              <a:solidFill>
                <a:srgbClr val="818181"/>
              </a:solidFill>
              <a:ln>
                <a:noFill/>
              </a:ln>
              <a:effectLst/>
            </p:spPr>
            <p:txBody>
              <a:bodyPr rtlCol="0" anchor="ctr"/>
              <a:lstStyle/>
              <a:p>
                <a:pPr algn="ctr"/>
              </a:p>
            </p:txBody>
          </p:sp>
          <p:sp>
            <p:nvSpPr>
              <p:cNvPr id="4338" name="Noise cell"/>
              <p:cNvSpPr/>
              <p:nvPr/>
            </p:nvSpPr>
            <p:spPr>
              <a:xfrm>
                <a:off x="10945683" y="8503920"/>
                <a:ext cx="18770" cy="18928"/>
              </a:xfrm>
              <a:prstGeom prst="rect">
                <a:avLst/>
              </a:prstGeom>
              <a:solidFill>
                <a:srgbClr val="838383"/>
              </a:solidFill>
              <a:ln>
                <a:noFill/>
              </a:ln>
              <a:effectLst/>
            </p:spPr>
            <p:txBody>
              <a:bodyPr rtlCol="0" anchor="ctr"/>
              <a:lstStyle/>
              <a:p>
                <a:pPr algn="ctr"/>
              </a:p>
            </p:txBody>
          </p:sp>
          <p:sp>
            <p:nvSpPr>
              <p:cNvPr id="4339" name="Noise cell"/>
              <p:cNvSpPr/>
              <p:nvPr/>
            </p:nvSpPr>
            <p:spPr>
              <a:xfrm>
                <a:off x="10963814" y="8503920"/>
                <a:ext cx="18770" cy="18928"/>
              </a:xfrm>
              <a:prstGeom prst="rect">
                <a:avLst/>
              </a:prstGeom>
              <a:solidFill>
                <a:srgbClr val="757575"/>
              </a:solidFill>
              <a:ln>
                <a:noFill/>
              </a:ln>
              <a:effectLst/>
            </p:spPr>
            <p:txBody>
              <a:bodyPr rtlCol="0" anchor="ctr"/>
              <a:lstStyle/>
              <a:p>
                <a:pPr algn="ctr"/>
              </a:p>
            </p:txBody>
          </p:sp>
          <p:sp>
            <p:nvSpPr>
              <p:cNvPr id="4340" name="Noise cell"/>
              <p:cNvSpPr/>
              <p:nvPr/>
            </p:nvSpPr>
            <p:spPr>
              <a:xfrm>
                <a:off x="9930384" y="8522208"/>
                <a:ext cx="18770" cy="18928"/>
              </a:xfrm>
              <a:prstGeom prst="rect">
                <a:avLst/>
              </a:prstGeom>
              <a:solidFill>
                <a:srgbClr val="8F8F8F"/>
              </a:solidFill>
              <a:ln>
                <a:noFill/>
              </a:ln>
              <a:effectLst/>
            </p:spPr>
            <p:txBody>
              <a:bodyPr rtlCol="0" anchor="ctr"/>
              <a:lstStyle/>
              <a:p>
                <a:pPr algn="ctr"/>
              </a:p>
            </p:txBody>
          </p:sp>
          <p:sp>
            <p:nvSpPr>
              <p:cNvPr id="4341" name="Noise cell"/>
              <p:cNvSpPr/>
              <p:nvPr/>
            </p:nvSpPr>
            <p:spPr>
              <a:xfrm>
                <a:off x="9948514" y="8522208"/>
                <a:ext cx="18770" cy="18928"/>
              </a:xfrm>
              <a:prstGeom prst="rect">
                <a:avLst/>
              </a:prstGeom>
              <a:solidFill>
                <a:srgbClr val="777777"/>
              </a:solidFill>
              <a:ln>
                <a:noFill/>
              </a:ln>
              <a:effectLst/>
            </p:spPr>
            <p:txBody>
              <a:bodyPr rtlCol="0" anchor="ctr"/>
              <a:lstStyle/>
              <a:p>
                <a:pPr algn="ctr"/>
              </a:p>
            </p:txBody>
          </p:sp>
          <p:sp>
            <p:nvSpPr>
              <p:cNvPr id="4342" name="Noise cell"/>
              <p:cNvSpPr/>
              <p:nvPr/>
            </p:nvSpPr>
            <p:spPr>
              <a:xfrm>
                <a:off x="9966645" y="8522208"/>
                <a:ext cx="18770" cy="18928"/>
              </a:xfrm>
              <a:prstGeom prst="rect">
                <a:avLst/>
              </a:prstGeom>
              <a:solidFill>
                <a:srgbClr val="888888"/>
              </a:solidFill>
              <a:ln>
                <a:noFill/>
              </a:ln>
              <a:effectLst/>
            </p:spPr>
            <p:txBody>
              <a:bodyPr rtlCol="0" anchor="ctr"/>
              <a:lstStyle/>
              <a:p>
                <a:pPr algn="ctr"/>
              </a:p>
            </p:txBody>
          </p:sp>
          <p:sp>
            <p:nvSpPr>
              <p:cNvPr id="4343" name="Noise cell"/>
              <p:cNvSpPr/>
              <p:nvPr/>
            </p:nvSpPr>
            <p:spPr>
              <a:xfrm>
                <a:off x="9984775" y="8522208"/>
                <a:ext cx="18770" cy="18928"/>
              </a:xfrm>
              <a:prstGeom prst="rect">
                <a:avLst/>
              </a:prstGeom>
              <a:solidFill>
                <a:srgbClr val="999999"/>
              </a:solidFill>
              <a:ln>
                <a:noFill/>
              </a:ln>
              <a:effectLst/>
            </p:spPr>
            <p:txBody>
              <a:bodyPr rtlCol="0" anchor="ctr"/>
              <a:lstStyle/>
              <a:p>
                <a:pPr algn="ctr"/>
              </a:p>
            </p:txBody>
          </p:sp>
          <p:sp>
            <p:nvSpPr>
              <p:cNvPr id="4344" name="Noise cell"/>
              <p:cNvSpPr/>
              <p:nvPr/>
            </p:nvSpPr>
            <p:spPr>
              <a:xfrm>
                <a:off x="10002905" y="8522208"/>
                <a:ext cx="18770" cy="18928"/>
              </a:xfrm>
              <a:prstGeom prst="rect">
                <a:avLst/>
              </a:prstGeom>
              <a:solidFill>
                <a:srgbClr val="7F7F7F"/>
              </a:solidFill>
              <a:ln>
                <a:noFill/>
              </a:ln>
              <a:effectLst/>
            </p:spPr>
            <p:txBody>
              <a:bodyPr rtlCol="0" anchor="ctr"/>
              <a:lstStyle/>
              <a:p>
                <a:pPr algn="ctr"/>
              </a:p>
            </p:txBody>
          </p:sp>
          <p:sp>
            <p:nvSpPr>
              <p:cNvPr id="4345" name="Noise cell"/>
              <p:cNvSpPr/>
              <p:nvPr/>
            </p:nvSpPr>
            <p:spPr>
              <a:xfrm>
                <a:off x="10021036" y="8522208"/>
                <a:ext cx="18770" cy="18928"/>
              </a:xfrm>
              <a:prstGeom prst="rect">
                <a:avLst/>
              </a:prstGeom>
              <a:solidFill>
                <a:srgbClr val="777777"/>
              </a:solidFill>
              <a:ln>
                <a:noFill/>
              </a:ln>
              <a:effectLst/>
            </p:spPr>
            <p:txBody>
              <a:bodyPr rtlCol="0" anchor="ctr"/>
              <a:lstStyle/>
              <a:p>
                <a:pPr algn="ctr"/>
              </a:p>
            </p:txBody>
          </p:sp>
          <p:sp>
            <p:nvSpPr>
              <p:cNvPr id="4346" name="Noise cell"/>
              <p:cNvSpPr/>
              <p:nvPr/>
            </p:nvSpPr>
            <p:spPr>
              <a:xfrm>
                <a:off x="10039166" y="8522208"/>
                <a:ext cx="18770" cy="18928"/>
              </a:xfrm>
              <a:prstGeom prst="rect">
                <a:avLst/>
              </a:prstGeom>
              <a:solidFill>
                <a:srgbClr val="868686"/>
              </a:solidFill>
              <a:ln>
                <a:noFill/>
              </a:ln>
              <a:effectLst/>
            </p:spPr>
            <p:txBody>
              <a:bodyPr rtlCol="0" anchor="ctr"/>
              <a:lstStyle/>
              <a:p>
                <a:pPr algn="ctr"/>
              </a:p>
            </p:txBody>
          </p:sp>
          <p:sp>
            <p:nvSpPr>
              <p:cNvPr id="4347" name="Noise cell"/>
              <p:cNvSpPr/>
              <p:nvPr/>
            </p:nvSpPr>
            <p:spPr>
              <a:xfrm>
                <a:off x="10057296" y="8522208"/>
                <a:ext cx="18770" cy="18928"/>
              </a:xfrm>
              <a:prstGeom prst="rect">
                <a:avLst/>
              </a:prstGeom>
              <a:solidFill>
                <a:srgbClr val="898989"/>
              </a:solidFill>
              <a:ln>
                <a:noFill/>
              </a:ln>
              <a:effectLst/>
            </p:spPr>
            <p:txBody>
              <a:bodyPr rtlCol="0" anchor="ctr"/>
              <a:lstStyle/>
              <a:p>
                <a:pPr algn="ctr"/>
              </a:p>
            </p:txBody>
          </p:sp>
          <p:sp>
            <p:nvSpPr>
              <p:cNvPr id="4348" name="Noise cell"/>
              <p:cNvSpPr/>
              <p:nvPr/>
            </p:nvSpPr>
            <p:spPr>
              <a:xfrm>
                <a:off x="10075427" y="8522208"/>
                <a:ext cx="18770" cy="18928"/>
              </a:xfrm>
              <a:prstGeom prst="rect">
                <a:avLst/>
              </a:prstGeom>
              <a:solidFill>
                <a:srgbClr val="8D8D8D"/>
              </a:solidFill>
              <a:ln>
                <a:noFill/>
              </a:ln>
              <a:effectLst/>
            </p:spPr>
            <p:txBody>
              <a:bodyPr rtlCol="0" anchor="ctr"/>
              <a:lstStyle/>
              <a:p>
                <a:pPr algn="ctr"/>
              </a:p>
            </p:txBody>
          </p:sp>
          <p:sp>
            <p:nvSpPr>
              <p:cNvPr id="4349" name="Noise cell"/>
              <p:cNvSpPr/>
              <p:nvPr/>
            </p:nvSpPr>
            <p:spPr>
              <a:xfrm>
                <a:off x="10093557" y="8522208"/>
                <a:ext cx="18770" cy="18928"/>
              </a:xfrm>
              <a:prstGeom prst="rect">
                <a:avLst/>
              </a:prstGeom>
              <a:solidFill>
                <a:srgbClr val="7D7D7D"/>
              </a:solidFill>
              <a:ln>
                <a:noFill/>
              </a:ln>
              <a:effectLst/>
            </p:spPr>
            <p:txBody>
              <a:bodyPr rtlCol="0" anchor="ctr"/>
              <a:lstStyle/>
              <a:p>
                <a:pPr algn="ctr"/>
              </a:p>
            </p:txBody>
          </p:sp>
          <p:sp>
            <p:nvSpPr>
              <p:cNvPr id="4350" name="Noise cell"/>
              <p:cNvSpPr/>
              <p:nvPr/>
            </p:nvSpPr>
            <p:spPr>
              <a:xfrm>
                <a:off x="10111687" y="8522208"/>
                <a:ext cx="18770" cy="18928"/>
              </a:xfrm>
              <a:prstGeom prst="rect">
                <a:avLst/>
              </a:prstGeom>
              <a:solidFill>
                <a:srgbClr val="7A7A7A"/>
              </a:solidFill>
              <a:ln>
                <a:noFill/>
              </a:ln>
              <a:effectLst/>
            </p:spPr>
            <p:txBody>
              <a:bodyPr rtlCol="0" anchor="ctr"/>
              <a:lstStyle/>
              <a:p>
                <a:pPr algn="ctr"/>
              </a:p>
            </p:txBody>
          </p:sp>
          <p:sp>
            <p:nvSpPr>
              <p:cNvPr id="4351" name="Noise cell"/>
              <p:cNvSpPr/>
              <p:nvPr/>
            </p:nvSpPr>
            <p:spPr>
              <a:xfrm>
                <a:off x="10129818" y="8522208"/>
                <a:ext cx="18770" cy="18928"/>
              </a:xfrm>
              <a:prstGeom prst="rect">
                <a:avLst/>
              </a:prstGeom>
              <a:solidFill>
                <a:srgbClr val="727272"/>
              </a:solidFill>
              <a:ln>
                <a:noFill/>
              </a:ln>
              <a:effectLst/>
            </p:spPr>
            <p:txBody>
              <a:bodyPr rtlCol="0" anchor="ctr"/>
              <a:lstStyle/>
              <a:p>
                <a:pPr algn="ctr"/>
              </a:p>
            </p:txBody>
          </p:sp>
          <p:sp>
            <p:nvSpPr>
              <p:cNvPr id="4352" name="Noise cell"/>
              <p:cNvSpPr/>
              <p:nvPr/>
            </p:nvSpPr>
            <p:spPr>
              <a:xfrm>
                <a:off x="10147948" y="8522208"/>
                <a:ext cx="18770" cy="18928"/>
              </a:xfrm>
              <a:prstGeom prst="rect">
                <a:avLst/>
              </a:prstGeom>
              <a:solidFill>
                <a:srgbClr val="9E9E9E"/>
              </a:solidFill>
              <a:ln>
                <a:noFill/>
              </a:ln>
              <a:effectLst/>
            </p:spPr>
            <p:txBody>
              <a:bodyPr rtlCol="0" anchor="ctr"/>
              <a:lstStyle/>
              <a:p>
                <a:pPr algn="ctr"/>
              </a:p>
            </p:txBody>
          </p:sp>
          <p:sp>
            <p:nvSpPr>
              <p:cNvPr id="4353" name="Noise cell"/>
              <p:cNvSpPr/>
              <p:nvPr/>
            </p:nvSpPr>
            <p:spPr>
              <a:xfrm>
                <a:off x="10166078" y="8522208"/>
                <a:ext cx="18770" cy="18928"/>
              </a:xfrm>
              <a:prstGeom prst="rect">
                <a:avLst/>
              </a:prstGeom>
              <a:solidFill>
                <a:srgbClr val="838383"/>
              </a:solidFill>
              <a:ln>
                <a:noFill/>
              </a:ln>
              <a:effectLst/>
            </p:spPr>
            <p:txBody>
              <a:bodyPr rtlCol="0" anchor="ctr"/>
              <a:lstStyle/>
              <a:p>
                <a:pPr algn="ctr"/>
              </a:p>
            </p:txBody>
          </p:sp>
          <p:sp>
            <p:nvSpPr>
              <p:cNvPr id="4354" name="Noise cell"/>
              <p:cNvSpPr/>
              <p:nvPr/>
            </p:nvSpPr>
            <p:spPr>
              <a:xfrm>
                <a:off x="10184209" y="8522208"/>
                <a:ext cx="18770" cy="18928"/>
              </a:xfrm>
              <a:prstGeom prst="rect">
                <a:avLst/>
              </a:prstGeom>
              <a:solidFill>
                <a:srgbClr val="969696"/>
              </a:solidFill>
              <a:ln>
                <a:noFill/>
              </a:ln>
              <a:effectLst/>
            </p:spPr>
            <p:txBody>
              <a:bodyPr rtlCol="0" anchor="ctr"/>
              <a:lstStyle/>
              <a:p>
                <a:pPr algn="ctr"/>
              </a:p>
            </p:txBody>
          </p:sp>
          <p:sp>
            <p:nvSpPr>
              <p:cNvPr id="4355" name="Noise cell"/>
              <p:cNvSpPr/>
              <p:nvPr/>
            </p:nvSpPr>
            <p:spPr>
              <a:xfrm>
                <a:off x="10202339" y="8522208"/>
                <a:ext cx="18770" cy="18928"/>
              </a:xfrm>
              <a:prstGeom prst="rect">
                <a:avLst/>
              </a:prstGeom>
              <a:solidFill>
                <a:srgbClr val="787878"/>
              </a:solidFill>
              <a:ln>
                <a:noFill/>
              </a:ln>
              <a:effectLst/>
            </p:spPr>
            <p:txBody>
              <a:bodyPr rtlCol="0" anchor="ctr"/>
              <a:lstStyle/>
              <a:p>
                <a:pPr algn="ctr"/>
              </a:p>
            </p:txBody>
          </p:sp>
          <p:sp>
            <p:nvSpPr>
              <p:cNvPr id="4356" name="Noise cell"/>
              <p:cNvSpPr/>
              <p:nvPr/>
            </p:nvSpPr>
            <p:spPr>
              <a:xfrm>
                <a:off x="10220470" y="8522208"/>
                <a:ext cx="18770" cy="18928"/>
              </a:xfrm>
              <a:prstGeom prst="rect">
                <a:avLst/>
              </a:prstGeom>
              <a:solidFill>
                <a:srgbClr val="7B7B7B"/>
              </a:solidFill>
              <a:ln>
                <a:noFill/>
              </a:ln>
              <a:effectLst/>
            </p:spPr>
            <p:txBody>
              <a:bodyPr rtlCol="0" anchor="ctr"/>
              <a:lstStyle/>
              <a:p>
                <a:pPr algn="ctr"/>
              </a:p>
            </p:txBody>
          </p:sp>
          <p:sp>
            <p:nvSpPr>
              <p:cNvPr id="4357" name="Noise cell"/>
              <p:cNvSpPr/>
              <p:nvPr/>
            </p:nvSpPr>
            <p:spPr>
              <a:xfrm>
                <a:off x="10238600" y="8522208"/>
                <a:ext cx="18770" cy="18928"/>
              </a:xfrm>
              <a:prstGeom prst="rect">
                <a:avLst/>
              </a:prstGeom>
              <a:solidFill>
                <a:srgbClr val="9D9D9D"/>
              </a:solidFill>
              <a:ln>
                <a:noFill/>
              </a:ln>
              <a:effectLst/>
            </p:spPr>
            <p:txBody>
              <a:bodyPr rtlCol="0" anchor="ctr"/>
              <a:lstStyle/>
              <a:p>
                <a:pPr algn="ctr"/>
              </a:p>
            </p:txBody>
          </p:sp>
          <p:sp>
            <p:nvSpPr>
              <p:cNvPr id="4358" name="Noise cell"/>
              <p:cNvSpPr/>
              <p:nvPr/>
            </p:nvSpPr>
            <p:spPr>
              <a:xfrm>
                <a:off x="10256730" y="8522208"/>
                <a:ext cx="18770" cy="18928"/>
              </a:xfrm>
              <a:prstGeom prst="rect">
                <a:avLst/>
              </a:prstGeom>
              <a:solidFill>
                <a:srgbClr val="818181"/>
              </a:solidFill>
              <a:ln>
                <a:noFill/>
              </a:ln>
              <a:effectLst/>
            </p:spPr>
            <p:txBody>
              <a:bodyPr rtlCol="0" anchor="ctr"/>
              <a:lstStyle/>
              <a:p>
                <a:pPr algn="ctr"/>
              </a:p>
            </p:txBody>
          </p:sp>
          <p:sp>
            <p:nvSpPr>
              <p:cNvPr id="4359" name="Noise cell"/>
              <p:cNvSpPr/>
              <p:nvPr/>
            </p:nvSpPr>
            <p:spPr>
              <a:xfrm>
                <a:off x="10274861" y="8522208"/>
                <a:ext cx="18770" cy="18928"/>
              </a:xfrm>
              <a:prstGeom prst="rect">
                <a:avLst/>
              </a:prstGeom>
              <a:solidFill>
                <a:srgbClr val="909090"/>
              </a:solidFill>
              <a:ln>
                <a:noFill/>
              </a:ln>
              <a:effectLst/>
            </p:spPr>
            <p:txBody>
              <a:bodyPr rtlCol="0" anchor="ctr"/>
              <a:lstStyle/>
              <a:p>
                <a:pPr algn="ctr"/>
              </a:p>
            </p:txBody>
          </p:sp>
          <p:sp>
            <p:nvSpPr>
              <p:cNvPr id="4360" name="Noise cell"/>
              <p:cNvSpPr/>
              <p:nvPr/>
            </p:nvSpPr>
            <p:spPr>
              <a:xfrm>
                <a:off x="10292991" y="8522208"/>
                <a:ext cx="18770" cy="18928"/>
              </a:xfrm>
              <a:prstGeom prst="rect">
                <a:avLst/>
              </a:prstGeom>
              <a:solidFill>
                <a:srgbClr val="8C8C8C"/>
              </a:solidFill>
              <a:ln>
                <a:noFill/>
              </a:ln>
              <a:effectLst/>
            </p:spPr>
            <p:txBody>
              <a:bodyPr rtlCol="0" anchor="ctr"/>
              <a:lstStyle/>
              <a:p>
                <a:pPr algn="ctr"/>
              </a:p>
            </p:txBody>
          </p:sp>
          <p:sp>
            <p:nvSpPr>
              <p:cNvPr id="4361" name="Noise cell"/>
              <p:cNvSpPr/>
              <p:nvPr/>
            </p:nvSpPr>
            <p:spPr>
              <a:xfrm>
                <a:off x="10311121" y="8522208"/>
                <a:ext cx="18770" cy="18928"/>
              </a:xfrm>
              <a:prstGeom prst="rect">
                <a:avLst/>
              </a:prstGeom>
              <a:solidFill>
                <a:srgbClr val="777777"/>
              </a:solidFill>
              <a:ln>
                <a:noFill/>
              </a:ln>
              <a:effectLst/>
            </p:spPr>
            <p:txBody>
              <a:bodyPr rtlCol="0" anchor="ctr"/>
              <a:lstStyle/>
              <a:p>
                <a:pPr algn="ctr"/>
              </a:p>
            </p:txBody>
          </p:sp>
          <p:sp>
            <p:nvSpPr>
              <p:cNvPr id="4362" name="Noise cell"/>
              <p:cNvSpPr/>
              <p:nvPr/>
            </p:nvSpPr>
            <p:spPr>
              <a:xfrm>
                <a:off x="10329252" y="8522208"/>
                <a:ext cx="18770" cy="18928"/>
              </a:xfrm>
              <a:prstGeom prst="rect">
                <a:avLst/>
              </a:prstGeom>
              <a:solidFill>
                <a:srgbClr val="787878"/>
              </a:solidFill>
              <a:ln>
                <a:noFill/>
              </a:ln>
              <a:effectLst/>
            </p:spPr>
            <p:txBody>
              <a:bodyPr rtlCol="0" anchor="ctr"/>
              <a:lstStyle/>
              <a:p>
                <a:pPr algn="ctr"/>
              </a:p>
            </p:txBody>
          </p:sp>
          <p:sp>
            <p:nvSpPr>
              <p:cNvPr id="4363" name="Noise cell"/>
              <p:cNvSpPr/>
              <p:nvPr/>
            </p:nvSpPr>
            <p:spPr>
              <a:xfrm>
                <a:off x="10347382" y="8522208"/>
                <a:ext cx="18770" cy="18928"/>
              </a:xfrm>
              <a:prstGeom prst="rect">
                <a:avLst/>
              </a:prstGeom>
              <a:solidFill>
                <a:srgbClr val="747474"/>
              </a:solidFill>
              <a:ln>
                <a:noFill/>
              </a:ln>
              <a:effectLst/>
            </p:spPr>
            <p:txBody>
              <a:bodyPr rtlCol="0" anchor="ctr"/>
              <a:lstStyle/>
              <a:p>
                <a:pPr algn="ctr"/>
              </a:p>
            </p:txBody>
          </p:sp>
          <p:sp>
            <p:nvSpPr>
              <p:cNvPr id="4364" name="Noise cell"/>
              <p:cNvSpPr/>
              <p:nvPr/>
            </p:nvSpPr>
            <p:spPr>
              <a:xfrm>
                <a:off x="10365512" y="8522208"/>
                <a:ext cx="18770" cy="18928"/>
              </a:xfrm>
              <a:prstGeom prst="rect">
                <a:avLst/>
              </a:prstGeom>
              <a:solidFill>
                <a:srgbClr val="7A7A7A"/>
              </a:solidFill>
              <a:ln>
                <a:noFill/>
              </a:ln>
              <a:effectLst/>
            </p:spPr>
            <p:txBody>
              <a:bodyPr rtlCol="0" anchor="ctr"/>
              <a:lstStyle/>
              <a:p>
                <a:pPr algn="ctr"/>
              </a:p>
            </p:txBody>
          </p:sp>
          <p:sp>
            <p:nvSpPr>
              <p:cNvPr id="4365" name="Noise cell"/>
              <p:cNvSpPr/>
              <p:nvPr/>
            </p:nvSpPr>
            <p:spPr>
              <a:xfrm>
                <a:off x="10383643" y="8522208"/>
                <a:ext cx="18770" cy="18928"/>
              </a:xfrm>
              <a:prstGeom prst="rect">
                <a:avLst/>
              </a:prstGeom>
              <a:solidFill>
                <a:srgbClr val="8C8C8C"/>
              </a:solidFill>
              <a:ln>
                <a:noFill/>
              </a:ln>
              <a:effectLst/>
            </p:spPr>
            <p:txBody>
              <a:bodyPr rtlCol="0" anchor="ctr"/>
              <a:lstStyle/>
              <a:p>
                <a:pPr algn="ctr"/>
              </a:p>
            </p:txBody>
          </p:sp>
          <p:sp>
            <p:nvSpPr>
              <p:cNvPr id="4366" name="Noise cell"/>
              <p:cNvSpPr/>
              <p:nvPr/>
            </p:nvSpPr>
            <p:spPr>
              <a:xfrm>
                <a:off x="10401773" y="8522208"/>
                <a:ext cx="18770" cy="18928"/>
              </a:xfrm>
              <a:prstGeom prst="rect">
                <a:avLst/>
              </a:prstGeom>
              <a:solidFill>
                <a:srgbClr val="868686"/>
              </a:solidFill>
              <a:ln>
                <a:noFill/>
              </a:ln>
              <a:effectLst/>
            </p:spPr>
            <p:txBody>
              <a:bodyPr rtlCol="0" anchor="ctr"/>
              <a:lstStyle/>
              <a:p>
                <a:pPr algn="ctr"/>
              </a:p>
            </p:txBody>
          </p:sp>
          <p:sp>
            <p:nvSpPr>
              <p:cNvPr id="4367" name="Noise cell"/>
              <p:cNvSpPr/>
              <p:nvPr/>
            </p:nvSpPr>
            <p:spPr>
              <a:xfrm>
                <a:off x="10419903" y="8522208"/>
                <a:ext cx="18770" cy="18928"/>
              </a:xfrm>
              <a:prstGeom prst="rect">
                <a:avLst/>
              </a:prstGeom>
              <a:solidFill>
                <a:srgbClr val="A8A8A8"/>
              </a:solidFill>
              <a:ln>
                <a:noFill/>
              </a:ln>
              <a:effectLst/>
            </p:spPr>
            <p:txBody>
              <a:bodyPr rtlCol="0" anchor="ctr"/>
              <a:lstStyle/>
              <a:p>
                <a:pPr algn="ctr"/>
              </a:p>
            </p:txBody>
          </p:sp>
          <p:sp>
            <p:nvSpPr>
              <p:cNvPr id="4368" name="Noise cell"/>
              <p:cNvSpPr/>
              <p:nvPr/>
            </p:nvSpPr>
            <p:spPr>
              <a:xfrm>
                <a:off x="10438034" y="8522208"/>
                <a:ext cx="18770" cy="18928"/>
              </a:xfrm>
              <a:prstGeom prst="rect">
                <a:avLst/>
              </a:prstGeom>
              <a:solidFill>
                <a:srgbClr val="8D8D8D"/>
              </a:solidFill>
              <a:ln>
                <a:noFill/>
              </a:ln>
              <a:effectLst/>
            </p:spPr>
            <p:txBody>
              <a:bodyPr rtlCol="0" anchor="ctr"/>
              <a:lstStyle/>
              <a:p>
                <a:pPr algn="ctr"/>
              </a:p>
            </p:txBody>
          </p:sp>
          <p:sp>
            <p:nvSpPr>
              <p:cNvPr id="4369" name="Noise cell"/>
              <p:cNvSpPr/>
              <p:nvPr/>
            </p:nvSpPr>
            <p:spPr>
              <a:xfrm>
                <a:off x="10456164" y="8522208"/>
                <a:ext cx="18770" cy="18928"/>
              </a:xfrm>
              <a:prstGeom prst="rect">
                <a:avLst/>
              </a:prstGeom>
              <a:solidFill>
                <a:srgbClr val="878787"/>
              </a:solidFill>
              <a:ln>
                <a:noFill/>
              </a:ln>
              <a:effectLst/>
            </p:spPr>
            <p:txBody>
              <a:bodyPr rtlCol="0" anchor="ctr"/>
              <a:lstStyle/>
              <a:p>
                <a:pPr algn="ctr"/>
              </a:p>
            </p:txBody>
          </p:sp>
          <p:sp>
            <p:nvSpPr>
              <p:cNvPr id="4370" name="Noise cell"/>
              <p:cNvSpPr/>
              <p:nvPr/>
            </p:nvSpPr>
            <p:spPr>
              <a:xfrm>
                <a:off x="10474294" y="8522208"/>
                <a:ext cx="18770" cy="18928"/>
              </a:xfrm>
              <a:prstGeom prst="rect">
                <a:avLst/>
              </a:prstGeom>
              <a:solidFill>
                <a:srgbClr val="777777"/>
              </a:solidFill>
              <a:ln>
                <a:noFill/>
              </a:ln>
              <a:effectLst/>
            </p:spPr>
            <p:txBody>
              <a:bodyPr rtlCol="0" anchor="ctr"/>
              <a:lstStyle/>
              <a:p>
                <a:pPr algn="ctr"/>
              </a:p>
            </p:txBody>
          </p:sp>
          <p:sp>
            <p:nvSpPr>
              <p:cNvPr id="4371" name="Noise cell"/>
              <p:cNvSpPr/>
              <p:nvPr/>
            </p:nvSpPr>
            <p:spPr>
              <a:xfrm>
                <a:off x="10492425" y="8522208"/>
                <a:ext cx="18770" cy="18928"/>
              </a:xfrm>
              <a:prstGeom prst="rect">
                <a:avLst/>
              </a:prstGeom>
              <a:solidFill>
                <a:srgbClr val="7C7C7C"/>
              </a:solidFill>
              <a:ln>
                <a:noFill/>
              </a:ln>
              <a:effectLst/>
            </p:spPr>
            <p:txBody>
              <a:bodyPr rtlCol="0" anchor="ctr"/>
              <a:lstStyle/>
              <a:p>
                <a:pPr algn="ctr"/>
              </a:p>
            </p:txBody>
          </p:sp>
          <p:sp>
            <p:nvSpPr>
              <p:cNvPr id="4372" name="Noise cell"/>
              <p:cNvSpPr/>
              <p:nvPr/>
            </p:nvSpPr>
            <p:spPr>
              <a:xfrm>
                <a:off x="10510555" y="8522208"/>
                <a:ext cx="18770" cy="18928"/>
              </a:xfrm>
              <a:prstGeom prst="rect">
                <a:avLst/>
              </a:prstGeom>
              <a:solidFill>
                <a:srgbClr val="808080"/>
              </a:solidFill>
              <a:ln>
                <a:noFill/>
              </a:ln>
              <a:effectLst/>
            </p:spPr>
            <p:txBody>
              <a:bodyPr rtlCol="0" anchor="ctr"/>
              <a:lstStyle/>
              <a:p>
                <a:pPr algn="ctr"/>
              </a:p>
            </p:txBody>
          </p:sp>
          <p:sp>
            <p:nvSpPr>
              <p:cNvPr id="4373" name="Noise cell"/>
              <p:cNvSpPr/>
              <p:nvPr/>
            </p:nvSpPr>
            <p:spPr>
              <a:xfrm>
                <a:off x="10528685" y="8522208"/>
                <a:ext cx="18770" cy="18928"/>
              </a:xfrm>
              <a:prstGeom prst="rect">
                <a:avLst/>
              </a:prstGeom>
              <a:solidFill>
                <a:srgbClr val="808080"/>
              </a:solidFill>
              <a:ln>
                <a:noFill/>
              </a:ln>
              <a:effectLst/>
            </p:spPr>
            <p:txBody>
              <a:bodyPr rtlCol="0" anchor="ctr"/>
              <a:lstStyle/>
              <a:p>
                <a:pPr algn="ctr"/>
              </a:p>
            </p:txBody>
          </p:sp>
          <p:sp>
            <p:nvSpPr>
              <p:cNvPr id="4374" name="Noise cell"/>
              <p:cNvSpPr/>
              <p:nvPr/>
            </p:nvSpPr>
            <p:spPr>
              <a:xfrm>
                <a:off x="10546816" y="8522208"/>
                <a:ext cx="18770" cy="18928"/>
              </a:xfrm>
              <a:prstGeom prst="rect">
                <a:avLst/>
              </a:prstGeom>
              <a:solidFill>
                <a:srgbClr val="707070"/>
              </a:solidFill>
              <a:ln>
                <a:noFill/>
              </a:ln>
              <a:effectLst/>
            </p:spPr>
            <p:txBody>
              <a:bodyPr rtlCol="0" anchor="ctr"/>
              <a:lstStyle/>
              <a:p>
                <a:pPr algn="ctr"/>
              </a:p>
            </p:txBody>
          </p:sp>
          <p:sp>
            <p:nvSpPr>
              <p:cNvPr id="4375" name="Noise cell"/>
              <p:cNvSpPr/>
              <p:nvPr/>
            </p:nvSpPr>
            <p:spPr>
              <a:xfrm>
                <a:off x="10564946" y="8522208"/>
                <a:ext cx="18770" cy="18928"/>
              </a:xfrm>
              <a:prstGeom prst="rect">
                <a:avLst/>
              </a:prstGeom>
              <a:solidFill>
                <a:srgbClr val="8E8E8E"/>
              </a:solidFill>
              <a:ln>
                <a:noFill/>
              </a:ln>
              <a:effectLst/>
            </p:spPr>
            <p:txBody>
              <a:bodyPr rtlCol="0" anchor="ctr"/>
              <a:lstStyle/>
              <a:p>
                <a:pPr algn="ctr"/>
              </a:p>
            </p:txBody>
          </p:sp>
          <p:sp>
            <p:nvSpPr>
              <p:cNvPr id="4376" name="Noise cell"/>
              <p:cNvSpPr/>
              <p:nvPr/>
            </p:nvSpPr>
            <p:spPr>
              <a:xfrm>
                <a:off x="10583076" y="8522208"/>
                <a:ext cx="18770" cy="18928"/>
              </a:xfrm>
              <a:prstGeom prst="rect">
                <a:avLst/>
              </a:prstGeom>
              <a:solidFill>
                <a:srgbClr val="797979"/>
              </a:solidFill>
              <a:ln>
                <a:noFill/>
              </a:ln>
              <a:effectLst/>
            </p:spPr>
            <p:txBody>
              <a:bodyPr rtlCol="0" anchor="ctr"/>
              <a:lstStyle/>
              <a:p>
                <a:pPr algn="ctr"/>
              </a:p>
            </p:txBody>
          </p:sp>
          <p:sp>
            <p:nvSpPr>
              <p:cNvPr id="4377" name="Noise cell"/>
              <p:cNvSpPr/>
              <p:nvPr/>
            </p:nvSpPr>
            <p:spPr>
              <a:xfrm>
                <a:off x="10601207" y="8522208"/>
                <a:ext cx="18770" cy="18928"/>
              </a:xfrm>
              <a:prstGeom prst="rect">
                <a:avLst/>
              </a:prstGeom>
              <a:solidFill>
                <a:srgbClr val="969696"/>
              </a:solidFill>
              <a:ln>
                <a:noFill/>
              </a:ln>
              <a:effectLst/>
            </p:spPr>
            <p:txBody>
              <a:bodyPr rtlCol="0" anchor="ctr"/>
              <a:lstStyle/>
              <a:p>
                <a:pPr algn="ctr"/>
              </a:p>
            </p:txBody>
          </p:sp>
          <p:sp>
            <p:nvSpPr>
              <p:cNvPr id="4378" name="Noise cell"/>
              <p:cNvSpPr/>
              <p:nvPr/>
            </p:nvSpPr>
            <p:spPr>
              <a:xfrm>
                <a:off x="10619337" y="8522208"/>
                <a:ext cx="18770" cy="18928"/>
              </a:xfrm>
              <a:prstGeom prst="rect">
                <a:avLst/>
              </a:prstGeom>
              <a:solidFill>
                <a:srgbClr val="929292"/>
              </a:solidFill>
              <a:ln>
                <a:noFill/>
              </a:ln>
              <a:effectLst/>
            </p:spPr>
            <p:txBody>
              <a:bodyPr rtlCol="0" anchor="ctr"/>
              <a:lstStyle/>
              <a:p>
                <a:pPr algn="ctr"/>
              </a:p>
            </p:txBody>
          </p:sp>
          <p:sp>
            <p:nvSpPr>
              <p:cNvPr id="4379" name="Noise cell"/>
              <p:cNvSpPr/>
              <p:nvPr/>
            </p:nvSpPr>
            <p:spPr>
              <a:xfrm>
                <a:off x="10637467" y="8522208"/>
                <a:ext cx="18770" cy="18928"/>
              </a:xfrm>
              <a:prstGeom prst="rect">
                <a:avLst/>
              </a:prstGeom>
              <a:solidFill>
                <a:srgbClr val="5C5C5C"/>
              </a:solidFill>
              <a:ln>
                <a:noFill/>
              </a:ln>
              <a:effectLst/>
            </p:spPr>
            <p:txBody>
              <a:bodyPr rtlCol="0" anchor="ctr"/>
              <a:lstStyle/>
              <a:p>
                <a:pPr algn="ctr"/>
              </a:p>
            </p:txBody>
          </p:sp>
          <p:sp>
            <p:nvSpPr>
              <p:cNvPr id="4380" name="Noise cell"/>
              <p:cNvSpPr/>
              <p:nvPr/>
            </p:nvSpPr>
            <p:spPr>
              <a:xfrm>
                <a:off x="10655598" y="8522208"/>
                <a:ext cx="18770" cy="18928"/>
              </a:xfrm>
              <a:prstGeom prst="rect">
                <a:avLst/>
              </a:prstGeom>
              <a:solidFill>
                <a:srgbClr val="7C7C7C"/>
              </a:solidFill>
              <a:ln>
                <a:noFill/>
              </a:ln>
              <a:effectLst/>
            </p:spPr>
            <p:txBody>
              <a:bodyPr rtlCol="0" anchor="ctr"/>
              <a:lstStyle/>
              <a:p>
                <a:pPr algn="ctr"/>
              </a:p>
            </p:txBody>
          </p:sp>
          <p:sp>
            <p:nvSpPr>
              <p:cNvPr id="4381" name="Noise cell"/>
              <p:cNvSpPr/>
              <p:nvPr/>
            </p:nvSpPr>
            <p:spPr>
              <a:xfrm>
                <a:off x="10673728" y="8522208"/>
                <a:ext cx="18770" cy="18928"/>
              </a:xfrm>
              <a:prstGeom prst="rect">
                <a:avLst/>
              </a:prstGeom>
              <a:solidFill>
                <a:srgbClr val="959595"/>
              </a:solidFill>
              <a:ln>
                <a:noFill/>
              </a:ln>
              <a:effectLst/>
            </p:spPr>
            <p:txBody>
              <a:bodyPr rtlCol="0" anchor="ctr"/>
              <a:lstStyle/>
              <a:p>
                <a:pPr algn="ctr"/>
              </a:p>
            </p:txBody>
          </p:sp>
          <p:sp>
            <p:nvSpPr>
              <p:cNvPr id="4382" name="Noise cell"/>
              <p:cNvSpPr/>
              <p:nvPr/>
            </p:nvSpPr>
            <p:spPr>
              <a:xfrm>
                <a:off x="10691858" y="8522208"/>
                <a:ext cx="18770" cy="18928"/>
              </a:xfrm>
              <a:prstGeom prst="rect">
                <a:avLst/>
              </a:prstGeom>
              <a:solidFill>
                <a:srgbClr val="717171"/>
              </a:solidFill>
              <a:ln>
                <a:noFill/>
              </a:ln>
              <a:effectLst/>
            </p:spPr>
            <p:txBody>
              <a:bodyPr rtlCol="0" anchor="ctr"/>
              <a:lstStyle/>
              <a:p>
                <a:pPr algn="ctr"/>
              </a:p>
            </p:txBody>
          </p:sp>
          <p:sp>
            <p:nvSpPr>
              <p:cNvPr id="4383" name="Noise cell"/>
              <p:cNvSpPr/>
              <p:nvPr/>
            </p:nvSpPr>
            <p:spPr>
              <a:xfrm>
                <a:off x="10709989" y="8522208"/>
                <a:ext cx="18770" cy="18928"/>
              </a:xfrm>
              <a:prstGeom prst="rect">
                <a:avLst/>
              </a:prstGeom>
              <a:solidFill>
                <a:srgbClr val="6F6F6F"/>
              </a:solidFill>
              <a:ln>
                <a:noFill/>
              </a:ln>
              <a:effectLst/>
            </p:spPr>
            <p:txBody>
              <a:bodyPr rtlCol="0" anchor="ctr"/>
              <a:lstStyle/>
              <a:p>
                <a:pPr algn="ctr"/>
              </a:p>
            </p:txBody>
          </p:sp>
          <p:sp>
            <p:nvSpPr>
              <p:cNvPr id="4384" name="Noise cell"/>
              <p:cNvSpPr/>
              <p:nvPr/>
            </p:nvSpPr>
            <p:spPr>
              <a:xfrm>
                <a:off x="10728119" y="8522208"/>
                <a:ext cx="18770" cy="18928"/>
              </a:xfrm>
              <a:prstGeom prst="rect">
                <a:avLst/>
              </a:prstGeom>
              <a:solidFill>
                <a:srgbClr val="7A7A7A"/>
              </a:solidFill>
              <a:ln>
                <a:noFill/>
              </a:ln>
              <a:effectLst/>
            </p:spPr>
            <p:txBody>
              <a:bodyPr rtlCol="0" anchor="ctr"/>
              <a:lstStyle/>
              <a:p>
                <a:pPr algn="ctr"/>
              </a:p>
            </p:txBody>
          </p:sp>
          <p:sp>
            <p:nvSpPr>
              <p:cNvPr id="4385" name="Noise cell"/>
              <p:cNvSpPr/>
              <p:nvPr/>
            </p:nvSpPr>
            <p:spPr>
              <a:xfrm>
                <a:off x="10746250" y="8522208"/>
                <a:ext cx="18770" cy="18928"/>
              </a:xfrm>
              <a:prstGeom prst="rect">
                <a:avLst/>
              </a:prstGeom>
              <a:solidFill>
                <a:srgbClr val="8F8F8F"/>
              </a:solidFill>
              <a:ln>
                <a:noFill/>
              </a:ln>
              <a:effectLst/>
            </p:spPr>
            <p:txBody>
              <a:bodyPr rtlCol="0" anchor="ctr"/>
              <a:lstStyle/>
              <a:p>
                <a:pPr algn="ctr"/>
              </a:p>
            </p:txBody>
          </p:sp>
          <p:sp>
            <p:nvSpPr>
              <p:cNvPr id="4386" name="Noise cell"/>
              <p:cNvSpPr/>
              <p:nvPr/>
            </p:nvSpPr>
            <p:spPr>
              <a:xfrm>
                <a:off x="10764380" y="8522208"/>
                <a:ext cx="18770" cy="18928"/>
              </a:xfrm>
              <a:prstGeom prst="rect">
                <a:avLst/>
              </a:prstGeom>
              <a:solidFill>
                <a:srgbClr val="949494"/>
              </a:solidFill>
              <a:ln>
                <a:noFill/>
              </a:ln>
              <a:effectLst/>
            </p:spPr>
            <p:txBody>
              <a:bodyPr rtlCol="0" anchor="ctr"/>
              <a:lstStyle/>
              <a:p>
                <a:pPr algn="ctr"/>
              </a:p>
            </p:txBody>
          </p:sp>
          <p:sp>
            <p:nvSpPr>
              <p:cNvPr id="4387" name="Noise cell"/>
              <p:cNvSpPr/>
              <p:nvPr/>
            </p:nvSpPr>
            <p:spPr>
              <a:xfrm>
                <a:off x="10782510" y="8522208"/>
                <a:ext cx="18770" cy="18928"/>
              </a:xfrm>
              <a:prstGeom prst="rect">
                <a:avLst/>
              </a:prstGeom>
              <a:solidFill>
                <a:srgbClr val="6E6E6E"/>
              </a:solidFill>
              <a:ln>
                <a:noFill/>
              </a:ln>
              <a:effectLst/>
            </p:spPr>
            <p:txBody>
              <a:bodyPr rtlCol="0" anchor="ctr"/>
              <a:lstStyle/>
              <a:p>
                <a:pPr algn="ctr"/>
              </a:p>
            </p:txBody>
          </p:sp>
          <p:sp>
            <p:nvSpPr>
              <p:cNvPr id="4388" name="Noise cell"/>
              <p:cNvSpPr/>
              <p:nvPr/>
            </p:nvSpPr>
            <p:spPr>
              <a:xfrm>
                <a:off x="10800641" y="8522208"/>
                <a:ext cx="18770" cy="18928"/>
              </a:xfrm>
              <a:prstGeom prst="rect">
                <a:avLst/>
              </a:prstGeom>
              <a:solidFill>
                <a:srgbClr val="878787"/>
              </a:solidFill>
              <a:ln>
                <a:noFill/>
              </a:ln>
              <a:effectLst/>
            </p:spPr>
            <p:txBody>
              <a:bodyPr rtlCol="0" anchor="ctr"/>
              <a:lstStyle/>
              <a:p>
                <a:pPr algn="ctr"/>
              </a:p>
            </p:txBody>
          </p:sp>
          <p:sp>
            <p:nvSpPr>
              <p:cNvPr id="4389" name="Noise cell"/>
              <p:cNvSpPr/>
              <p:nvPr/>
            </p:nvSpPr>
            <p:spPr>
              <a:xfrm>
                <a:off x="10818771" y="8522208"/>
                <a:ext cx="18770" cy="18928"/>
              </a:xfrm>
              <a:prstGeom prst="rect">
                <a:avLst/>
              </a:prstGeom>
              <a:solidFill>
                <a:srgbClr val="868686"/>
              </a:solidFill>
              <a:ln>
                <a:noFill/>
              </a:ln>
              <a:effectLst/>
            </p:spPr>
            <p:txBody>
              <a:bodyPr rtlCol="0" anchor="ctr"/>
              <a:lstStyle/>
              <a:p>
                <a:pPr algn="ctr"/>
              </a:p>
            </p:txBody>
          </p:sp>
          <p:sp>
            <p:nvSpPr>
              <p:cNvPr id="4390" name="Noise cell"/>
              <p:cNvSpPr/>
              <p:nvPr/>
            </p:nvSpPr>
            <p:spPr>
              <a:xfrm>
                <a:off x="10836901" y="8522208"/>
                <a:ext cx="18770" cy="18928"/>
              </a:xfrm>
              <a:prstGeom prst="rect">
                <a:avLst/>
              </a:prstGeom>
              <a:solidFill>
                <a:srgbClr val="797979"/>
              </a:solidFill>
              <a:ln>
                <a:noFill/>
              </a:ln>
              <a:effectLst/>
            </p:spPr>
            <p:txBody>
              <a:bodyPr rtlCol="0" anchor="ctr"/>
              <a:lstStyle/>
              <a:p>
                <a:pPr algn="ctr"/>
              </a:p>
            </p:txBody>
          </p:sp>
          <p:sp>
            <p:nvSpPr>
              <p:cNvPr id="4391" name="Noise cell"/>
              <p:cNvSpPr/>
              <p:nvPr/>
            </p:nvSpPr>
            <p:spPr>
              <a:xfrm>
                <a:off x="10855032" y="8522208"/>
                <a:ext cx="18770" cy="18928"/>
              </a:xfrm>
              <a:prstGeom prst="rect">
                <a:avLst/>
              </a:prstGeom>
              <a:solidFill>
                <a:srgbClr val="707070"/>
              </a:solidFill>
              <a:ln>
                <a:noFill/>
              </a:ln>
              <a:effectLst/>
            </p:spPr>
            <p:txBody>
              <a:bodyPr rtlCol="0" anchor="ctr"/>
              <a:lstStyle/>
              <a:p>
                <a:pPr algn="ctr"/>
              </a:p>
            </p:txBody>
          </p:sp>
          <p:sp>
            <p:nvSpPr>
              <p:cNvPr id="4392" name="Noise cell"/>
              <p:cNvSpPr/>
              <p:nvPr/>
            </p:nvSpPr>
            <p:spPr>
              <a:xfrm>
                <a:off x="10873162" y="8522208"/>
                <a:ext cx="18770" cy="18928"/>
              </a:xfrm>
              <a:prstGeom prst="rect">
                <a:avLst/>
              </a:prstGeom>
              <a:solidFill>
                <a:srgbClr val="909090"/>
              </a:solidFill>
              <a:ln>
                <a:noFill/>
              </a:ln>
              <a:effectLst/>
            </p:spPr>
            <p:txBody>
              <a:bodyPr rtlCol="0" anchor="ctr"/>
              <a:lstStyle/>
              <a:p>
                <a:pPr algn="ctr"/>
              </a:p>
            </p:txBody>
          </p:sp>
          <p:sp>
            <p:nvSpPr>
              <p:cNvPr id="4393" name="Noise cell"/>
              <p:cNvSpPr/>
              <p:nvPr/>
            </p:nvSpPr>
            <p:spPr>
              <a:xfrm>
                <a:off x="10891292" y="8522208"/>
                <a:ext cx="18770" cy="18928"/>
              </a:xfrm>
              <a:prstGeom prst="rect">
                <a:avLst/>
              </a:prstGeom>
              <a:solidFill>
                <a:srgbClr val="A8A8A8"/>
              </a:solidFill>
              <a:ln>
                <a:noFill/>
              </a:ln>
              <a:effectLst/>
            </p:spPr>
            <p:txBody>
              <a:bodyPr rtlCol="0" anchor="ctr"/>
              <a:lstStyle/>
              <a:p>
                <a:pPr algn="ctr"/>
              </a:p>
            </p:txBody>
          </p:sp>
          <p:sp>
            <p:nvSpPr>
              <p:cNvPr id="4394" name="Noise cell"/>
              <p:cNvSpPr/>
              <p:nvPr/>
            </p:nvSpPr>
            <p:spPr>
              <a:xfrm>
                <a:off x="10909423" y="8522208"/>
                <a:ext cx="18770" cy="18928"/>
              </a:xfrm>
              <a:prstGeom prst="rect">
                <a:avLst/>
              </a:prstGeom>
              <a:solidFill>
                <a:srgbClr val="818181"/>
              </a:solidFill>
              <a:ln>
                <a:noFill/>
              </a:ln>
              <a:effectLst/>
            </p:spPr>
            <p:txBody>
              <a:bodyPr rtlCol="0" anchor="ctr"/>
              <a:lstStyle/>
              <a:p>
                <a:pPr algn="ctr"/>
              </a:p>
            </p:txBody>
          </p:sp>
          <p:sp>
            <p:nvSpPr>
              <p:cNvPr id="4395" name="Noise cell"/>
              <p:cNvSpPr/>
              <p:nvPr/>
            </p:nvSpPr>
            <p:spPr>
              <a:xfrm>
                <a:off x="10927553" y="8522208"/>
                <a:ext cx="18770" cy="18928"/>
              </a:xfrm>
              <a:prstGeom prst="rect">
                <a:avLst/>
              </a:prstGeom>
              <a:solidFill>
                <a:srgbClr val="6C6C6C"/>
              </a:solidFill>
              <a:ln>
                <a:noFill/>
              </a:ln>
              <a:effectLst/>
            </p:spPr>
            <p:txBody>
              <a:bodyPr rtlCol="0" anchor="ctr"/>
              <a:lstStyle/>
              <a:p>
                <a:pPr algn="ctr"/>
              </a:p>
            </p:txBody>
          </p:sp>
          <p:sp>
            <p:nvSpPr>
              <p:cNvPr id="4396" name="Noise cell"/>
              <p:cNvSpPr/>
              <p:nvPr/>
            </p:nvSpPr>
            <p:spPr>
              <a:xfrm>
                <a:off x="10945683" y="8522208"/>
                <a:ext cx="18770" cy="18928"/>
              </a:xfrm>
              <a:prstGeom prst="rect">
                <a:avLst/>
              </a:prstGeom>
              <a:solidFill>
                <a:srgbClr val="878787"/>
              </a:solidFill>
              <a:ln>
                <a:noFill/>
              </a:ln>
              <a:effectLst/>
            </p:spPr>
            <p:txBody>
              <a:bodyPr rtlCol="0" anchor="ctr"/>
              <a:lstStyle/>
              <a:p>
                <a:pPr algn="ctr"/>
              </a:p>
            </p:txBody>
          </p:sp>
          <p:sp>
            <p:nvSpPr>
              <p:cNvPr id="4397" name="Noise cell"/>
              <p:cNvSpPr/>
              <p:nvPr/>
            </p:nvSpPr>
            <p:spPr>
              <a:xfrm>
                <a:off x="10963814" y="8522208"/>
                <a:ext cx="18770" cy="18928"/>
              </a:xfrm>
              <a:prstGeom prst="rect">
                <a:avLst/>
              </a:prstGeom>
              <a:solidFill>
                <a:srgbClr val="797979"/>
              </a:solidFill>
              <a:ln>
                <a:noFill/>
              </a:ln>
              <a:effectLst/>
            </p:spPr>
            <p:txBody>
              <a:bodyPr rtlCol="0" anchor="ctr"/>
              <a:lstStyle/>
              <a:p>
                <a:pPr algn="ctr"/>
              </a:p>
            </p:txBody>
          </p:sp>
        </p:grpSp>
        <p:grpSp>
          <p:nvGrpSpPr>
            <p:cNvPr id="4398" name="Diffusion denoising network"/>
            <p:cNvGrpSpPr/>
            <p:nvPr/>
          </p:nvGrpSpPr>
          <p:grpSpPr>
            <a:xfrm>
              <a:off x="11484864" y="6729984"/>
              <a:ext cx="2596896" cy="2258568"/>
              <a:chOff x="11484864" y="6729984"/>
              <a:chExt cx="2596896" cy="2258568"/>
            </a:xfrm>
          </p:grpSpPr>
          <p:sp>
            <p:nvSpPr>
              <p:cNvPr id="4399" name="Path"/>
              <p:cNvSpPr/>
              <p:nvPr/>
            </p:nvSpPr>
            <p:spPr>
              <a:xfrm>
                <a:off x="11512296" y="6766560"/>
                <a:ext cx="1234440" cy="2194560"/>
              </a:xfrm>
              <a:custGeom>
                <a:avLst/>
                <a:gdLst/>
                <a:ahLst/>
                <a:cxnLst/>
                <a:rect l="l" t="t" r="r" b="b"/>
                <a:pathLst>
                  <a:path w="135" h="240">
                    <a:moveTo>
                      <a:pt x="0" y="0"/>
                    </a:moveTo>
                    <a:lnTo>
                      <a:pt x="135" y="43"/>
                    </a:lnTo>
                    <a:lnTo>
                      <a:pt x="135" y="202"/>
                    </a:lnTo>
                    <a:lnTo>
                      <a:pt x="0" y="240"/>
                    </a:lnTo>
                    <a:close/>
                  </a:path>
                </a:pathLst>
              </a:custGeom>
              <a:solidFill>
                <a:srgbClr val="BDAD93"/>
              </a:solidFill>
              <a:ln>
                <a:noFill/>
              </a:ln>
              <a:effectLst/>
            </p:spPr>
            <p:txBody>
              <a:bodyPr rtlCol="0" anchor="ctr"/>
              <a:lstStyle/>
              <a:p>
                <a:pPr algn="ctr"/>
              </a:p>
            </p:txBody>
          </p:sp>
          <p:sp>
            <p:nvSpPr>
              <p:cNvPr id="4400" name="Path"/>
              <p:cNvSpPr/>
              <p:nvPr/>
            </p:nvSpPr>
            <p:spPr>
              <a:xfrm>
                <a:off x="11484864" y="6739128"/>
                <a:ext cx="1280160" cy="2249424"/>
              </a:xfrm>
              <a:custGeom>
                <a:avLst/>
                <a:gdLst/>
                <a:ahLst/>
                <a:cxnLst/>
                <a:rect l="l" t="t" r="r" b="b"/>
                <a:pathLst>
                  <a:path w="140" h="246">
                    <a:moveTo>
                      <a:pt x="0" y="0"/>
                    </a:moveTo>
                    <a:lnTo>
                      <a:pt x="140" y="44"/>
                    </a:lnTo>
                    <a:lnTo>
                      <a:pt x="140" y="208"/>
                    </a:lnTo>
                    <a:lnTo>
                      <a:pt x="0" y="246"/>
                    </a:lnTo>
                    <a:close/>
                  </a:path>
                </a:pathLst>
              </a:custGeom>
              <a:solidFill>
                <a:srgbClr val="EAD7B6"/>
              </a:solidFill>
              <a:ln>
                <a:noFill/>
              </a:ln>
              <a:effectLst/>
            </p:spPr>
            <p:txBody>
              <a:bodyPr rtlCol="0" anchor="ctr"/>
              <a:lstStyle/>
              <a:p>
                <a:pPr algn="ctr"/>
              </a:p>
            </p:txBody>
          </p:sp>
          <p:sp>
            <p:nvSpPr>
              <p:cNvPr id="4401" name="Path"/>
              <p:cNvSpPr/>
              <p:nvPr/>
            </p:nvSpPr>
            <p:spPr>
              <a:xfrm>
                <a:off x="11548872" y="6830568"/>
                <a:ext cx="1170432" cy="2093976"/>
              </a:xfrm>
              <a:custGeom>
                <a:avLst/>
                <a:gdLst/>
                <a:ahLst/>
                <a:cxnLst/>
                <a:rect l="l" t="t" r="r" b="b"/>
                <a:pathLst>
                  <a:path w="128" h="229">
                    <a:moveTo>
                      <a:pt x="0" y="0"/>
                    </a:moveTo>
                    <a:lnTo>
                      <a:pt x="128" y="39"/>
                    </a:lnTo>
                    <a:lnTo>
                      <a:pt x="128" y="190"/>
                    </a:lnTo>
                    <a:lnTo>
                      <a:pt x="0" y="229"/>
                    </a:lnTo>
                    <a:close/>
                  </a:path>
                </a:pathLst>
              </a:custGeom>
              <a:solidFill>
                <a:srgbClr val="B9C9E9"/>
              </a:solidFill>
              <a:ln>
                <a:noFill/>
              </a:ln>
              <a:effectLst/>
            </p:spPr>
            <p:txBody>
              <a:bodyPr rtlCol="0" anchor="ctr"/>
              <a:lstStyle/>
              <a:p>
                <a:pPr algn="ctr"/>
              </a:p>
            </p:txBody>
          </p:sp>
          <p:sp>
            <p:nvSpPr>
              <p:cNvPr id="4402" name="Path"/>
              <p:cNvSpPr/>
              <p:nvPr/>
            </p:nvSpPr>
            <p:spPr>
              <a:xfrm>
                <a:off x="12847320" y="6757416"/>
                <a:ext cx="1207008" cy="2194560"/>
              </a:xfrm>
              <a:custGeom>
                <a:avLst/>
                <a:gdLst/>
                <a:ahLst/>
                <a:cxnLst/>
                <a:rect l="l" t="t" r="r" b="b"/>
                <a:pathLst>
                  <a:path w="132" h="240">
                    <a:moveTo>
                      <a:pt x="0" y="44"/>
                    </a:moveTo>
                    <a:lnTo>
                      <a:pt x="132" y="0"/>
                    </a:lnTo>
                    <a:lnTo>
                      <a:pt x="132" y="240"/>
                    </a:lnTo>
                    <a:lnTo>
                      <a:pt x="0" y="201"/>
                    </a:lnTo>
                    <a:close/>
                  </a:path>
                </a:pathLst>
              </a:custGeom>
              <a:solidFill>
                <a:srgbClr val="B6AA93"/>
              </a:solidFill>
              <a:ln>
                <a:noFill/>
              </a:ln>
              <a:effectLst/>
            </p:spPr>
            <p:txBody>
              <a:bodyPr rtlCol="0" anchor="ctr"/>
              <a:lstStyle/>
              <a:p>
                <a:pPr algn="ctr"/>
              </a:p>
            </p:txBody>
          </p:sp>
          <p:sp>
            <p:nvSpPr>
              <p:cNvPr id="4403" name="Path"/>
              <p:cNvSpPr/>
              <p:nvPr/>
            </p:nvSpPr>
            <p:spPr>
              <a:xfrm>
                <a:off x="12819888" y="6729984"/>
                <a:ext cx="1261872" cy="2249424"/>
              </a:xfrm>
              <a:custGeom>
                <a:avLst/>
                <a:gdLst/>
                <a:ahLst/>
                <a:cxnLst/>
                <a:rect l="l" t="t" r="r" b="b"/>
                <a:pathLst>
                  <a:path w="138" h="246">
                    <a:moveTo>
                      <a:pt x="0" y="45"/>
                    </a:moveTo>
                    <a:lnTo>
                      <a:pt x="138" y="0"/>
                    </a:lnTo>
                    <a:lnTo>
                      <a:pt x="138" y="246"/>
                    </a:lnTo>
                    <a:lnTo>
                      <a:pt x="0" y="207"/>
                    </a:lnTo>
                    <a:close/>
                  </a:path>
                </a:pathLst>
              </a:custGeom>
              <a:solidFill>
                <a:srgbClr val="EAD7B6"/>
              </a:solidFill>
              <a:ln>
                <a:noFill/>
              </a:ln>
              <a:effectLst/>
            </p:spPr>
            <p:txBody>
              <a:bodyPr rtlCol="0" anchor="ctr"/>
              <a:lstStyle/>
              <a:p>
                <a:pPr algn="ctr"/>
              </a:p>
            </p:txBody>
          </p:sp>
          <p:sp>
            <p:nvSpPr>
              <p:cNvPr id="4404" name="Path"/>
              <p:cNvSpPr/>
              <p:nvPr/>
            </p:nvSpPr>
            <p:spPr>
              <a:xfrm>
                <a:off x="12865608" y="6812280"/>
                <a:ext cx="1143000" cy="2103120"/>
              </a:xfrm>
              <a:custGeom>
                <a:avLst/>
                <a:gdLst/>
                <a:ahLst/>
                <a:cxnLst/>
                <a:rect l="l" t="t" r="r" b="b"/>
                <a:pathLst>
                  <a:path w="125" h="230">
                    <a:moveTo>
                      <a:pt x="0" y="40"/>
                    </a:moveTo>
                    <a:lnTo>
                      <a:pt x="125" y="0"/>
                    </a:lnTo>
                    <a:lnTo>
                      <a:pt x="125" y="230"/>
                    </a:lnTo>
                    <a:lnTo>
                      <a:pt x="0" y="192"/>
                    </a:lnTo>
                    <a:close/>
                  </a:path>
                </a:pathLst>
              </a:custGeom>
              <a:solidFill>
                <a:srgbClr val="B8C9E8"/>
              </a:solidFill>
              <a:ln>
                <a:noFill/>
              </a:ln>
              <a:effectLst/>
            </p:spPr>
            <p:txBody>
              <a:bodyPr rtlCol="0" anchor="ctr"/>
              <a:lstStyle/>
              <a:p>
                <a:pPr algn="ctr"/>
              </a:p>
            </p:txBody>
          </p:sp>
          <p:sp>
            <p:nvSpPr>
              <p:cNvPr id="4405" name="Rectangle"/>
              <p:cNvSpPr/>
              <p:nvPr/>
            </p:nvSpPr>
            <p:spPr>
              <a:xfrm>
                <a:off x="11695176" y="7223760"/>
                <a:ext cx="237744" cy="1307592"/>
              </a:xfrm>
              <a:prstGeom prst="roundRect">
                <a:avLst>
                  <a:gd name="adj" fmla="val 11538"/>
                </a:avLst>
              </a:prstGeom>
              <a:solidFill>
                <a:srgbClr val="8F9BA9"/>
              </a:solidFill>
              <a:ln>
                <a:noFill/>
              </a:ln>
              <a:effectLst/>
            </p:spPr>
            <p:txBody>
              <a:bodyPr rtlCol="0" anchor="ctr"/>
              <a:lstStyle/>
              <a:p>
                <a:pPr algn="ctr"/>
              </a:p>
            </p:txBody>
          </p:sp>
          <p:sp>
            <p:nvSpPr>
              <p:cNvPr id="4406" name="Rectangle"/>
              <p:cNvSpPr/>
              <p:nvPr/>
            </p:nvSpPr>
            <p:spPr>
              <a:xfrm>
                <a:off x="11676888" y="7205472"/>
                <a:ext cx="237744" cy="1307592"/>
              </a:xfrm>
              <a:prstGeom prst="roundRect">
                <a:avLst>
                  <a:gd name="adj" fmla="val 11538"/>
                </a:avLst>
              </a:prstGeom>
              <a:solidFill>
                <a:srgbClr val="8CA2B8"/>
              </a:solidFill>
              <a:ln>
                <a:noFill/>
              </a:ln>
              <a:effectLst/>
            </p:spPr>
            <p:txBody>
              <a:bodyPr rtlCol="0" anchor="ctr"/>
              <a:lstStyle/>
              <a:p>
                <a:pPr algn="ctr"/>
              </a:p>
            </p:txBody>
          </p:sp>
          <p:sp>
            <p:nvSpPr>
              <p:cNvPr id="4407" name="Rectangle"/>
              <p:cNvSpPr/>
              <p:nvPr/>
            </p:nvSpPr>
            <p:spPr>
              <a:xfrm>
                <a:off x="11658600" y="7187184"/>
                <a:ext cx="237744" cy="1307592"/>
              </a:xfrm>
              <a:prstGeom prst="roundRect">
                <a:avLst>
                  <a:gd name="adj" fmla="val 11538"/>
                </a:avLst>
              </a:prstGeom>
              <a:solidFill>
                <a:srgbClr val="6792CD"/>
              </a:solidFill>
              <a:ln w="6400" cap="flat">
                <a:solidFill>
                  <a:srgbClr val="5F93CE"/>
                </a:solidFill>
                <a:miter lim="800000"/>
              </a:ln>
              <a:effectLst/>
            </p:spPr>
            <p:txBody>
              <a:bodyPr rtlCol="0" anchor="ctr"/>
              <a:lstStyle/>
              <a:p>
                <a:pPr algn="ctr"/>
              </a:p>
            </p:txBody>
          </p:sp>
          <p:sp>
            <p:nvSpPr>
              <p:cNvPr id="4408" name="Rectangle"/>
              <p:cNvSpPr/>
              <p:nvPr/>
            </p:nvSpPr>
            <p:spPr>
              <a:xfrm>
                <a:off x="12051792" y="7342632"/>
                <a:ext cx="246888" cy="1060704"/>
              </a:xfrm>
              <a:prstGeom prst="roundRect">
                <a:avLst>
                  <a:gd name="adj" fmla="val 11111"/>
                </a:avLst>
              </a:prstGeom>
              <a:solidFill>
                <a:srgbClr val="8F9BA9"/>
              </a:solidFill>
              <a:ln>
                <a:noFill/>
              </a:ln>
              <a:effectLst/>
            </p:spPr>
            <p:txBody>
              <a:bodyPr rtlCol="0" anchor="ctr"/>
              <a:lstStyle/>
              <a:p>
                <a:pPr algn="ctr"/>
              </a:p>
            </p:txBody>
          </p:sp>
          <p:sp>
            <p:nvSpPr>
              <p:cNvPr id="4409" name="Rectangle"/>
              <p:cNvSpPr/>
              <p:nvPr/>
            </p:nvSpPr>
            <p:spPr>
              <a:xfrm>
                <a:off x="12033504" y="7324344"/>
                <a:ext cx="246888" cy="1060704"/>
              </a:xfrm>
              <a:prstGeom prst="roundRect">
                <a:avLst>
                  <a:gd name="adj" fmla="val 11111"/>
                </a:avLst>
              </a:prstGeom>
              <a:solidFill>
                <a:srgbClr val="8CA2B8"/>
              </a:solidFill>
              <a:ln>
                <a:noFill/>
              </a:ln>
              <a:effectLst/>
            </p:spPr>
            <p:txBody>
              <a:bodyPr rtlCol="0" anchor="ctr"/>
              <a:lstStyle/>
              <a:p>
                <a:pPr algn="ctr"/>
              </a:p>
            </p:txBody>
          </p:sp>
          <p:sp>
            <p:nvSpPr>
              <p:cNvPr id="4410" name="Rectangle"/>
              <p:cNvSpPr/>
              <p:nvPr/>
            </p:nvSpPr>
            <p:spPr>
              <a:xfrm>
                <a:off x="12015216" y="7306056"/>
                <a:ext cx="246888" cy="1060704"/>
              </a:xfrm>
              <a:prstGeom prst="roundRect">
                <a:avLst>
                  <a:gd name="adj" fmla="val 11111"/>
                </a:avLst>
              </a:prstGeom>
              <a:solidFill>
                <a:srgbClr val="6792CD"/>
              </a:solidFill>
              <a:ln w="6400" cap="flat">
                <a:solidFill>
                  <a:srgbClr val="5F93CE"/>
                </a:solidFill>
                <a:miter lim="800000"/>
              </a:ln>
              <a:effectLst/>
            </p:spPr>
            <p:txBody>
              <a:bodyPr rtlCol="0" anchor="ctr"/>
              <a:lstStyle/>
              <a:p>
                <a:pPr algn="ctr"/>
              </a:p>
            </p:txBody>
          </p:sp>
          <p:sp>
            <p:nvSpPr>
              <p:cNvPr id="4411" name="Rectangle"/>
              <p:cNvSpPr/>
              <p:nvPr/>
            </p:nvSpPr>
            <p:spPr>
              <a:xfrm>
                <a:off x="12408408" y="7470648"/>
                <a:ext cx="246888" cy="813816"/>
              </a:xfrm>
              <a:prstGeom prst="roundRect">
                <a:avLst>
                  <a:gd name="adj" fmla="val 11111"/>
                </a:avLst>
              </a:prstGeom>
              <a:solidFill>
                <a:srgbClr val="8F9BA9"/>
              </a:solidFill>
              <a:ln>
                <a:noFill/>
              </a:ln>
              <a:effectLst/>
            </p:spPr>
            <p:txBody>
              <a:bodyPr rtlCol="0" anchor="ctr"/>
              <a:lstStyle/>
              <a:p>
                <a:pPr algn="ctr"/>
              </a:p>
            </p:txBody>
          </p:sp>
          <p:sp>
            <p:nvSpPr>
              <p:cNvPr id="4412" name="Rectangle"/>
              <p:cNvSpPr/>
              <p:nvPr/>
            </p:nvSpPr>
            <p:spPr>
              <a:xfrm>
                <a:off x="12390120" y="7452360"/>
                <a:ext cx="246888" cy="813816"/>
              </a:xfrm>
              <a:prstGeom prst="roundRect">
                <a:avLst>
                  <a:gd name="adj" fmla="val 11111"/>
                </a:avLst>
              </a:prstGeom>
              <a:solidFill>
                <a:srgbClr val="8CA2B8"/>
              </a:solidFill>
              <a:ln>
                <a:noFill/>
              </a:ln>
              <a:effectLst/>
            </p:spPr>
            <p:txBody>
              <a:bodyPr rtlCol="0" anchor="ctr"/>
              <a:lstStyle/>
              <a:p>
                <a:pPr algn="ctr"/>
              </a:p>
            </p:txBody>
          </p:sp>
          <p:sp>
            <p:nvSpPr>
              <p:cNvPr id="4413" name="Rectangle"/>
              <p:cNvSpPr/>
              <p:nvPr/>
            </p:nvSpPr>
            <p:spPr>
              <a:xfrm>
                <a:off x="12371832" y="7434072"/>
                <a:ext cx="246888" cy="813816"/>
              </a:xfrm>
              <a:prstGeom prst="roundRect">
                <a:avLst>
                  <a:gd name="adj" fmla="val 11111"/>
                </a:avLst>
              </a:prstGeom>
              <a:solidFill>
                <a:srgbClr val="6792CD"/>
              </a:solidFill>
              <a:ln w="6400" cap="flat">
                <a:solidFill>
                  <a:srgbClr val="5F93CE"/>
                </a:solidFill>
                <a:miter lim="800000"/>
              </a:ln>
              <a:effectLst/>
            </p:spPr>
            <p:txBody>
              <a:bodyPr rtlCol="0" anchor="ctr"/>
              <a:lstStyle/>
              <a:p>
                <a:pPr algn="ctr"/>
              </a:p>
            </p:txBody>
          </p:sp>
          <p:sp>
            <p:nvSpPr>
              <p:cNvPr id="4414" name="Rectangle"/>
              <p:cNvSpPr/>
              <p:nvPr/>
            </p:nvSpPr>
            <p:spPr>
              <a:xfrm>
                <a:off x="12993624" y="7470648"/>
                <a:ext cx="246888" cy="813816"/>
              </a:xfrm>
              <a:prstGeom prst="roundRect">
                <a:avLst>
                  <a:gd name="adj" fmla="val 11111"/>
                </a:avLst>
              </a:prstGeom>
              <a:solidFill>
                <a:srgbClr val="8F9BA9"/>
              </a:solidFill>
              <a:ln>
                <a:noFill/>
              </a:ln>
              <a:effectLst/>
            </p:spPr>
            <p:txBody>
              <a:bodyPr rtlCol="0" anchor="ctr"/>
              <a:lstStyle/>
              <a:p>
                <a:pPr algn="ctr"/>
              </a:p>
            </p:txBody>
          </p:sp>
          <p:sp>
            <p:nvSpPr>
              <p:cNvPr id="4415" name="Rectangle"/>
              <p:cNvSpPr/>
              <p:nvPr/>
            </p:nvSpPr>
            <p:spPr>
              <a:xfrm>
                <a:off x="12975336" y="7452360"/>
                <a:ext cx="246888" cy="813816"/>
              </a:xfrm>
              <a:prstGeom prst="roundRect">
                <a:avLst>
                  <a:gd name="adj" fmla="val 11111"/>
                </a:avLst>
              </a:prstGeom>
              <a:solidFill>
                <a:srgbClr val="8CA2B8"/>
              </a:solidFill>
              <a:ln>
                <a:noFill/>
              </a:ln>
              <a:effectLst/>
            </p:spPr>
            <p:txBody>
              <a:bodyPr rtlCol="0" anchor="ctr"/>
              <a:lstStyle/>
              <a:p>
                <a:pPr algn="ctr"/>
              </a:p>
            </p:txBody>
          </p:sp>
          <p:sp>
            <p:nvSpPr>
              <p:cNvPr id="4416" name="Rectangle"/>
              <p:cNvSpPr/>
              <p:nvPr/>
            </p:nvSpPr>
            <p:spPr>
              <a:xfrm>
                <a:off x="12957048" y="7434072"/>
                <a:ext cx="246888" cy="813816"/>
              </a:xfrm>
              <a:prstGeom prst="roundRect">
                <a:avLst>
                  <a:gd name="adj" fmla="val 11111"/>
                </a:avLst>
              </a:prstGeom>
              <a:solidFill>
                <a:srgbClr val="6792CD"/>
              </a:solidFill>
              <a:ln w="6400" cap="flat">
                <a:solidFill>
                  <a:srgbClr val="5F93CE"/>
                </a:solidFill>
                <a:miter lim="800000"/>
              </a:ln>
              <a:effectLst/>
            </p:spPr>
            <p:txBody>
              <a:bodyPr rtlCol="0" anchor="ctr"/>
              <a:lstStyle/>
              <a:p>
                <a:pPr algn="ctr"/>
              </a:p>
            </p:txBody>
          </p:sp>
          <p:sp>
            <p:nvSpPr>
              <p:cNvPr id="4417" name="Rectangle"/>
              <p:cNvSpPr/>
              <p:nvPr/>
            </p:nvSpPr>
            <p:spPr>
              <a:xfrm>
                <a:off x="13350240" y="7342632"/>
                <a:ext cx="246888" cy="1060704"/>
              </a:xfrm>
              <a:prstGeom prst="roundRect">
                <a:avLst>
                  <a:gd name="adj" fmla="val 11111"/>
                </a:avLst>
              </a:prstGeom>
              <a:solidFill>
                <a:srgbClr val="8F9BA9"/>
              </a:solidFill>
              <a:ln>
                <a:noFill/>
              </a:ln>
              <a:effectLst/>
            </p:spPr>
            <p:txBody>
              <a:bodyPr rtlCol="0" anchor="ctr"/>
              <a:lstStyle/>
              <a:p>
                <a:pPr algn="ctr"/>
              </a:p>
            </p:txBody>
          </p:sp>
          <p:sp>
            <p:nvSpPr>
              <p:cNvPr id="4418" name="Rectangle"/>
              <p:cNvSpPr/>
              <p:nvPr/>
            </p:nvSpPr>
            <p:spPr>
              <a:xfrm>
                <a:off x="13331952" y="7324344"/>
                <a:ext cx="246888" cy="1060704"/>
              </a:xfrm>
              <a:prstGeom prst="roundRect">
                <a:avLst>
                  <a:gd name="adj" fmla="val 11111"/>
                </a:avLst>
              </a:prstGeom>
              <a:solidFill>
                <a:srgbClr val="8CA2B8"/>
              </a:solidFill>
              <a:ln>
                <a:noFill/>
              </a:ln>
              <a:effectLst/>
            </p:spPr>
            <p:txBody>
              <a:bodyPr rtlCol="0" anchor="ctr"/>
              <a:lstStyle/>
              <a:p>
                <a:pPr algn="ctr"/>
              </a:p>
            </p:txBody>
          </p:sp>
          <p:sp>
            <p:nvSpPr>
              <p:cNvPr id="4419" name="Rectangle"/>
              <p:cNvSpPr/>
              <p:nvPr/>
            </p:nvSpPr>
            <p:spPr>
              <a:xfrm>
                <a:off x="13313664" y="7306056"/>
                <a:ext cx="246888" cy="1060704"/>
              </a:xfrm>
              <a:prstGeom prst="roundRect">
                <a:avLst>
                  <a:gd name="adj" fmla="val 11111"/>
                </a:avLst>
              </a:prstGeom>
              <a:solidFill>
                <a:srgbClr val="6792CD"/>
              </a:solidFill>
              <a:ln w="6400" cap="flat">
                <a:solidFill>
                  <a:srgbClr val="5F93CE"/>
                </a:solidFill>
                <a:miter lim="800000"/>
              </a:ln>
              <a:effectLst/>
            </p:spPr>
            <p:txBody>
              <a:bodyPr rtlCol="0" anchor="ctr"/>
              <a:lstStyle/>
              <a:p>
                <a:pPr algn="ctr"/>
              </a:p>
            </p:txBody>
          </p:sp>
          <p:sp>
            <p:nvSpPr>
              <p:cNvPr id="4420" name="Rectangle"/>
              <p:cNvSpPr/>
              <p:nvPr/>
            </p:nvSpPr>
            <p:spPr>
              <a:xfrm>
                <a:off x="13716000" y="7223760"/>
                <a:ext cx="237744" cy="1307592"/>
              </a:xfrm>
              <a:prstGeom prst="roundRect">
                <a:avLst>
                  <a:gd name="adj" fmla="val 11538"/>
                </a:avLst>
              </a:prstGeom>
              <a:solidFill>
                <a:srgbClr val="8F9BA9"/>
              </a:solidFill>
              <a:ln>
                <a:noFill/>
              </a:ln>
              <a:effectLst/>
            </p:spPr>
            <p:txBody>
              <a:bodyPr rtlCol="0" anchor="ctr"/>
              <a:lstStyle/>
              <a:p>
                <a:pPr algn="ctr"/>
              </a:p>
            </p:txBody>
          </p:sp>
          <p:sp>
            <p:nvSpPr>
              <p:cNvPr id="4421" name="Rectangle"/>
              <p:cNvSpPr/>
              <p:nvPr/>
            </p:nvSpPr>
            <p:spPr>
              <a:xfrm>
                <a:off x="13697712" y="7205472"/>
                <a:ext cx="237744" cy="1307592"/>
              </a:xfrm>
              <a:prstGeom prst="roundRect">
                <a:avLst>
                  <a:gd name="adj" fmla="val 11538"/>
                </a:avLst>
              </a:prstGeom>
              <a:solidFill>
                <a:srgbClr val="8CA2B8"/>
              </a:solidFill>
              <a:ln>
                <a:noFill/>
              </a:ln>
              <a:effectLst/>
            </p:spPr>
            <p:txBody>
              <a:bodyPr rtlCol="0" anchor="ctr"/>
              <a:lstStyle/>
              <a:p>
                <a:pPr algn="ctr"/>
              </a:p>
            </p:txBody>
          </p:sp>
          <p:sp>
            <p:nvSpPr>
              <p:cNvPr id="4422" name="Rectangle"/>
              <p:cNvSpPr/>
              <p:nvPr/>
            </p:nvSpPr>
            <p:spPr>
              <a:xfrm>
                <a:off x="13679424" y="7187184"/>
                <a:ext cx="237744" cy="1307592"/>
              </a:xfrm>
              <a:prstGeom prst="roundRect">
                <a:avLst>
                  <a:gd name="adj" fmla="val 11538"/>
                </a:avLst>
              </a:prstGeom>
              <a:solidFill>
                <a:srgbClr val="6792CD"/>
              </a:solidFill>
              <a:ln w="6400" cap="flat">
                <a:solidFill>
                  <a:srgbClr val="5F93CE"/>
                </a:solidFill>
                <a:miter lim="800000"/>
              </a:ln>
              <a:effectLst/>
            </p:spPr>
            <p:txBody>
              <a:bodyPr rtlCol="0" anchor="ctr"/>
              <a:lstStyle/>
              <a:p>
                <a:pPr algn="ctr"/>
              </a:p>
            </p:txBody>
          </p:sp>
        </p:grpSp>
        <p:sp>
          <p:nvSpPr>
            <p:cNvPr id="4423" name="Node"/>
            <p:cNvSpPr/>
            <p:nvPr/>
          </p:nvSpPr>
          <p:spPr>
            <a:xfrm>
              <a:off x="14548104" y="6931152"/>
              <a:ext cx="292608" cy="365760"/>
            </a:xfrm>
            <a:prstGeom prst="ellipse">
              <a:avLst/>
            </a:prstGeom>
            <a:noFill/>
            <a:ln w="27432" cap="flat">
              <a:solidFill>
                <a:srgbClr val="000000"/>
              </a:solidFill>
              <a:miter lim="800000"/>
            </a:ln>
            <a:effectLst/>
          </p:spPr>
          <p:txBody>
            <a:bodyPr rtlCol="0" anchor="ctr"/>
            <a:lstStyle/>
            <a:p>
              <a:pPr algn="ctr"/>
            </a:p>
          </p:txBody>
        </p:sp>
        <p:sp>
          <p:nvSpPr>
            <p:cNvPr id="4424" name="Connector"/>
            <p:cNvSpPr/>
            <p:nvPr/>
          </p:nvSpPr>
          <p:spPr>
            <a:xfrm>
              <a:off x="14602968" y="7114032"/>
              <a:ext cx="173736" cy="0"/>
            </a:xfrm>
            <a:custGeom>
              <a:avLst/>
              <a:gdLst/>
              <a:ahLst/>
              <a:cxnLst/>
              <a:rect l="l" t="t" r="r" b="b"/>
              <a:pathLst>
                <a:path w="19" h="0">
                  <a:moveTo>
                    <a:pt x="0" y="0"/>
                  </a:moveTo>
                  <a:lnTo>
                    <a:pt x="19" y="0"/>
                  </a:lnTo>
                </a:path>
              </a:pathLst>
            </a:custGeom>
            <a:noFill/>
            <a:ln w="27432" cap="flat">
              <a:solidFill>
                <a:srgbClr val="000000"/>
              </a:solidFill>
              <a:miter lim="800000"/>
            </a:ln>
            <a:effectLst/>
          </p:spPr>
          <p:txBody>
            <a:bodyPr rtlCol="0" anchor="ctr"/>
            <a:lstStyle/>
            <a:p>
              <a:pPr algn="ctr"/>
            </a:p>
          </p:txBody>
        </p:sp>
        <p:sp>
          <p:nvSpPr>
            <p:cNvPr id="4425" name="Node"/>
            <p:cNvSpPr/>
            <p:nvPr/>
          </p:nvSpPr>
          <p:spPr>
            <a:xfrm>
              <a:off x="14218920" y="8247888"/>
              <a:ext cx="292608" cy="365760"/>
            </a:xfrm>
            <a:prstGeom prst="ellipse">
              <a:avLst/>
            </a:prstGeom>
            <a:noFill/>
            <a:ln w="27432" cap="flat">
              <a:solidFill>
                <a:srgbClr val="000000"/>
              </a:solidFill>
              <a:miter lim="800000"/>
            </a:ln>
            <a:effectLst/>
          </p:spPr>
          <p:txBody>
            <a:bodyPr rtlCol="0" anchor="ctr"/>
            <a:lstStyle/>
            <a:p>
              <a:pPr algn="ctr"/>
            </a:p>
          </p:txBody>
        </p:sp>
        <p:sp>
          <p:nvSpPr>
            <p:cNvPr id="4426" name="Connector"/>
            <p:cNvSpPr/>
            <p:nvPr/>
          </p:nvSpPr>
          <p:spPr>
            <a:xfrm>
              <a:off x="14273784" y="8430768"/>
              <a:ext cx="173736" cy="0"/>
            </a:xfrm>
            <a:custGeom>
              <a:avLst/>
              <a:gdLst/>
              <a:ahLst/>
              <a:cxnLst/>
              <a:rect l="l" t="t" r="r" b="b"/>
              <a:pathLst>
                <a:path w="19" h="0">
                  <a:moveTo>
                    <a:pt x="0" y="0"/>
                  </a:moveTo>
                  <a:lnTo>
                    <a:pt x="19" y="0"/>
                  </a:lnTo>
                </a:path>
              </a:pathLst>
            </a:custGeom>
            <a:noFill/>
            <a:ln w="27432" cap="flat">
              <a:solidFill>
                <a:srgbClr val="000000"/>
              </a:solidFill>
              <a:miter lim="800000"/>
            </a:ln>
            <a:effectLst/>
          </p:spPr>
          <p:txBody>
            <a:bodyPr rtlCol="0" anchor="ctr"/>
            <a:lstStyle/>
            <a:p>
              <a:pPr algn="ctr"/>
            </a:p>
          </p:txBody>
        </p:sp>
        <p:sp>
          <p:nvSpPr>
            <p:cNvPr id="4427" name="Connector"/>
            <p:cNvSpPr/>
            <p:nvPr/>
          </p:nvSpPr>
          <p:spPr>
            <a:xfrm>
              <a:off x="14365224" y="8339328"/>
              <a:ext cx="0" cy="182880"/>
            </a:xfrm>
            <a:custGeom>
              <a:avLst/>
              <a:gdLst/>
              <a:ahLst/>
              <a:cxnLst/>
              <a:rect l="l" t="t" r="r" b="b"/>
              <a:pathLst>
                <a:path w="0" h="20">
                  <a:moveTo>
                    <a:pt x="0" y="0"/>
                  </a:moveTo>
                  <a:lnTo>
                    <a:pt x="0" y="20"/>
                  </a:lnTo>
                </a:path>
              </a:pathLst>
            </a:custGeom>
            <a:noFill/>
            <a:ln w="27432" cap="flat">
              <a:solidFill>
                <a:srgbClr val="000000"/>
              </a:solidFill>
              <a:miter lim="800000"/>
            </a:ln>
            <a:effectLst/>
          </p:spPr>
          <p:txBody>
            <a:bodyPr rtlCol="0" anchor="ctr"/>
            <a:lstStyle/>
            <a:p>
              <a:pPr algn="ctr"/>
            </a:p>
          </p:txBody>
        </p:sp>
        <p:sp>
          <p:nvSpPr>
            <p:cNvPr id="4428" name="Arrow shaft"/>
            <p:cNvSpPr/>
            <p:nvPr/>
          </p:nvSpPr>
          <p:spPr>
            <a:xfrm>
              <a:off x="15206472" y="6958584"/>
              <a:ext cx="493776" cy="923544"/>
            </a:xfrm>
            <a:custGeom>
              <a:avLst/>
              <a:gdLst/>
              <a:ahLst/>
              <a:cxnLst/>
              <a:rect l="l" t="t" r="r" b="b"/>
              <a:pathLst>
                <a:path w="54" h="101">
                  <a:moveTo>
                    <a:pt x="0" y="101"/>
                  </a:moveTo>
                  <a:lnTo>
                    <a:pt x="54" y="0"/>
                  </a:lnTo>
                </a:path>
              </a:pathLst>
            </a:custGeom>
            <a:noFill/>
            <a:ln w="39319" cap="flat">
              <a:solidFill>
                <a:srgbClr val="2C54A5"/>
              </a:solidFill>
              <a:miter lim="800000"/>
            </a:ln>
            <a:effectLst/>
          </p:spPr>
          <p:txBody>
            <a:bodyPr rtlCol="0" anchor="ctr"/>
            <a:lstStyle/>
            <a:p>
              <a:pPr algn="ctr"/>
            </a:p>
          </p:txBody>
        </p:sp>
        <p:sp>
          <p:nvSpPr>
            <p:cNvPr id="4429" name="Arrow head"/>
            <p:cNvSpPr/>
            <p:nvPr/>
          </p:nvSpPr>
          <p:spPr>
            <a:xfrm>
              <a:off x="15645384" y="6839712"/>
              <a:ext cx="118872" cy="146304"/>
            </a:xfrm>
            <a:custGeom>
              <a:avLst/>
              <a:gdLst/>
              <a:ahLst/>
              <a:cxnLst/>
              <a:rect l="l" t="t" r="r" b="b"/>
              <a:pathLst>
                <a:path w="13" h="16">
                  <a:moveTo>
                    <a:pt x="13" y="0"/>
                  </a:moveTo>
                  <a:lnTo>
                    <a:pt x="12" y="16"/>
                  </a:lnTo>
                  <a:lnTo>
                    <a:pt x="0" y="10"/>
                  </a:lnTo>
                  <a:close/>
                </a:path>
              </a:pathLst>
            </a:custGeom>
            <a:solidFill>
              <a:srgbClr val="2C54A5"/>
            </a:solidFill>
            <a:ln>
              <a:noFill/>
            </a:ln>
            <a:effectLst/>
          </p:spPr>
          <p:txBody>
            <a:bodyPr rtlCol="0" anchor="ctr"/>
            <a:lstStyle/>
            <a:p>
              <a:pPr algn="ctr"/>
            </a:p>
          </p:txBody>
        </p:sp>
        <p:sp>
          <p:nvSpPr>
            <p:cNvPr id="4430" name="Arrow shaft"/>
            <p:cNvSpPr/>
            <p:nvPr/>
          </p:nvSpPr>
          <p:spPr>
            <a:xfrm>
              <a:off x="15206472" y="7507224"/>
              <a:ext cx="448056" cy="374904"/>
            </a:xfrm>
            <a:custGeom>
              <a:avLst/>
              <a:gdLst/>
              <a:ahLst/>
              <a:cxnLst/>
              <a:rect l="l" t="t" r="r" b="b"/>
              <a:pathLst>
                <a:path w="49" h="41">
                  <a:moveTo>
                    <a:pt x="0" y="41"/>
                  </a:moveTo>
                  <a:lnTo>
                    <a:pt x="49" y="0"/>
                  </a:lnTo>
                </a:path>
              </a:pathLst>
            </a:custGeom>
            <a:noFill/>
            <a:ln w="39319" cap="flat">
              <a:solidFill>
                <a:srgbClr val="2C54A5"/>
              </a:solidFill>
              <a:miter lim="800000"/>
            </a:ln>
            <a:effectLst/>
          </p:spPr>
          <p:txBody>
            <a:bodyPr rtlCol="0" anchor="ctr"/>
            <a:lstStyle/>
            <a:p>
              <a:pPr algn="ctr"/>
            </a:p>
          </p:txBody>
        </p:sp>
        <p:sp>
          <p:nvSpPr>
            <p:cNvPr id="4431" name="Arrow head"/>
            <p:cNvSpPr/>
            <p:nvPr/>
          </p:nvSpPr>
          <p:spPr>
            <a:xfrm>
              <a:off x="15617952" y="7415784"/>
              <a:ext cx="146304" cy="137160"/>
            </a:xfrm>
            <a:custGeom>
              <a:avLst/>
              <a:gdLst/>
              <a:ahLst/>
              <a:cxnLst/>
              <a:rect l="l" t="t" r="r" b="b"/>
              <a:pathLst>
                <a:path w="16" h="15">
                  <a:moveTo>
                    <a:pt x="16" y="0"/>
                  </a:moveTo>
                  <a:lnTo>
                    <a:pt x="9" y="15"/>
                  </a:lnTo>
                  <a:lnTo>
                    <a:pt x="0" y="5"/>
                  </a:lnTo>
                  <a:close/>
                </a:path>
              </a:pathLst>
            </a:custGeom>
            <a:solidFill>
              <a:srgbClr val="2C54A5"/>
            </a:solidFill>
            <a:ln>
              <a:noFill/>
            </a:ln>
            <a:effectLst/>
          </p:spPr>
          <p:txBody>
            <a:bodyPr rtlCol="0" anchor="ctr"/>
            <a:lstStyle/>
            <a:p>
              <a:pPr algn="ctr"/>
            </a:p>
          </p:txBody>
        </p:sp>
        <p:sp>
          <p:nvSpPr>
            <p:cNvPr id="4432" name="Arrow shaft"/>
            <p:cNvSpPr/>
            <p:nvPr/>
          </p:nvSpPr>
          <p:spPr>
            <a:xfrm>
              <a:off x="15206472" y="7882128"/>
              <a:ext cx="484632" cy="768096"/>
            </a:xfrm>
            <a:custGeom>
              <a:avLst/>
              <a:gdLst/>
              <a:ahLst/>
              <a:cxnLst/>
              <a:rect l="l" t="t" r="r" b="b"/>
              <a:pathLst>
                <a:path w="53" h="84">
                  <a:moveTo>
                    <a:pt x="0" y="0"/>
                  </a:moveTo>
                  <a:lnTo>
                    <a:pt x="53" y="84"/>
                  </a:lnTo>
                </a:path>
              </a:pathLst>
            </a:custGeom>
            <a:noFill/>
            <a:ln w="39319" cap="flat">
              <a:solidFill>
                <a:srgbClr val="2C54A5"/>
              </a:solidFill>
              <a:miter lim="800000"/>
            </a:ln>
            <a:effectLst/>
          </p:spPr>
          <p:txBody>
            <a:bodyPr rtlCol="0" anchor="ctr"/>
            <a:lstStyle/>
            <a:p>
              <a:pPr algn="ctr"/>
            </a:p>
          </p:txBody>
        </p:sp>
        <p:sp>
          <p:nvSpPr>
            <p:cNvPr id="4433" name="Arrow head"/>
            <p:cNvSpPr/>
            <p:nvPr/>
          </p:nvSpPr>
          <p:spPr>
            <a:xfrm>
              <a:off x="15645384" y="8622792"/>
              <a:ext cx="118872" cy="146304"/>
            </a:xfrm>
            <a:custGeom>
              <a:avLst/>
              <a:gdLst/>
              <a:ahLst/>
              <a:cxnLst/>
              <a:rect l="l" t="t" r="r" b="b"/>
              <a:pathLst>
                <a:path w="13" h="16">
                  <a:moveTo>
                    <a:pt x="13" y="16"/>
                  </a:moveTo>
                  <a:lnTo>
                    <a:pt x="0" y="7"/>
                  </a:lnTo>
                  <a:lnTo>
                    <a:pt x="11" y="0"/>
                  </a:lnTo>
                  <a:close/>
                </a:path>
              </a:pathLst>
            </a:custGeom>
            <a:solidFill>
              <a:srgbClr val="2C54A5"/>
            </a:solidFill>
            <a:ln>
              <a:noFill/>
            </a:ln>
            <a:effectLst/>
          </p:spPr>
          <p:txBody>
            <a:bodyPr rtlCol="0" anchor="ctr"/>
            <a:lstStyle/>
            <a:p>
              <a:pPr algn="ctr"/>
            </a:p>
          </p:txBody>
        </p:sp>
        <p:sp>
          <p:nvSpPr>
            <p:cNvPr id="4434" name="60%"/>
            <p:cNvSpPr txBox="1"/>
            <p:nvPr/>
          </p:nvSpPr>
          <p:spPr>
            <a:xfrm rot="17880000">
              <a:off x="14987016" y="6917436"/>
              <a:ext cx="841248" cy="338328"/>
            </a:xfrm>
            <a:prstGeom prst="rect">
              <a:avLst/>
            </a:prstGeom>
            <a:noFill/>
            <a:ln>
              <a:noFill/>
            </a:ln>
            <a:effectLst/>
          </p:spPr>
          <p:txBody>
            <a:bodyPr wrap="none" lIns="0" rIns="0" tIns="0" bIns="0" anchor="ctr">
              <a:spAutoFit/>
            </a:bodyPr>
            <a:lstStyle/>
            <a:p>
              <a:pPr algn="ctr">
                <a:lnSpc>
                  <a:spcPts val="2462"/>
                </a:lnSpc>
                <a:spcBef>
                  <a:spcPts val="0"/>
                </a:spcBef>
                <a:spcAft>
                  <a:spcPts val="0"/>
                </a:spcAft>
              </a:pPr>
              <a:r>
                <a:rPr sz="2160" b="1" i="1">
                  <a:solidFill>
                    <a:srgbClr val="000000"/>
                  </a:solidFill>
                  <a:latin typeface="Times New Roman"/>
                  <a:ea typeface="Times New Roman"/>
                </a:rPr>
                <a:t>60%</a:t>
              </a:r>
            </a:p>
          </p:txBody>
        </p:sp>
        <p:sp>
          <p:nvSpPr>
            <p:cNvPr id="4435" name="10%"/>
            <p:cNvSpPr txBox="1"/>
            <p:nvPr/>
          </p:nvSpPr>
          <p:spPr>
            <a:xfrm rot="3480000">
              <a:off x="14977872" y="8412480"/>
              <a:ext cx="841248" cy="347472"/>
            </a:xfrm>
            <a:prstGeom prst="rect">
              <a:avLst/>
            </a:prstGeom>
            <a:noFill/>
            <a:ln>
              <a:noFill/>
            </a:ln>
            <a:effectLst/>
          </p:spPr>
          <p:txBody>
            <a:bodyPr wrap="none" lIns="0" rIns="0" tIns="0" bIns="0" anchor="ctr">
              <a:spAutoFit/>
            </a:bodyPr>
            <a:lstStyle/>
            <a:p>
              <a:pPr algn="ctr">
                <a:lnSpc>
                  <a:spcPts val="2462"/>
                </a:lnSpc>
                <a:spcBef>
                  <a:spcPts val="0"/>
                </a:spcBef>
                <a:spcAft>
                  <a:spcPts val="0"/>
                </a:spcAft>
              </a:pPr>
              <a:r>
                <a:rPr sz="2160" b="1" i="1">
                  <a:solidFill>
                    <a:srgbClr val="000000"/>
                  </a:solidFill>
                  <a:latin typeface="Times New Roman"/>
                  <a:ea typeface="Times New Roman"/>
                </a:rPr>
                <a:t>10%</a:t>
              </a:r>
            </a:p>
          </p:txBody>
        </p:sp>
        <p:sp>
          <p:nvSpPr>
            <p:cNvPr id="4436" name="Node"/>
            <p:cNvSpPr/>
            <p:nvPr/>
          </p:nvSpPr>
          <p:spPr>
            <a:xfrm>
              <a:off x="15524683" y="7743139"/>
              <a:ext cx="95098" cy="95098"/>
            </a:xfrm>
            <a:prstGeom prst="ellipse">
              <a:avLst/>
            </a:prstGeom>
            <a:solidFill>
              <a:srgbClr val="8FAFE0"/>
            </a:solidFill>
            <a:ln>
              <a:noFill/>
            </a:ln>
            <a:effectLst/>
          </p:spPr>
          <p:txBody>
            <a:bodyPr rtlCol="0" anchor="ctr"/>
            <a:lstStyle/>
            <a:p>
              <a:pPr algn="ctr"/>
            </a:p>
          </p:txBody>
        </p:sp>
        <p:sp>
          <p:nvSpPr>
            <p:cNvPr id="4437" name="Node"/>
            <p:cNvSpPr/>
            <p:nvPr/>
          </p:nvSpPr>
          <p:spPr>
            <a:xfrm>
              <a:off x="15524683" y="7971739"/>
              <a:ext cx="95098" cy="95098"/>
            </a:xfrm>
            <a:prstGeom prst="ellipse">
              <a:avLst/>
            </a:prstGeom>
            <a:solidFill>
              <a:srgbClr val="8FAFE0"/>
            </a:solidFill>
            <a:ln>
              <a:noFill/>
            </a:ln>
            <a:effectLst/>
          </p:spPr>
          <p:txBody>
            <a:bodyPr rtlCol="0" anchor="ctr"/>
            <a:lstStyle/>
            <a:p>
              <a:pPr algn="ctr"/>
            </a:p>
          </p:txBody>
        </p:sp>
        <p:sp>
          <p:nvSpPr>
            <p:cNvPr id="4438" name="Node"/>
            <p:cNvSpPr/>
            <p:nvPr/>
          </p:nvSpPr>
          <p:spPr>
            <a:xfrm>
              <a:off x="15524683" y="8200339"/>
              <a:ext cx="95098" cy="95098"/>
            </a:xfrm>
            <a:prstGeom prst="ellipse">
              <a:avLst/>
            </a:prstGeom>
            <a:solidFill>
              <a:srgbClr val="8FAFE0"/>
            </a:solidFill>
            <a:ln>
              <a:noFill/>
            </a:ln>
            <a:effectLst/>
          </p:spPr>
          <p:txBody>
            <a:bodyPr rtlCol="0" anchor="ctr"/>
            <a:lstStyle/>
            <a:p>
              <a:pPr algn="ctr"/>
            </a:p>
          </p:txBody>
        </p:sp>
        <p:grpSp>
          <p:nvGrpSpPr>
            <p:cNvPr id="4439" name="Station predictive distribution"/>
            <p:cNvGrpSpPr/>
            <p:nvPr/>
          </p:nvGrpSpPr>
          <p:grpSpPr>
            <a:xfrm>
              <a:off x="15745968" y="6419088"/>
              <a:ext cx="822960" cy="2862072"/>
              <a:chOff x="15745968" y="6419088"/>
              <a:chExt cx="822960" cy="2862072"/>
            </a:xfrm>
          </p:grpSpPr>
          <p:sp>
            <p:nvSpPr>
              <p:cNvPr id="4440" name="Rectangle"/>
              <p:cNvSpPr/>
              <p:nvPr/>
            </p:nvSpPr>
            <p:spPr>
              <a:xfrm>
                <a:off x="15745968" y="6419088"/>
                <a:ext cx="822960" cy="2862072"/>
              </a:xfrm>
              <a:prstGeom prst="roundRect">
                <a:avLst>
                  <a:gd name="adj" fmla="val 18888"/>
                </a:avLst>
              </a:prstGeom>
              <a:solidFill>
                <a:srgbClr val="E6E8E0"/>
              </a:solidFill>
              <a:ln w="36576" cap="flat">
                <a:solidFill>
                  <a:srgbClr val="2C54A5"/>
                </a:solidFill>
                <a:miter lim="800000"/>
              </a:ln>
              <a:effectLst/>
            </p:spPr>
            <p:txBody>
              <a:bodyPr rtlCol="0" anchor="ctr"/>
              <a:lstStyle/>
              <a:p>
                <a:pPr algn="ctr"/>
              </a:p>
            </p:txBody>
          </p:sp>
          <p:sp>
            <p:nvSpPr>
              <p:cNvPr id="4441" name="Rectangle"/>
              <p:cNvSpPr/>
              <p:nvPr/>
            </p:nvSpPr>
            <p:spPr>
              <a:xfrm>
                <a:off x="15928848" y="6537960"/>
                <a:ext cx="502920" cy="512064"/>
              </a:xfrm>
              <a:prstGeom prst="rect">
                <a:avLst/>
              </a:prstGeom>
              <a:noFill/>
              <a:ln w="33832" cap="flat">
                <a:solidFill>
                  <a:srgbClr val="2C54A5"/>
                </a:solidFill>
                <a:custDash>
                  <a:ds d="297297" sp="108108"/>
                </a:custDash>
                <a:miter lim="800000"/>
              </a:ln>
              <a:effectLst/>
            </p:spPr>
            <p:txBody>
              <a:bodyPr rtlCol="0" anchor="ctr"/>
              <a:lstStyle/>
              <a:p>
                <a:pPr algn="ctr"/>
              </a:p>
            </p:txBody>
          </p:sp>
          <p:sp>
            <p:nvSpPr>
              <p:cNvPr id="4442" name="Rectangle"/>
              <p:cNvSpPr/>
              <p:nvPr/>
            </p:nvSpPr>
            <p:spPr>
              <a:xfrm>
                <a:off x="15928848" y="7178040"/>
                <a:ext cx="502920" cy="512064"/>
              </a:xfrm>
              <a:prstGeom prst="rect">
                <a:avLst/>
              </a:prstGeom>
              <a:noFill/>
              <a:ln w="33832" cap="flat">
                <a:solidFill>
                  <a:srgbClr val="2C54A5"/>
                </a:solidFill>
                <a:custDash>
                  <a:ds d="297297" sp="108108"/>
                </a:custDash>
                <a:miter lim="800000"/>
              </a:ln>
              <a:effectLst/>
            </p:spPr>
            <p:txBody>
              <a:bodyPr rtlCol="0" anchor="ctr"/>
              <a:lstStyle/>
              <a:p>
                <a:pPr algn="ctr"/>
              </a:p>
            </p:txBody>
          </p:sp>
          <p:sp>
            <p:nvSpPr>
              <p:cNvPr id="4443" name="Rectangle"/>
              <p:cNvSpPr/>
              <p:nvPr/>
            </p:nvSpPr>
            <p:spPr>
              <a:xfrm>
                <a:off x="15928848" y="8604504"/>
                <a:ext cx="502920" cy="512064"/>
              </a:xfrm>
              <a:prstGeom prst="rect">
                <a:avLst/>
              </a:prstGeom>
              <a:noFill/>
              <a:ln w="33832" cap="flat">
                <a:solidFill>
                  <a:srgbClr val="2C54A5"/>
                </a:solidFill>
                <a:custDash>
                  <a:ds d="297297" sp="108108"/>
                </a:custDash>
                <a:miter lim="800000"/>
              </a:ln>
              <a:effectLst/>
            </p:spPr>
            <p:txBody>
              <a:bodyPr rtlCol="0" anchor="ctr"/>
              <a:lstStyle/>
              <a:p>
                <a:pPr algn="ctr"/>
              </a:p>
            </p:txBody>
          </p:sp>
          <p:sp>
            <p:nvSpPr>
              <p:cNvPr id="4444" name="Node"/>
              <p:cNvSpPr/>
              <p:nvPr/>
            </p:nvSpPr>
            <p:spPr>
              <a:xfrm>
                <a:off x="16056864" y="6675120"/>
                <a:ext cx="237744" cy="237744"/>
              </a:xfrm>
              <a:prstGeom prst="ellipse">
                <a:avLst/>
              </a:prstGeom>
              <a:solidFill>
                <a:srgbClr val="4FB6CD"/>
              </a:solidFill>
              <a:ln w="5486" cap="flat">
                <a:solidFill>
                  <a:srgbClr val="D0EDF3"/>
                </a:solidFill>
                <a:miter lim="800000"/>
              </a:ln>
              <a:effectLst/>
            </p:spPr>
            <p:txBody>
              <a:bodyPr rtlCol="0" anchor="ctr"/>
              <a:lstStyle/>
              <a:p>
                <a:pPr algn="ctr"/>
              </a:p>
            </p:txBody>
          </p:sp>
          <p:sp>
            <p:nvSpPr>
              <p:cNvPr id="4445" name="Node"/>
              <p:cNvSpPr/>
              <p:nvPr/>
            </p:nvSpPr>
            <p:spPr>
              <a:xfrm>
                <a:off x="16056864" y="7324344"/>
                <a:ext cx="237744" cy="237744"/>
              </a:xfrm>
              <a:prstGeom prst="ellipse">
                <a:avLst/>
              </a:prstGeom>
              <a:solidFill>
                <a:srgbClr val="2D9AB5"/>
              </a:solidFill>
              <a:ln w="5486" cap="flat">
                <a:solidFill>
                  <a:srgbClr val="CFEDF4"/>
                </a:solidFill>
                <a:miter lim="800000"/>
              </a:ln>
              <a:effectLst/>
            </p:spPr>
            <p:txBody>
              <a:bodyPr rtlCol="0" anchor="ctr"/>
              <a:lstStyle/>
              <a:p>
                <a:pPr algn="ctr"/>
              </a:p>
            </p:txBody>
          </p:sp>
          <p:sp>
            <p:nvSpPr>
              <p:cNvPr id="4446" name="Node"/>
              <p:cNvSpPr/>
              <p:nvPr/>
            </p:nvSpPr>
            <p:spPr>
              <a:xfrm>
                <a:off x="16056864" y="8732520"/>
                <a:ext cx="237744" cy="237744"/>
              </a:xfrm>
              <a:prstGeom prst="ellipse">
                <a:avLst/>
              </a:prstGeom>
              <a:solidFill>
                <a:srgbClr val="A7DCE5"/>
              </a:solidFill>
              <a:ln w="5486" cap="flat">
                <a:solidFill>
                  <a:srgbClr val="C7E7EC"/>
                </a:solidFill>
                <a:miter lim="800000"/>
              </a:ln>
              <a:effectLst/>
            </p:spPr>
            <p:txBody>
              <a:bodyPr rtlCol="0" anchor="ctr"/>
              <a:lstStyle/>
              <a:p>
                <a:pPr algn="ctr"/>
              </a:p>
            </p:txBody>
          </p:sp>
          <p:sp>
            <p:nvSpPr>
              <p:cNvPr id="4447" name="Node"/>
              <p:cNvSpPr/>
              <p:nvPr/>
            </p:nvSpPr>
            <p:spPr>
              <a:xfrm>
                <a:off x="16127273" y="7769657"/>
                <a:ext cx="96926" cy="96926"/>
              </a:xfrm>
              <a:prstGeom prst="ellipse">
                <a:avLst/>
              </a:prstGeom>
              <a:solidFill>
                <a:srgbClr val="69B7CF"/>
              </a:solidFill>
              <a:ln w="9144" cap="flat">
                <a:solidFill>
                  <a:srgbClr val="9BCDDE"/>
                </a:solidFill>
                <a:miter lim="800000"/>
              </a:ln>
              <a:effectLst/>
            </p:spPr>
            <p:txBody>
              <a:bodyPr rtlCol="0" anchor="ctr"/>
              <a:lstStyle/>
              <a:p>
                <a:pPr algn="ctr"/>
              </a:p>
            </p:txBody>
          </p:sp>
          <p:sp>
            <p:nvSpPr>
              <p:cNvPr id="4448" name="Node"/>
              <p:cNvSpPr/>
              <p:nvPr/>
            </p:nvSpPr>
            <p:spPr>
              <a:xfrm>
                <a:off x="16143732" y="7786116"/>
                <a:ext cx="45720" cy="45720"/>
              </a:xfrm>
              <a:prstGeom prst="ellipse">
                <a:avLst/>
              </a:prstGeom>
              <a:solidFill>
                <a:srgbClr val="8DC8D9"/>
              </a:solidFill>
              <a:ln>
                <a:noFill/>
              </a:ln>
              <a:effectLst/>
            </p:spPr>
            <p:txBody>
              <a:bodyPr rtlCol="0" anchor="ctr"/>
              <a:lstStyle/>
              <a:p>
                <a:pPr algn="ctr"/>
              </a:p>
            </p:txBody>
          </p:sp>
          <p:sp>
            <p:nvSpPr>
              <p:cNvPr id="4449" name="Node"/>
              <p:cNvSpPr/>
              <p:nvPr/>
            </p:nvSpPr>
            <p:spPr>
              <a:xfrm>
                <a:off x="16127273" y="7902245"/>
                <a:ext cx="96926" cy="96926"/>
              </a:xfrm>
              <a:prstGeom prst="ellipse">
                <a:avLst/>
              </a:prstGeom>
              <a:solidFill>
                <a:srgbClr val="69B7CF"/>
              </a:solidFill>
              <a:ln w="9144" cap="flat">
                <a:solidFill>
                  <a:srgbClr val="9BCDDE"/>
                </a:solidFill>
                <a:miter lim="800000"/>
              </a:ln>
              <a:effectLst/>
            </p:spPr>
            <p:txBody>
              <a:bodyPr rtlCol="0" anchor="ctr"/>
              <a:lstStyle/>
              <a:p>
                <a:pPr algn="ctr"/>
              </a:p>
            </p:txBody>
          </p:sp>
          <p:sp>
            <p:nvSpPr>
              <p:cNvPr id="4450" name="Node"/>
              <p:cNvSpPr/>
              <p:nvPr/>
            </p:nvSpPr>
            <p:spPr>
              <a:xfrm>
                <a:off x="16143732" y="7918704"/>
                <a:ext cx="45720" cy="45720"/>
              </a:xfrm>
              <a:prstGeom prst="ellipse">
                <a:avLst/>
              </a:prstGeom>
              <a:solidFill>
                <a:srgbClr val="8DC8D9"/>
              </a:solidFill>
              <a:ln>
                <a:noFill/>
              </a:ln>
              <a:effectLst/>
            </p:spPr>
            <p:txBody>
              <a:bodyPr rtlCol="0" anchor="ctr"/>
              <a:lstStyle/>
              <a:p>
                <a:pPr algn="ctr"/>
              </a:p>
            </p:txBody>
          </p:sp>
          <p:sp>
            <p:nvSpPr>
              <p:cNvPr id="4451" name="Node"/>
              <p:cNvSpPr/>
              <p:nvPr/>
            </p:nvSpPr>
            <p:spPr>
              <a:xfrm>
                <a:off x="16127273" y="8034833"/>
                <a:ext cx="96926" cy="96926"/>
              </a:xfrm>
              <a:prstGeom prst="ellipse">
                <a:avLst/>
              </a:prstGeom>
              <a:solidFill>
                <a:srgbClr val="69B7CF"/>
              </a:solidFill>
              <a:ln w="9144" cap="flat">
                <a:solidFill>
                  <a:srgbClr val="9BCDDE"/>
                </a:solidFill>
                <a:miter lim="800000"/>
              </a:ln>
              <a:effectLst/>
            </p:spPr>
            <p:txBody>
              <a:bodyPr rtlCol="0" anchor="ctr"/>
              <a:lstStyle/>
              <a:p>
                <a:pPr algn="ctr"/>
              </a:p>
            </p:txBody>
          </p:sp>
          <p:sp>
            <p:nvSpPr>
              <p:cNvPr id="4452" name="Node"/>
              <p:cNvSpPr/>
              <p:nvPr/>
            </p:nvSpPr>
            <p:spPr>
              <a:xfrm>
                <a:off x="16143732" y="8051292"/>
                <a:ext cx="45720" cy="45720"/>
              </a:xfrm>
              <a:prstGeom prst="ellipse">
                <a:avLst/>
              </a:prstGeom>
              <a:solidFill>
                <a:srgbClr val="8DC8D9"/>
              </a:solidFill>
              <a:ln>
                <a:noFill/>
              </a:ln>
              <a:effectLst/>
            </p:spPr>
            <p:txBody>
              <a:bodyPr rtlCol="0" anchor="ctr"/>
              <a:lstStyle/>
              <a:p>
                <a:pPr algn="ctr"/>
              </a:p>
            </p:txBody>
          </p:sp>
          <p:sp>
            <p:nvSpPr>
              <p:cNvPr id="4453" name="Node"/>
              <p:cNvSpPr/>
              <p:nvPr/>
            </p:nvSpPr>
            <p:spPr>
              <a:xfrm>
                <a:off x="16127273" y="8167421"/>
                <a:ext cx="96926" cy="96926"/>
              </a:xfrm>
              <a:prstGeom prst="ellipse">
                <a:avLst/>
              </a:prstGeom>
              <a:solidFill>
                <a:srgbClr val="69B7CF"/>
              </a:solidFill>
              <a:ln w="9144" cap="flat">
                <a:solidFill>
                  <a:srgbClr val="9BCDDE"/>
                </a:solidFill>
                <a:miter lim="800000"/>
              </a:ln>
              <a:effectLst/>
            </p:spPr>
            <p:txBody>
              <a:bodyPr rtlCol="0" anchor="ctr"/>
              <a:lstStyle/>
              <a:p>
                <a:pPr algn="ctr"/>
              </a:p>
            </p:txBody>
          </p:sp>
          <p:sp>
            <p:nvSpPr>
              <p:cNvPr id="4454" name="Node"/>
              <p:cNvSpPr/>
              <p:nvPr/>
            </p:nvSpPr>
            <p:spPr>
              <a:xfrm>
                <a:off x="16143732" y="8183880"/>
                <a:ext cx="45720" cy="45720"/>
              </a:xfrm>
              <a:prstGeom prst="ellipse">
                <a:avLst/>
              </a:prstGeom>
              <a:solidFill>
                <a:srgbClr val="8DC8D9"/>
              </a:solidFill>
              <a:ln>
                <a:noFill/>
              </a:ln>
              <a:effectLst/>
            </p:spPr>
            <p:txBody>
              <a:bodyPr rtlCol="0" anchor="ctr"/>
              <a:lstStyle/>
              <a:p>
                <a:pPr algn="ctr"/>
              </a:p>
            </p:txBody>
          </p:sp>
          <p:sp>
            <p:nvSpPr>
              <p:cNvPr id="4455" name="Node"/>
              <p:cNvSpPr/>
              <p:nvPr/>
            </p:nvSpPr>
            <p:spPr>
              <a:xfrm>
                <a:off x="16127273" y="8300009"/>
                <a:ext cx="96926" cy="96926"/>
              </a:xfrm>
              <a:prstGeom prst="ellipse">
                <a:avLst/>
              </a:prstGeom>
              <a:solidFill>
                <a:srgbClr val="69B7CF"/>
              </a:solidFill>
              <a:ln w="9144" cap="flat">
                <a:solidFill>
                  <a:srgbClr val="9BCDDE"/>
                </a:solidFill>
                <a:miter lim="800000"/>
              </a:ln>
              <a:effectLst/>
            </p:spPr>
            <p:txBody>
              <a:bodyPr rtlCol="0" anchor="ctr"/>
              <a:lstStyle/>
              <a:p>
                <a:pPr algn="ctr"/>
              </a:p>
            </p:txBody>
          </p:sp>
          <p:sp>
            <p:nvSpPr>
              <p:cNvPr id="4456" name="Node"/>
              <p:cNvSpPr/>
              <p:nvPr/>
            </p:nvSpPr>
            <p:spPr>
              <a:xfrm>
                <a:off x="16143732" y="8316468"/>
                <a:ext cx="45720" cy="45720"/>
              </a:xfrm>
              <a:prstGeom prst="ellipse">
                <a:avLst/>
              </a:prstGeom>
              <a:solidFill>
                <a:srgbClr val="8DC8D9"/>
              </a:solidFill>
              <a:ln>
                <a:noFill/>
              </a:ln>
              <a:effectLst/>
            </p:spPr>
            <p:txBody>
              <a:bodyPr rtlCol="0" anchor="ctr"/>
              <a:lstStyle/>
              <a:p>
                <a:pPr algn="ctr"/>
              </a:p>
            </p:txBody>
          </p:sp>
          <p:sp>
            <p:nvSpPr>
              <p:cNvPr id="4457" name="Node"/>
              <p:cNvSpPr/>
              <p:nvPr/>
            </p:nvSpPr>
            <p:spPr>
              <a:xfrm>
                <a:off x="16127273" y="8432597"/>
                <a:ext cx="96926" cy="96926"/>
              </a:xfrm>
              <a:prstGeom prst="ellipse">
                <a:avLst/>
              </a:prstGeom>
              <a:solidFill>
                <a:srgbClr val="69B7CF"/>
              </a:solidFill>
              <a:ln w="9144" cap="flat">
                <a:solidFill>
                  <a:srgbClr val="9BCDDE"/>
                </a:solidFill>
                <a:miter lim="800000"/>
              </a:ln>
              <a:effectLst/>
            </p:spPr>
            <p:txBody>
              <a:bodyPr rtlCol="0" anchor="ctr"/>
              <a:lstStyle/>
              <a:p>
                <a:pPr algn="ctr"/>
              </a:p>
            </p:txBody>
          </p:sp>
          <p:sp>
            <p:nvSpPr>
              <p:cNvPr id="4458" name="Node"/>
              <p:cNvSpPr/>
              <p:nvPr/>
            </p:nvSpPr>
            <p:spPr>
              <a:xfrm>
                <a:off x="16143732" y="8449056"/>
                <a:ext cx="45720" cy="45720"/>
              </a:xfrm>
              <a:prstGeom prst="ellipse">
                <a:avLst/>
              </a:prstGeom>
              <a:solidFill>
                <a:srgbClr val="8DC8D9"/>
              </a:solidFill>
              <a:ln>
                <a:noFill/>
              </a:ln>
              <a:effectLst/>
            </p:spPr>
            <p:txBody>
              <a:bodyPr rtlCol="0" anchor="ctr"/>
              <a:lstStyle/>
              <a:p>
                <a:pPr algn="ctr"/>
              </a:p>
            </p:txBody>
          </p:sp>
        </p:grpSp>
        <p:sp>
          <p:nvSpPr>
            <p:cNvPr id="4459" name="Arrow shaft"/>
            <p:cNvSpPr/>
            <p:nvPr/>
          </p:nvSpPr>
          <p:spPr>
            <a:xfrm>
              <a:off x="16578072" y="6766560"/>
              <a:ext cx="237744" cy="0"/>
            </a:xfrm>
            <a:custGeom>
              <a:avLst/>
              <a:gdLst/>
              <a:ahLst/>
              <a:cxnLst/>
              <a:rect l="l" t="t" r="r" b="b"/>
              <a:pathLst>
                <a:path w="26" h="0">
                  <a:moveTo>
                    <a:pt x="0" y="0"/>
                  </a:moveTo>
                  <a:lnTo>
                    <a:pt x="26" y="0"/>
                  </a:lnTo>
                </a:path>
              </a:pathLst>
            </a:custGeom>
            <a:noFill/>
            <a:ln w="54864" cap="flat">
              <a:solidFill>
                <a:srgbClr val="2C54A5"/>
              </a:solidFill>
              <a:miter lim="800000"/>
            </a:ln>
            <a:effectLst/>
          </p:spPr>
          <p:txBody>
            <a:bodyPr rtlCol="0" anchor="ctr"/>
            <a:lstStyle/>
            <a:p>
              <a:pPr algn="ctr"/>
            </a:p>
          </p:txBody>
        </p:sp>
        <p:sp>
          <p:nvSpPr>
            <p:cNvPr id="4460" name="Arrow head"/>
            <p:cNvSpPr/>
            <p:nvPr/>
          </p:nvSpPr>
          <p:spPr>
            <a:xfrm>
              <a:off x="16815816" y="6684264"/>
              <a:ext cx="173736" cy="164592"/>
            </a:xfrm>
            <a:custGeom>
              <a:avLst/>
              <a:gdLst/>
              <a:ahLst/>
              <a:cxnLst/>
              <a:rect l="l" t="t" r="r" b="b"/>
              <a:pathLst>
                <a:path w="19" h="18">
                  <a:moveTo>
                    <a:pt x="19" y="9"/>
                  </a:moveTo>
                  <a:lnTo>
                    <a:pt x="0" y="18"/>
                  </a:lnTo>
                  <a:lnTo>
                    <a:pt x="0" y="0"/>
                  </a:lnTo>
                  <a:close/>
                </a:path>
              </a:pathLst>
            </a:custGeom>
            <a:solidFill>
              <a:srgbClr val="2C54A5"/>
            </a:solidFill>
            <a:ln>
              <a:noFill/>
            </a:ln>
            <a:effectLst/>
          </p:spPr>
          <p:txBody>
            <a:bodyPr rtlCol="0" anchor="ctr"/>
            <a:lstStyle/>
            <a:p>
              <a:pPr algn="ctr"/>
            </a:p>
          </p:txBody>
        </p:sp>
        <p:sp>
          <p:nvSpPr>
            <p:cNvPr id="4461" name="Arrow shaft"/>
            <p:cNvSpPr/>
            <p:nvPr/>
          </p:nvSpPr>
          <p:spPr>
            <a:xfrm>
              <a:off x="16578072" y="7424928"/>
              <a:ext cx="237744" cy="0"/>
            </a:xfrm>
            <a:custGeom>
              <a:avLst/>
              <a:gdLst/>
              <a:ahLst/>
              <a:cxnLst/>
              <a:rect l="l" t="t" r="r" b="b"/>
              <a:pathLst>
                <a:path w="26" h="0">
                  <a:moveTo>
                    <a:pt x="0" y="0"/>
                  </a:moveTo>
                  <a:lnTo>
                    <a:pt x="26" y="0"/>
                  </a:lnTo>
                </a:path>
              </a:pathLst>
            </a:custGeom>
            <a:noFill/>
            <a:ln w="54864" cap="flat">
              <a:solidFill>
                <a:srgbClr val="2C54A5"/>
              </a:solidFill>
              <a:miter lim="800000"/>
            </a:ln>
            <a:effectLst/>
          </p:spPr>
          <p:txBody>
            <a:bodyPr rtlCol="0" anchor="ctr"/>
            <a:lstStyle/>
            <a:p>
              <a:pPr algn="ctr"/>
            </a:p>
          </p:txBody>
        </p:sp>
        <p:sp>
          <p:nvSpPr>
            <p:cNvPr id="4462" name="Arrow head"/>
            <p:cNvSpPr/>
            <p:nvPr/>
          </p:nvSpPr>
          <p:spPr>
            <a:xfrm>
              <a:off x="16815816" y="7342632"/>
              <a:ext cx="173736" cy="164592"/>
            </a:xfrm>
            <a:custGeom>
              <a:avLst/>
              <a:gdLst/>
              <a:ahLst/>
              <a:cxnLst/>
              <a:rect l="l" t="t" r="r" b="b"/>
              <a:pathLst>
                <a:path w="19" h="18">
                  <a:moveTo>
                    <a:pt x="19" y="9"/>
                  </a:moveTo>
                  <a:lnTo>
                    <a:pt x="0" y="18"/>
                  </a:lnTo>
                  <a:lnTo>
                    <a:pt x="0" y="0"/>
                  </a:lnTo>
                  <a:close/>
                </a:path>
              </a:pathLst>
            </a:custGeom>
            <a:solidFill>
              <a:srgbClr val="2C54A5"/>
            </a:solidFill>
            <a:ln>
              <a:noFill/>
            </a:ln>
            <a:effectLst/>
          </p:spPr>
          <p:txBody>
            <a:bodyPr rtlCol="0" anchor="ctr"/>
            <a:lstStyle/>
            <a:p>
              <a:pPr algn="ctr"/>
            </a:p>
          </p:txBody>
        </p:sp>
        <p:sp>
          <p:nvSpPr>
            <p:cNvPr id="4463" name="Arrow shaft"/>
            <p:cNvSpPr/>
            <p:nvPr/>
          </p:nvSpPr>
          <p:spPr>
            <a:xfrm>
              <a:off x="16578072" y="8851392"/>
              <a:ext cx="237744" cy="0"/>
            </a:xfrm>
            <a:custGeom>
              <a:avLst/>
              <a:gdLst/>
              <a:ahLst/>
              <a:cxnLst/>
              <a:rect l="l" t="t" r="r" b="b"/>
              <a:pathLst>
                <a:path w="26" h="0">
                  <a:moveTo>
                    <a:pt x="0" y="0"/>
                  </a:moveTo>
                  <a:lnTo>
                    <a:pt x="26" y="0"/>
                  </a:lnTo>
                </a:path>
              </a:pathLst>
            </a:custGeom>
            <a:noFill/>
            <a:ln w="54864" cap="flat">
              <a:solidFill>
                <a:srgbClr val="2C54A5"/>
              </a:solidFill>
              <a:miter lim="800000"/>
            </a:ln>
            <a:effectLst/>
          </p:spPr>
          <p:txBody>
            <a:bodyPr rtlCol="0" anchor="ctr"/>
            <a:lstStyle/>
            <a:p>
              <a:pPr algn="ctr"/>
            </a:p>
          </p:txBody>
        </p:sp>
        <p:sp>
          <p:nvSpPr>
            <p:cNvPr id="4464" name="Arrow head"/>
            <p:cNvSpPr/>
            <p:nvPr/>
          </p:nvSpPr>
          <p:spPr>
            <a:xfrm>
              <a:off x="16815816" y="8769096"/>
              <a:ext cx="173736" cy="164592"/>
            </a:xfrm>
            <a:custGeom>
              <a:avLst/>
              <a:gdLst/>
              <a:ahLst/>
              <a:cxnLst/>
              <a:rect l="l" t="t" r="r" b="b"/>
              <a:pathLst>
                <a:path w="19" h="18">
                  <a:moveTo>
                    <a:pt x="19" y="9"/>
                  </a:moveTo>
                  <a:lnTo>
                    <a:pt x="0" y="18"/>
                  </a:lnTo>
                  <a:lnTo>
                    <a:pt x="0" y="0"/>
                  </a:lnTo>
                  <a:close/>
                </a:path>
              </a:pathLst>
            </a:custGeom>
            <a:solidFill>
              <a:srgbClr val="2C54A5"/>
            </a:solidFill>
            <a:ln>
              <a:noFill/>
            </a:ln>
            <a:effectLst/>
          </p:spPr>
          <p:txBody>
            <a:bodyPr rtlCol="0" anchor="ctr"/>
            <a:lstStyle/>
            <a:p>
              <a:pPr algn="ctr"/>
            </a:p>
          </p:txBody>
        </p:sp>
        <p:sp>
          <p:nvSpPr>
            <p:cNvPr id="4465" name="Node"/>
            <p:cNvSpPr/>
            <p:nvPr/>
          </p:nvSpPr>
          <p:spPr>
            <a:xfrm>
              <a:off x="16713403" y="7724851"/>
              <a:ext cx="95098" cy="95098"/>
            </a:xfrm>
            <a:prstGeom prst="ellipse">
              <a:avLst/>
            </a:prstGeom>
            <a:solidFill>
              <a:srgbClr val="8FAFE0"/>
            </a:solidFill>
            <a:ln>
              <a:noFill/>
            </a:ln>
            <a:effectLst/>
          </p:spPr>
          <p:txBody>
            <a:bodyPr rtlCol="0" anchor="ctr"/>
            <a:lstStyle/>
            <a:p>
              <a:pPr algn="ctr"/>
            </a:p>
          </p:txBody>
        </p:sp>
        <p:sp>
          <p:nvSpPr>
            <p:cNvPr id="4466" name="Node"/>
            <p:cNvSpPr/>
            <p:nvPr/>
          </p:nvSpPr>
          <p:spPr>
            <a:xfrm>
              <a:off x="16713403" y="7953451"/>
              <a:ext cx="95098" cy="95098"/>
            </a:xfrm>
            <a:prstGeom prst="ellipse">
              <a:avLst/>
            </a:prstGeom>
            <a:solidFill>
              <a:srgbClr val="8FAFE0"/>
            </a:solidFill>
            <a:ln>
              <a:noFill/>
            </a:ln>
            <a:effectLst/>
          </p:spPr>
          <p:txBody>
            <a:bodyPr rtlCol="0" anchor="ctr"/>
            <a:lstStyle/>
            <a:p>
              <a:pPr algn="ctr"/>
            </a:p>
          </p:txBody>
        </p:sp>
        <p:sp>
          <p:nvSpPr>
            <p:cNvPr id="4467" name="Node"/>
            <p:cNvSpPr/>
            <p:nvPr/>
          </p:nvSpPr>
          <p:spPr>
            <a:xfrm>
              <a:off x="16713403" y="8182051"/>
              <a:ext cx="95098" cy="95098"/>
            </a:xfrm>
            <a:prstGeom prst="ellipse">
              <a:avLst/>
            </a:prstGeom>
            <a:solidFill>
              <a:srgbClr val="8FAFE0"/>
            </a:solidFill>
            <a:ln>
              <a:noFill/>
            </a:ln>
            <a:effectLst/>
          </p:spPr>
          <p:txBody>
            <a:bodyPr rtlCol="0" anchor="ctr"/>
            <a:lstStyle/>
            <a:p>
              <a:pPr algn="ctr"/>
            </a:p>
          </p:txBody>
        </p:sp>
      </p:gr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__ORIGINAL_REFERENCE_IMAGE__" descr="DiffLiG Diffusion-enhanced Liquid Graph with Attention Propagation for Grid-to-Station Precipitation Correction_diagram.jpg"/>
          <p:cNvPicPr>
            <a:picLocks noChangeAspect="1"/>
          </p:cNvPicPr>
          <p:nvPr/>
        </p:nvPicPr>
        <p:blipFill>
          <a:blip r:embed="rId2"/>
          <a:stretch>
            <a:fillRect/>
          </a:stretch>
        </p:blipFill>
        <p:spPr>
          <a:xfrm>
            <a:off x="0" y="0"/>
            <a:ext cx="17666208" cy="997610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DiffLiG editable architecture diagram</dc:title>
  <dc:subject>Reconstruction from user-provided reference image</dc:subject>
  <dc:creator/>
  <cp:keywords>DiffLiG, editable, vector, precipitation correction</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