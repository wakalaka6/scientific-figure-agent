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721072" cy="10433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the reference diagram. The shapes, arrows, labels, and formulas are native PowerPoint objects. Photos and example point cloud renders are embedded raster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ViMo section"/>
          <p:cNvSpPr/>
          <p:nvPr/>
        </p:nvSpPr>
        <p:spPr>
          <a:xfrm>
            <a:off x="109728" y="164592"/>
            <a:ext cx="17547336" cy="5861304"/>
          </a:xfrm>
          <a:prstGeom prst="roundRect">
            <a:avLst>
              <a:gd name="adj" fmla="val 4368"/>
            </a:avLst>
          </a:prstGeom>
          <a:solidFill>
            <a:srgbClr val="FFFEFA"/>
          </a:solidFill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ID section"/>
          <p:cNvSpPr/>
          <p:nvPr/>
        </p:nvSpPr>
        <p:spPr>
          <a:xfrm>
            <a:off x="109728" y="6199632"/>
            <a:ext cx="13844016" cy="4297680"/>
          </a:xfrm>
          <a:prstGeom prst="roundRect">
            <a:avLst>
              <a:gd name="adj" fmla="val 4680"/>
            </a:avLst>
          </a:prstGeom>
          <a:solidFill>
            <a:srgbClr val="FFFCFF"/>
          </a:solidFill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egend"/>
          <p:cNvSpPr/>
          <p:nvPr/>
        </p:nvSpPr>
        <p:spPr>
          <a:xfrm>
            <a:off x="14054328" y="6199632"/>
            <a:ext cx="3602736" cy="4297680"/>
          </a:xfrm>
          <a:prstGeom prst="roundRect">
            <a:avLst>
              <a:gd name="adj" fmla="val 5076"/>
            </a:avLst>
          </a:prstGeom>
          <a:solidFill>
            <a:srgbClr val="F2F2F2"/>
          </a:solidFill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ynchronized diffusion network"/>
          <p:cNvSpPr/>
          <p:nvPr/>
        </p:nvSpPr>
        <p:spPr>
          <a:xfrm>
            <a:off x="6373368" y="969264"/>
            <a:ext cx="5175504" cy="4489704"/>
          </a:xfrm>
          <a:prstGeom prst="roundRect">
            <a:avLst>
              <a:gd name="adj" fmla="val 4480"/>
            </a:avLst>
          </a:prstGeom>
          <a:solidFill>
            <a:srgbClr val="FFF6DF"/>
          </a:solidFill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nteraction denoising network"/>
          <p:cNvSpPr/>
          <p:nvPr/>
        </p:nvSpPr>
        <p:spPr>
          <a:xfrm>
            <a:off x="6373368" y="6784848"/>
            <a:ext cx="5175504" cy="3593592"/>
          </a:xfrm>
          <a:prstGeom prst="roundRect">
            <a:avLst>
              <a:gd name="adj" fmla="val 4580"/>
            </a:avLst>
          </a:prstGeom>
          <a:solidFill>
            <a:srgbClr val="F9E3E5"/>
          </a:solidFill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172968" y="475488"/>
            <a:ext cx="320040" cy="0"/>
          </a:xfrm>
          <a:custGeom>
            <a:avLst/>
            <a:gdLst/>
            <a:ahLst/>
            <a:cxnLst/>
            <a:rect l="l" t="t" r="r" b="b"/>
            <a:pathLst>
              <a:path w="35" h="0">
                <a:moveTo>
                  <a:pt x="0" y="0"/>
                </a:moveTo>
                <a:lnTo>
                  <a:pt x="35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474720" y="420624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5340096" y="466344"/>
            <a:ext cx="3621024" cy="685800"/>
          </a:xfrm>
          <a:custGeom>
            <a:avLst/>
            <a:gdLst/>
            <a:ahLst/>
            <a:cxnLst/>
            <a:rect l="l" t="t" r="r" b="b"/>
            <a:pathLst>
              <a:path w="396" h="75">
                <a:moveTo>
                  <a:pt x="0" y="0"/>
                </a:moveTo>
                <a:lnTo>
                  <a:pt x="396" y="0"/>
                </a:lnTo>
                <a:lnTo>
                  <a:pt x="396" y="75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8906256" y="1133856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3163824" y="1243584"/>
            <a:ext cx="310896" cy="0"/>
          </a:xfrm>
          <a:custGeom>
            <a:avLst/>
            <a:gdLst/>
            <a:ahLst/>
            <a:cxnLst/>
            <a:rect l="l" t="t" r="r" b="b"/>
            <a:pathLst>
              <a:path w="34" h="0">
                <a:moveTo>
                  <a:pt x="0" y="0"/>
                </a:moveTo>
                <a:lnTo>
                  <a:pt x="34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3456432" y="1188720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340096" y="1243584"/>
            <a:ext cx="676656" cy="219456"/>
          </a:xfrm>
          <a:custGeom>
            <a:avLst/>
            <a:gdLst/>
            <a:ahLst/>
            <a:cxnLst/>
            <a:rect l="l" t="t" r="r" b="b"/>
            <a:pathLst>
              <a:path w="74" h="24">
                <a:moveTo>
                  <a:pt x="0" y="0"/>
                </a:moveTo>
                <a:lnTo>
                  <a:pt x="74" y="0"/>
                </a:lnTo>
                <a:lnTo>
                  <a:pt x="74" y="24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961888" y="1444752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414016" y="2898648"/>
            <a:ext cx="3374136" cy="0"/>
          </a:xfrm>
          <a:custGeom>
            <a:avLst/>
            <a:gdLst/>
            <a:ahLst/>
            <a:cxnLst/>
            <a:rect l="l" t="t" r="r" b="b"/>
            <a:pathLst>
              <a:path w="369" h="0">
                <a:moveTo>
                  <a:pt x="0" y="0"/>
                </a:moveTo>
                <a:lnTo>
                  <a:pt x="369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769864" y="2843784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4992624" y="2459736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20">
                <a:moveTo>
                  <a:pt x="0" y="0"/>
                </a:moveTo>
                <a:lnTo>
                  <a:pt x="0" y="2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937760" y="2624328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401568" y="4416552"/>
            <a:ext cx="2386584" cy="0"/>
          </a:xfrm>
          <a:custGeom>
            <a:avLst/>
            <a:gdLst/>
            <a:ahLst/>
            <a:cxnLst/>
            <a:rect l="l" t="t" r="r" b="b"/>
            <a:pathLst>
              <a:path w="261" h="0">
                <a:moveTo>
                  <a:pt x="0" y="0"/>
                </a:moveTo>
                <a:lnTo>
                  <a:pt x="261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5769864" y="4361688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992624" y="4672584"/>
            <a:ext cx="0" cy="219456"/>
          </a:xfrm>
          <a:custGeom>
            <a:avLst/>
            <a:gdLst/>
            <a:ahLst/>
            <a:cxnLst/>
            <a:rect l="l" t="t" r="r" b="b"/>
            <a:pathLst>
              <a:path w="0" h="24">
                <a:moveTo>
                  <a:pt x="0" y="24"/>
                </a:moveTo>
                <a:lnTo>
                  <a:pt x="0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4937760" y="4599432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0"/>
                </a:moveTo>
                <a:lnTo>
                  <a:pt x="12" y="10"/>
                </a:lnTo>
                <a:lnTo>
                  <a:pt x="0" y="1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172200" y="3355848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6437376" y="2596896"/>
            <a:ext cx="4992624" cy="0"/>
          </a:xfrm>
          <a:custGeom>
            <a:avLst/>
            <a:gdLst/>
            <a:ahLst/>
            <a:cxnLst/>
            <a:rect l="l" t="t" r="r" b="b"/>
            <a:pathLst>
              <a:path w="546" h="0">
                <a:moveTo>
                  <a:pt x="0" y="0"/>
                </a:moveTo>
                <a:lnTo>
                  <a:pt x="546" y="0"/>
                </a:lnTo>
              </a:path>
            </a:pathLst>
          </a:custGeom>
          <a:noFill/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1411712" y="2542032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6437376" y="3703320"/>
            <a:ext cx="4992624" cy="0"/>
          </a:xfrm>
          <a:custGeom>
            <a:avLst/>
            <a:gdLst/>
            <a:ahLst/>
            <a:cxnLst/>
            <a:rect l="l" t="t" r="r" b="b"/>
            <a:pathLst>
              <a:path w="546" h="0">
                <a:moveTo>
                  <a:pt x="0" y="0"/>
                </a:moveTo>
                <a:lnTo>
                  <a:pt x="546" y="0"/>
                </a:lnTo>
              </a:path>
            </a:pathLst>
          </a:custGeom>
          <a:noFill/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1411712" y="3648456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6437376" y="4809744"/>
            <a:ext cx="4992624" cy="0"/>
          </a:xfrm>
          <a:custGeom>
            <a:avLst/>
            <a:gdLst/>
            <a:ahLst/>
            <a:cxnLst/>
            <a:rect l="l" t="t" r="r" b="b"/>
            <a:pathLst>
              <a:path w="546" h="0">
                <a:moveTo>
                  <a:pt x="0" y="0"/>
                </a:moveTo>
                <a:lnTo>
                  <a:pt x="546" y="0"/>
                </a:lnTo>
              </a:path>
            </a:pathLst>
          </a:custGeom>
          <a:noFill/>
          <a:ln w="23774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411712" y="4754880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1548872" y="2450592"/>
            <a:ext cx="3511296" cy="0"/>
          </a:xfrm>
          <a:custGeom>
            <a:avLst/>
            <a:gdLst/>
            <a:ahLst/>
            <a:cxnLst/>
            <a:rect l="l" t="t" r="r" b="b"/>
            <a:pathLst>
              <a:path w="384" h="0">
                <a:moveTo>
                  <a:pt x="0" y="0"/>
                </a:moveTo>
                <a:lnTo>
                  <a:pt x="384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041880" y="2395728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548872" y="3986784"/>
            <a:ext cx="3511296" cy="0"/>
          </a:xfrm>
          <a:custGeom>
            <a:avLst/>
            <a:gdLst/>
            <a:ahLst/>
            <a:cxnLst/>
            <a:rect l="l" t="t" r="r" b="b"/>
            <a:pathLst>
              <a:path w="384" h="0">
                <a:moveTo>
                  <a:pt x="0" y="0"/>
                </a:moveTo>
                <a:lnTo>
                  <a:pt x="384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5041880" y="3931920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10" y="6"/>
                </a:move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1320272" y="2569464"/>
            <a:ext cx="2240280" cy="4800600"/>
          </a:xfrm>
          <a:custGeom>
            <a:avLst/>
            <a:gdLst/>
            <a:ahLst/>
            <a:cxnLst/>
            <a:rect l="l" t="t" r="r" b="b"/>
            <a:pathLst>
              <a:path w="245" h="525">
                <a:moveTo>
                  <a:pt x="206" y="0"/>
                </a:moveTo>
                <a:lnTo>
                  <a:pt x="245" y="0"/>
                </a:lnTo>
                <a:lnTo>
                  <a:pt x="245" y="525"/>
                </a:lnTo>
                <a:lnTo>
                  <a:pt x="0" y="525"/>
                </a:lnTo>
              </a:path>
            </a:pathLst>
          </a:custGeom>
          <a:noFill/>
          <a:ln w="47548">
            <a:solidFill>
              <a:srgbClr val="00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1210544" y="7296912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0" y="8"/>
                </a:moveTo>
                <a:lnTo>
                  <a:pt x="15" y="0"/>
                </a:lnTo>
                <a:lnTo>
                  <a:pt x="15" y="16"/>
                </a:lnTo>
                <a:close/>
              </a:path>
            </a:pathLst>
          </a:custGeom>
          <a:solidFill>
            <a:srgbClr val="00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1320272" y="4114800"/>
            <a:ext cx="2240280" cy="4407408"/>
          </a:xfrm>
          <a:custGeom>
            <a:avLst/>
            <a:gdLst/>
            <a:ahLst/>
            <a:cxnLst/>
            <a:rect l="l" t="t" r="r" b="b"/>
            <a:pathLst>
              <a:path w="245" h="482">
                <a:moveTo>
                  <a:pt x="206" y="0"/>
                </a:moveTo>
                <a:lnTo>
                  <a:pt x="245" y="0"/>
                </a:lnTo>
                <a:lnTo>
                  <a:pt x="245" y="482"/>
                </a:lnTo>
                <a:lnTo>
                  <a:pt x="0" y="482"/>
                </a:lnTo>
              </a:path>
            </a:pathLst>
          </a:custGeom>
          <a:noFill/>
          <a:ln w="47548">
            <a:solidFill>
              <a:srgbClr val="00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1210544" y="8449056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0" y="8"/>
                </a:moveTo>
                <a:lnTo>
                  <a:pt x="15" y="0"/>
                </a:lnTo>
                <a:lnTo>
                  <a:pt x="15" y="16"/>
                </a:lnTo>
                <a:close/>
              </a:path>
            </a:pathLst>
          </a:custGeom>
          <a:solidFill>
            <a:srgbClr val="00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201400" y="2770632"/>
            <a:ext cx="2514600" cy="4791456"/>
          </a:xfrm>
          <a:custGeom>
            <a:avLst/>
            <a:gdLst/>
            <a:ahLst/>
            <a:cxnLst/>
            <a:rect l="l" t="t" r="r" b="b"/>
            <a:pathLst>
              <a:path w="275" h="524">
                <a:moveTo>
                  <a:pt x="0" y="524"/>
                </a:moveTo>
                <a:lnTo>
                  <a:pt x="275" y="524"/>
                </a:lnTo>
                <a:lnTo>
                  <a:pt x="275" y="0"/>
                </a:lnTo>
                <a:lnTo>
                  <a:pt x="232" y="0"/>
                </a:lnTo>
              </a:path>
            </a:pathLst>
          </a:custGeom>
          <a:noFill/>
          <a:ln w="45719">
            <a:solidFill>
              <a:srgbClr val="F273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3213080" y="2697480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0" y="8"/>
                </a:moveTo>
                <a:lnTo>
                  <a:pt x="15" y="0"/>
                </a:lnTo>
                <a:lnTo>
                  <a:pt x="15" y="16"/>
                </a:lnTo>
                <a:close/>
              </a:path>
            </a:pathLst>
          </a:custGeom>
          <a:solidFill>
            <a:srgbClr val="F2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1201400" y="4288536"/>
            <a:ext cx="2514600" cy="4023360"/>
          </a:xfrm>
          <a:custGeom>
            <a:avLst/>
            <a:gdLst/>
            <a:ahLst/>
            <a:cxnLst/>
            <a:rect l="l" t="t" r="r" b="b"/>
            <a:pathLst>
              <a:path w="275" h="440">
                <a:moveTo>
                  <a:pt x="0" y="440"/>
                </a:moveTo>
                <a:lnTo>
                  <a:pt x="275" y="440"/>
                </a:lnTo>
                <a:lnTo>
                  <a:pt x="275" y="0"/>
                </a:lnTo>
                <a:lnTo>
                  <a:pt x="231" y="0"/>
                </a:lnTo>
              </a:path>
            </a:pathLst>
          </a:custGeom>
          <a:noFill/>
          <a:ln w="45719">
            <a:solidFill>
              <a:srgbClr val="F273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3203936" y="4215384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0" y="8"/>
                </a:moveTo>
                <a:lnTo>
                  <a:pt x="15" y="0"/>
                </a:lnTo>
                <a:lnTo>
                  <a:pt x="15" y="16"/>
                </a:lnTo>
                <a:close/>
              </a:path>
            </a:pathLst>
          </a:custGeom>
          <a:solidFill>
            <a:srgbClr val="F2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472184" y="4416552"/>
            <a:ext cx="1042416" cy="3538728"/>
          </a:xfrm>
          <a:custGeom>
            <a:avLst/>
            <a:gdLst/>
            <a:ahLst/>
            <a:cxnLst/>
            <a:rect l="l" t="t" r="r" b="b"/>
            <a:pathLst>
              <a:path w="114" h="387">
                <a:moveTo>
                  <a:pt x="0" y="387"/>
                </a:moveTo>
                <a:lnTo>
                  <a:pt x="0" y="0"/>
                </a:lnTo>
                <a:lnTo>
                  <a:pt x="114" y="0"/>
                </a:lnTo>
              </a:path>
            </a:pathLst>
          </a:custGeom>
          <a:noFill/>
          <a:ln w="50292">
            <a:solidFill>
              <a:srgbClr val="009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487168" y="4352544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96312" y="8549640"/>
            <a:ext cx="1673352" cy="0"/>
          </a:xfrm>
          <a:custGeom>
            <a:avLst/>
            <a:gdLst/>
            <a:ahLst/>
            <a:cxnLst/>
            <a:rect l="l" t="t" r="r" b="b"/>
            <a:pathLst>
              <a:path w="183" h="0">
                <a:moveTo>
                  <a:pt x="183" y="0"/>
                </a:moveTo>
                <a:lnTo>
                  <a:pt x="0" y="0"/>
                </a:lnTo>
              </a:path>
            </a:pathLst>
          </a:custGeom>
          <a:noFill/>
          <a:ln w="47548">
            <a:solidFill>
              <a:srgbClr val="009B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404872" y="8485632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0" y="7"/>
                </a:moveTo>
                <a:lnTo>
                  <a:pt x="13" y="0"/>
                </a:lnTo>
                <a:lnTo>
                  <a:pt x="13" y="14"/>
                </a:lnTo>
                <a:close/>
              </a:path>
            </a:pathLst>
          </a:custGeom>
          <a:solidFill>
            <a:srgbClr val="009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952744" y="8385048"/>
            <a:ext cx="310896" cy="0"/>
          </a:xfrm>
          <a:custGeom>
            <a:avLst/>
            <a:gdLst/>
            <a:ahLst/>
            <a:cxnLst/>
            <a:rect l="l" t="t" r="r" b="b"/>
            <a:pathLst>
              <a:path w="34" h="0">
                <a:moveTo>
                  <a:pt x="0" y="0"/>
                </a:moveTo>
                <a:lnTo>
                  <a:pt x="34" y="0"/>
                </a:lnTo>
              </a:path>
            </a:pathLst>
          </a:custGeom>
          <a:noFill/>
          <a:ln w="45719">
            <a:solidFill>
              <a:srgbClr val="F273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236208" y="8311896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15" y="8"/>
                </a:move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F2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044184" y="8641080"/>
            <a:ext cx="320040" cy="0"/>
          </a:xfrm>
          <a:custGeom>
            <a:avLst/>
            <a:gdLst/>
            <a:ahLst/>
            <a:cxnLst/>
            <a:rect l="l" t="t" r="r" b="b"/>
            <a:pathLst>
              <a:path w="35" h="0">
                <a:moveTo>
                  <a:pt x="35" y="0"/>
                </a:moveTo>
                <a:lnTo>
                  <a:pt x="0" y="0"/>
                </a:lnTo>
              </a:path>
            </a:pathLst>
          </a:custGeom>
          <a:noFill/>
          <a:ln w="45719">
            <a:solidFill>
              <a:srgbClr val="006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934456" y="8567928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0" y="8"/>
                </a:moveTo>
                <a:lnTo>
                  <a:pt x="15" y="0"/>
                </a:lnTo>
                <a:lnTo>
                  <a:pt x="15" y="16"/>
                </a:lnTo>
                <a:close/>
              </a:path>
            </a:pathLst>
          </a:custGeom>
          <a:solidFill>
            <a:srgbClr val="00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39496" y="265176"/>
            <a:ext cx="2624328" cy="429768"/>
          </a:xfrm>
          <a:prstGeom prst="roundRect">
            <a:avLst>
              <a:gd name="adj" fmla="val 17021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Sample"/>
          <p:cNvSpPr txBox="1"/>
          <p:nvPr/>
        </p:nvSpPr>
        <p:spPr>
          <a:xfrm>
            <a:off x="1069848" y="313822"/>
            <a:ext cx="798671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Sample</a:t>
            </a:r>
          </a:p>
        </p:txBody>
      </p:sp>
      <p:sp>
        <p:nvSpPr>
          <p:cNvPr id="52" name="Text: t"/>
          <p:cNvSpPr txBox="1"/>
          <p:nvPr/>
        </p:nvSpPr>
        <p:spPr>
          <a:xfrm>
            <a:off x="1874520" y="313822"/>
            <a:ext cx="111764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53" name="Text: ∈"/>
          <p:cNvSpPr txBox="1"/>
          <p:nvPr/>
        </p:nvSpPr>
        <p:spPr>
          <a:xfrm>
            <a:off x="2011680" y="326258"/>
            <a:ext cx="192095" cy="298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80908"/>
                </a:solidFill>
                <a:latin typeface="Latin Modern Math"/>
              </a:rPr>
              <a:t>∈</a:t>
            </a:r>
          </a:p>
        </p:txBody>
      </p:sp>
      <p:sp>
        <p:nvSpPr>
          <p:cNvPr id="54" name="Text: 𝒰"/>
          <p:cNvSpPr txBox="1"/>
          <p:nvPr/>
        </p:nvSpPr>
        <p:spPr>
          <a:xfrm>
            <a:off x="2258568" y="307604"/>
            <a:ext cx="229422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0" i="0">
                <a:solidFill>
                  <a:srgbClr val="080908"/>
                </a:solidFill>
                <a:latin typeface="Latin Modern Math"/>
              </a:rPr>
              <a:t>𝒰</a:t>
            </a:r>
          </a:p>
        </p:txBody>
      </p:sp>
      <p:sp>
        <p:nvSpPr>
          <p:cNvPr id="55" name="Text: (1, T)"/>
          <p:cNvSpPr txBox="1"/>
          <p:nvPr/>
        </p:nvSpPr>
        <p:spPr>
          <a:xfrm>
            <a:off x="2450592" y="313822"/>
            <a:ext cx="587073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1">
                <a:solidFill>
                  <a:srgbClr val="080908"/>
                </a:solidFill>
                <a:latin typeface="Liberation Serif"/>
              </a:rPr>
              <a:t>(1, T)</a:t>
            </a:r>
          </a:p>
        </p:txBody>
      </p:sp>
      <p:sp>
        <p:nvSpPr>
          <p:cNvPr id="56" name="Text: Timestep t"/>
          <p:cNvSpPr txBox="1"/>
          <p:nvPr/>
        </p:nvSpPr>
        <p:spPr>
          <a:xfrm>
            <a:off x="1318022" y="685800"/>
            <a:ext cx="10764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Timestep 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0" y="265176"/>
            <a:ext cx="1773936" cy="429768"/>
          </a:xfrm>
          <a:prstGeom prst="roundRect">
            <a:avLst>
              <a:gd name="adj" fmla="val 17021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: Sinusoidal PE"/>
          <p:cNvSpPr txBox="1"/>
          <p:nvPr/>
        </p:nvSpPr>
        <p:spPr>
          <a:xfrm>
            <a:off x="3719983" y="313822"/>
            <a:ext cx="1466290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Sinusoidal 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9496" y="1024128"/>
            <a:ext cx="2624328" cy="429768"/>
          </a:xfrm>
          <a:prstGeom prst="roundRect">
            <a:avLst>
              <a:gd name="adj" fmla="val 17021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: &lt;spatula, scrape, plate&gt;"/>
          <p:cNvSpPr txBox="1"/>
          <p:nvPr/>
        </p:nvSpPr>
        <p:spPr>
          <a:xfrm>
            <a:off x="651224" y="1085027"/>
            <a:ext cx="2410016" cy="317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6" b="1" i="0">
                <a:solidFill>
                  <a:srgbClr val="080908"/>
                </a:solidFill>
                <a:latin typeface="Liberation Serif"/>
              </a:rPr>
              <a:t>&lt;spatula, scrape, plate&gt;</a:t>
            </a:r>
          </a:p>
        </p:txBody>
      </p:sp>
      <p:sp>
        <p:nvSpPr>
          <p:cNvPr id="61" name="Text: Prompts P"/>
          <p:cNvSpPr txBox="1"/>
          <p:nvPr/>
        </p:nvSpPr>
        <p:spPr>
          <a:xfrm>
            <a:off x="1327184" y="1481328"/>
            <a:ext cx="107638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Prompts 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47872" y="1024128"/>
            <a:ext cx="1792224" cy="429768"/>
          </a:xfrm>
          <a:prstGeom prst="roundRect">
            <a:avLst>
              <a:gd name="adj" fmla="val 17021"/>
            </a:avLst>
          </a:prstGeom>
          <a:solidFill>
            <a:srgbClr val="91B9F9"/>
          </a:solidFill>
          <a:ln w="29260">
            <a:solidFill>
              <a:srgbClr val="5692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T5 Encoder"/>
          <p:cNvSpPr txBox="1"/>
          <p:nvPr/>
        </p:nvSpPr>
        <p:spPr>
          <a:xfrm>
            <a:off x="3878306" y="1091062"/>
            <a:ext cx="1241084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T5 Encoder</a:t>
            </a:r>
          </a:p>
        </p:txBody>
      </p:sp>
      <p:grpSp>
        <p:nvGrpSpPr>
          <p:cNvPr id="94" name="Frozen model snowflake"/>
          <p:cNvGrpSpPr/>
          <p:nvPr/>
        </p:nvGrpSpPr>
        <p:grpSpPr>
          <a:xfrm>
            <a:off x="5102352" y="1069848"/>
            <a:ext cx="182880" cy="164592"/>
            <a:chOff x="5102352" y="1069848"/>
            <a:chExt cx="182880" cy="164592"/>
          </a:xfrm>
        </p:grpSpPr>
        <p:sp>
          <p:nvSpPr>
            <p:cNvPr id="64" name="Freeform 63"/>
            <p:cNvSpPr/>
            <p:nvPr/>
          </p:nvSpPr>
          <p:spPr>
            <a:xfrm>
              <a:off x="5193792" y="1152144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0" y="0"/>
                  </a:moveTo>
                  <a:lnTo>
                    <a:pt x="10" y="0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5230368" y="1152144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5230368" y="1133856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1" y="2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5248656" y="1152144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Freeform 67"/>
            <p:cNvSpPr/>
            <p:nvPr/>
          </p:nvSpPr>
          <p:spPr>
            <a:xfrm>
              <a:off x="5248656" y="1133856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Freeform 68"/>
            <p:cNvSpPr/>
            <p:nvPr/>
          </p:nvSpPr>
          <p:spPr>
            <a:xfrm>
              <a:off x="5193792" y="1152144"/>
              <a:ext cx="45720" cy="82296"/>
            </a:xfrm>
            <a:custGeom>
              <a:avLst/>
              <a:gdLst/>
              <a:ahLst/>
              <a:cxnLst/>
              <a:rect l="l" t="t" r="r" b="b"/>
              <a:pathLst>
                <a:path w="5" h="9">
                  <a:moveTo>
                    <a:pt x="0" y="0"/>
                  </a:moveTo>
                  <a:lnTo>
                    <a:pt x="5" y="9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Freeform 69"/>
            <p:cNvSpPr/>
            <p:nvPr/>
          </p:nvSpPr>
          <p:spPr>
            <a:xfrm>
              <a:off x="5193792" y="1188720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2" y="0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5212080" y="1170432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5202936" y="1207008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" h="0">
                  <a:moveTo>
                    <a:pt x="3" y="0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Freeform 72"/>
            <p:cNvSpPr/>
            <p:nvPr/>
          </p:nvSpPr>
          <p:spPr>
            <a:xfrm>
              <a:off x="5230368" y="1188720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Freeform 73"/>
            <p:cNvSpPr/>
            <p:nvPr/>
          </p:nvSpPr>
          <p:spPr>
            <a:xfrm>
              <a:off x="5148072" y="1152144"/>
              <a:ext cx="45720" cy="82296"/>
            </a:xfrm>
            <a:custGeom>
              <a:avLst/>
              <a:gdLst/>
              <a:ahLst/>
              <a:cxnLst/>
              <a:rect l="l" t="t" r="r" b="b"/>
              <a:pathLst>
                <a:path w="5" h="9">
                  <a:moveTo>
                    <a:pt x="5" y="0"/>
                  </a:moveTo>
                  <a:lnTo>
                    <a:pt x="0" y="9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Freeform 74"/>
            <p:cNvSpPr/>
            <p:nvPr/>
          </p:nvSpPr>
          <p:spPr>
            <a:xfrm>
              <a:off x="5157216" y="1170432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5175504" y="1188720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5148072" y="1188720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1" y="2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5157216" y="1207008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" h="0">
                  <a:moveTo>
                    <a:pt x="0" y="0"/>
                  </a:moveTo>
                  <a:lnTo>
                    <a:pt x="3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5102352" y="1152144"/>
              <a:ext cx="91440" cy="0"/>
            </a:xfrm>
            <a:custGeom>
              <a:avLst/>
              <a:gdLst/>
              <a:ahLst/>
              <a:cxnLst/>
              <a:rect l="l" t="t" r="r" b="b"/>
              <a:pathLst>
                <a:path w="10" h="0">
                  <a:moveTo>
                    <a:pt x="10" y="0"/>
                  </a:moveTo>
                  <a:lnTo>
                    <a:pt x="0" y="0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5148072" y="1133856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5148072" y="1152144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5120640" y="1133856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5120640" y="1152144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5148072" y="1069848"/>
              <a:ext cx="45720" cy="82296"/>
            </a:xfrm>
            <a:custGeom>
              <a:avLst/>
              <a:gdLst/>
              <a:ahLst/>
              <a:cxnLst/>
              <a:rect l="l" t="t" r="r" b="b"/>
              <a:pathLst>
                <a:path w="5" h="9">
                  <a:moveTo>
                    <a:pt x="5" y="9"/>
                  </a:moveTo>
                  <a:lnTo>
                    <a:pt x="0" y="0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5175504" y="1115568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0" y="0"/>
                  </a:moveTo>
                  <a:lnTo>
                    <a:pt x="2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5157216" y="1115568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5157216" y="1097280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" h="0">
                  <a:moveTo>
                    <a:pt x="0" y="0"/>
                  </a:moveTo>
                  <a:lnTo>
                    <a:pt x="3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5148072" y="1097280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Freeform 88"/>
            <p:cNvSpPr/>
            <p:nvPr/>
          </p:nvSpPr>
          <p:spPr>
            <a:xfrm>
              <a:off x="5193792" y="1069848"/>
              <a:ext cx="45720" cy="82296"/>
            </a:xfrm>
            <a:custGeom>
              <a:avLst/>
              <a:gdLst/>
              <a:ahLst/>
              <a:cxnLst/>
              <a:rect l="l" t="t" r="r" b="b"/>
              <a:pathLst>
                <a:path w="5" h="9">
                  <a:moveTo>
                    <a:pt x="0" y="9"/>
                  </a:moveTo>
                  <a:lnTo>
                    <a:pt x="5" y="0"/>
                  </a:lnTo>
                </a:path>
              </a:pathLst>
            </a:custGeom>
            <a:noFill/>
            <a:ln w="8686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5212080" y="1115568"/>
              <a:ext cx="18288" cy="18288"/>
            </a:xfrm>
            <a:custGeom>
              <a:avLst/>
              <a:gdLst/>
              <a:ahLst/>
              <a:cxnLst/>
              <a:rect l="l" t="t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5193792" y="1115568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2" h="0">
                  <a:moveTo>
                    <a:pt x="2" y="0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5230368" y="1097280"/>
              <a:ext cx="9144" cy="18288"/>
            </a:xfrm>
            <a:custGeom>
              <a:avLst/>
              <a:gdLst/>
              <a:ahLst/>
              <a:cxnLst/>
              <a:rect l="l" t="t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5202936" y="1097280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" h="0">
                  <a:moveTo>
                    <a:pt x="3" y="0"/>
                  </a:moveTo>
                  <a:lnTo>
                    <a:pt x="0" y="0"/>
                  </a:lnTo>
                </a:path>
              </a:pathLst>
            </a:custGeom>
            <a:noFill/>
            <a:ln w="7315">
              <a:solidFill>
                <a:srgbClr val="23AEE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5" name="Text: e"/>
          <p:cNvSpPr txBox="1"/>
          <p:nvPr/>
        </p:nvSpPr>
        <p:spPr>
          <a:xfrm>
            <a:off x="5486400" y="816376"/>
            <a:ext cx="163413" cy="360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8" b="1" i="1">
                <a:solidFill>
                  <a:srgbClr val="080908"/>
                </a:solidFill>
                <a:latin typeface="Liberation Serif"/>
              </a:rPr>
              <a:t>e</a:t>
            </a:r>
          </a:p>
        </p:txBody>
      </p:sp>
      <p:sp>
        <p:nvSpPr>
          <p:cNvPr id="96" name="Text: text"/>
          <p:cNvSpPr txBox="1"/>
          <p:nvPr/>
        </p:nvSpPr>
        <p:spPr>
          <a:xfrm>
            <a:off x="5604093" y="953737"/>
            <a:ext cx="302824" cy="2344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7" b="1" i="1">
                <a:solidFill>
                  <a:srgbClr val="080908"/>
                </a:solidFill>
                <a:latin typeface="Liberation Serif"/>
              </a:rPr>
              <a:t>text</a:t>
            </a:r>
          </a:p>
        </p:txBody>
      </p:sp>
      <p:sp>
        <p:nvSpPr>
          <p:cNvPr id="97" name="Text: e"/>
          <p:cNvSpPr txBox="1"/>
          <p:nvPr/>
        </p:nvSpPr>
        <p:spPr>
          <a:xfrm>
            <a:off x="9162288" y="557418"/>
            <a:ext cx="159377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1" i="1">
                <a:solidFill>
                  <a:srgbClr val="080908"/>
                </a:solidFill>
                <a:latin typeface="Liberation Serif"/>
              </a:rPr>
              <a:t>e</a:t>
            </a:r>
          </a:p>
        </p:txBody>
      </p:sp>
      <p:sp>
        <p:nvSpPr>
          <p:cNvPr id="98" name="Text: t"/>
          <p:cNvSpPr txBox="1"/>
          <p:nvPr/>
        </p:nvSpPr>
        <p:spPr>
          <a:xfrm>
            <a:off x="9275945" y="690043"/>
            <a:ext cx="92083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99" name="Text: × N"/>
          <p:cNvSpPr txBox="1"/>
          <p:nvPr/>
        </p:nvSpPr>
        <p:spPr>
          <a:xfrm>
            <a:off x="11036808" y="590702"/>
            <a:ext cx="468701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× N</a:t>
            </a:r>
          </a:p>
        </p:txBody>
      </p:sp>
      <p:pic>
        <p:nvPicPr>
          <p:cNvPr id="100" name="Picture 99" descr="ref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86000"/>
            <a:ext cx="1874520" cy="1216152"/>
          </a:xfrm>
          <a:prstGeom prst="rect">
            <a:avLst/>
          </a:prstGeom>
        </p:spPr>
      </p:pic>
      <p:sp>
        <p:nvSpPr>
          <p:cNvPr id="101" name="Text: Ref Img I"/>
          <p:cNvSpPr txBox="1"/>
          <p:nvPr/>
        </p:nvSpPr>
        <p:spPr>
          <a:xfrm>
            <a:off x="1125801" y="3575304"/>
            <a:ext cx="98537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Ref Img I</a:t>
            </a:r>
          </a:p>
        </p:txBody>
      </p:sp>
      <p:grpSp>
        <p:nvGrpSpPr>
          <p:cNvPr id="136" name="3D VAE Encoder"/>
          <p:cNvGrpSpPr/>
          <p:nvPr/>
        </p:nvGrpSpPr>
        <p:grpSpPr>
          <a:xfrm>
            <a:off x="2606004" y="2295144"/>
            <a:ext cx="959191" cy="1225296"/>
            <a:chOff x="2606004" y="2295144"/>
            <a:chExt cx="959191" cy="1225296"/>
          </a:xfrm>
        </p:grpSpPr>
        <p:sp>
          <p:nvSpPr>
            <p:cNvPr id="102" name="Freeform 101"/>
            <p:cNvSpPr/>
            <p:nvPr/>
          </p:nvSpPr>
          <p:spPr>
            <a:xfrm>
              <a:off x="2615184" y="2295144"/>
              <a:ext cx="786384" cy="1225296"/>
            </a:xfrm>
            <a:custGeom>
              <a:avLst/>
              <a:gdLst/>
              <a:ahLst/>
              <a:cxnLst/>
              <a:rect l="l" t="t" r="r" b="b"/>
              <a:pathLst>
                <a:path w="86" h="134">
                  <a:moveTo>
                    <a:pt x="0" y="0"/>
                  </a:moveTo>
                  <a:lnTo>
                    <a:pt x="86" y="24"/>
                  </a:lnTo>
                  <a:lnTo>
                    <a:pt x="86" y="11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9D7F7"/>
            </a:solidFill>
            <a:ln w="30175">
              <a:solidFill>
                <a:srgbClr val="2A6A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Text: 3D VAE"/>
            <p:cNvSpPr txBox="1"/>
            <p:nvPr/>
          </p:nvSpPr>
          <p:spPr>
            <a:xfrm rot="5400000">
              <a:off x="2671012" y="2739908"/>
              <a:ext cx="894183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3D VAE</a:t>
              </a:r>
            </a:p>
          </p:txBody>
        </p:sp>
        <p:sp>
          <p:nvSpPr>
            <p:cNvPr id="104" name="Text: Enc"/>
            <p:cNvSpPr txBox="1"/>
            <p:nvPr/>
          </p:nvSpPr>
          <p:spPr>
            <a:xfrm rot="5400000">
              <a:off x="2606004" y="2739908"/>
              <a:ext cx="457271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Enc</a:t>
              </a:r>
            </a:p>
          </p:txBody>
        </p:sp>
        <p:grpSp>
          <p:nvGrpSpPr>
            <p:cNvPr id="135" name="Frozen model snowflake"/>
            <p:cNvGrpSpPr/>
            <p:nvPr/>
          </p:nvGrpSpPr>
          <p:grpSpPr>
            <a:xfrm>
              <a:off x="2642616" y="2432304"/>
              <a:ext cx="219456" cy="182880"/>
              <a:chOff x="2642616" y="2432304"/>
              <a:chExt cx="219456" cy="182880"/>
            </a:xfrm>
          </p:grpSpPr>
          <p:sp>
            <p:nvSpPr>
              <p:cNvPr id="105" name="Freeform 104"/>
              <p:cNvSpPr/>
              <p:nvPr/>
            </p:nvSpPr>
            <p:spPr>
              <a:xfrm>
                <a:off x="2752344" y="252374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0" y="0"/>
                    </a:moveTo>
                    <a:lnTo>
                      <a:pt x="12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Freeform 105"/>
              <p:cNvSpPr/>
              <p:nvPr/>
            </p:nvSpPr>
            <p:spPr>
              <a:xfrm>
                <a:off x="2798064" y="25237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Freeform 106"/>
              <p:cNvSpPr/>
              <p:nvPr/>
            </p:nvSpPr>
            <p:spPr>
              <a:xfrm>
                <a:off x="2798064" y="2505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reeform 107"/>
              <p:cNvSpPr/>
              <p:nvPr/>
            </p:nvSpPr>
            <p:spPr>
              <a:xfrm>
                <a:off x="2825496" y="25237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Freeform 108"/>
              <p:cNvSpPr/>
              <p:nvPr/>
            </p:nvSpPr>
            <p:spPr>
              <a:xfrm>
                <a:off x="2825496" y="2505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Freeform 109"/>
              <p:cNvSpPr/>
              <p:nvPr/>
            </p:nvSpPr>
            <p:spPr>
              <a:xfrm>
                <a:off x="2752344" y="252374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0"/>
                    </a:moveTo>
                    <a:lnTo>
                      <a:pt x="6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Freeform 110"/>
              <p:cNvSpPr/>
              <p:nvPr/>
            </p:nvSpPr>
            <p:spPr>
              <a:xfrm>
                <a:off x="2752344" y="256946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Freeform 111"/>
              <p:cNvSpPr/>
              <p:nvPr/>
            </p:nvSpPr>
            <p:spPr>
              <a:xfrm>
                <a:off x="2779776" y="255117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Freeform 112"/>
              <p:cNvSpPr/>
              <p:nvPr/>
            </p:nvSpPr>
            <p:spPr>
              <a:xfrm>
                <a:off x="2770632" y="2596896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Freeform 113"/>
              <p:cNvSpPr/>
              <p:nvPr/>
            </p:nvSpPr>
            <p:spPr>
              <a:xfrm>
                <a:off x="2798064" y="2569464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0" y="3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Freeform 114"/>
              <p:cNvSpPr/>
              <p:nvPr/>
            </p:nvSpPr>
            <p:spPr>
              <a:xfrm>
                <a:off x="2697480" y="252374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0"/>
                    </a:moveTo>
                    <a:lnTo>
                      <a:pt x="0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Freeform 115"/>
              <p:cNvSpPr/>
              <p:nvPr/>
            </p:nvSpPr>
            <p:spPr>
              <a:xfrm>
                <a:off x="2715768" y="255117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Freeform 116"/>
              <p:cNvSpPr/>
              <p:nvPr/>
            </p:nvSpPr>
            <p:spPr>
              <a:xfrm>
                <a:off x="2724912" y="256946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Freeform 117"/>
              <p:cNvSpPr/>
              <p:nvPr/>
            </p:nvSpPr>
            <p:spPr>
              <a:xfrm>
                <a:off x="2697480" y="2569464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1" y="3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Freeform 118"/>
              <p:cNvSpPr/>
              <p:nvPr/>
            </p:nvSpPr>
            <p:spPr>
              <a:xfrm>
                <a:off x="2706624" y="2596896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Freeform 119"/>
              <p:cNvSpPr/>
              <p:nvPr/>
            </p:nvSpPr>
            <p:spPr>
              <a:xfrm>
                <a:off x="2642616" y="252374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12" y="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Freeform 120"/>
              <p:cNvSpPr/>
              <p:nvPr/>
            </p:nvSpPr>
            <p:spPr>
              <a:xfrm>
                <a:off x="2697480" y="2505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Freeform 121"/>
              <p:cNvSpPr/>
              <p:nvPr/>
            </p:nvSpPr>
            <p:spPr>
              <a:xfrm>
                <a:off x="2697480" y="25237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Freeform 122"/>
              <p:cNvSpPr/>
              <p:nvPr/>
            </p:nvSpPr>
            <p:spPr>
              <a:xfrm>
                <a:off x="2670048" y="2505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Freeform 123"/>
              <p:cNvSpPr/>
              <p:nvPr/>
            </p:nvSpPr>
            <p:spPr>
              <a:xfrm>
                <a:off x="2670048" y="25237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Freeform 124"/>
              <p:cNvSpPr/>
              <p:nvPr/>
            </p:nvSpPr>
            <p:spPr>
              <a:xfrm>
                <a:off x="2697480" y="243230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1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Freeform 125"/>
              <p:cNvSpPr/>
              <p:nvPr/>
            </p:nvSpPr>
            <p:spPr>
              <a:xfrm>
                <a:off x="2724912" y="247802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Freeform 126"/>
              <p:cNvSpPr/>
              <p:nvPr/>
            </p:nvSpPr>
            <p:spPr>
              <a:xfrm>
                <a:off x="2715768" y="2478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Freeform 127"/>
              <p:cNvSpPr/>
              <p:nvPr/>
            </p:nvSpPr>
            <p:spPr>
              <a:xfrm>
                <a:off x="2706624" y="245059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Freeform 128"/>
              <p:cNvSpPr/>
              <p:nvPr/>
            </p:nvSpPr>
            <p:spPr>
              <a:xfrm>
                <a:off x="2697480" y="2450592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1" y="0"/>
                    </a:moveTo>
                    <a:lnTo>
                      <a:pt x="0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Freeform 129"/>
              <p:cNvSpPr/>
              <p:nvPr/>
            </p:nvSpPr>
            <p:spPr>
              <a:xfrm>
                <a:off x="2752344" y="243230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10"/>
                    </a:moveTo>
                    <a:lnTo>
                      <a:pt x="6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Freeform 130"/>
              <p:cNvSpPr/>
              <p:nvPr/>
            </p:nvSpPr>
            <p:spPr>
              <a:xfrm>
                <a:off x="2779776" y="2478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Freeform 131"/>
              <p:cNvSpPr/>
              <p:nvPr/>
            </p:nvSpPr>
            <p:spPr>
              <a:xfrm>
                <a:off x="2752344" y="247802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Freeform 132"/>
              <p:cNvSpPr/>
              <p:nvPr/>
            </p:nvSpPr>
            <p:spPr>
              <a:xfrm>
                <a:off x="2798064" y="2450592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0" y="0"/>
                    </a:moveTo>
                    <a:lnTo>
                      <a:pt x="1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Freeform 133"/>
              <p:cNvSpPr/>
              <p:nvPr/>
            </p:nvSpPr>
            <p:spPr>
              <a:xfrm>
                <a:off x="2770632" y="245059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71" name="3D VAE Encoder"/>
          <p:cNvGrpSpPr/>
          <p:nvPr/>
        </p:nvGrpSpPr>
        <p:grpSpPr>
          <a:xfrm>
            <a:off x="2606004" y="3803904"/>
            <a:ext cx="959191" cy="1225296"/>
            <a:chOff x="2606004" y="3803904"/>
            <a:chExt cx="959191" cy="1225296"/>
          </a:xfrm>
        </p:grpSpPr>
        <p:sp>
          <p:nvSpPr>
            <p:cNvPr id="137" name="Freeform 136"/>
            <p:cNvSpPr/>
            <p:nvPr/>
          </p:nvSpPr>
          <p:spPr>
            <a:xfrm>
              <a:off x="2615184" y="3803904"/>
              <a:ext cx="786384" cy="1225296"/>
            </a:xfrm>
            <a:custGeom>
              <a:avLst/>
              <a:gdLst/>
              <a:ahLst/>
              <a:cxnLst/>
              <a:rect l="l" t="t" r="r" b="b"/>
              <a:pathLst>
                <a:path w="86" h="134">
                  <a:moveTo>
                    <a:pt x="0" y="0"/>
                  </a:moveTo>
                  <a:lnTo>
                    <a:pt x="86" y="24"/>
                  </a:lnTo>
                  <a:lnTo>
                    <a:pt x="86" y="110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9D7F7"/>
            </a:solidFill>
            <a:ln w="30175">
              <a:solidFill>
                <a:srgbClr val="2A6A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Text: 3D VAE"/>
            <p:cNvSpPr txBox="1"/>
            <p:nvPr/>
          </p:nvSpPr>
          <p:spPr>
            <a:xfrm rot="5400000">
              <a:off x="2671012" y="4248668"/>
              <a:ext cx="894183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3D VAE</a:t>
              </a:r>
            </a:p>
          </p:txBody>
        </p:sp>
        <p:sp>
          <p:nvSpPr>
            <p:cNvPr id="139" name="Text: Enc"/>
            <p:cNvSpPr txBox="1"/>
            <p:nvPr/>
          </p:nvSpPr>
          <p:spPr>
            <a:xfrm rot="5400000">
              <a:off x="2606004" y="4248668"/>
              <a:ext cx="457271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Enc</a:t>
              </a:r>
            </a:p>
          </p:txBody>
        </p:sp>
        <p:grpSp>
          <p:nvGrpSpPr>
            <p:cNvPr id="170" name="Frozen model snowflake"/>
            <p:cNvGrpSpPr/>
            <p:nvPr/>
          </p:nvGrpSpPr>
          <p:grpSpPr>
            <a:xfrm>
              <a:off x="2642616" y="3941064"/>
              <a:ext cx="219456" cy="182880"/>
              <a:chOff x="2642616" y="3941064"/>
              <a:chExt cx="219456" cy="182880"/>
            </a:xfrm>
          </p:grpSpPr>
          <p:sp>
            <p:nvSpPr>
              <p:cNvPr id="140" name="Freeform 139"/>
              <p:cNvSpPr/>
              <p:nvPr/>
            </p:nvSpPr>
            <p:spPr>
              <a:xfrm>
                <a:off x="2752344" y="403250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0" y="0"/>
                    </a:moveTo>
                    <a:lnTo>
                      <a:pt x="12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Freeform 140"/>
              <p:cNvSpPr/>
              <p:nvPr/>
            </p:nvSpPr>
            <p:spPr>
              <a:xfrm>
                <a:off x="2798064" y="40325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Freeform 141"/>
              <p:cNvSpPr/>
              <p:nvPr/>
            </p:nvSpPr>
            <p:spPr>
              <a:xfrm>
                <a:off x="2798064" y="401421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Freeform 142"/>
              <p:cNvSpPr/>
              <p:nvPr/>
            </p:nvSpPr>
            <p:spPr>
              <a:xfrm>
                <a:off x="2825496" y="40325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Freeform 143"/>
              <p:cNvSpPr/>
              <p:nvPr/>
            </p:nvSpPr>
            <p:spPr>
              <a:xfrm>
                <a:off x="2825496" y="401421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Freeform 144"/>
              <p:cNvSpPr/>
              <p:nvPr/>
            </p:nvSpPr>
            <p:spPr>
              <a:xfrm>
                <a:off x="2752344" y="403250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0"/>
                    </a:moveTo>
                    <a:lnTo>
                      <a:pt x="6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Freeform 145"/>
              <p:cNvSpPr/>
              <p:nvPr/>
            </p:nvSpPr>
            <p:spPr>
              <a:xfrm>
                <a:off x="2752344" y="407822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Freeform 146"/>
              <p:cNvSpPr/>
              <p:nvPr/>
            </p:nvSpPr>
            <p:spPr>
              <a:xfrm>
                <a:off x="2779776" y="40599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Freeform 147"/>
              <p:cNvSpPr/>
              <p:nvPr/>
            </p:nvSpPr>
            <p:spPr>
              <a:xfrm>
                <a:off x="2770632" y="4105656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Freeform 148"/>
              <p:cNvSpPr/>
              <p:nvPr/>
            </p:nvSpPr>
            <p:spPr>
              <a:xfrm>
                <a:off x="2798064" y="4078224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0" y="3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Freeform 149"/>
              <p:cNvSpPr/>
              <p:nvPr/>
            </p:nvSpPr>
            <p:spPr>
              <a:xfrm>
                <a:off x="2697480" y="403250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0"/>
                    </a:moveTo>
                    <a:lnTo>
                      <a:pt x="0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Freeform 150"/>
              <p:cNvSpPr/>
              <p:nvPr/>
            </p:nvSpPr>
            <p:spPr>
              <a:xfrm>
                <a:off x="2715768" y="40599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Freeform 151"/>
              <p:cNvSpPr/>
              <p:nvPr/>
            </p:nvSpPr>
            <p:spPr>
              <a:xfrm>
                <a:off x="2724912" y="407822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Freeform 152"/>
              <p:cNvSpPr/>
              <p:nvPr/>
            </p:nvSpPr>
            <p:spPr>
              <a:xfrm>
                <a:off x="2697480" y="4078224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1" y="3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Freeform 153"/>
              <p:cNvSpPr/>
              <p:nvPr/>
            </p:nvSpPr>
            <p:spPr>
              <a:xfrm>
                <a:off x="2706624" y="4105656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Freeform 154"/>
              <p:cNvSpPr/>
              <p:nvPr/>
            </p:nvSpPr>
            <p:spPr>
              <a:xfrm>
                <a:off x="2642616" y="403250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12" y="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Freeform 155"/>
              <p:cNvSpPr/>
              <p:nvPr/>
            </p:nvSpPr>
            <p:spPr>
              <a:xfrm>
                <a:off x="2697480" y="401421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Freeform 156"/>
              <p:cNvSpPr/>
              <p:nvPr/>
            </p:nvSpPr>
            <p:spPr>
              <a:xfrm>
                <a:off x="2697480" y="40325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Freeform 157"/>
              <p:cNvSpPr/>
              <p:nvPr/>
            </p:nvSpPr>
            <p:spPr>
              <a:xfrm>
                <a:off x="2670048" y="401421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Freeform 158"/>
              <p:cNvSpPr/>
              <p:nvPr/>
            </p:nvSpPr>
            <p:spPr>
              <a:xfrm>
                <a:off x="2670048" y="40325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Freeform 159"/>
              <p:cNvSpPr/>
              <p:nvPr/>
            </p:nvSpPr>
            <p:spPr>
              <a:xfrm>
                <a:off x="2697480" y="394106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1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Freeform 160"/>
              <p:cNvSpPr/>
              <p:nvPr/>
            </p:nvSpPr>
            <p:spPr>
              <a:xfrm>
                <a:off x="2724912" y="398678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Freeform 161"/>
              <p:cNvSpPr/>
              <p:nvPr/>
            </p:nvSpPr>
            <p:spPr>
              <a:xfrm>
                <a:off x="2715768" y="398678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Freeform 162"/>
              <p:cNvSpPr/>
              <p:nvPr/>
            </p:nvSpPr>
            <p:spPr>
              <a:xfrm>
                <a:off x="2706624" y="395935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Freeform 163"/>
              <p:cNvSpPr/>
              <p:nvPr/>
            </p:nvSpPr>
            <p:spPr>
              <a:xfrm>
                <a:off x="2697480" y="3959352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1" y="0"/>
                    </a:moveTo>
                    <a:lnTo>
                      <a:pt x="0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Freeform 164"/>
              <p:cNvSpPr/>
              <p:nvPr/>
            </p:nvSpPr>
            <p:spPr>
              <a:xfrm>
                <a:off x="2752344" y="394106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10"/>
                    </a:moveTo>
                    <a:lnTo>
                      <a:pt x="6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Freeform 165"/>
              <p:cNvSpPr/>
              <p:nvPr/>
            </p:nvSpPr>
            <p:spPr>
              <a:xfrm>
                <a:off x="2779776" y="398678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Freeform 166"/>
              <p:cNvSpPr/>
              <p:nvPr/>
            </p:nvSpPr>
            <p:spPr>
              <a:xfrm>
                <a:off x="2752344" y="398678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Freeform 167"/>
              <p:cNvSpPr/>
              <p:nvPr/>
            </p:nvSpPr>
            <p:spPr>
              <a:xfrm>
                <a:off x="2798064" y="3959352"/>
                <a:ext cx="9144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1" h="3">
                    <a:moveTo>
                      <a:pt x="0" y="0"/>
                    </a:moveTo>
                    <a:lnTo>
                      <a:pt x="1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Freeform 168"/>
              <p:cNvSpPr/>
              <p:nvPr/>
            </p:nvSpPr>
            <p:spPr>
              <a:xfrm>
                <a:off x="2770632" y="395935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72" name="Rectangle 171"/>
          <p:cNvSpPr/>
          <p:nvPr/>
        </p:nvSpPr>
        <p:spPr>
          <a:xfrm>
            <a:off x="3840480" y="2624328"/>
            <a:ext cx="585216" cy="585216"/>
          </a:xfrm>
          <a:prstGeom prst="rect">
            <a:avLst/>
          </a:prstGeom>
          <a:solidFill>
            <a:srgbClr val="FFC3C7"/>
          </a:solidFill>
          <a:ln w="27432">
            <a:solidFill>
              <a:srgbClr val="FA7F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: z"/>
          <p:cNvSpPr txBox="1"/>
          <p:nvPr/>
        </p:nvSpPr>
        <p:spPr>
          <a:xfrm>
            <a:off x="4032504" y="2739542"/>
            <a:ext cx="152483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z</a:t>
            </a:r>
          </a:p>
        </p:txBody>
      </p:sp>
      <p:sp>
        <p:nvSpPr>
          <p:cNvPr id="174" name="Text: I"/>
          <p:cNvSpPr txBox="1"/>
          <p:nvPr/>
        </p:nvSpPr>
        <p:spPr>
          <a:xfrm>
            <a:off x="4139267" y="2686873"/>
            <a:ext cx="115122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I</a:t>
            </a:r>
          </a:p>
        </p:txBody>
      </p:sp>
      <p:grpSp>
        <p:nvGrpSpPr>
          <p:cNvPr id="594" name="Diffused purple latent code"/>
          <p:cNvGrpSpPr/>
          <p:nvPr/>
        </p:nvGrpSpPr>
        <p:grpSpPr>
          <a:xfrm>
            <a:off x="4636008" y="1691640"/>
            <a:ext cx="758952" cy="758952"/>
            <a:chOff x="4636008" y="1691640"/>
            <a:chExt cx="758952" cy="758952"/>
          </a:xfrm>
        </p:grpSpPr>
        <p:sp>
          <p:nvSpPr>
            <p:cNvPr id="175" name="Freeform 174"/>
            <p:cNvSpPr/>
            <p:nvPr/>
          </p:nvSpPr>
          <p:spPr>
            <a:xfrm>
              <a:off x="4636008" y="1691640"/>
              <a:ext cx="758952" cy="182880"/>
            </a:xfrm>
            <a:custGeom>
              <a:avLst/>
              <a:gdLst/>
              <a:ahLst/>
              <a:cxnLst/>
              <a:rect l="l" t="t" r="r" b="b"/>
              <a:pathLst>
                <a:path w="83" h="20">
                  <a:moveTo>
                    <a:pt x="0" y="20"/>
                  </a:moveTo>
                  <a:lnTo>
                    <a:pt x="20" y="0"/>
                  </a:lnTo>
                  <a:lnTo>
                    <a:pt x="83" y="0"/>
                  </a:lnTo>
                  <a:lnTo>
                    <a:pt x="63" y="20"/>
                  </a:lnTo>
                  <a:close/>
                </a:path>
              </a:pathLst>
            </a:custGeom>
            <a:solidFill>
              <a:srgbClr val="F1F0EB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Freeform 175"/>
            <p:cNvSpPr/>
            <p:nvPr/>
          </p:nvSpPr>
          <p:spPr>
            <a:xfrm>
              <a:off x="5212080" y="1691640"/>
              <a:ext cx="182880" cy="758952"/>
            </a:xfrm>
            <a:custGeom>
              <a:avLst/>
              <a:gdLst/>
              <a:ahLst/>
              <a:cxnLst/>
              <a:rect l="l" t="t" r="r" b="b"/>
              <a:pathLst>
                <a:path w="20" h="83">
                  <a:moveTo>
                    <a:pt x="0" y="20"/>
                  </a:moveTo>
                  <a:lnTo>
                    <a:pt x="20" y="0"/>
                  </a:lnTo>
                  <a:lnTo>
                    <a:pt x="20" y="6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DDDEDA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4636008" y="1874520"/>
              <a:ext cx="576072" cy="576072"/>
            </a:xfrm>
            <a:prstGeom prst="rect">
              <a:avLst/>
            </a:prstGeom>
            <a:solidFill>
              <a:srgbClr val="EEE3ED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4649724" y="1888236"/>
              <a:ext cx="35022" cy="35022"/>
            </a:xfrm>
            <a:prstGeom prst="rect">
              <a:avLst/>
            </a:prstGeom>
            <a:solidFill>
              <a:srgbClr val="E4CF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4684014" y="1888236"/>
              <a:ext cx="35022" cy="35022"/>
            </a:xfrm>
            <a:prstGeom prst="rect">
              <a:avLst/>
            </a:prstGeom>
            <a:solidFill>
              <a:srgbClr val="E8D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4718304" y="1888236"/>
              <a:ext cx="35022" cy="35022"/>
            </a:xfrm>
            <a:prstGeom prst="rect">
              <a:avLst/>
            </a:prstGeom>
            <a:solidFill>
              <a:srgbClr val="D5AE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4752594" y="1888236"/>
              <a:ext cx="35022" cy="35022"/>
            </a:xfrm>
            <a:prstGeom prst="rect">
              <a:avLst/>
            </a:prstGeom>
            <a:solidFill>
              <a:srgbClr val="D7AF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4786884" y="1888236"/>
              <a:ext cx="35022" cy="35022"/>
            </a:xfrm>
            <a:prstGeom prst="rect">
              <a:avLst/>
            </a:prstGeom>
            <a:solidFill>
              <a:srgbClr val="D8B5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4821174" y="1888236"/>
              <a:ext cx="35022" cy="35022"/>
            </a:xfrm>
            <a:prstGeom prst="rect">
              <a:avLst/>
            </a:prstGeom>
            <a:solidFill>
              <a:srgbClr val="C48F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55464" y="1888236"/>
              <a:ext cx="35022" cy="35022"/>
            </a:xfrm>
            <a:prstGeom prst="rect">
              <a:avLst/>
            </a:prstGeom>
            <a:solidFill>
              <a:srgbClr val="EBDB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89754" y="1888236"/>
              <a:ext cx="35022" cy="35022"/>
            </a:xfrm>
            <a:prstGeom prst="rect">
              <a:avLst/>
            </a:prstGeom>
            <a:solidFill>
              <a:srgbClr val="DFB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924044" y="1888236"/>
              <a:ext cx="35022" cy="35022"/>
            </a:xfrm>
            <a:prstGeom prst="rect">
              <a:avLst/>
            </a:prstGeom>
            <a:solidFill>
              <a:srgbClr val="E3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4958334" y="1888236"/>
              <a:ext cx="35022" cy="35022"/>
            </a:xfrm>
            <a:prstGeom prst="rect">
              <a:avLst/>
            </a:prstGeom>
            <a:solidFill>
              <a:srgbClr val="DDC1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4992624" y="1888236"/>
              <a:ext cx="35022" cy="35022"/>
            </a:xfrm>
            <a:prstGeom prst="rect">
              <a:avLst/>
            </a:prstGeom>
            <a:solidFill>
              <a:srgbClr val="E0C5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5026914" y="1888236"/>
              <a:ext cx="35022" cy="35022"/>
            </a:xfrm>
            <a:prstGeom prst="rect">
              <a:avLst/>
            </a:prstGeom>
            <a:solidFill>
              <a:srgbClr val="EDD8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Rectangle 189"/>
            <p:cNvSpPr/>
            <p:nvPr/>
          </p:nvSpPr>
          <p:spPr>
            <a:xfrm>
              <a:off x="5061204" y="1888236"/>
              <a:ext cx="35022" cy="35022"/>
            </a:xfrm>
            <a:prstGeom prst="rect">
              <a:avLst/>
            </a:prstGeom>
            <a:solidFill>
              <a:srgbClr val="E6D1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5095494" y="1888236"/>
              <a:ext cx="35022" cy="35022"/>
            </a:xfrm>
            <a:prstGeom prst="rect">
              <a:avLst/>
            </a:prstGeom>
            <a:solidFill>
              <a:srgbClr val="E4D2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Rectangle 191"/>
            <p:cNvSpPr/>
            <p:nvPr/>
          </p:nvSpPr>
          <p:spPr>
            <a:xfrm>
              <a:off x="5129784" y="1888236"/>
              <a:ext cx="35022" cy="35022"/>
            </a:xfrm>
            <a:prstGeom prst="rect">
              <a:avLst/>
            </a:prstGeom>
            <a:solidFill>
              <a:srgbClr val="EACE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5164074" y="1888236"/>
              <a:ext cx="35022" cy="35022"/>
            </a:xfrm>
            <a:prstGeom prst="rect">
              <a:avLst/>
            </a:prstGeom>
            <a:solidFill>
              <a:srgbClr val="C1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4649724" y="1922526"/>
              <a:ext cx="35022" cy="35022"/>
            </a:xfrm>
            <a:prstGeom prst="rect">
              <a:avLst/>
            </a:prstGeom>
            <a:solidFill>
              <a:srgbClr val="EFDF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4684014" y="1922526"/>
              <a:ext cx="35022" cy="35022"/>
            </a:xfrm>
            <a:prstGeom prst="rect">
              <a:avLst/>
            </a:prstGeom>
            <a:solidFill>
              <a:srgbClr val="D7B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4718304" y="1922526"/>
              <a:ext cx="35022" cy="35022"/>
            </a:xfrm>
            <a:prstGeom prst="rect">
              <a:avLst/>
            </a:prstGeom>
            <a:solidFill>
              <a:srgbClr val="E3C7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4752594" y="1922526"/>
              <a:ext cx="35022" cy="35022"/>
            </a:xfrm>
            <a:prstGeom prst="rect">
              <a:avLst/>
            </a:prstGeom>
            <a:solidFill>
              <a:srgbClr val="CEA6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4786884" y="1922526"/>
              <a:ext cx="35022" cy="35022"/>
            </a:xfrm>
            <a:prstGeom prst="rect">
              <a:avLst/>
            </a:prstGeom>
            <a:solidFill>
              <a:srgbClr val="DAB5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4821174" y="1922526"/>
              <a:ext cx="35022" cy="35022"/>
            </a:xfrm>
            <a:prstGeom prst="rect">
              <a:avLst/>
            </a:prstGeom>
            <a:solidFill>
              <a:srgbClr val="CC9C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4855464" y="1922526"/>
              <a:ext cx="35022" cy="35022"/>
            </a:xfrm>
            <a:prstGeom prst="rect">
              <a:avLst/>
            </a:prstGeom>
            <a:solidFill>
              <a:srgbClr val="DEC1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4889754" y="1922526"/>
              <a:ext cx="35022" cy="35022"/>
            </a:xfrm>
            <a:prstGeom prst="rect">
              <a:avLst/>
            </a:prstGeom>
            <a:solidFill>
              <a:srgbClr val="F7EB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4924044" y="1922526"/>
              <a:ext cx="35022" cy="35022"/>
            </a:xfrm>
            <a:prstGeom prst="rect">
              <a:avLst/>
            </a:prstGeom>
            <a:solidFill>
              <a:srgbClr val="E5C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4958334" y="1922526"/>
              <a:ext cx="35022" cy="35022"/>
            </a:xfrm>
            <a:prstGeom prst="rect">
              <a:avLst/>
            </a:prstGeom>
            <a:solidFill>
              <a:srgbClr val="E7CB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4992624" y="1922526"/>
              <a:ext cx="35022" cy="35022"/>
            </a:xfrm>
            <a:prstGeom prst="rect">
              <a:avLst/>
            </a:prstGeom>
            <a:solidFill>
              <a:srgbClr val="C188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Rectangle 204"/>
            <p:cNvSpPr/>
            <p:nvPr/>
          </p:nvSpPr>
          <p:spPr>
            <a:xfrm>
              <a:off x="5026914" y="1922526"/>
              <a:ext cx="35022" cy="35022"/>
            </a:xfrm>
            <a:prstGeom prst="rect">
              <a:avLst/>
            </a:prstGeom>
            <a:solidFill>
              <a:srgbClr val="DFB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Rectangle 205"/>
            <p:cNvSpPr/>
            <p:nvPr/>
          </p:nvSpPr>
          <p:spPr>
            <a:xfrm>
              <a:off x="5061204" y="1922526"/>
              <a:ext cx="35022" cy="35022"/>
            </a:xfrm>
            <a:prstGeom prst="rect">
              <a:avLst/>
            </a:prstGeom>
            <a:solidFill>
              <a:srgbClr val="E9D4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095494" y="1922526"/>
              <a:ext cx="35022" cy="35022"/>
            </a:xfrm>
            <a:prstGeom prst="rect">
              <a:avLst/>
            </a:prstGeom>
            <a:solidFill>
              <a:srgbClr val="CD95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129784" y="1922526"/>
              <a:ext cx="35022" cy="35022"/>
            </a:xfrm>
            <a:prstGeom prst="rect">
              <a:avLst/>
            </a:prstGeom>
            <a:solidFill>
              <a:srgbClr val="EE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164074" y="1922526"/>
              <a:ext cx="35022" cy="35022"/>
            </a:xfrm>
            <a:prstGeom prst="rect">
              <a:avLst/>
            </a:prstGeom>
            <a:solidFill>
              <a:srgbClr val="B766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4649724" y="1956816"/>
              <a:ext cx="35022" cy="35022"/>
            </a:xfrm>
            <a:prstGeom prst="rect">
              <a:avLst/>
            </a:prstGeom>
            <a:solidFill>
              <a:srgbClr val="E8D1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Rectangle 210"/>
            <p:cNvSpPr/>
            <p:nvPr/>
          </p:nvSpPr>
          <p:spPr>
            <a:xfrm>
              <a:off x="4684014" y="1956816"/>
              <a:ext cx="35022" cy="35022"/>
            </a:xfrm>
            <a:prstGeom prst="rect">
              <a:avLst/>
            </a:prstGeom>
            <a:solidFill>
              <a:srgbClr val="D2AF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Rectangle 211"/>
            <p:cNvSpPr/>
            <p:nvPr/>
          </p:nvSpPr>
          <p:spPr>
            <a:xfrm>
              <a:off x="4718304" y="1956816"/>
              <a:ext cx="35022" cy="35022"/>
            </a:xfrm>
            <a:prstGeom prst="rect">
              <a:avLst/>
            </a:prstGeom>
            <a:solidFill>
              <a:srgbClr val="E6C9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4752594" y="1956816"/>
              <a:ext cx="35022" cy="35022"/>
            </a:xfrm>
            <a:prstGeom prst="rect">
              <a:avLst/>
            </a:prstGeom>
            <a:solidFill>
              <a:srgbClr val="EADA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4786884" y="1956816"/>
              <a:ext cx="35022" cy="35022"/>
            </a:xfrm>
            <a:prstGeom prst="rect">
              <a:avLst/>
            </a:prstGeom>
            <a:solidFill>
              <a:srgbClr val="E7D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Rectangle 214"/>
            <p:cNvSpPr/>
            <p:nvPr/>
          </p:nvSpPr>
          <p:spPr>
            <a:xfrm>
              <a:off x="4821174" y="1956816"/>
              <a:ext cx="35022" cy="35022"/>
            </a:xfrm>
            <a:prstGeom prst="rect">
              <a:avLst/>
            </a:prstGeom>
            <a:solidFill>
              <a:srgbClr val="E7D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4855464" y="1956816"/>
              <a:ext cx="35022" cy="35022"/>
            </a:xfrm>
            <a:prstGeom prst="rect">
              <a:avLst/>
            </a:prstGeom>
            <a:solidFill>
              <a:srgbClr val="DCBA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4889754" y="1956816"/>
              <a:ext cx="35022" cy="35022"/>
            </a:xfrm>
            <a:prstGeom prst="rect">
              <a:avLst/>
            </a:prstGeom>
            <a:solidFill>
              <a:srgbClr val="E4CB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4924044" y="1956816"/>
              <a:ext cx="35022" cy="35022"/>
            </a:xfrm>
            <a:prstGeom prst="rect">
              <a:avLst/>
            </a:prstGeom>
            <a:solidFill>
              <a:srgbClr val="DDBF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4958334" y="1956816"/>
              <a:ext cx="35022" cy="35022"/>
            </a:xfrm>
            <a:prstGeom prst="rect">
              <a:avLst/>
            </a:prstGeom>
            <a:solidFill>
              <a:srgbClr val="E1CC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4992624" y="1956816"/>
              <a:ext cx="35022" cy="35022"/>
            </a:xfrm>
            <a:prstGeom prst="rect">
              <a:avLst/>
            </a:prstGeom>
            <a:solidFill>
              <a:srgbClr val="E3C7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5026914" y="1956816"/>
              <a:ext cx="35022" cy="35022"/>
            </a:xfrm>
            <a:prstGeom prst="rect">
              <a:avLst/>
            </a:prstGeom>
            <a:solidFill>
              <a:srgbClr val="DDB9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ctangle 221"/>
            <p:cNvSpPr/>
            <p:nvPr/>
          </p:nvSpPr>
          <p:spPr>
            <a:xfrm>
              <a:off x="5061204" y="1956816"/>
              <a:ext cx="35022" cy="35022"/>
            </a:xfrm>
            <a:prstGeom prst="rect">
              <a:avLst/>
            </a:prstGeom>
            <a:solidFill>
              <a:srgbClr val="F0E3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5095494" y="1956816"/>
              <a:ext cx="35022" cy="35022"/>
            </a:xfrm>
            <a:prstGeom prst="rect">
              <a:avLst/>
            </a:prstGeom>
            <a:solidFill>
              <a:srgbClr val="D4AF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5129784" y="1956816"/>
              <a:ext cx="35022" cy="35022"/>
            </a:xfrm>
            <a:prstGeom prst="rect">
              <a:avLst/>
            </a:prstGeom>
            <a:solidFill>
              <a:srgbClr val="DFC6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5164074" y="1956816"/>
              <a:ext cx="35022" cy="35022"/>
            </a:xfrm>
            <a:prstGeom prst="rect">
              <a:avLst/>
            </a:prstGeom>
            <a:solidFill>
              <a:srgbClr val="BB6B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ctangle 225"/>
            <p:cNvSpPr/>
            <p:nvPr/>
          </p:nvSpPr>
          <p:spPr>
            <a:xfrm>
              <a:off x="4649724" y="1991106"/>
              <a:ext cx="35022" cy="35022"/>
            </a:xfrm>
            <a:prstGeom prst="rect">
              <a:avLst/>
            </a:prstGeom>
            <a:solidFill>
              <a:srgbClr val="DFBC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ctangle 226"/>
            <p:cNvSpPr/>
            <p:nvPr/>
          </p:nvSpPr>
          <p:spPr>
            <a:xfrm>
              <a:off x="4684014" y="1991106"/>
              <a:ext cx="35022" cy="35022"/>
            </a:xfrm>
            <a:prstGeom prst="rect">
              <a:avLst/>
            </a:prstGeom>
            <a:solidFill>
              <a:srgbClr val="E3CC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4718304" y="1991106"/>
              <a:ext cx="35022" cy="35022"/>
            </a:xfrm>
            <a:prstGeom prst="rect">
              <a:avLst/>
            </a:prstGeom>
            <a:solidFill>
              <a:srgbClr val="E0C2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4752594" y="1991106"/>
              <a:ext cx="35022" cy="35022"/>
            </a:xfrm>
            <a:prstGeom prst="rect">
              <a:avLst/>
            </a:prstGeom>
            <a:solidFill>
              <a:srgbClr val="DABE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ctangle 229"/>
            <p:cNvSpPr/>
            <p:nvPr/>
          </p:nvSpPr>
          <p:spPr>
            <a:xfrm>
              <a:off x="4786884" y="1991106"/>
              <a:ext cx="35022" cy="35022"/>
            </a:xfrm>
            <a:prstGeom prst="rect">
              <a:avLst/>
            </a:prstGeom>
            <a:solidFill>
              <a:srgbClr val="E2C9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4821174" y="1991106"/>
              <a:ext cx="35022" cy="35022"/>
            </a:xfrm>
            <a:prstGeom prst="rect">
              <a:avLst/>
            </a:prstGeom>
            <a:solidFill>
              <a:srgbClr val="E4CD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4855464" y="1991106"/>
              <a:ext cx="35022" cy="35022"/>
            </a:xfrm>
            <a:prstGeom prst="rect">
              <a:avLst/>
            </a:prstGeom>
            <a:solidFill>
              <a:srgbClr val="EBDD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4889754" y="1991106"/>
              <a:ext cx="35022" cy="35022"/>
            </a:xfrm>
            <a:prstGeom prst="rect">
              <a:avLst/>
            </a:prstGeom>
            <a:solidFill>
              <a:srgbClr val="EBDA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4924044" y="1991106"/>
              <a:ext cx="35022" cy="35022"/>
            </a:xfrm>
            <a:prstGeom prst="rect">
              <a:avLst/>
            </a:prstGeom>
            <a:solidFill>
              <a:srgbClr val="D5AD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ctangle 234"/>
            <p:cNvSpPr/>
            <p:nvPr/>
          </p:nvSpPr>
          <p:spPr>
            <a:xfrm>
              <a:off x="4958334" y="1991106"/>
              <a:ext cx="35022" cy="35022"/>
            </a:xfrm>
            <a:prstGeom prst="rect">
              <a:avLst/>
            </a:prstGeom>
            <a:solidFill>
              <a:srgbClr val="E9D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ctangle 235"/>
            <p:cNvSpPr/>
            <p:nvPr/>
          </p:nvSpPr>
          <p:spPr>
            <a:xfrm>
              <a:off x="4992624" y="1991106"/>
              <a:ext cx="35022" cy="35022"/>
            </a:xfrm>
            <a:prstGeom prst="rect">
              <a:avLst/>
            </a:prstGeom>
            <a:solidFill>
              <a:srgbClr val="E9D4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ctangle 236"/>
            <p:cNvSpPr/>
            <p:nvPr/>
          </p:nvSpPr>
          <p:spPr>
            <a:xfrm>
              <a:off x="5026914" y="1991106"/>
              <a:ext cx="35022" cy="35022"/>
            </a:xfrm>
            <a:prstGeom prst="rect">
              <a:avLst/>
            </a:prstGeom>
            <a:solidFill>
              <a:srgbClr val="E9D4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5061204" y="1991106"/>
              <a:ext cx="35022" cy="35022"/>
            </a:xfrm>
            <a:prstGeom prst="rect">
              <a:avLst/>
            </a:prstGeom>
            <a:solidFill>
              <a:srgbClr val="EBD9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5095494" y="1991106"/>
              <a:ext cx="35022" cy="35022"/>
            </a:xfrm>
            <a:prstGeom prst="rect">
              <a:avLst/>
            </a:prstGeom>
            <a:solidFill>
              <a:srgbClr val="D6B2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ectangle 239"/>
            <p:cNvSpPr/>
            <p:nvPr/>
          </p:nvSpPr>
          <p:spPr>
            <a:xfrm>
              <a:off x="5129784" y="1991106"/>
              <a:ext cx="35022" cy="35022"/>
            </a:xfrm>
            <a:prstGeom prst="rect">
              <a:avLst/>
            </a:prstGeom>
            <a:solidFill>
              <a:srgbClr val="DEBC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ectangle 240"/>
            <p:cNvSpPr/>
            <p:nvPr/>
          </p:nvSpPr>
          <p:spPr>
            <a:xfrm>
              <a:off x="5164074" y="1991106"/>
              <a:ext cx="35022" cy="35022"/>
            </a:xfrm>
            <a:prstGeom prst="rect">
              <a:avLst/>
            </a:prstGeom>
            <a:solidFill>
              <a:srgbClr val="C37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ectangle 241"/>
            <p:cNvSpPr/>
            <p:nvPr/>
          </p:nvSpPr>
          <p:spPr>
            <a:xfrm>
              <a:off x="4649724" y="2025396"/>
              <a:ext cx="35022" cy="35022"/>
            </a:xfrm>
            <a:prstGeom prst="rect">
              <a:avLst/>
            </a:prstGeom>
            <a:solidFill>
              <a:srgbClr val="CC9D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4684014" y="2025396"/>
              <a:ext cx="35022" cy="35022"/>
            </a:xfrm>
            <a:prstGeom prst="rect">
              <a:avLst/>
            </a:prstGeom>
            <a:solidFill>
              <a:srgbClr val="E4C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4718304" y="2025396"/>
              <a:ext cx="35022" cy="35022"/>
            </a:xfrm>
            <a:prstGeom prst="rect">
              <a:avLst/>
            </a:prstGeom>
            <a:solidFill>
              <a:srgbClr val="D6B3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4752594" y="2025396"/>
              <a:ext cx="35022" cy="35022"/>
            </a:xfrm>
            <a:prstGeom prst="rect">
              <a:avLst/>
            </a:prstGeom>
            <a:solidFill>
              <a:srgbClr val="D7B6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4786884" y="2025396"/>
              <a:ext cx="35022" cy="35022"/>
            </a:xfrm>
            <a:prstGeom prst="rect">
              <a:avLst/>
            </a:prstGeom>
            <a:solidFill>
              <a:srgbClr val="E5D0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Rectangle 246"/>
            <p:cNvSpPr/>
            <p:nvPr/>
          </p:nvSpPr>
          <p:spPr>
            <a:xfrm>
              <a:off x="4821174" y="2025396"/>
              <a:ext cx="35022" cy="35022"/>
            </a:xfrm>
            <a:prstGeom prst="rect">
              <a:avLst/>
            </a:prstGeom>
            <a:solidFill>
              <a:srgbClr val="DDB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4855464" y="2025396"/>
              <a:ext cx="35022" cy="35022"/>
            </a:xfrm>
            <a:prstGeom prst="rect">
              <a:avLst/>
            </a:prstGeom>
            <a:solidFill>
              <a:srgbClr val="F1E7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4889754" y="2025396"/>
              <a:ext cx="35022" cy="35022"/>
            </a:xfrm>
            <a:prstGeom prst="rect">
              <a:avLst/>
            </a:prstGeom>
            <a:solidFill>
              <a:srgbClr val="EBD6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angle 249"/>
            <p:cNvSpPr/>
            <p:nvPr/>
          </p:nvSpPr>
          <p:spPr>
            <a:xfrm>
              <a:off x="4924044" y="2025396"/>
              <a:ext cx="35022" cy="35022"/>
            </a:xfrm>
            <a:prstGeom prst="rect">
              <a:avLst/>
            </a:prstGeom>
            <a:solidFill>
              <a:srgbClr val="E8D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angle 250"/>
            <p:cNvSpPr/>
            <p:nvPr/>
          </p:nvSpPr>
          <p:spPr>
            <a:xfrm>
              <a:off x="4958334" y="2025396"/>
              <a:ext cx="35022" cy="35022"/>
            </a:xfrm>
            <a:prstGeom prst="rect">
              <a:avLst/>
            </a:prstGeom>
            <a:solidFill>
              <a:srgbClr val="D0B4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angle 251"/>
            <p:cNvSpPr/>
            <p:nvPr/>
          </p:nvSpPr>
          <p:spPr>
            <a:xfrm>
              <a:off x="4992624" y="2025396"/>
              <a:ext cx="35022" cy="35022"/>
            </a:xfrm>
            <a:prstGeom prst="rect">
              <a:avLst/>
            </a:prstGeom>
            <a:solidFill>
              <a:srgbClr val="EBDE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5026914" y="2025396"/>
              <a:ext cx="35022" cy="35022"/>
            </a:xfrm>
            <a:prstGeom prst="rect">
              <a:avLst/>
            </a:prstGeom>
            <a:solidFill>
              <a:srgbClr val="E4CF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5061204" y="2025396"/>
              <a:ext cx="35022" cy="35022"/>
            </a:xfrm>
            <a:prstGeom prst="rect">
              <a:avLst/>
            </a:prstGeom>
            <a:solidFill>
              <a:srgbClr val="F3E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5095494" y="2025396"/>
              <a:ext cx="35022" cy="35022"/>
            </a:xfrm>
            <a:prstGeom prst="rect">
              <a:avLst/>
            </a:prstGeom>
            <a:solidFill>
              <a:srgbClr val="CEA6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5129784" y="2025396"/>
              <a:ext cx="35022" cy="35022"/>
            </a:xfrm>
            <a:prstGeom prst="rect">
              <a:avLst/>
            </a:prstGeom>
            <a:solidFill>
              <a:srgbClr val="DBBF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5164074" y="2025396"/>
              <a:ext cx="35022" cy="35022"/>
            </a:xfrm>
            <a:prstGeom prst="rect">
              <a:avLst/>
            </a:prstGeom>
            <a:solidFill>
              <a:srgbClr val="B86D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4649724" y="2059686"/>
              <a:ext cx="35022" cy="35022"/>
            </a:xfrm>
            <a:prstGeom prst="rect">
              <a:avLst/>
            </a:prstGeom>
            <a:solidFill>
              <a:srgbClr val="D8B5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4684014" y="2059686"/>
              <a:ext cx="35022" cy="35022"/>
            </a:xfrm>
            <a:prstGeom prst="rect">
              <a:avLst/>
            </a:prstGeom>
            <a:solidFill>
              <a:srgbClr val="C89B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angle 259"/>
            <p:cNvSpPr/>
            <p:nvPr/>
          </p:nvSpPr>
          <p:spPr>
            <a:xfrm>
              <a:off x="4718304" y="2059686"/>
              <a:ext cx="35022" cy="35022"/>
            </a:xfrm>
            <a:prstGeom prst="rect">
              <a:avLst/>
            </a:prstGeom>
            <a:solidFill>
              <a:srgbClr val="E3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angle 260"/>
            <p:cNvSpPr/>
            <p:nvPr/>
          </p:nvSpPr>
          <p:spPr>
            <a:xfrm>
              <a:off x="4752594" y="2059686"/>
              <a:ext cx="35022" cy="35022"/>
            </a:xfrm>
            <a:prstGeom prst="rect">
              <a:avLst/>
            </a:prstGeom>
            <a:solidFill>
              <a:srgbClr val="DEC2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angle 261"/>
            <p:cNvSpPr/>
            <p:nvPr/>
          </p:nvSpPr>
          <p:spPr>
            <a:xfrm>
              <a:off x="4786884" y="2059686"/>
              <a:ext cx="35022" cy="35022"/>
            </a:xfrm>
            <a:prstGeom prst="rect">
              <a:avLst/>
            </a:prstGeom>
            <a:solidFill>
              <a:srgbClr val="E3CA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4821174" y="2059686"/>
              <a:ext cx="35022" cy="35022"/>
            </a:xfrm>
            <a:prstGeom prst="rect">
              <a:avLst/>
            </a:prstGeom>
            <a:solidFill>
              <a:srgbClr val="D2AA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4855464" y="2059686"/>
              <a:ext cx="35022" cy="35022"/>
            </a:xfrm>
            <a:prstGeom prst="rect">
              <a:avLst/>
            </a:prstGeom>
            <a:solidFill>
              <a:srgbClr val="E8D3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angle 264"/>
            <p:cNvSpPr/>
            <p:nvPr/>
          </p:nvSpPr>
          <p:spPr>
            <a:xfrm>
              <a:off x="4889754" y="2059686"/>
              <a:ext cx="35022" cy="35022"/>
            </a:xfrm>
            <a:prstGeom prst="rect">
              <a:avLst/>
            </a:prstGeom>
            <a:solidFill>
              <a:srgbClr val="E8CF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angle 265"/>
            <p:cNvSpPr/>
            <p:nvPr/>
          </p:nvSpPr>
          <p:spPr>
            <a:xfrm>
              <a:off x="4924044" y="2059686"/>
              <a:ext cx="35022" cy="35022"/>
            </a:xfrm>
            <a:prstGeom prst="rect">
              <a:avLst/>
            </a:prstGeom>
            <a:solidFill>
              <a:srgbClr val="EAD8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4958334" y="2059686"/>
              <a:ext cx="35022" cy="35022"/>
            </a:xfrm>
            <a:prstGeom prst="rect">
              <a:avLst/>
            </a:prstGeom>
            <a:solidFill>
              <a:srgbClr val="DEC2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4992624" y="2059686"/>
              <a:ext cx="35022" cy="35022"/>
            </a:xfrm>
            <a:prstGeom prst="rect">
              <a:avLst/>
            </a:prstGeom>
            <a:solidFill>
              <a:srgbClr val="DFC1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5026914" y="2059686"/>
              <a:ext cx="35022" cy="35022"/>
            </a:xfrm>
            <a:prstGeom prst="rect">
              <a:avLst/>
            </a:prstGeom>
            <a:solidFill>
              <a:srgbClr val="E8D6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5061204" y="2059686"/>
              <a:ext cx="35022" cy="35022"/>
            </a:xfrm>
            <a:prstGeom prst="rect">
              <a:avLst/>
            </a:prstGeom>
            <a:solidFill>
              <a:srgbClr val="E9D7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5095494" y="2059686"/>
              <a:ext cx="35022" cy="35022"/>
            </a:xfrm>
            <a:prstGeom prst="rect">
              <a:avLst/>
            </a:prstGeom>
            <a:solidFill>
              <a:srgbClr val="E6C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129784" y="2059686"/>
              <a:ext cx="35022" cy="35022"/>
            </a:xfrm>
            <a:prstGeom prst="rect">
              <a:avLst/>
            </a:prstGeom>
            <a:solidFill>
              <a:srgbClr val="D0A0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5164074" y="2059686"/>
              <a:ext cx="35022" cy="35022"/>
            </a:xfrm>
            <a:prstGeom prst="rect">
              <a:avLst/>
            </a:prstGeom>
            <a:solidFill>
              <a:srgbClr val="BC6A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4649724" y="2093976"/>
              <a:ext cx="35022" cy="35022"/>
            </a:xfrm>
            <a:prstGeom prst="rect">
              <a:avLst/>
            </a:prstGeom>
            <a:solidFill>
              <a:srgbClr val="D4AF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4684014" y="2093976"/>
              <a:ext cx="35022" cy="35022"/>
            </a:xfrm>
            <a:prstGeom prst="rect">
              <a:avLst/>
            </a:prstGeom>
            <a:solidFill>
              <a:srgbClr val="D4AC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4718304" y="2093976"/>
              <a:ext cx="35022" cy="35022"/>
            </a:xfrm>
            <a:prstGeom prst="rect">
              <a:avLst/>
            </a:prstGeom>
            <a:solidFill>
              <a:srgbClr val="EFE2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angle 276"/>
            <p:cNvSpPr/>
            <p:nvPr/>
          </p:nvSpPr>
          <p:spPr>
            <a:xfrm>
              <a:off x="4752594" y="2093976"/>
              <a:ext cx="35022" cy="35022"/>
            </a:xfrm>
            <a:prstGeom prst="rect">
              <a:avLst/>
            </a:prstGeom>
            <a:solidFill>
              <a:srgbClr val="E0C7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4786884" y="2093976"/>
              <a:ext cx="35022" cy="35022"/>
            </a:xfrm>
            <a:prstGeom prst="rect">
              <a:avLst/>
            </a:prstGeom>
            <a:solidFill>
              <a:srgbClr val="E7D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4821174" y="2093976"/>
              <a:ext cx="35022" cy="35022"/>
            </a:xfrm>
            <a:prstGeom prst="rect">
              <a:avLst/>
            </a:prstGeom>
            <a:solidFill>
              <a:srgbClr val="E6CD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angle 279"/>
            <p:cNvSpPr/>
            <p:nvPr/>
          </p:nvSpPr>
          <p:spPr>
            <a:xfrm>
              <a:off x="4855464" y="2093976"/>
              <a:ext cx="35022" cy="35022"/>
            </a:xfrm>
            <a:prstGeom prst="rect">
              <a:avLst/>
            </a:prstGeom>
            <a:solidFill>
              <a:srgbClr val="E1CC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angle 280"/>
            <p:cNvSpPr/>
            <p:nvPr/>
          </p:nvSpPr>
          <p:spPr>
            <a:xfrm>
              <a:off x="4889754" y="2093976"/>
              <a:ext cx="35022" cy="35022"/>
            </a:xfrm>
            <a:prstGeom prst="rect">
              <a:avLst/>
            </a:prstGeom>
            <a:solidFill>
              <a:srgbClr val="DCBE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angle 281"/>
            <p:cNvSpPr/>
            <p:nvPr/>
          </p:nvSpPr>
          <p:spPr>
            <a:xfrm>
              <a:off x="4924044" y="2093976"/>
              <a:ext cx="35022" cy="35022"/>
            </a:xfrm>
            <a:prstGeom prst="rect">
              <a:avLst/>
            </a:prstGeom>
            <a:solidFill>
              <a:srgbClr val="E4C6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4958334" y="2093976"/>
              <a:ext cx="35022" cy="35022"/>
            </a:xfrm>
            <a:prstGeom prst="rect">
              <a:avLst/>
            </a:prstGeom>
            <a:solidFill>
              <a:srgbClr val="E8D5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4992624" y="2093976"/>
              <a:ext cx="35022" cy="35022"/>
            </a:xfrm>
            <a:prstGeom prst="rect">
              <a:avLst/>
            </a:prstGeom>
            <a:solidFill>
              <a:srgbClr val="E2C7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angle 284"/>
            <p:cNvSpPr/>
            <p:nvPr/>
          </p:nvSpPr>
          <p:spPr>
            <a:xfrm>
              <a:off x="5026914" y="2093976"/>
              <a:ext cx="35022" cy="35022"/>
            </a:xfrm>
            <a:prstGeom prst="rect">
              <a:avLst/>
            </a:prstGeom>
            <a:solidFill>
              <a:srgbClr val="CA9A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5061204" y="2093976"/>
              <a:ext cx="35022" cy="35022"/>
            </a:xfrm>
            <a:prstGeom prst="rect">
              <a:avLst/>
            </a:prstGeom>
            <a:solidFill>
              <a:srgbClr val="DBB4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angle 286"/>
            <p:cNvSpPr/>
            <p:nvPr/>
          </p:nvSpPr>
          <p:spPr>
            <a:xfrm>
              <a:off x="5095494" y="2093976"/>
              <a:ext cx="35022" cy="35022"/>
            </a:xfrm>
            <a:prstGeom prst="rect">
              <a:avLst/>
            </a:prstGeom>
            <a:solidFill>
              <a:srgbClr val="D3A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5129784" y="2093976"/>
              <a:ext cx="35022" cy="35022"/>
            </a:xfrm>
            <a:prstGeom prst="rect">
              <a:avLst/>
            </a:prstGeom>
            <a:solidFill>
              <a:srgbClr val="F7EC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5164074" y="2093976"/>
              <a:ext cx="35022" cy="35022"/>
            </a:xfrm>
            <a:prstGeom prst="rect">
              <a:avLst/>
            </a:prstGeom>
            <a:solidFill>
              <a:srgbClr val="BF6C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angle 289"/>
            <p:cNvSpPr/>
            <p:nvPr/>
          </p:nvSpPr>
          <p:spPr>
            <a:xfrm>
              <a:off x="4649724" y="2128266"/>
              <a:ext cx="35022" cy="35022"/>
            </a:xfrm>
            <a:prstGeom prst="rect">
              <a:avLst/>
            </a:prstGeom>
            <a:solidFill>
              <a:srgbClr val="CBA3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angle 290"/>
            <p:cNvSpPr/>
            <p:nvPr/>
          </p:nvSpPr>
          <p:spPr>
            <a:xfrm>
              <a:off x="4684014" y="2128266"/>
              <a:ext cx="35022" cy="35022"/>
            </a:xfrm>
            <a:prstGeom prst="rect">
              <a:avLst/>
            </a:prstGeom>
            <a:solidFill>
              <a:srgbClr val="E9D4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angle 291"/>
            <p:cNvSpPr/>
            <p:nvPr/>
          </p:nvSpPr>
          <p:spPr>
            <a:xfrm>
              <a:off x="4718304" y="2128266"/>
              <a:ext cx="35022" cy="35022"/>
            </a:xfrm>
            <a:prstGeom prst="rect">
              <a:avLst/>
            </a:prstGeom>
            <a:solidFill>
              <a:srgbClr val="E6CA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4752594" y="2128266"/>
              <a:ext cx="35022" cy="35022"/>
            </a:xfrm>
            <a:prstGeom prst="rect">
              <a:avLst/>
            </a:prstGeom>
            <a:solidFill>
              <a:srgbClr val="EBD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4786884" y="2128266"/>
              <a:ext cx="35022" cy="35022"/>
            </a:xfrm>
            <a:prstGeom prst="rect">
              <a:avLst/>
            </a:prstGeom>
            <a:solidFill>
              <a:srgbClr val="E8D6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angle 294"/>
            <p:cNvSpPr/>
            <p:nvPr/>
          </p:nvSpPr>
          <p:spPr>
            <a:xfrm>
              <a:off x="4821174" y="2128266"/>
              <a:ext cx="35022" cy="35022"/>
            </a:xfrm>
            <a:prstGeom prst="rect">
              <a:avLst/>
            </a:prstGeom>
            <a:solidFill>
              <a:srgbClr val="EFDF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angle 295"/>
            <p:cNvSpPr/>
            <p:nvPr/>
          </p:nvSpPr>
          <p:spPr>
            <a:xfrm>
              <a:off x="4855464" y="2128266"/>
              <a:ext cx="35022" cy="35022"/>
            </a:xfrm>
            <a:prstGeom prst="rect">
              <a:avLst/>
            </a:prstGeom>
            <a:solidFill>
              <a:srgbClr val="E0C7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angle 296"/>
            <p:cNvSpPr/>
            <p:nvPr/>
          </p:nvSpPr>
          <p:spPr>
            <a:xfrm>
              <a:off x="4889754" y="2128266"/>
              <a:ext cx="35022" cy="35022"/>
            </a:xfrm>
            <a:prstGeom prst="rect">
              <a:avLst/>
            </a:prstGeom>
            <a:solidFill>
              <a:srgbClr val="E9D2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4924044" y="2128266"/>
              <a:ext cx="35022" cy="35022"/>
            </a:xfrm>
            <a:prstGeom prst="rect">
              <a:avLst/>
            </a:prstGeom>
            <a:solidFill>
              <a:srgbClr val="ECDA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4958334" y="2128266"/>
              <a:ext cx="35022" cy="35022"/>
            </a:xfrm>
            <a:prstGeom prst="rect">
              <a:avLst/>
            </a:prstGeom>
            <a:solidFill>
              <a:srgbClr val="DAB6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angle 299"/>
            <p:cNvSpPr/>
            <p:nvPr/>
          </p:nvSpPr>
          <p:spPr>
            <a:xfrm>
              <a:off x="4992624" y="2128266"/>
              <a:ext cx="35022" cy="35022"/>
            </a:xfrm>
            <a:prstGeom prst="rect">
              <a:avLst/>
            </a:prstGeom>
            <a:solidFill>
              <a:srgbClr val="E2CB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angle 300"/>
            <p:cNvSpPr/>
            <p:nvPr/>
          </p:nvSpPr>
          <p:spPr>
            <a:xfrm>
              <a:off x="5026914" y="2128266"/>
              <a:ext cx="35022" cy="35022"/>
            </a:xfrm>
            <a:prstGeom prst="rect">
              <a:avLst/>
            </a:prstGeom>
            <a:solidFill>
              <a:srgbClr val="E9D7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angle 301"/>
            <p:cNvSpPr/>
            <p:nvPr/>
          </p:nvSpPr>
          <p:spPr>
            <a:xfrm>
              <a:off x="5061204" y="2128266"/>
              <a:ext cx="35022" cy="35022"/>
            </a:xfrm>
            <a:prstGeom prst="rect">
              <a:avLst/>
            </a:prstGeom>
            <a:solidFill>
              <a:srgbClr val="E1C3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5095494" y="2128266"/>
              <a:ext cx="35022" cy="35022"/>
            </a:xfrm>
            <a:prstGeom prst="rect">
              <a:avLst/>
            </a:prstGeom>
            <a:solidFill>
              <a:srgbClr val="D2AD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5129784" y="2128266"/>
              <a:ext cx="35022" cy="35022"/>
            </a:xfrm>
            <a:prstGeom prst="rect">
              <a:avLst/>
            </a:prstGeom>
            <a:solidFill>
              <a:srgbClr val="DBBD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angle 304"/>
            <p:cNvSpPr/>
            <p:nvPr/>
          </p:nvSpPr>
          <p:spPr>
            <a:xfrm>
              <a:off x="5164074" y="2128266"/>
              <a:ext cx="35022" cy="35022"/>
            </a:xfrm>
            <a:prstGeom prst="rect">
              <a:avLst/>
            </a:prstGeom>
            <a:solidFill>
              <a:srgbClr val="BC72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angle 305"/>
            <p:cNvSpPr/>
            <p:nvPr/>
          </p:nvSpPr>
          <p:spPr>
            <a:xfrm>
              <a:off x="4649724" y="2162556"/>
              <a:ext cx="35022" cy="35022"/>
            </a:xfrm>
            <a:prstGeom prst="rect">
              <a:avLst/>
            </a:prstGeom>
            <a:solidFill>
              <a:srgbClr val="CFA7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4684014" y="2162556"/>
              <a:ext cx="35022" cy="35022"/>
            </a:xfrm>
            <a:prstGeom prst="rect">
              <a:avLst/>
            </a:prstGeom>
            <a:solidFill>
              <a:srgbClr val="E3C7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4718304" y="2162556"/>
              <a:ext cx="35022" cy="35022"/>
            </a:xfrm>
            <a:prstGeom prst="rect">
              <a:avLst/>
            </a:prstGeom>
            <a:solidFill>
              <a:srgbClr val="B87C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4752594" y="2162556"/>
              <a:ext cx="35022" cy="35022"/>
            </a:xfrm>
            <a:prstGeom prst="rect">
              <a:avLst/>
            </a:prstGeom>
            <a:solidFill>
              <a:srgbClr val="C192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angle 309"/>
            <p:cNvSpPr/>
            <p:nvPr/>
          </p:nvSpPr>
          <p:spPr>
            <a:xfrm>
              <a:off x="4786884" y="2162556"/>
              <a:ext cx="35022" cy="35022"/>
            </a:xfrm>
            <a:prstGeom prst="rect">
              <a:avLst/>
            </a:prstGeom>
            <a:solidFill>
              <a:srgbClr val="E8CF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angle 310"/>
            <p:cNvSpPr/>
            <p:nvPr/>
          </p:nvSpPr>
          <p:spPr>
            <a:xfrm>
              <a:off x="4821174" y="2162556"/>
              <a:ext cx="35022" cy="35022"/>
            </a:xfrm>
            <a:prstGeom prst="rect">
              <a:avLst/>
            </a:prstGeom>
            <a:solidFill>
              <a:srgbClr val="F3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Rectangle 311"/>
            <p:cNvSpPr/>
            <p:nvPr/>
          </p:nvSpPr>
          <p:spPr>
            <a:xfrm>
              <a:off x="4855464" y="2162556"/>
              <a:ext cx="35022" cy="35022"/>
            </a:xfrm>
            <a:prstGeom prst="rect">
              <a:avLst/>
            </a:prstGeom>
            <a:solidFill>
              <a:srgbClr val="F0E0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4889754" y="2162556"/>
              <a:ext cx="35022" cy="35022"/>
            </a:xfrm>
            <a:prstGeom prst="rect">
              <a:avLst/>
            </a:prstGeom>
            <a:solidFill>
              <a:srgbClr val="D1A7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4924044" y="2162556"/>
              <a:ext cx="35022" cy="35022"/>
            </a:xfrm>
            <a:prstGeom prst="rect">
              <a:avLst/>
            </a:prstGeom>
            <a:solidFill>
              <a:srgbClr val="DAB9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Rectangle 314"/>
            <p:cNvSpPr/>
            <p:nvPr/>
          </p:nvSpPr>
          <p:spPr>
            <a:xfrm>
              <a:off x="4958334" y="2162556"/>
              <a:ext cx="35022" cy="35022"/>
            </a:xfrm>
            <a:prstGeom prst="rect">
              <a:avLst/>
            </a:prstGeom>
            <a:solidFill>
              <a:srgbClr val="E0C7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angle 315"/>
            <p:cNvSpPr/>
            <p:nvPr/>
          </p:nvSpPr>
          <p:spPr>
            <a:xfrm>
              <a:off x="4992624" y="2162556"/>
              <a:ext cx="35022" cy="35022"/>
            </a:xfrm>
            <a:prstGeom prst="rect">
              <a:avLst/>
            </a:prstGeom>
            <a:solidFill>
              <a:srgbClr val="F0DE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Rectangle 316"/>
            <p:cNvSpPr/>
            <p:nvPr/>
          </p:nvSpPr>
          <p:spPr>
            <a:xfrm>
              <a:off x="5026914" y="2162556"/>
              <a:ext cx="35022" cy="35022"/>
            </a:xfrm>
            <a:prstGeom prst="rect">
              <a:avLst/>
            </a:prstGeom>
            <a:solidFill>
              <a:srgbClr val="ECD7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5061204" y="2162556"/>
              <a:ext cx="35022" cy="35022"/>
            </a:xfrm>
            <a:prstGeom prst="rect">
              <a:avLst/>
            </a:prstGeom>
            <a:solidFill>
              <a:srgbClr val="E0C4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5095494" y="2162556"/>
              <a:ext cx="35022" cy="35022"/>
            </a:xfrm>
            <a:prstGeom prst="rect">
              <a:avLst/>
            </a:prstGeom>
            <a:solidFill>
              <a:srgbClr val="DCB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Rectangle 319"/>
            <p:cNvSpPr/>
            <p:nvPr/>
          </p:nvSpPr>
          <p:spPr>
            <a:xfrm>
              <a:off x="5129784" y="2162556"/>
              <a:ext cx="35022" cy="35022"/>
            </a:xfrm>
            <a:prstGeom prst="rect">
              <a:avLst/>
            </a:prstGeom>
            <a:solidFill>
              <a:srgbClr val="DFBD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Rectangle 320"/>
            <p:cNvSpPr/>
            <p:nvPr/>
          </p:nvSpPr>
          <p:spPr>
            <a:xfrm>
              <a:off x="5164074" y="2162556"/>
              <a:ext cx="35022" cy="35022"/>
            </a:xfrm>
            <a:prstGeom prst="rect">
              <a:avLst/>
            </a:prstGeom>
            <a:solidFill>
              <a:srgbClr val="BE6E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Rectangle 321"/>
            <p:cNvSpPr/>
            <p:nvPr/>
          </p:nvSpPr>
          <p:spPr>
            <a:xfrm>
              <a:off x="4649724" y="2196846"/>
              <a:ext cx="35022" cy="35022"/>
            </a:xfrm>
            <a:prstGeom prst="rect">
              <a:avLst/>
            </a:prstGeom>
            <a:solidFill>
              <a:srgbClr val="DCB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4684014" y="2196846"/>
              <a:ext cx="35022" cy="35022"/>
            </a:xfrm>
            <a:prstGeom prst="rect">
              <a:avLst/>
            </a:prstGeom>
            <a:solidFill>
              <a:srgbClr val="E1C0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4718304" y="2196846"/>
              <a:ext cx="35022" cy="35022"/>
            </a:xfrm>
            <a:prstGeom prst="rect">
              <a:avLst/>
            </a:prstGeom>
            <a:solidFill>
              <a:srgbClr val="D9B8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Rectangle 324"/>
            <p:cNvSpPr/>
            <p:nvPr/>
          </p:nvSpPr>
          <p:spPr>
            <a:xfrm>
              <a:off x="4752594" y="2196846"/>
              <a:ext cx="35022" cy="35022"/>
            </a:xfrm>
            <a:prstGeom prst="rect">
              <a:avLst/>
            </a:prstGeom>
            <a:solidFill>
              <a:srgbClr val="EAD1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Rectangle 325"/>
            <p:cNvSpPr/>
            <p:nvPr/>
          </p:nvSpPr>
          <p:spPr>
            <a:xfrm>
              <a:off x="4786884" y="2196846"/>
              <a:ext cx="35022" cy="35022"/>
            </a:xfrm>
            <a:prstGeom prst="rect">
              <a:avLst/>
            </a:prstGeom>
            <a:solidFill>
              <a:srgbClr val="E8D3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Rectangle 326"/>
            <p:cNvSpPr/>
            <p:nvPr/>
          </p:nvSpPr>
          <p:spPr>
            <a:xfrm>
              <a:off x="4821174" y="2196846"/>
              <a:ext cx="35022" cy="35022"/>
            </a:xfrm>
            <a:prstGeom prst="rect">
              <a:avLst/>
            </a:prstGeom>
            <a:solidFill>
              <a:srgbClr val="E0C3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4855464" y="2196846"/>
              <a:ext cx="35022" cy="35022"/>
            </a:xfrm>
            <a:prstGeom prst="rect">
              <a:avLst/>
            </a:prstGeom>
            <a:solidFill>
              <a:srgbClr val="D4B3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4889754" y="2196846"/>
              <a:ext cx="35022" cy="35022"/>
            </a:xfrm>
            <a:prstGeom prst="rect">
              <a:avLst/>
            </a:prstGeom>
            <a:solidFill>
              <a:srgbClr val="C596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Rectangle 329"/>
            <p:cNvSpPr/>
            <p:nvPr/>
          </p:nvSpPr>
          <p:spPr>
            <a:xfrm>
              <a:off x="4924044" y="2196846"/>
              <a:ext cx="35022" cy="35022"/>
            </a:xfrm>
            <a:prstGeom prst="rect">
              <a:avLst/>
            </a:prstGeom>
            <a:solidFill>
              <a:srgbClr val="D3AE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Rectangle 330"/>
            <p:cNvSpPr/>
            <p:nvPr/>
          </p:nvSpPr>
          <p:spPr>
            <a:xfrm>
              <a:off x="4958334" y="2196846"/>
              <a:ext cx="35022" cy="35022"/>
            </a:xfrm>
            <a:prstGeom prst="rect">
              <a:avLst/>
            </a:prstGeom>
            <a:solidFill>
              <a:srgbClr val="D3A7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Rectangle 331"/>
            <p:cNvSpPr/>
            <p:nvPr/>
          </p:nvSpPr>
          <p:spPr>
            <a:xfrm>
              <a:off x="4992624" y="2196846"/>
              <a:ext cx="35022" cy="35022"/>
            </a:xfrm>
            <a:prstGeom prst="rect">
              <a:avLst/>
            </a:prstGeom>
            <a:solidFill>
              <a:srgbClr val="E9D2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5026914" y="2196846"/>
              <a:ext cx="35022" cy="35022"/>
            </a:xfrm>
            <a:prstGeom prst="rect">
              <a:avLst/>
            </a:prstGeom>
            <a:solidFill>
              <a:srgbClr val="E3C7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5061204" y="2196846"/>
              <a:ext cx="35022" cy="35022"/>
            </a:xfrm>
            <a:prstGeom prst="rect">
              <a:avLst/>
            </a:prstGeom>
            <a:solidFill>
              <a:srgbClr val="DEC0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5" name="Rectangle 334"/>
            <p:cNvSpPr/>
            <p:nvPr/>
          </p:nvSpPr>
          <p:spPr>
            <a:xfrm>
              <a:off x="5095494" y="2196846"/>
              <a:ext cx="35022" cy="35022"/>
            </a:xfrm>
            <a:prstGeom prst="rect">
              <a:avLst/>
            </a:prstGeom>
            <a:solidFill>
              <a:srgbClr val="EAD8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6" name="Rectangle 335"/>
            <p:cNvSpPr/>
            <p:nvPr/>
          </p:nvSpPr>
          <p:spPr>
            <a:xfrm>
              <a:off x="5129784" y="2196846"/>
              <a:ext cx="35022" cy="35022"/>
            </a:xfrm>
            <a:prstGeom prst="rect">
              <a:avLst/>
            </a:prstGeom>
            <a:solidFill>
              <a:srgbClr val="EADA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7" name="Rectangle 336"/>
            <p:cNvSpPr/>
            <p:nvPr/>
          </p:nvSpPr>
          <p:spPr>
            <a:xfrm>
              <a:off x="5164074" y="2196846"/>
              <a:ext cx="35022" cy="35022"/>
            </a:xfrm>
            <a:prstGeom prst="rect">
              <a:avLst/>
            </a:prstGeom>
            <a:solidFill>
              <a:srgbClr val="BE6B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4649724" y="2231136"/>
              <a:ext cx="35022" cy="35022"/>
            </a:xfrm>
            <a:prstGeom prst="rect">
              <a:avLst/>
            </a:prstGeom>
            <a:solidFill>
              <a:srgbClr val="E7C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4684014" y="2231136"/>
              <a:ext cx="35022" cy="35022"/>
            </a:xfrm>
            <a:prstGeom prst="rect">
              <a:avLst/>
            </a:prstGeom>
            <a:solidFill>
              <a:srgbClr val="D5B2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0" name="Rectangle 339"/>
            <p:cNvSpPr/>
            <p:nvPr/>
          </p:nvSpPr>
          <p:spPr>
            <a:xfrm>
              <a:off x="4718304" y="2231136"/>
              <a:ext cx="35022" cy="35022"/>
            </a:xfrm>
            <a:prstGeom prst="rect">
              <a:avLst/>
            </a:prstGeom>
            <a:solidFill>
              <a:srgbClr val="E4C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Rectangle 340"/>
            <p:cNvSpPr/>
            <p:nvPr/>
          </p:nvSpPr>
          <p:spPr>
            <a:xfrm>
              <a:off x="4752594" y="2231136"/>
              <a:ext cx="35022" cy="35022"/>
            </a:xfrm>
            <a:prstGeom prst="rect">
              <a:avLst/>
            </a:prstGeom>
            <a:solidFill>
              <a:srgbClr val="F1E4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4786884" y="2231136"/>
              <a:ext cx="35022" cy="35022"/>
            </a:xfrm>
            <a:prstGeom prst="rect">
              <a:avLst/>
            </a:prstGeom>
            <a:solidFill>
              <a:srgbClr val="EBD6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4821174" y="2231136"/>
              <a:ext cx="35022" cy="35022"/>
            </a:xfrm>
            <a:prstGeom prst="rect">
              <a:avLst/>
            </a:prstGeom>
            <a:solidFill>
              <a:srgbClr val="DEC0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4855464" y="2231136"/>
              <a:ext cx="35022" cy="35022"/>
            </a:xfrm>
            <a:prstGeom prst="rect">
              <a:avLst/>
            </a:prstGeom>
            <a:solidFill>
              <a:srgbClr val="D8B7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5" name="Rectangle 344"/>
            <p:cNvSpPr/>
            <p:nvPr/>
          </p:nvSpPr>
          <p:spPr>
            <a:xfrm>
              <a:off x="4889754" y="2231136"/>
              <a:ext cx="35022" cy="35022"/>
            </a:xfrm>
            <a:prstGeom prst="rect">
              <a:avLst/>
            </a:prstGeom>
            <a:solidFill>
              <a:srgbClr val="D9BB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Rectangle 345"/>
            <p:cNvSpPr/>
            <p:nvPr/>
          </p:nvSpPr>
          <p:spPr>
            <a:xfrm>
              <a:off x="4924044" y="2231136"/>
              <a:ext cx="35022" cy="35022"/>
            </a:xfrm>
            <a:prstGeom prst="rect">
              <a:avLst/>
            </a:prstGeom>
            <a:solidFill>
              <a:srgbClr val="E1C5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7" name="Rectangle 346"/>
            <p:cNvSpPr/>
            <p:nvPr/>
          </p:nvSpPr>
          <p:spPr>
            <a:xfrm>
              <a:off x="4958334" y="2231136"/>
              <a:ext cx="35022" cy="35022"/>
            </a:xfrm>
            <a:prstGeom prst="rect">
              <a:avLst/>
            </a:prstGeom>
            <a:solidFill>
              <a:srgbClr val="D6B3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4992624" y="2231136"/>
              <a:ext cx="35022" cy="35022"/>
            </a:xfrm>
            <a:prstGeom prst="rect">
              <a:avLst/>
            </a:prstGeom>
            <a:solidFill>
              <a:srgbClr val="E6D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5026914" y="2231136"/>
              <a:ext cx="35022" cy="35022"/>
            </a:xfrm>
            <a:prstGeom prst="rect">
              <a:avLst/>
            </a:prstGeom>
            <a:solidFill>
              <a:srgbClr val="EEDC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Rectangle 349"/>
            <p:cNvSpPr/>
            <p:nvPr/>
          </p:nvSpPr>
          <p:spPr>
            <a:xfrm>
              <a:off x="5061204" y="2231136"/>
              <a:ext cx="35022" cy="35022"/>
            </a:xfrm>
            <a:prstGeom prst="rect">
              <a:avLst/>
            </a:prstGeom>
            <a:solidFill>
              <a:srgbClr val="F1E4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1" name="Rectangle 350"/>
            <p:cNvSpPr/>
            <p:nvPr/>
          </p:nvSpPr>
          <p:spPr>
            <a:xfrm>
              <a:off x="5095494" y="2231136"/>
              <a:ext cx="35022" cy="35022"/>
            </a:xfrm>
            <a:prstGeom prst="rect">
              <a:avLst/>
            </a:prstGeom>
            <a:solidFill>
              <a:srgbClr val="D8B5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Rectangle 351"/>
            <p:cNvSpPr/>
            <p:nvPr/>
          </p:nvSpPr>
          <p:spPr>
            <a:xfrm>
              <a:off x="5129784" y="2231136"/>
              <a:ext cx="35022" cy="35022"/>
            </a:xfrm>
            <a:prstGeom prst="rect">
              <a:avLst/>
            </a:prstGeom>
            <a:solidFill>
              <a:srgbClr val="E2C9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5164074" y="2231136"/>
              <a:ext cx="35022" cy="35022"/>
            </a:xfrm>
            <a:prstGeom prst="rect">
              <a:avLst/>
            </a:prstGeom>
            <a:solidFill>
              <a:srgbClr val="BC6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4649724" y="2265426"/>
              <a:ext cx="35022" cy="35022"/>
            </a:xfrm>
            <a:prstGeom prst="rect">
              <a:avLst/>
            </a:prstGeom>
            <a:solidFill>
              <a:srgbClr val="D4B3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5" name="Rectangle 354"/>
            <p:cNvSpPr/>
            <p:nvPr/>
          </p:nvSpPr>
          <p:spPr>
            <a:xfrm>
              <a:off x="4684014" y="2265426"/>
              <a:ext cx="35022" cy="35022"/>
            </a:xfrm>
            <a:prstGeom prst="rect">
              <a:avLst/>
            </a:prstGeom>
            <a:solidFill>
              <a:srgbClr val="E1C1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6" name="Rectangle 355"/>
            <p:cNvSpPr/>
            <p:nvPr/>
          </p:nvSpPr>
          <p:spPr>
            <a:xfrm>
              <a:off x="4718304" y="2265426"/>
              <a:ext cx="35022" cy="35022"/>
            </a:xfrm>
            <a:prstGeom prst="rect">
              <a:avLst/>
            </a:prstGeom>
            <a:solidFill>
              <a:srgbClr val="ECD7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Rectangle 356"/>
            <p:cNvSpPr/>
            <p:nvPr/>
          </p:nvSpPr>
          <p:spPr>
            <a:xfrm>
              <a:off x="4752594" y="2265426"/>
              <a:ext cx="35022" cy="35022"/>
            </a:xfrm>
            <a:prstGeom prst="rect">
              <a:avLst/>
            </a:prstGeom>
            <a:solidFill>
              <a:srgbClr val="DEC2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4786884" y="2265426"/>
              <a:ext cx="35022" cy="35022"/>
            </a:xfrm>
            <a:prstGeom prst="rect">
              <a:avLst/>
            </a:prstGeom>
            <a:solidFill>
              <a:srgbClr val="D7B0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4821174" y="2265426"/>
              <a:ext cx="35022" cy="35022"/>
            </a:xfrm>
            <a:prstGeom prst="rect">
              <a:avLst/>
            </a:prstGeom>
            <a:solidFill>
              <a:srgbClr val="CD9F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Rectangle 359"/>
            <p:cNvSpPr/>
            <p:nvPr/>
          </p:nvSpPr>
          <p:spPr>
            <a:xfrm>
              <a:off x="4855464" y="2265426"/>
              <a:ext cx="35022" cy="35022"/>
            </a:xfrm>
            <a:prstGeom prst="rect">
              <a:avLst/>
            </a:prstGeom>
            <a:solidFill>
              <a:srgbClr val="EFDF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1" name="Rectangle 360"/>
            <p:cNvSpPr/>
            <p:nvPr/>
          </p:nvSpPr>
          <p:spPr>
            <a:xfrm>
              <a:off x="4889754" y="2265426"/>
              <a:ext cx="35022" cy="35022"/>
            </a:xfrm>
            <a:prstGeom prst="rect">
              <a:avLst/>
            </a:prstGeom>
            <a:solidFill>
              <a:srgbClr val="EAD8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2" name="Rectangle 361"/>
            <p:cNvSpPr/>
            <p:nvPr/>
          </p:nvSpPr>
          <p:spPr>
            <a:xfrm>
              <a:off x="4924044" y="2265426"/>
              <a:ext cx="35022" cy="35022"/>
            </a:xfrm>
            <a:prstGeom prst="rect">
              <a:avLst/>
            </a:prstGeom>
            <a:solidFill>
              <a:srgbClr val="DCB5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4958334" y="2265426"/>
              <a:ext cx="35022" cy="35022"/>
            </a:xfrm>
            <a:prstGeom prst="rect">
              <a:avLst/>
            </a:prstGeom>
            <a:solidFill>
              <a:srgbClr val="F5EA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4992624" y="2265426"/>
              <a:ext cx="35022" cy="35022"/>
            </a:xfrm>
            <a:prstGeom prst="rect">
              <a:avLst/>
            </a:prstGeom>
            <a:solidFill>
              <a:srgbClr val="FCF6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Rectangle 364"/>
            <p:cNvSpPr/>
            <p:nvPr/>
          </p:nvSpPr>
          <p:spPr>
            <a:xfrm>
              <a:off x="5026914" y="2265426"/>
              <a:ext cx="35022" cy="35022"/>
            </a:xfrm>
            <a:prstGeom prst="rect">
              <a:avLst/>
            </a:prstGeom>
            <a:solidFill>
              <a:srgbClr val="EDD5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Rectangle 365"/>
            <p:cNvSpPr/>
            <p:nvPr/>
          </p:nvSpPr>
          <p:spPr>
            <a:xfrm>
              <a:off x="5061204" y="2265426"/>
              <a:ext cx="35022" cy="35022"/>
            </a:xfrm>
            <a:prstGeom prst="rect">
              <a:avLst/>
            </a:prstGeom>
            <a:solidFill>
              <a:srgbClr val="E0C5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Rectangle 366"/>
            <p:cNvSpPr/>
            <p:nvPr/>
          </p:nvSpPr>
          <p:spPr>
            <a:xfrm>
              <a:off x="5095494" y="2265426"/>
              <a:ext cx="35022" cy="35022"/>
            </a:xfrm>
            <a:prstGeom prst="rect">
              <a:avLst/>
            </a:prstGeom>
            <a:solidFill>
              <a:srgbClr val="D0A6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5129784" y="2265426"/>
              <a:ext cx="35022" cy="35022"/>
            </a:xfrm>
            <a:prstGeom prst="rect">
              <a:avLst/>
            </a:prstGeom>
            <a:solidFill>
              <a:srgbClr val="E0C0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5164074" y="2265426"/>
              <a:ext cx="35022" cy="35022"/>
            </a:xfrm>
            <a:prstGeom prst="rect">
              <a:avLst/>
            </a:prstGeom>
            <a:solidFill>
              <a:srgbClr val="C16E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0" name="Rectangle 369"/>
            <p:cNvSpPr/>
            <p:nvPr/>
          </p:nvSpPr>
          <p:spPr>
            <a:xfrm>
              <a:off x="4649724" y="2299716"/>
              <a:ext cx="35022" cy="35022"/>
            </a:xfrm>
            <a:prstGeom prst="rect">
              <a:avLst/>
            </a:prstGeom>
            <a:solidFill>
              <a:srgbClr val="E1C5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1" name="Rectangle 370"/>
            <p:cNvSpPr/>
            <p:nvPr/>
          </p:nvSpPr>
          <p:spPr>
            <a:xfrm>
              <a:off x="4684014" y="2299716"/>
              <a:ext cx="35022" cy="35022"/>
            </a:xfrm>
            <a:prstGeom prst="rect">
              <a:avLst/>
            </a:prstGeom>
            <a:solidFill>
              <a:srgbClr val="F8EB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2" name="Rectangle 371"/>
            <p:cNvSpPr/>
            <p:nvPr/>
          </p:nvSpPr>
          <p:spPr>
            <a:xfrm>
              <a:off x="4718304" y="2299716"/>
              <a:ext cx="35022" cy="35022"/>
            </a:xfrm>
            <a:prstGeom prst="rect">
              <a:avLst/>
            </a:prstGeom>
            <a:solidFill>
              <a:srgbClr val="E9D7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4752594" y="2299716"/>
              <a:ext cx="35022" cy="35022"/>
            </a:xfrm>
            <a:prstGeom prst="rect">
              <a:avLst/>
            </a:prstGeom>
            <a:solidFill>
              <a:srgbClr val="DFC2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4786884" y="2299716"/>
              <a:ext cx="35022" cy="35022"/>
            </a:xfrm>
            <a:prstGeom prst="rect">
              <a:avLst/>
            </a:prstGeom>
            <a:solidFill>
              <a:srgbClr val="E5CC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5" name="Rectangle 374"/>
            <p:cNvSpPr/>
            <p:nvPr/>
          </p:nvSpPr>
          <p:spPr>
            <a:xfrm>
              <a:off x="4821174" y="2299716"/>
              <a:ext cx="35022" cy="35022"/>
            </a:xfrm>
            <a:prstGeom prst="rect">
              <a:avLst/>
            </a:prstGeom>
            <a:solidFill>
              <a:srgbClr val="E2C9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6" name="Rectangle 375"/>
            <p:cNvSpPr/>
            <p:nvPr/>
          </p:nvSpPr>
          <p:spPr>
            <a:xfrm>
              <a:off x="4855464" y="2299716"/>
              <a:ext cx="35022" cy="35022"/>
            </a:xfrm>
            <a:prstGeom prst="rect">
              <a:avLst/>
            </a:prstGeom>
            <a:solidFill>
              <a:srgbClr val="DDC4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7" name="Rectangle 376"/>
            <p:cNvSpPr/>
            <p:nvPr/>
          </p:nvSpPr>
          <p:spPr>
            <a:xfrm>
              <a:off x="4889754" y="2299716"/>
              <a:ext cx="35022" cy="35022"/>
            </a:xfrm>
            <a:prstGeom prst="rect">
              <a:avLst/>
            </a:prstGeom>
            <a:solidFill>
              <a:srgbClr val="D5AD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4924044" y="2299716"/>
              <a:ext cx="35022" cy="35022"/>
            </a:xfrm>
            <a:prstGeom prst="rect">
              <a:avLst/>
            </a:prstGeom>
            <a:solidFill>
              <a:srgbClr val="EBDA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4958334" y="2299716"/>
              <a:ext cx="35022" cy="35022"/>
            </a:xfrm>
            <a:prstGeom prst="rect">
              <a:avLst/>
            </a:prstGeom>
            <a:solidFill>
              <a:srgbClr val="E8D3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0" name="Rectangle 379"/>
            <p:cNvSpPr/>
            <p:nvPr/>
          </p:nvSpPr>
          <p:spPr>
            <a:xfrm>
              <a:off x="4992624" y="2299716"/>
              <a:ext cx="35022" cy="35022"/>
            </a:xfrm>
            <a:prstGeom prst="rect">
              <a:avLst/>
            </a:prstGeom>
            <a:solidFill>
              <a:srgbClr val="EAD3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5026914" y="2299716"/>
              <a:ext cx="35022" cy="35022"/>
            </a:xfrm>
            <a:prstGeom prst="rect">
              <a:avLst/>
            </a:prstGeom>
            <a:solidFill>
              <a:srgbClr val="F0E0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5061204" y="2299716"/>
              <a:ext cx="35022" cy="35022"/>
            </a:xfrm>
            <a:prstGeom prst="rect">
              <a:avLst/>
            </a:prstGeom>
            <a:solidFill>
              <a:srgbClr val="E1C1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5095494" y="2299716"/>
              <a:ext cx="35022" cy="35022"/>
            </a:xfrm>
            <a:prstGeom prst="rect">
              <a:avLst/>
            </a:prstGeom>
            <a:solidFill>
              <a:srgbClr val="CB98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5129784" y="2299716"/>
              <a:ext cx="35022" cy="35022"/>
            </a:xfrm>
            <a:prstGeom prst="rect">
              <a:avLst/>
            </a:prstGeom>
            <a:solidFill>
              <a:srgbClr val="DFBC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5164074" y="2299716"/>
              <a:ext cx="35022" cy="35022"/>
            </a:xfrm>
            <a:prstGeom prst="rect">
              <a:avLst/>
            </a:prstGeom>
            <a:solidFill>
              <a:srgbClr val="B969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4649724" y="2334006"/>
              <a:ext cx="35022" cy="35022"/>
            </a:xfrm>
            <a:prstGeom prst="rect">
              <a:avLst/>
            </a:prstGeom>
            <a:solidFill>
              <a:srgbClr val="E2CB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7" name="Rectangle 386"/>
            <p:cNvSpPr/>
            <p:nvPr/>
          </p:nvSpPr>
          <p:spPr>
            <a:xfrm>
              <a:off x="4684014" y="2334006"/>
              <a:ext cx="35022" cy="35022"/>
            </a:xfrm>
            <a:prstGeom prst="rect">
              <a:avLst/>
            </a:prstGeom>
            <a:solidFill>
              <a:srgbClr val="E8D3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4718304" y="2334006"/>
              <a:ext cx="35022" cy="35022"/>
            </a:xfrm>
            <a:prstGeom prst="rect">
              <a:avLst/>
            </a:prstGeom>
            <a:solidFill>
              <a:srgbClr val="E8D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4752594" y="2334006"/>
              <a:ext cx="35022" cy="35022"/>
            </a:xfrm>
            <a:prstGeom prst="rect">
              <a:avLst/>
            </a:prstGeom>
            <a:solidFill>
              <a:srgbClr val="EAD9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Rectangle 389"/>
            <p:cNvSpPr/>
            <p:nvPr/>
          </p:nvSpPr>
          <p:spPr>
            <a:xfrm>
              <a:off x="4786884" y="2334006"/>
              <a:ext cx="35022" cy="35022"/>
            </a:xfrm>
            <a:prstGeom prst="rect">
              <a:avLst/>
            </a:prstGeom>
            <a:solidFill>
              <a:srgbClr val="CDA4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Rectangle 390"/>
            <p:cNvSpPr/>
            <p:nvPr/>
          </p:nvSpPr>
          <p:spPr>
            <a:xfrm>
              <a:off x="4821174" y="2334006"/>
              <a:ext cx="35022" cy="35022"/>
            </a:xfrm>
            <a:prstGeom prst="rect">
              <a:avLst/>
            </a:prstGeom>
            <a:solidFill>
              <a:srgbClr val="D9BB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Rectangle 391"/>
            <p:cNvSpPr/>
            <p:nvPr/>
          </p:nvSpPr>
          <p:spPr>
            <a:xfrm>
              <a:off x="4855464" y="2334006"/>
              <a:ext cx="35022" cy="35022"/>
            </a:xfrm>
            <a:prstGeom prst="rect">
              <a:avLst/>
            </a:prstGeom>
            <a:solidFill>
              <a:srgbClr val="F1E1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4889754" y="2334006"/>
              <a:ext cx="35022" cy="35022"/>
            </a:xfrm>
            <a:prstGeom prst="rect">
              <a:avLst/>
            </a:prstGeom>
            <a:solidFill>
              <a:srgbClr val="D8B5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4924044" y="2334006"/>
              <a:ext cx="35022" cy="35022"/>
            </a:xfrm>
            <a:prstGeom prst="rect">
              <a:avLst/>
            </a:prstGeom>
            <a:solidFill>
              <a:srgbClr val="DEBD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Rectangle 394"/>
            <p:cNvSpPr/>
            <p:nvPr/>
          </p:nvSpPr>
          <p:spPr>
            <a:xfrm>
              <a:off x="4958334" y="2334006"/>
              <a:ext cx="35022" cy="35022"/>
            </a:xfrm>
            <a:prstGeom prst="rect">
              <a:avLst/>
            </a:prstGeom>
            <a:solidFill>
              <a:srgbClr val="E0C9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Rectangle 395"/>
            <p:cNvSpPr/>
            <p:nvPr/>
          </p:nvSpPr>
          <p:spPr>
            <a:xfrm>
              <a:off x="4992624" y="2334006"/>
              <a:ext cx="35022" cy="35022"/>
            </a:xfrm>
            <a:prstGeom prst="rect">
              <a:avLst/>
            </a:prstGeom>
            <a:solidFill>
              <a:srgbClr val="E3C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Rectangle 396"/>
            <p:cNvSpPr/>
            <p:nvPr/>
          </p:nvSpPr>
          <p:spPr>
            <a:xfrm>
              <a:off x="5026914" y="2334006"/>
              <a:ext cx="35022" cy="35022"/>
            </a:xfrm>
            <a:prstGeom prst="rect">
              <a:avLst/>
            </a:prstGeom>
            <a:solidFill>
              <a:srgbClr val="E7D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5061204" y="2334006"/>
              <a:ext cx="35022" cy="35022"/>
            </a:xfrm>
            <a:prstGeom prst="rect">
              <a:avLst/>
            </a:prstGeom>
            <a:solidFill>
              <a:srgbClr val="E8CF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5095494" y="2334006"/>
              <a:ext cx="35022" cy="35022"/>
            </a:xfrm>
            <a:prstGeom prst="rect">
              <a:avLst/>
            </a:prstGeom>
            <a:solidFill>
              <a:srgbClr val="E9D2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Rectangle 399"/>
            <p:cNvSpPr/>
            <p:nvPr/>
          </p:nvSpPr>
          <p:spPr>
            <a:xfrm>
              <a:off x="5129784" y="2334006"/>
              <a:ext cx="35022" cy="35022"/>
            </a:xfrm>
            <a:prstGeom prst="rect">
              <a:avLst/>
            </a:prstGeom>
            <a:solidFill>
              <a:srgbClr val="D0A0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Rectangle 400"/>
            <p:cNvSpPr/>
            <p:nvPr/>
          </p:nvSpPr>
          <p:spPr>
            <a:xfrm>
              <a:off x="5164074" y="2334006"/>
              <a:ext cx="35022" cy="35022"/>
            </a:xfrm>
            <a:prstGeom prst="rect">
              <a:avLst/>
            </a:prstGeom>
            <a:solidFill>
              <a:srgbClr val="BB69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angle 401"/>
            <p:cNvSpPr/>
            <p:nvPr/>
          </p:nvSpPr>
          <p:spPr>
            <a:xfrm>
              <a:off x="4649724" y="2368296"/>
              <a:ext cx="35022" cy="35022"/>
            </a:xfrm>
            <a:prstGeom prst="rect">
              <a:avLst/>
            </a:prstGeom>
            <a:solidFill>
              <a:srgbClr val="F2E0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4684014" y="2368296"/>
              <a:ext cx="35022" cy="35022"/>
            </a:xfrm>
            <a:prstGeom prst="rect">
              <a:avLst/>
            </a:prstGeom>
            <a:solidFill>
              <a:srgbClr val="D8BA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4718304" y="2368296"/>
              <a:ext cx="35022" cy="35022"/>
            </a:xfrm>
            <a:prstGeom prst="rect">
              <a:avLst/>
            </a:prstGeom>
            <a:solidFill>
              <a:srgbClr val="EFDD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Rectangle 404"/>
            <p:cNvSpPr/>
            <p:nvPr/>
          </p:nvSpPr>
          <p:spPr>
            <a:xfrm>
              <a:off x="4752594" y="2368296"/>
              <a:ext cx="35022" cy="35022"/>
            </a:xfrm>
            <a:prstGeom prst="rect">
              <a:avLst/>
            </a:prstGeom>
            <a:solidFill>
              <a:srgbClr val="E0C4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Rectangle 405"/>
            <p:cNvSpPr/>
            <p:nvPr/>
          </p:nvSpPr>
          <p:spPr>
            <a:xfrm>
              <a:off x="4786884" y="2368296"/>
              <a:ext cx="35022" cy="35022"/>
            </a:xfrm>
            <a:prstGeom prst="rect">
              <a:avLst/>
            </a:prstGeom>
            <a:solidFill>
              <a:srgbClr val="D6B8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Rectangle 406"/>
            <p:cNvSpPr/>
            <p:nvPr/>
          </p:nvSpPr>
          <p:spPr>
            <a:xfrm>
              <a:off x="4821174" y="2368296"/>
              <a:ext cx="35022" cy="35022"/>
            </a:xfrm>
            <a:prstGeom prst="rect">
              <a:avLst/>
            </a:prstGeom>
            <a:solidFill>
              <a:srgbClr val="D7B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4855464" y="2368296"/>
              <a:ext cx="35022" cy="35022"/>
            </a:xfrm>
            <a:prstGeom prst="rect">
              <a:avLst/>
            </a:prstGeom>
            <a:solidFill>
              <a:srgbClr val="E2C9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4889754" y="2368296"/>
              <a:ext cx="35022" cy="35022"/>
            </a:xfrm>
            <a:prstGeom prst="rect">
              <a:avLst/>
            </a:prstGeom>
            <a:solidFill>
              <a:srgbClr val="F4E7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Rectangle 409"/>
            <p:cNvSpPr/>
            <p:nvPr/>
          </p:nvSpPr>
          <p:spPr>
            <a:xfrm>
              <a:off x="4924044" y="2368296"/>
              <a:ext cx="35022" cy="35022"/>
            </a:xfrm>
            <a:prstGeom prst="rect">
              <a:avLst/>
            </a:prstGeom>
            <a:solidFill>
              <a:srgbClr val="D4AF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angle 410"/>
            <p:cNvSpPr/>
            <p:nvPr/>
          </p:nvSpPr>
          <p:spPr>
            <a:xfrm>
              <a:off x="4958334" y="2368296"/>
              <a:ext cx="35022" cy="35022"/>
            </a:xfrm>
            <a:prstGeom prst="rect">
              <a:avLst/>
            </a:prstGeom>
            <a:solidFill>
              <a:srgbClr val="F8F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Rectangle 411"/>
            <p:cNvSpPr/>
            <p:nvPr/>
          </p:nvSpPr>
          <p:spPr>
            <a:xfrm>
              <a:off x="4992624" y="2368296"/>
              <a:ext cx="35022" cy="35022"/>
            </a:xfrm>
            <a:prstGeom prst="rect">
              <a:avLst/>
            </a:prstGeom>
            <a:solidFill>
              <a:srgbClr val="F4E4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5026914" y="2368296"/>
              <a:ext cx="35022" cy="35022"/>
            </a:xfrm>
            <a:prstGeom prst="rect">
              <a:avLst/>
            </a:prstGeom>
            <a:solidFill>
              <a:srgbClr val="CA95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5061204" y="2368296"/>
              <a:ext cx="35022" cy="35022"/>
            </a:xfrm>
            <a:prstGeom prst="rect">
              <a:avLst/>
            </a:prstGeom>
            <a:solidFill>
              <a:srgbClr val="C187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Rectangle 414"/>
            <p:cNvSpPr/>
            <p:nvPr/>
          </p:nvSpPr>
          <p:spPr>
            <a:xfrm>
              <a:off x="5095494" y="2368296"/>
              <a:ext cx="35022" cy="35022"/>
            </a:xfrm>
            <a:prstGeom prst="rect">
              <a:avLst/>
            </a:prstGeom>
            <a:solidFill>
              <a:srgbClr val="DFC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Rectangle 415"/>
            <p:cNvSpPr/>
            <p:nvPr/>
          </p:nvSpPr>
          <p:spPr>
            <a:xfrm>
              <a:off x="5129784" y="2368296"/>
              <a:ext cx="35022" cy="35022"/>
            </a:xfrm>
            <a:prstGeom prst="rect">
              <a:avLst/>
            </a:prstGeom>
            <a:solidFill>
              <a:srgbClr val="EBD6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Rectangle 416"/>
            <p:cNvSpPr/>
            <p:nvPr/>
          </p:nvSpPr>
          <p:spPr>
            <a:xfrm>
              <a:off x="5164074" y="2368296"/>
              <a:ext cx="35022" cy="35022"/>
            </a:xfrm>
            <a:prstGeom prst="rect">
              <a:avLst/>
            </a:prstGeom>
            <a:solidFill>
              <a:srgbClr val="C278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4649724" y="2402586"/>
              <a:ext cx="35022" cy="35022"/>
            </a:xfrm>
            <a:prstGeom prst="rect">
              <a:avLst/>
            </a:prstGeom>
            <a:solidFill>
              <a:srgbClr val="E8CA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4684014" y="2402586"/>
              <a:ext cx="35022" cy="35022"/>
            </a:xfrm>
            <a:prstGeom prst="rect">
              <a:avLst/>
            </a:prstGeom>
            <a:solidFill>
              <a:srgbClr val="E7CC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angle 419"/>
            <p:cNvSpPr/>
            <p:nvPr/>
          </p:nvSpPr>
          <p:spPr>
            <a:xfrm>
              <a:off x="4718304" y="2402586"/>
              <a:ext cx="35022" cy="35022"/>
            </a:xfrm>
            <a:prstGeom prst="rect">
              <a:avLst/>
            </a:prstGeom>
            <a:solidFill>
              <a:srgbClr val="D4B0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angle 420"/>
            <p:cNvSpPr/>
            <p:nvPr/>
          </p:nvSpPr>
          <p:spPr>
            <a:xfrm>
              <a:off x="4752594" y="2402586"/>
              <a:ext cx="35022" cy="35022"/>
            </a:xfrm>
            <a:prstGeom prst="rect">
              <a:avLst/>
            </a:prstGeom>
            <a:solidFill>
              <a:srgbClr val="DDBB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angle 421"/>
            <p:cNvSpPr/>
            <p:nvPr/>
          </p:nvSpPr>
          <p:spPr>
            <a:xfrm>
              <a:off x="4786884" y="2402586"/>
              <a:ext cx="35022" cy="35022"/>
            </a:xfrm>
            <a:prstGeom prst="rect">
              <a:avLst/>
            </a:prstGeom>
            <a:solidFill>
              <a:srgbClr val="D8B8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4821174" y="2402586"/>
              <a:ext cx="35022" cy="35022"/>
            </a:xfrm>
            <a:prstGeom prst="rect">
              <a:avLst/>
            </a:prstGeom>
            <a:solidFill>
              <a:srgbClr val="E8D3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4855464" y="2402586"/>
              <a:ext cx="35022" cy="35022"/>
            </a:xfrm>
            <a:prstGeom prst="rect">
              <a:avLst/>
            </a:prstGeom>
            <a:solidFill>
              <a:srgbClr val="E7D2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Rectangle 424"/>
            <p:cNvSpPr/>
            <p:nvPr/>
          </p:nvSpPr>
          <p:spPr>
            <a:xfrm>
              <a:off x="4889754" y="2402586"/>
              <a:ext cx="35022" cy="35022"/>
            </a:xfrm>
            <a:prstGeom prst="rect">
              <a:avLst/>
            </a:prstGeom>
            <a:solidFill>
              <a:srgbClr val="DAC1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Rectangle 425"/>
            <p:cNvSpPr/>
            <p:nvPr/>
          </p:nvSpPr>
          <p:spPr>
            <a:xfrm>
              <a:off x="4924044" y="2402586"/>
              <a:ext cx="35022" cy="35022"/>
            </a:xfrm>
            <a:prstGeom prst="rect">
              <a:avLst/>
            </a:prstGeom>
            <a:solidFill>
              <a:srgbClr val="DDBD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Rectangle 426"/>
            <p:cNvSpPr/>
            <p:nvPr/>
          </p:nvSpPr>
          <p:spPr>
            <a:xfrm>
              <a:off x="4958334" y="2402586"/>
              <a:ext cx="35022" cy="35022"/>
            </a:xfrm>
            <a:prstGeom prst="rect">
              <a:avLst/>
            </a:prstGeom>
            <a:solidFill>
              <a:srgbClr val="C3B3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4992624" y="2402586"/>
              <a:ext cx="35022" cy="35022"/>
            </a:xfrm>
            <a:prstGeom prst="rect">
              <a:avLst/>
            </a:prstGeom>
            <a:solidFill>
              <a:srgbClr val="E5D3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5026914" y="2402586"/>
              <a:ext cx="35022" cy="35022"/>
            </a:xfrm>
            <a:prstGeom prst="rect">
              <a:avLst/>
            </a:prstGeom>
            <a:solidFill>
              <a:srgbClr val="ECD6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Rectangle 429"/>
            <p:cNvSpPr/>
            <p:nvPr/>
          </p:nvSpPr>
          <p:spPr>
            <a:xfrm>
              <a:off x="5061204" y="2402586"/>
              <a:ext cx="35022" cy="35022"/>
            </a:xfrm>
            <a:prstGeom prst="rect">
              <a:avLst/>
            </a:prstGeom>
            <a:solidFill>
              <a:srgbClr val="ECD5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ectangle 430"/>
            <p:cNvSpPr/>
            <p:nvPr/>
          </p:nvSpPr>
          <p:spPr>
            <a:xfrm>
              <a:off x="5095494" y="2402586"/>
              <a:ext cx="35022" cy="35022"/>
            </a:xfrm>
            <a:prstGeom prst="rect">
              <a:avLst/>
            </a:prstGeom>
            <a:solidFill>
              <a:srgbClr val="E4C9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angle 431"/>
            <p:cNvSpPr/>
            <p:nvPr/>
          </p:nvSpPr>
          <p:spPr>
            <a:xfrm>
              <a:off x="5129784" y="2402586"/>
              <a:ext cx="35022" cy="35022"/>
            </a:xfrm>
            <a:prstGeom prst="rect">
              <a:avLst/>
            </a:prstGeom>
            <a:solidFill>
              <a:srgbClr val="D7B3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5164074" y="2402586"/>
              <a:ext cx="35022" cy="35022"/>
            </a:xfrm>
            <a:prstGeom prst="rect">
              <a:avLst/>
            </a:prstGeom>
            <a:solidFill>
              <a:srgbClr val="BA64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Freeform 433"/>
            <p:cNvSpPr/>
            <p:nvPr/>
          </p:nvSpPr>
          <p:spPr>
            <a:xfrm>
              <a:off x="4663440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DD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Freeform 434"/>
            <p:cNvSpPr/>
            <p:nvPr/>
          </p:nvSpPr>
          <p:spPr>
            <a:xfrm>
              <a:off x="5221224" y="18470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7BB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Freeform 435"/>
            <p:cNvSpPr/>
            <p:nvPr/>
          </p:nvSpPr>
          <p:spPr>
            <a:xfrm>
              <a:off x="4690872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5CD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Freeform 436"/>
            <p:cNvSpPr/>
            <p:nvPr/>
          </p:nvSpPr>
          <p:spPr>
            <a:xfrm>
              <a:off x="5221224" y="188366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1AF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Freeform 437"/>
            <p:cNvSpPr/>
            <p:nvPr/>
          </p:nvSpPr>
          <p:spPr>
            <a:xfrm>
              <a:off x="4727448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5DE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Freeform 438"/>
            <p:cNvSpPr/>
            <p:nvPr/>
          </p:nvSpPr>
          <p:spPr>
            <a:xfrm>
              <a:off x="5221224" y="191109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AA1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Freeform 439"/>
            <p:cNvSpPr/>
            <p:nvPr/>
          </p:nvSpPr>
          <p:spPr>
            <a:xfrm>
              <a:off x="4764024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CB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Freeform 440"/>
            <p:cNvSpPr/>
            <p:nvPr/>
          </p:nvSpPr>
          <p:spPr>
            <a:xfrm>
              <a:off x="5221224" y="194767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9A0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Freeform 441"/>
            <p:cNvSpPr/>
            <p:nvPr/>
          </p:nvSpPr>
          <p:spPr>
            <a:xfrm>
              <a:off x="4791456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5C5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Freeform 442"/>
            <p:cNvSpPr/>
            <p:nvPr/>
          </p:nvSpPr>
          <p:spPr>
            <a:xfrm>
              <a:off x="5221224" y="198424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4B2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Freeform 443"/>
            <p:cNvSpPr/>
            <p:nvPr/>
          </p:nvSpPr>
          <p:spPr>
            <a:xfrm>
              <a:off x="4828032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7D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reeform 444"/>
            <p:cNvSpPr/>
            <p:nvPr/>
          </p:nvSpPr>
          <p:spPr>
            <a:xfrm>
              <a:off x="5221224" y="202082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A75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Freeform 445"/>
            <p:cNvSpPr/>
            <p:nvPr/>
          </p:nvSpPr>
          <p:spPr>
            <a:xfrm>
              <a:off x="4864608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7B6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Freeform 446"/>
            <p:cNvSpPr/>
            <p:nvPr/>
          </p:nvSpPr>
          <p:spPr>
            <a:xfrm>
              <a:off x="5221224" y="204825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FC2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Freeform 447"/>
            <p:cNvSpPr/>
            <p:nvPr/>
          </p:nvSpPr>
          <p:spPr>
            <a:xfrm>
              <a:off x="4901184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2CA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Freeform 448"/>
            <p:cNvSpPr/>
            <p:nvPr/>
          </p:nvSpPr>
          <p:spPr>
            <a:xfrm>
              <a:off x="5221224" y="208483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7BB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Freeform 449"/>
            <p:cNvSpPr/>
            <p:nvPr/>
          </p:nvSpPr>
          <p:spPr>
            <a:xfrm>
              <a:off x="4937760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BBA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Freeform 450"/>
            <p:cNvSpPr/>
            <p:nvPr/>
          </p:nvSpPr>
          <p:spPr>
            <a:xfrm>
              <a:off x="5221224" y="212140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6B8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Freeform 451"/>
            <p:cNvSpPr/>
            <p:nvPr/>
          </p:nvSpPr>
          <p:spPr>
            <a:xfrm>
              <a:off x="4965192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DD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Freeform 452"/>
            <p:cNvSpPr/>
            <p:nvPr/>
          </p:nvSpPr>
          <p:spPr>
            <a:xfrm>
              <a:off x="5221224" y="215798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C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Freeform 453"/>
            <p:cNvSpPr/>
            <p:nvPr/>
          </p:nvSpPr>
          <p:spPr>
            <a:xfrm>
              <a:off x="5001768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BB9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Freeform 454"/>
            <p:cNvSpPr/>
            <p:nvPr/>
          </p:nvSpPr>
          <p:spPr>
            <a:xfrm>
              <a:off x="5221224" y="218541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4CB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Freeform 455"/>
            <p:cNvSpPr/>
            <p:nvPr/>
          </p:nvSpPr>
          <p:spPr>
            <a:xfrm>
              <a:off x="5038344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8B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Freeform 456"/>
            <p:cNvSpPr/>
            <p:nvPr/>
          </p:nvSpPr>
          <p:spPr>
            <a:xfrm>
              <a:off x="5221224" y="222199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CBF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Freeform 457"/>
            <p:cNvSpPr/>
            <p:nvPr/>
          </p:nvSpPr>
          <p:spPr>
            <a:xfrm>
              <a:off x="5065776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1E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Freeform 458"/>
            <p:cNvSpPr/>
            <p:nvPr/>
          </p:nvSpPr>
          <p:spPr>
            <a:xfrm>
              <a:off x="5221224" y="225856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4CB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Freeform 459"/>
            <p:cNvSpPr/>
            <p:nvPr/>
          </p:nvSpPr>
          <p:spPr>
            <a:xfrm>
              <a:off x="5102352" y="1828800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BDF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Freeform 460"/>
            <p:cNvSpPr/>
            <p:nvPr/>
          </p:nvSpPr>
          <p:spPr>
            <a:xfrm>
              <a:off x="5221224" y="229514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5CB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Freeform 461"/>
            <p:cNvSpPr/>
            <p:nvPr/>
          </p:nvSpPr>
          <p:spPr>
            <a:xfrm>
              <a:off x="5138928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9BD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Freeform 462"/>
            <p:cNvSpPr/>
            <p:nvPr/>
          </p:nvSpPr>
          <p:spPr>
            <a:xfrm>
              <a:off x="5221224" y="232257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DBF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Freeform 463"/>
            <p:cNvSpPr/>
            <p:nvPr/>
          </p:nvSpPr>
          <p:spPr>
            <a:xfrm>
              <a:off x="5175504" y="1828800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68A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Freeform 464"/>
            <p:cNvSpPr/>
            <p:nvPr/>
          </p:nvSpPr>
          <p:spPr>
            <a:xfrm>
              <a:off x="5221224" y="235915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341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Freeform 465"/>
            <p:cNvSpPr/>
            <p:nvPr/>
          </p:nvSpPr>
          <p:spPr>
            <a:xfrm>
              <a:off x="4690872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DD5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Freeform 466"/>
            <p:cNvSpPr/>
            <p:nvPr/>
          </p:nvSpPr>
          <p:spPr>
            <a:xfrm>
              <a:off x="5257800" y="181051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FC2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Freeform 467"/>
            <p:cNvSpPr/>
            <p:nvPr/>
          </p:nvSpPr>
          <p:spPr>
            <a:xfrm>
              <a:off x="4727448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7D2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reeform 468"/>
            <p:cNvSpPr/>
            <p:nvPr/>
          </p:nvSpPr>
          <p:spPr>
            <a:xfrm>
              <a:off x="5257800" y="184708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A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reeform 469"/>
            <p:cNvSpPr/>
            <p:nvPr/>
          </p:nvSpPr>
          <p:spPr>
            <a:xfrm>
              <a:off x="4764024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DC1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reeform 470"/>
            <p:cNvSpPr/>
            <p:nvPr/>
          </p:nvSpPr>
          <p:spPr>
            <a:xfrm>
              <a:off x="5257800" y="188366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3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reeform 471"/>
            <p:cNvSpPr/>
            <p:nvPr/>
          </p:nvSpPr>
          <p:spPr>
            <a:xfrm>
              <a:off x="4791456" y="1801368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5CE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reeform 472"/>
            <p:cNvSpPr/>
            <p:nvPr/>
          </p:nvSpPr>
          <p:spPr>
            <a:xfrm>
              <a:off x="5257800" y="192024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189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Freeform 473"/>
            <p:cNvSpPr/>
            <p:nvPr/>
          </p:nvSpPr>
          <p:spPr>
            <a:xfrm>
              <a:off x="4828032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3C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Freeform 474"/>
            <p:cNvSpPr/>
            <p:nvPr/>
          </p:nvSpPr>
          <p:spPr>
            <a:xfrm>
              <a:off x="5257800" y="194767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392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Freeform 475"/>
            <p:cNvSpPr/>
            <p:nvPr/>
          </p:nvSpPr>
          <p:spPr>
            <a:xfrm>
              <a:off x="4864608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3D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Freeform 476"/>
            <p:cNvSpPr/>
            <p:nvPr/>
          </p:nvSpPr>
          <p:spPr>
            <a:xfrm>
              <a:off x="5257800" y="198424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999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Freeform 477"/>
            <p:cNvSpPr/>
            <p:nvPr/>
          </p:nvSpPr>
          <p:spPr>
            <a:xfrm>
              <a:off x="4901184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DE0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Freeform 478"/>
            <p:cNvSpPr/>
            <p:nvPr/>
          </p:nvSpPr>
          <p:spPr>
            <a:xfrm>
              <a:off x="5257800" y="202082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C84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Freeform 479"/>
            <p:cNvSpPr/>
            <p:nvPr/>
          </p:nvSpPr>
          <p:spPr>
            <a:xfrm>
              <a:off x="4928616" y="1801368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C8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Freeform 480"/>
            <p:cNvSpPr/>
            <p:nvPr/>
          </p:nvSpPr>
          <p:spPr>
            <a:xfrm>
              <a:off x="5257800" y="205740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E8B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Freeform 481"/>
            <p:cNvSpPr/>
            <p:nvPr/>
          </p:nvSpPr>
          <p:spPr>
            <a:xfrm>
              <a:off x="4965192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8B5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Freeform 482"/>
            <p:cNvSpPr/>
            <p:nvPr/>
          </p:nvSpPr>
          <p:spPr>
            <a:xfrm>
              <a:off x="5257800" y="208483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9B1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Freeform 483"/>
            <p:cNvSpPr/>
            <p:nvPr/>
          </p:nvSpPr>
          <p:spPr>
            <a:xfrm>
              <a:off x="5001768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FBC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Freeform 484"/>
            <p:cNvSpPr/>
            <p:nvPr/>
          </p:nvSpPr>
          <p:spPr>
            <a:xfrm>
              <a:off x="5257800" y="212140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8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Freeform 485"/>
            <p:cNvSpPr/>
            <p:nvPr/>
          </p:nvSpPr>
          <p:spPr>
            <a:xfrm>
              <a:off x="5038344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EE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Freeform 486"/>
            <p:cNvSpPr/>
            <p:nvPr/>
          </p:nvSpPr>
          <p:spPr>
            <a:xfrm>
              <a:off x="5257800" y="215798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B8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Freeform 487"/>
            <p:cNvSpPr/>
            <p:nvPr/>
          </p:nvSpPr>
          <p:spPr>
            <a:xfrm>
              <a:off x="5065776" y="1801368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EDE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Freeform 488"/>
            <p:cNvSpPr/>
            <p:nvPr/>
          </p:nvSpPr>
          <p:spPr>
            <a:xfrm>
              <a:off x="5257800" y="219456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3C9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Freeform 489"/>
            <p:cNvSpPr/>
            <p:nvPr/>
          </p:nvSpPr>
          <p:spPr>
            <a:xfrm>
              <a:off x="5102352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DE1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Freeform 490"/>
            <p:cNvSpPr/>
            <p:nvPr/>
          </p:nvSpPr>
          <p:spPr>
            <a:xfrm>
              <a:off x="5257800" y="222199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8AD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Freeform 491"/>
            <p:cNvSpPr/>
            <p:nvPr/>
          </p:nvSpPr>
          <p:spPr>
            <a:xfrm>
              <a:off x="5138928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CDF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Freeform 492"/>
            <p:cNvSpPr/>
            <p:nvPr/>
          </p:nvSpPr>
          <p:spPr>
            <a:xfrm>
              <a:off x="5257800" y="225856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5C4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Freeform 493"/>
            <p:cNvSpPr/>
            <p:nvPr/>
          </p:nvSpPr>
          <p:spPr>
            <a:xfrm>
              <a:off x="5175504" y="1801368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6E5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Freeform 494"/>
            <p:cNvSpPr/>
            <p:nvPr/>
          </p:nvSpPr>
          <p:spPr>
            <a:xfrm>
              <a:off x="5257800" y="229514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1CC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Freeform 495"/>
            <p:cNvSpPr/>
            <p:nvPr/>
          </p:nvSpPr>
          <p:spPr>
            <a:xfrm>
              <a:off x="5202936" y="1801368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A131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Freeform 496"/>
            <p:cNvSpPr/>
            <p:nvPr/>
          </p:nvSpPr>
          <p:spPr>
            <a:xfrm>
              <a:off x="5257800" y="233172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778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Freeform 497"/>
            <p:cNvSpPr/>
            <p:nvPr/>
          </p:nvSpPr>
          <p:spPr>
            <a:xfrm>
              <a:off x="4727448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BBE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Freeform 498"/>
            <p:cNvSpPr/>
            <p:nvPr/>
          </p:nvSpPr>
          <p:spPr>
            <a:xfrm>
              <a:off x="5285232" y="17830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6BF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Freeform 499"/>
            <p:cNvSpPr/>
            <p:nvPr/>
          </p:nvSpPr>
          <p:spPr>
            <a:xfrm>
              <a:off x="4754880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4C9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Freeform 500"/>
            <p:cNvSpPr/>
            <p:nvPr/>
          </p:nvSpPr>
          <p:spPr>
            <a:xfrm>
              <a:off x="5285232" y="181051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A9C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Freeform 501"/>
            <p:cNvSpPr/>
            <p:nvPr/>
          </p:nvSpPr>
          <p:spPr>
            <a:xfrm>
              <a:off x="4791456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5E8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Freeform 502"/>
            <p:cNvSpPr/>
            <p:nvPr/>
          </p:nvSpPr>
          <p:spPr>
            <a:xfrm>
              <a:off x="5285232" y="184708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28E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Freeform 503"/>
            <p:cNvSpPr/>
            <p:nvPr/>
          </p:nvSpPr>
          <p:spPr>
            <a:xfrm>
              <a:off x="4828032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BDB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Freeform 504"/>
            <p:cNvSpPr/>
            <p:nvPr/>
          </p:nvSpPr>
          <p:spPr>
            <a:xfrm>
              <a:off x="5285232" y="188366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AF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Freeform 505"/>
            <p:cNvSpPr/>
            <p:nvPr/>
          </p:nvSpPr>
          <p:spPr>
            <a:xfrm>
              <a:off x="4864608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7D0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Freeform 506"/>
            <p:cNvSpPr/>
            <p:nvPr/>
          </p:nvSpPr>
          <p:spPr>
            <a:xfrm>
              <a:off x="5285232" y="192024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6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Freeform 507"/>
            <p:cNvSpPr/>
            <p:nvPr/>
          </p:nvSpPr>
          <p:spPr>
            <a:xfrm>
              <a:off x="4892040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9BB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Freeform 508"/>
            <p:cNvSpPr/>
            <p:nvPr/>
          </p:nvSpPr>
          <p:spPr>
            <a:xfrm>
              <a:off x="5285232" y="194767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BBB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Freeform 509"/>
            <p:cNvSpPr/>
            <p:nvPr/>
          </p:nvSpPr>
          <p:spPr>
            <a:xfrm>
              <a:off x="4928616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7D2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Freeform 510"/>
            <p:cNvSpPr/>
            <p:nvPr/>
          </p:nvSpPr>
          <p:spPr>
            <a:xfrm>
              <a:off x="5285232" y="198424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2C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Freeform 511"/>
            <p:cNvSpPr/>
            <p:nvPr/>
          </p:nvSpPr>
          <p:spPr>
            <a:xfrm>
              <a:off x="4965192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FC1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Freeform 512"/>
            <p:cNvSpPr/>
            <p:nvPr/>
          </p:nvSpPr>
          <p:spPr>
            <a:xfrm>
              <a:off x="5285232" y="202082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EA7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Freeform 513"/>
            <p:cNvSpPr/>
            <p:nvPr/>
          </p:nvSpPr>
          <p:spPr>
            <a:xfrm>
              <a:off x="5001768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EC2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Freeform 514"/>
            <p:cNvSpPr/>
            <p:nvPr/>
          </p:nvSpPr>
          <p:spPr>
            <a:xfrm>
              <a:off x="5285232" y="205740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AB5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Freeform 515"/>
            <p:cNvSpPr/>
            <p:nvPr/>
          </p:nvSpPr>
          <p:spPr>
            <a:xfrm>
              <a:off x="5029200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9B4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Freeform 516"/>
            <p:cNvSpPr/>
            <p:nvPr/>
          </p:nvSpPr>
          <p:spPr>
            <a:xfrm>
              <a:off x="5285232" y="208483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2AD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Freeform 517"/>
            <p:cNvSpPr/>
            <p:nvPr/>
          </p:nvSpPr>
          <p:spPr>
            <a:xfrm>
              <a:off x="5065776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3CA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Freeform 518"/>
            <p:cNvSpPr/>
            <p:nvPr/>
          </p:nvSpPr>
          <p:spPr>
            <a:xfrm>
              <a:off x="5285232" y="212140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896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Freeform 519"/>
            <p:cNvSpPr/>
            <p:nvPr/>
          </p:nvSpPr>
          <p:spPr>
            <a:xfrm>
              <a:off x="5102352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B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Freeform 520"/>
            <p:cNvSpPr/>
            <p:nvPr/>
          </p:nvSpPr>
          <p:spPr>
            <a:xfrm>
              <a:off x="5285232" y="215798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7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reeform 521"/>
            <p:cNvSpPr/>
            <p:nvPr/>
          </p:nvSpPr>
          <p:spPr>
            <a:xfrm>
              <a:off x="5138928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7D5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reeform 522"/>
            <p:cNvSpPr/>
            <p:nvPr/>
          </p:nvSpPr>
          <p:spPr>
            <a:xfrm>
              <a:off x="5285232" y="219456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6B6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reeform 523"/>
            <p:cNvSpPr/>
            <p:nvPr/>
          </p:nvSpPr>
          <p:spPr>
            <a:xfrm>
              <a:off x="5166360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1ED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reeform 524"/>
            <p:cNvSpPr/>
            <p:nvPr/>
          </p:nvSpPr>
          <p:spPr>
            <a:xfrm>
              <a:off x="5285232" y="222199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3A3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reeform 525"/>
            <p:cNvSpPr/>
            <p:nvPr/>
          </p:nvSpPr>
          <p:spPr>
            <a:xfrm>
              <a:off x="5202936" y="1764792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DC1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reeform 526"/>
            <p:cNvSpPr/>
            <p:nvPr/>
          </p:nvSpPr>
          <p:spPr>
            <a:xfrm>
              <a:off x="5285232" y="225856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AB6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reeform 527"/>
            <p:cNvSpPr/>
            <p:nvPr/>
          </p:nvSpPr>
          <p:spPr>
            <a:xfrm>
              <a:off x="5239512" y="1764792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9D33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Freeform 528"/>
            <p:cNvSpPr/>
            <p:nvPr/>
          </p:nvSpPr>
          <p:spPr>
            <a:xfrm>
              <a:off x="5285232" y="229514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D3D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Freeform 529"/>
            <p:cNvSpPr/>
            <p:nvPr/>
          </p:nvSpPr>
          <p:spPr>
            <a:xfrm>
              <a:off x="4754880" y="1737360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FE4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Freeform 530"/>
            <p:cNvSpPr/>
            <p:nvPr/>
          </p:nvSpPr>
          <p:spPr>
            <a:xfrm>
              <a:off x="5321808" y="174650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2B2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Freeform 531"/>
            <p:cNvSpPr/>
            <p:nvPr/>
          </p:nvSpPr>
          <p:spPr>
            <a:xfrm>
              <a:off x="4791456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DDD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Freeform 532"/>
            <p:cNvSpPr/>
            <p:nvPr/>
          </p:nvSpPr>
          <p:spPr>
            <a:xfrm>
              <a:off x="5321808" y="178308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992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Freeform 533"/>
            <p:cNvSpPr/>
            <p:nvPr/>
          </p:nvSpPr>
          <p:spPr>
            <a:xfrm>
              <a:off x="4828032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1C3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Freeform 534"/>
            <p:cNvSpPr/>
            <p:nvPr/>
          </p:nvSpPr>
          <p:spPr>
            <a:xfrm>
              <a:off x="5321808" y="1819656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572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Freeform 535"/>
            <p:cNvSpPr/>
            <p:nvPr/>
          </p:nvSpPr>
          <p:spPr>
            <a:xfrm>
              <a:off x="4864608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3C5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Freeform 536"/>
            <p:cNvSpPr/>
            <p:nvPr/>
          </p:nvSpPr>
          <p:spPr>
            <a:xfrm>
              <a:off x="5321808" y="184708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DC0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Freeform 537"/>
            <p:cNvSpPr/>
            <p:nvPr/>
          </p:nvSpPr>
          <p:spPr>
            <a:xfrm>
              <a:off x="4892040" y="1737360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9D9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Freeform 538"/>
            <p:cNvSpPr/>
            <p:nvPr/>
          </p:nvSpPr>
          <p:spPr>
            <a:xfrm>
              <a:off x="5321808" y="188366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695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Freeform 539"/>
            <p:cNvSpPr/>
            <p:nvPr/>
          </p:nvSpPr>
          <p:spPr>
            <a:xfrm>
              <a:off x="4928616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4E9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Freeform 540"/>
            <p:cNvSpPr/>
            <p:nvPr/>
          </p:nvSpPr>
          <p:spPr>
            <a:xfrm>
              <a:off x="5321808" y="192024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7B2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Freeform 541"/>
            <p:cNvSpPr/>
            <p:nvPr/>
          </p:nvSpPr>
          <p:spPr>
            <a:xfrm>
              <a:off x="4965192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8CF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Freeform 542"/>
            <p:cNvSpPr/>
            <p:nvPr/>
          </p:nvSpPr>
          <p:spPr>
            <a:xfrm>
              <a:off x="5321808" y="1956816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7B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Freeform 543"/>
            <p:cNvSpPr/>
            <p:nvPr/>
          </p:nvSpPr>
          <p:spPr>
            <a:xfrm>
              <a:off x="5001768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3AC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Freeform 544"/>
            <p:cNvSpPr/>
            <p:nvPr/>
          </p:nvSpPr>
          <p:spPr>
            <a:xfrm>
              <a:off x="5321808" y="198424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0C2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Freeform 545"/>
            <p:cNvSpPr/>
            <p:nvPr/>
          </p:nvSpPr>
          <p:spPr>
            <a:xfrm>
              <a:off x="5029200" y="1737360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DBF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Freeform 546"/>
            <p:cNvSpPr/>
            <p:nvPr/>
          </p:nvSpPr>
          <p:spPr>
            <a:xfrm>
              <a:off x="5321808" y="202082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A5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Freeform 547"/>
            <p:cNvSpPr/>
            <p:nvPr/>
          </p:nvSpPr>
          <p:spPr>
            <a:xfrm>
              <a:off x="5065776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8D6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Freeform 548"/>
            <p:cNvSpPr/>
            <p:nvPr/>
          </p:nvSpPr>
          <p:spPr>
            <a:xfrm>
              <a:off x="5321808" y="205740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FBD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Freeform 549"/>
            <p:cNvSpPr/>
            <p:nvPr/>
          </p:nvSpPr>
          <p:spPr>
            <a:xfrm>
              <a:off x="5102352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7D5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Freeform 550"/>
            <p:cNvSpPr/>
            <p:nvPr/>
          </p:nvSpPr>
          <p:spPr>
            <a:xfrm>
              <a:off x="5321808" y="2093976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8C8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Freeform 551"/>
            <p:cNvSpPr/>
            <p:nvPr/>
          </p:nvSpPr>
          <p:spPr>
            <a:xfrm>
              <a:off x="5138928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9CC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Freeform 552"/>
            <p:cNvSpPr/>
            <p:nvPr/>
          </p:nvSpPr>
          <p:spPr>
            <a:xfrm>
              <a:off x="5321808" y="212140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794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Freeform 553"/>
            <p:cNvSpPr/>
            <p:nvPr/>
          </p:nvSpPr>
          <p:spPr>
            <a:xfrm>
              <a:off x="5166360" y="1737360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BD4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Freeform 554"/>
            <p:cNvSpPr/>
            <p:nvPr/>
          </p:nvSpPr>
          <p:spPr>
            <a:xfrm>
              <a:off x="5321808" y="215798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1A3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Freeform 555"/>
            <p:cNvSpPr/>
            <p:nvPr/>
          </p:nvSpPr>
          <p:spPr>
            <a:xfrm>
              <a:off x="5202936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5C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Freeform 556"/>
            <p:cNvSpPr/>
            <p:nvPr/>
          </p:nvSpPr>
          <p:spPr>
            <a:xfrm>
              <a:off x="5321808" y="219456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FC4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Freeform 557"/>
            <p:cNvSpPr/>
            <p:nvPr/>
          </p:nvSpPr>
          <p:spPr>
            <a:xfrm>
              <a:off x="5239512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AB8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Freeform 558"/>
            <p:cNvSpPr/>
            <p:nvPr/>
          </p:nvSpPr>
          <p:spPr>
            <a:xfrm>
              <a:off x="5321808" y="2231136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FCB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Freeform 559"/>
            <p:cNvSpPr/>
            <p:nvPr/>
          </p:nvSpPr>
          <p:spPr>
            <a:xfrm>
              <a:off x="5276088" y="1737360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D6D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Freeform 560"/>
            <p:cNvSpPr/>
            <p:nvPr/>
          </p:nvSpPr>
          <p:spPr>
            <a:xfrm>
              <a:off x="5321808" y="2258568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A35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Freeform 561"/>
            <p:cNvSpPr/>
            <p:nvPr/>
          </p:nvSpPr>
          <p:spPr>
            <a:xfrm>
              <a:off x="4791456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4C9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Freeform 562"/>
            <p:cNvSpPr/>
            <p:nvPr/>
          </p:nvSpPr>
          <p:spPr>
            <a:xfrm>
              <a:off x="5349240" y="171907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C9B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Freeform 563"/>
            <p:cNvSpPr/>
            <p:nvPr/>
          </p:nvSpPr>
          <p:spPr>
            <a:xfrm>
              <a:off x="4828032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AD8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Freeform 564"/>
            <p:cNvSpPr/>
            <p:nvPr/>
          </p:nvSpPr>
          <p:spPr>
            <a:xfrm>
              <a:off x="5349240" y="1746504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D9D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Freeform 565"/>
            <p:cNvSpPr/>
            <p:nvPr/>
          </p:nvSpPr>
          <p:spPr>
            <a:xfrm>
              <a:off x="4855464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5A5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Freeform 566"/>
            <p:cNvSpPr/>
            <p:nvPr/>
          </p:nvSpPr>
          <p:spPr>
            <a:xfrm>
              <a:off x="5349240" y="17830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1A8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Freeform 567"/>
            <p:cNvSpPr/>
            <p:nvPr/>
          </p:nvSpPr>
          <p:spPr>
            <a:xfrm>
              <a:off x="4892040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EC0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Freeform 568"/>
            <p:cNvSpPr/>
            <p:nvPr/>
          </p:nvSpPr>
          <p:spPr>
            <a:xfrm>
              <a:off x="5349240" y="181965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A9E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Freeform 569"/>
            <p:cNvSpPr/>
            <p:nvPr/>
          </p:nvSpPr>
          <p:spPr>
            <a:xfrm>
              <a:off x="4928616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F6E6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Freeform 570"/>
            <p:cNvSpPr/>
            <p:nvPr/>
          </p:nvSpPr>
          <p:spPr>
            <a:xfrm>
              <a:off x="5349240" y="184708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1C5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Freeform 571"/>
            <p:cNvSpPr/>
            <p:nvPr/>
          </p:nvSpPr>
          <p:spPr>
            <a:xfrm>
              <a:off x="4965192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8D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Freeform 572"/>
            <p:cNvSpPr/>
            <p:nvPr/>
          </p:nvSpPr>
          <p:spPr>
            <a:xfrm>
              <a:off x="5349240" y="1883664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775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Freeform 573"/>
            <p:cNvSpPr/>
            <p:nvPr/>
          </p:nvSpPr>
          <p:spPr>
            <a:xfrm>
              <a:off x="4992624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0C2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Freeform 574"/>
            <p:cNvSpPr/>
            <p:nvPr/>
          </p:nvSpPr>
          <p:spPr>
            <a:xfrm>
              <a:off x="5349240" y="192024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793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Freeform 575"/>
            <p:cNvSpPr/>
            <p:nvPr/>
          </p:nvSpPr>
          <p:spPr>
            <a:xfrm>
              <a:off x="5029200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7D0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Freeform 576"/>
            <p:cNvSpPr/>
            <p:nvPr/>
          </p:nvSpPr>
          <p:spPr>
            <a:xfrm>
              <a:off x="5349240" y="195681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6B5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Freeform 577"/>
            <p:cNvSpPr/>
            <p:nvPr/>
          </p:nvSpPr>
          <p:spPr>
            <a:xfrm>
              <a:off x="5065776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CDA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Freeform 578"/>
            <p:cNvSpPr/>
            <p:nvPr/>
          </p:nvSpPr>
          <p:spPr>
            <a:xfrm>
              <a:off x="5349240" y="199339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7BB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Freeform 579"/>
            <p:cNvSpPr/>
            <p:nvPr/>
          </p:nvSpPr>
          <p:spPr>
            <a:xfrm>
              <a:off x="5102352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DD4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Freeform 580"/>
            <p:cNvSpPr/>
            <p:nvPr/>
          </p:nvSpPr>
          <p:spPr>
            <a:xfrm>
              <a:off x="5349240" y="2020824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4AF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Freeform 581"/>
            <p:cNvSpPr/>
            <p:nvPr/>
          </p:nvSpPr>
          <p:spPr>
            <a:xfrm>
              <a:off x="5129784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4AB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Freeform 582"/>
            <p:cNvSpPr/>
            <p:nvPr/>
          </p:nvSpPr>
          <p:spPr>
            <a:xfrm>
              <a:off x="5349240" y="205740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8BA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Freeform 583"/>
            <p:cNvSpPr/>
            <p:nvPr/>
          </p:nvSpPr>
          <p:spPr>
            <a:xfrm>
              <a:off x="5166360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0E0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Freeform 584"/>
            <p:cNvSpPr/>
            <p:nvPr/>
          </p:nvSpPr>
          <p:spPr>
            <a:xfrm>
              <a:off x="5349240" y="209397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5B7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Freeform 585"/>
            <p:cNvSpPr/>
            <p:nvPr/>
          </p:nvSpPr>
          <p:spPr>
            <a:xfrm>
              <a:off x="5202936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6CA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Freeform 586"/>
            <p:cNvSpPr/>
            <p:nvPr/>
          </p:nvSpPr>
          <p:spPr>
            <a:xfrm>
              <a:off x="5349240" y="212140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4AF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Freeform 587"/>
            <p:cNvSpPr/>
            <p:nvPr/>
          </p:nvSpPr>
          <p:spPr>
            <a:xfrm>
              <a:off x="5239512" y="170078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BAF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Freeform 588"/>
            <p:cNvSpPr/>
            <p:nvPr/>
          </p:nvSpPr>
          <p:spPr>
            <a:xfrm>
              <a:off x="5349240" y="2157984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DB8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Freeform 589"/>
            <p:cNvSpPr/>
            <p:nvPr/>
          </p:nvSpPr>
          <p:spPr>
            <a:xfrm>
              <a:off x="5266944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8CC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Freeform 590"/>
            <p:cNvSpPr/>
            <p:nvPr/>
          </p:nvSpPr>
          <p:spPr>
            <a:xfrm>
              <a:off x="5349240" y="219456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2A6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Freeform 591"/>
            <p:cNvSpPr/>
            <p:nvPr/>
          </p:nvSpPr>
          <p:spPr>
            <a:xfrm>
              <a:off x="5303520" y="170078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A3309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Freeform 592"/>
            <p:cNvSpPr/>
            <p:nvPr/>
          </p:nvSpPr>
          <p:spPr>
            <a:xfrm>
              <a:off x="5349240" y="223113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692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1" name="cyan latent code"/>
          <p:cNvGrpSpPr/>
          <p:nvPr/>
        </p:nvGrpSpPr>
        <p:grpSpPr>
          <a:xfrm>
            <a:off x="3758184" y="4050792"/>
            <a:ext cx="768096" cy="768096"/>
            <a:chOff x="3758184" y="4050792"/>
            <a:chExt cx="768096" cy="768096"/>
          </a:xfrm>
        </p:grpSpPr>
        <p:sp>
          <p:nvSpPr>
            <p:cNvPr id="595" name="Freeform 594"/>
            <p:cNvSpPr/>
            <p:nvPr/>
          </p:nvSpPr>
          <p:spPr>
            <a:xfrm>
              <a:off x="3758184" y="4050792"/>
              <a:ext cx="768096" cy="182880"/>
            </a:xfrm>
            <a:custGeom>
              <a:avLst/>
              <a:gdLst/>
              <a:ahLst/>
              <a:cxnLst/>
              <a:rect l="l" t="t" r="r" b="b"/>
              <a:pathLst>
                <a:path w="84" h="20">
                  <a:moveTo>
                    <a:pt x="0" y="20"/>
                  </a:moveTo>
                  <a:lnTo>
                    <a:pt x="20" y="0"/>
                  </a:lnTo>
                  <a:lnTo>
                    <a:pt x="84" y="0"/>
                  </a:lnTo>
                  <a:lnTo>
                    <a:pt x="64" y="20"/>
                  </a:lnTo>
                  <a:close/>
                </a:path>
              </a:pathLst>
            </a:custGeom>
            <a:solidFill>
              <a:srgbClr val="57D0EF"/>
            </a:solidFill>
            <a:ln w="27432">
              <a:solidFill>
                <a:srgbClr val="037BB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Freeform 595"/>
            <p:cNvSpPr/>
            <p:nvPr/>
          </p:nvSpPr>
          <p:spPr>
            <a:xfrm>
              <a:off x="4343400" y="4050792"/>
              <a:ext cx="182880" cy="768096"/>
            </a:xfrm>
            <a:custGeom>
              <a:avLst/>
              <a:gdLst/>
              <a:ahLst/>
              <a:cxnLst/>
              <a:rect l="l" t="t" r="r" b="b"/>
              <a:pathLst>
                <a:path w="20" h="84">
                  <a:moveTo>
                    <a:pt x="0" y="20"/>
                  </a:moveTo>
                  <a:lnTo>
                    <a:pt x="20" y="0"/>
                  </a:lnTo>
                  <a:lnTo>
                    <a:pt x="20" y="6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159FC8"/>
            </a:solidFill>
            <a:ln w="27432">
              <a:solidFill>
                <a:srgbClr val="037BB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angle 596"/>
            <p:cNvSpPr/>
            <p:nvPr/>
          </p:nvSpPr>
          <p:spPr>
            <a:xfrm>
              <a:off x="3758184" y="4233672"/>
              <a:ext cx="585216" cy="585216"/>
            </a:xfrm>
            <a:prstGeom prst="rect">
              <a:avLst/>
            </a:prstGeom>
            <a:solidFill>
              <a:srgbClr val="24C0ED"/>
            </a:solidFill>
            <a:ln w="27432">
              <a:solidFill>
                <a:srgbClr val="037BB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Text: z̃"/>
            <p:cNvSpPr txBox="1"/>
            <p:nvPr/>
          </p:nvSpPr>
          <p:spPr>
            <a:xfrm>
              <a:off x="3918133" y="4339742"/>
              <a:ext cx="152483" cy="373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080908"/>
                  </a:solidFill>
                  <a:latin typeface="Liberation Serif"/>
                </a:rPr>
                <a:t>z̃</a:t>
              </a:r>
            </a:p>
          </p:txBody>
        </p:sp>
        <p:sp>
          <p:nvSpPr>
            <p:cNvPr id="599" name="Text: 0"/>
            <p:cNvSpPr txBox="1"/>
            <p:nvPr/>
          </p:nvSpPr>
          <p:spPr>
            <a:xfrm>
              <a:off x="4024896" y="4481840"/>
              <a:ext cx="134874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600" name="Text: M"/>
            <p:cNvSpPr txBox="1"/>
            <p:nvPr/>
          </p:nvSpPr>
          <p:spPr>
            <a:xfrm>
              <a:off x="4024896" y="4287073"/>
              <a:ext cx="204276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M</a:t>
              </a:r>
            </a:p>
          </p:txBody>
        </p:sp>
      </p:grpSp>
      <p:grpSp>
        <p:nvGrpSpPr>
          <p:cNvPr id="1021" name="Diffused green latent code"/>
          <p:cNvGrpSpPr/>
          <p:nvPr/>
        </p:nvGrpSpPr>
        <p:grpSpPr>
          <a:xfrm>
            <a:off x="4636008" y="4901184"/>
            <a:ext cx="758952" cy="758952"/>
            <a:chOff x="4636008" y="4901184"/>
            <a:chExt cx="758952" cy="758952"/>
          </a:xfrm>
        </p:grpSpPr>
        <p:sp>
          <p:nvSpPr>
            <p:cNvPr id="602" name="Freeform 601"/>
            <p:cNvSpPr/>
            <p:nvPr/>
          </p:nvSpPr>
          <p:spPr>
            <a:xfrm>
              <a:off x="4636008" y="4901184"/>
              <a:ext cx="758952" cy="182880"/>
            </a:xfrm>
            <a:custGeom>
              <a:avLst/>
              <a:gdLst/>
              <a:ahLst/>
              <a:cxnLst/>
              <a:rect l="l" t="t" r="r" b="b"/>
              <a:pathLst>
                <a:path w="83" h="20">
                  <a:moveTo>
                    <a:pt x="0" y="20"/>
                  </a:moveTo>
                  <a:lnTo>
                    <a:pt x="20" y="0"/>
                  </a:lnTo>
                  <a:lnTo>
                    <a:pt x="83" y="0"/>
                  </a:lnTo>
                  <a:lnTo>
                    <a:pt x="63" y="20"/>
                  </a:lnTo>
                  <a:close/>
                </a:path>
              </a:pathLst>
            </a:custGeom>
            <a:solidFill>
              <a:srgbClr val="F1F0EB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Freeform 602"/>
            <p:cNvSpPr/>
            <p:nvPr/>
          </p:nvSpPr>
          <p:spPr>
            <a:xfrm>
              <a:off x="5212080" y="4901184"/>
              <a:ext cx="182880" cy="758952"/>
            </a:xfrm>
            <a:custGeom>
              <a:avLst/>
              <a:gdLst/>
              <a:ahLst/>
              <a:cxnLst/>
              <a:rect l="l" t="t" r="r" b="b"/>
              <a:pathLst>
                <a:path w="20" h="83">
                  <a:moveTo>
                    <a:pt x="0" y="20"/>
                  </a:moveTo>
                  <a:lnTo>
                    <a:pt x="20" y="0"/>
                  </a:lnTo>
                  <a:lnTo>
                    <a:pt x="20" y="63"/>
                  </a:lnTo>
                  <a:lnTo>
                    <a:pt x="0" y="83"/>
                  </a:lnTo>
                  <a:close/>
                </a:path>
              </a:pathLst>
            </a:custGeom>
            <a:solidFill>
              <a:srgbClr val="DDDEDA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4636008" y="5084064"/>
              <a:ext cx="576072" cy="576072"/>
            </a:xfrm>
            <a:prstGeom prst="rect">
              <a:avLst/>
            </a:prstGeom>
            <a:solidFill>
              <a:srgbClr val="E7EDDF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Rectangle 604"/>
            <p:cNvSpPr/>
            <p:nvPr/>
          </p:nvSpPr>
          <p:spPr>
            <a:xfrm>
              <a:off x="4649724" y="5097780"/>
              <a:ext cx="35022" cy="35022"/>
            </a:xfrm>
            <a:prstGeom prst="rect">
              <a:avLst/>
            </a:prstGeom>
            <a:solidFill>
              <a:srgbClr val="DFE3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Rectangle 605"/>
            <p:cNvSpPr/>
            <p:nvPr/>
          </p:nvSpPr>
          <p:spPr>
            <a:xfrm>
              <a:off x="4684014" y="5097780"/>
              <a:ext cx="35022" cy="35022"/>
            </a:xfrm>
            <a:prstGeom prst="rect">
              <a:avLst/>
            </a:prstGeom>
            <a:solidFill>
              <a:srgbClr val="DBE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Rectangle 606"/>
            <p:cNvSpPr/>
            <p:nvPr/>
          </p:nvSpPr>
          <p:spPr>
            <a:xfrm>
              <a:off x="4718304" y="5097780"/>
              <a:ext cx="35022" cy="35022"/>
            </a:xfrm>
            <a:prstGeom prst="rect">
              <a:avLst/>
            </a:prstGeom>
            <a:solidFill>
              <a:srgbClr val="B8D4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4752594" y="5097780"/>
              <a:ext cx="35022" cy="35022"/>
            </a:xfrm>
            <a:prstGeom prst="rect">
              <a:avLst/>
            </a:prstGeom>
            <a:solidFill>
              <a:srgbClr val="BFD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4786884" y="5097780"/>
              <a:ext cx="35022" cy="35022"/>
            </a:xfrm>
            <a:prstGeom prst="rect">
              <a:avLst/>
            </a:prstGeom>
            <a:solidFill>
              <a:srgbClr val="BFDB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angle 609"/>
            <p:cNvSpPr/>
            <p:nvPr/>
          </p:nvSpPr>
          <p:spPr>
            <a:xfrm>
              <a:off x="4821174" y="5097780"/>
              <a:ext cx="35022" cy="35022"/>
            </a:xfrm>
            <a:prstGeom prst="rect">
              <a:avLst/>
            </a:prstGeom>
            <a:solidFill>
              <a:srgbClr val="9BC2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angle 610"/>
            <p:cNvSpPr/>
            <p:nvPr/>
          </p:nvSpPr>
          <p:spPr>
            <a:xfrm>
              <a:off x="4855464" y="5097780"/>
              <a:ext cx="35022" cy="35022"/>
            </a:xfrm>
            <a:prstGeom prst="rect">
              <a:avLst/>
            </a:prstGeom>
            <a:solidFill>
              <a:srgbClr val="E0EB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angle 611"/>
            <p:cNvSpPr/>
            <p:nvPr/>
          </p:nvSpPr>
          <p:spPr>
            <a:xfrm>
              <a:off x="4889754" y="5097780"/>
              <a:ext cx="35022" cy="35022"/>
            </a:xfrm>
            <a:prstGeom prst="rect">
              <a:avLst/>
            </a:prstGeom>
            <a:solidFill>
              <a:srgbClr val="CBE0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4924044" y="5097780"/>
              <a:ext cx="35022" cy="35022"/>
            </a:xfrm>
            <a:prstGeom prst="rect">
              <a:avLst/>
            </a:prstGeom>
            <a:solidFill>
              <a:srgbClr val="D8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4958334" y="5097780"/>
              <a:ext cx="35022" cy="35022"/>
            </a:xfrm>
            <a:prstGeom prst="rect">
              <a:avLst/>
            </a:prstGeom>
            <a:solidFill>
              <a:srgbClr val="CBDE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Rectangle 614"/>
            <p:cNvSpPr/>
            <p:nvPr/>
          </p:nvSpPr>
          <p:spPr>
            <a:xfrm>
              <a:off x="4992624" y="5097780"/>
              <a:ext cx="35022" cy="35022"/>
            </a:xfrm>
            <a:prstGeom prst="rect">
              <a:avLst/>
            </a:prstGeom>
            <a:solidFill>
              <a:srgbClr val="CDDD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Rectangle 615"/>
            <p:cNvSpPr/>
            <p:nvPr/>
          </p:nvSpPr>
          <p:spPr>
            <a:xfrm>
              <a:off x="5026914" y="5097780"/>
              <a:ext cx="35022" cy="35022"/>
            </a:xfrm>
            <a:prstGeom prst="rect">
              <a:avLst/>
            </a:prstGeom>
            <a:solidFill>
              <a:srgbClr val="DF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Rectangle 616"/>
            <p:cNvSpPr/>
            <p:nvPr/>
          </p:nvSpPr>
          <p:spPr>
            <a:xfrm>
              <a:off x="5061204" y="5097780"/>
              <a:ext cx="35022" cy="35022"/>
            </a:xfrm>
            <a:prstGeom prst="rect">
              <a:avLst/>
            </a:prstGeom>
            <a:solidFill>
              <a:srgbClr val="D8E6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5095494" y="5097780"/>
              <a:ext cx="35022" cy="35022"/>
            </a:xfrm>
            <a:prstGeom prst="rect">
              <a:avLst/>
            </a:prstGeom>
            <a:solidFill>
              <a:srgbClr val="D6E5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5129784" y="5097780"/>
              <a:ext cx="35022" cy="35022"/>
            </a:xfrm>
            <a:prstGeom prst="rect">
              <a:avLst/>
            </a:prstGeom>
            <a:solidFill>
              <a:srgbClr val="D9E9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Rectangle 619"/>
            <p:cNvSpPr/>
            <p:nvPr/>
          </p:nvSpPr>
          <p:spPr>
            <a:xfrm>
              <a:off x="5164074" y="5097780"/>
              <a:ext cx="35022" cy="35022"/>
            </a:xfrm>
            <a:prstGeom prst="rect">
              <a:avLst/>
            </a:prstGeom>
            <a:solidFill>
              <a:srgbClr val="D1E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Rectangle 620"/>
            <p:cNvSpPr/>
            <p:nvPr/>
          </p:nvSpPr>
          <p:spPr>
            <a:xfrm>
              <a:off x="4649724" y="5132070"/>
              <a:ext cx="35022" cy="35022"/>
            </a:xfrm>
            <a:prstGeom prst="rect">
              <a:avLst/>
            </a:prstGeom>
            <a:solidFill>
              <a:srgbClr val="E8F1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Rectangle 621"/>
            <p:cNvSpPr/>
            <p:nvPr/>
          </p:nvSpPr>
          <p:spPr>
            <a:xfrm>
              <a:off x="4684014" y="5132070"/>
              <a:ext cx="35022" cy="35022"/>
            </a:xfrm>
            <a:prstGeom prst="rect">
              <a:avLst/>
            </a:prstGeom>
            <a:solidFill>
              <a:srgbClr val="BAD3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4718304" y="5132070"/>
              <a:ext cx="35022" cy="35022"/>
            </a:xfrm>
            <a:prstGeom prst="rect">
              <a:avLst/>
            </a:prstGeom>
            <a:solidFill>
              <a:srgbClr val="D3E5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4752594" y="5132070"/>
              <a:ext cx="35022" cy="35022"/>
            </a:xfrm>
            <a:prstGeom prst="rect">
              <a:avLst/>
            </a:prstGeom>
            <a:solidFill>
              <a:srgbClr val="B4D1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Rectangle 624"/>
            <p:cNvSpPr/>
            <p:nvPr/>
          </p:nvSpPr>
          <p:spPr>
            <a:xfrm>
              <a:off x="4786884" y="5132070"/>
              <a:ext cx="35022" cy="35022"/>
            </a:xfrm>
            <a:prstGeom prst="rect">
              <a:avLst/>
            </a:prstGeom>
            <a:solidFill>
              <a:srgbClr val="BFD9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Rectangle 625"/>
            <p:cNvSpPr/>
            <p:nvPr/>
          </p:nvSpPr>
          <p:spPr>
            <a:xfrm>
              <a:off x="4821174" y="5132070"/>
              <a:ext cx="35022" cy="35022"/>
            </a:xfrm>
            <a:prstGeom prst="rect">
              <a:avLst/>
            </a:prstGeom>
            <a:solidFill>
              <a:srgbClr val="AECE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Rectangle 626"/>
            <p:cNvSpPr/>
            <p:nvPr/>
          </p:nvSpPr>
          <p:spPr>
            <a:xfrm>
              <a:off x="4855464" y="5132070"/>
              <a:ext cx="35022" cy="35022"/>
            </a:xfrm>
            <a:prstGeom prst="rect">
              <a:avLst/>
            </a:prstGeom>
            <a:solidFill>
              <a:srgbClr val="CBDE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4889754" y="5132070"/>
              <a:ext cx="35022" cy="35022"/>
            </a:xfrm>
            <a:prstGeom prst="rect">
              <a:avLst/>
            </a:prstGeom>
            <a:solidFill>
              <a:srgbClr val="F2F8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4924044" y="5132070"/>
              <a:ext cx="35022" cy="35022"/>
            </a:xfrm>
            <a:prstGeom prst="rect">
              <a:avLst/>
            </a:prstGeom>
            <a:solidFill>
              <a:srgbClr val="D4E6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Rectangle 629"/>
            <p:cNvSpPr/>
            <p:nvPr/>
          </p:nvSpPr>
          <p:spPr>
            <a:xfrm>
              <a:off x="4958334" y="5132070"/>
              <a:ext cx="35022" cy="35022"/>
            </a:xfrm>
            <a:prstGeom prst="rect">
              <a:avLst/>
            </a:prstGeom>
            <a:solidFill>
              <a:srgbClr val="CCE4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Rectangle 630"/>
            <p:cNvSpPr/>
            <p:nvPr/>
          </p:nvSpPr>
          <p:spPr>
            <a:xfrm>
              <a:off x="4992624" y="5132070"/>
              <a:ext cx="35022" cy="35022"/>
            </a:xfrm>
            <a:prstGeom prst="rect">
              <a:avLst/>
            </a:prstGeom>
            <a:solidFill>
              <a:srgbClr val="9FC5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Rectangle 631"/>
            <p:cNvSpPr/>
            <p:nvPr/>
          </p:nvSpPr>
          <p:spPr>
            <a:xfrm>
              <a:off x="5026914" y="5132070"/>
              <a:ext cx="35022" cy="35022"/>
            </a:xfrm>
            <a:prstGeom prst="rect">
              <a:avLst/>
            </a:prstGeom>
            <a:solidFill>
              <a:srgbClr val="C4DD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5061204" y="5132070"/>
              <a:ext cx="35022" cy="35022"/>
            </a:xfrm>
            <a:prstGeom prst="rect">
              <a:avLst/>
            </a:prstGeom>
            <a:solidFill>
              <a:srgbClr val="D7E9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5095494" y="5132070"/>
              <a:ext cx="35022" cy="35022"/>
            </a:xfrm>
            <a:prstGeom prst="rect">
              <a:avLst/>
            </a:prstGeom>
            <a:solidFill>
              <a:srgbClr val="A4CA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Rectangle 634"/>
            <p:cNvSpPr/>
            <p:nvPr/>
          </p:nvSpPr>
          <p:spPr>
            <a:xfrm>
              <a:off x="5129784" y="5132070"/>
              <a:ext cx="35022" cy="35022"/>
            </a:xfrm>
            <a:prstGeom prst="rect">
              <a:avLst/>
            </a:prstGeom>
            <a:solidFill>
              <a:srgbClr val="E3F1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Rectangle 635"/>
            <p:cNvSpPr/>
            <p:nvPr/>
          </p:nvSpPr>
          <p:spPr>
            <a:xfrm>
              <a:off x="5164074" y="5132070"/>
              <a:ext cx="35022" cy="35022"/>
            </a:xfrm>
            <a:prstGeom prst="rect">
              <a:avLst/>
            </a:prstGeom>
            <a:solidFill>
              <a:srgbClr val="B4D8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Rectangle 636"/>
            <p:cNvSpPr/>
            <p:nvPr/>
          </p:nvSpPr>
          <p:spPr>
            <a:xfrm>
              <a:off x="4649724" y="5166360"/>
              <a:ext cx="35022" cy="35022"/>
            </a:xfrm>
            <a:prstGeom prst="rect">
              <a:avLst/>
            </a:prstGeom>
            <a:solidFill>
              <a:srgbClr val="D9E5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4684014" y="5166360"/>
              <a:ext cx="35022" cy="35022"/>
            </a:xfrm>
            <a:prstGeom prst="rect">
              <a:avLst/>
            </a:prstGeom>
            <a:solidFill>
              <a:srgbClr val="C2D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4718304" y="5166360"/>
              <a:ext cx="35022" cy="35022"/>
            </a:xfrm>
            <a:prstGeom prst="rect">
              <a:avLst/>
            </a:prstGeom>
            <a:solidFill>
              <a:srgbClr val="D3E3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Rectangle 639"/>
            <p:cNvSpPr/>
            <p:nvPr/>
          </p:nvSpPr>
          <p:spPr>
            <a:xfrm>
              <a:off x="4752594" y="5166360"/>
              <a:ext cx="35022" cy="35022"/>
            </a:xfrm>
            <a:prstGeom prst="rect">
              <a:avLst/>
            </a:prstGeom>
            <a:solidFill>
              <a:srgbClr val="E1EC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Rectangle 640"/>
            <p:cNvSpPr/>
            <p:nvPr/>
          </p:nvSpPr>
          <p:spPr>
            <a:xfrm>
              <a:off x="4786884" y="5166360"/>
              <a:ext cx="35022" cy="35022"/>
            </a:xfrm>
            <a:prstGeom prst="rect">
              <a:avLst/>
            </a:prstGeom>
            <a:solidFill>
              <a:srgbClr val="DE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Rectangle 641"/>
            <p:cNvSpPr/>
            <p:nvPr/>
          </p:nvSpPr>
          <p:spPr>
            <a:xfrm>
              <a:off x="4821174" y="5166360"/>
              <a:ext cx="35022" cy="35022"/>
            </a:xfrm>
            <a:prstGeom prst="rect">
              <a:avLst/>
            </a:prstGeom>
            <a:solidFill>
              <a:srgbClr val="E4F0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4855464" y="5166360"/>
              <a:ext cx="35022" cy="35022"/>
            </a:xfrm>
            <a:prstGeom prst="rect">
              <a:avLst/>
            </a:prstGeom>
            <a:solidFill>
              <a:srgbClr val="BFDA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4889754" y="5166360"/>
              <a:ext cx="35022" cy="35022"/>
            </a:xfrm>
            <a:prstGeom prst="rect">
              <a:avLst/>
            </a:prstGeom>
            <a:solidFill>
              <a:srgbClr val="D1E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Rectangle 644"/>
            <p:cNvSpPr/>
            <p:nvPr/>
          </p:nvSpPr>
          <p:spPr>
            <a:xfrm>
              <a:off x="4924044" y="5166360"/>
              <a:ext cx="35022" cy="35022"/>
            </a:xfrm>
            <a:prstGeom prst="rect">
              <a:avLst/>
            </a:prstGeom>
            <a:solidFill>
              <a:srgbClr val="C4DC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Rectangle 645"/>
            <p:cNvSpPr/>
            <p:nvPr/>
          </p:nvSpPr>
          <p:spPr>
            <a:xfrm>
              <a:off x="4958334" y="5166360"/>
              <a:ext cx="35022" cy="35022"/>
            </a:xfrm>
            <a:prstGeom prst="rect">
              <a:avLst/>
            </a:prstGeom>
            <a:solidFill>
              <a:srgbClr val="D3E8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angle 646"/>
            <p:cNvSpPr/>
            <p:nvPr/>
          </p:nvSpPr>
          <p:spPr>
            <a:xfrm>
              <a:off x="4992624" y="5166360"/>
              <a:ext cx="35022" cy="35022"/>
            </a:xfrm>
            <a:prstGeom prst="rect">
              <a:avLst/>
            </a:prstGeom>
            <a:solidFill>
              <a:srgbClr val="CFE1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5026914" y="5166360"/>
              <a:ext cx="35022" cy="35022"/>
            </a:xfrm>
            <a:prstGeom prst="rect">
              <a:avLst/>
            </a:prstGeom>
            <a:solidFill>
              <a:srgbClr val="C9E2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5061204" y="5166360"/>
              <a:ext cx="35022" cy="35022"/>
            </a:xfrm>
            <a:prstGeom prst="rect">
              <a:avLst/>
            </a:prstGeom>
            <a:solidFill>
              <a:srgbClr val="EBF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Rectangle 649"/>
            <p:cNvSpPr/>
            <p:nvPr/>
          </p:nvSpPr>
          <p:spPr>
            <a:xfrm>
              <a:off x="5095494" y="5166360"/>
              <a:ext cx="35022" cy="35022"/>
            </a:xfrm>
            <a:prstGeom prst="rect">
              <a:avLst/>
            </a:prstGeom>
            <a:solidFill>
              <a:srgbClr val="BDD5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angle 650"/>
            <p:cNvSpPr/>
            <p:nvPr/>
          </p:nvSpPr>
          <p:spPr>
            <a:xfrm>
              <a:off x="5129784" y="5166360"/>
              <a:ext cx="35022" cy="35022"/>
            </a:xfrm>
            <a:prstGeom prst="rect">
              <a:avLst/>
            </a:prstGeom>
            <a:solidFill>
              <a:srgbClr val="CAE2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Rectangle 651"/>
            <p:cNvSpPr/>
            <p:nvPr/>
          </p:nvSpPr>
          <p:spPr>
            <a:xfrm>
              <a:off x="5164074" y="5166360"/>
              <a:ext cx="35022" cy="35022"/>
            </a:xfrm>
            <a:prstGeom prst="rect">
              <a:avLst/>
            </a:prstGeom>
            <a:solidFill>
              <a:srgbClr val="C8E3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4649724" y="5200650"/>
              <a:ext cx="35022" cy="35022"/>
            </a:xfrm>
            <a:prstGeom prst="rect">
              <a:avLst/>
            </a:prstGeom>
            <a:solidFill>
              <a:srgbClr val="BFD9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4684014" y="5200650"/>
              <a:ext cx="35022" cy="35022"/>
            </a:xfrm>
            <a:prstGeom prst="rect">
              <a:avLst/>
            </a:prstGeom>
            <a:solidFill>
              <a:srgbClr val="D4E4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Rectangle 654"/>
            <p:cNvSpPr/>
            <p:nvPr/>
          </p:nvSpPr>
          <p:spPr>
            <a:xfrm>
              <a:off x="4718304" y="5200650"/>
              <a:ext cx="35022" cy="35022"/>
            </a:xfrm>
            <a:prstGeom prst="rect">
              <a:avLst/>
            </a:prstGeom>
            <a:solidFill>
              <a:srgbClr val="CAD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Rectangle 655"/>
            <p:cNvSpPr/>
            <p:nvPr/>
          </p:nvSpPr>
          <p:spPr>
            <a:xfrm>
              <a:off x="4752594" y="5200650"/>
              <a:ext cx="35022" cy="35022"/>
            </a:xfrm>
            <a:prstGeom prst="rect">
              <a:avLst/>
            </a:prstGeom>
            <a:solidFill>
              <a:srgbClr val="C8DD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Rectangle 656"/>
            <p:cNvSpPr/>
            <p:nvPr/>
          </p:nvSpPr>
          <p:spPr>
            <a:xfrm>
              <a:off x="4786884" y="5200650"/>
              <a:ext cx="35022" cy="35022"/>
            </a:xfrm>
            <a:prstGeom prst="rect">
              <a:avLst/>
            </a:prstGeom>
            <a:solidFill>
              <a:srgbClr val="D1E1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4821174" y="5200650"/>
              <a:ext cx="35022" cy="35022"/>
            </a:xfrm>
            <a:prstGeom prst="rect">
              <a:avLst/>
            </a:prstGeom>
            <a:solidFill>
              <a:srgbClr val="D0E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4855464" y="5200650"/>
              <a:ext cx="35022" cy="35022"/>
            </a:xfrm>
            <a:prstGeom prst="rect">
              <a:avLst/>
            </a:prstGeom>
            <a:solidFill>
              <a:srgbClr val="E9EF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Rectangle 659"/>
            <p:cNvSpPr/>
            <p:nvPr/>
          </p:nvSpPr>
          <p:spPr>
            <a:xfrm>
              <a:off x="4889754" y="5200650"/>
              <a:ext cx="35022" cy="35022"/>
            </a:xfrm>
            <a:prstGeom prst="rect">
              <a:avLst/>
            </a:prstGeom>
            <a:solidFill>
              <a:srgbClr val="DE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Rectangle 660"/>
            <p:cNvSpPr/>
            <p:nvPr/>
          </p:nvSpPr>
          <p:spPr>
            <a:xfrm>
              <a:off x="4924044" y="5200650"/>
              <a:ext cx="35022" cy="35022"/>
            </a:xfrm>
            <a:prstGeom prst="rect">
              <a:avLst/>
            </a:prstGeom>
            <a:solidFill>
              <a:srgbClr val="BDD9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Rectangle 661"/>
            <p:cNvSpPr/>
            <p:nvPr/>
          </p:nvSpPr>
          <p:spPr>
            <a:xfrm>
              <a:off x="4958334" y="5200650"/>
              <a:ext cx="35022" cy="35022"/>
            </a:xfrm>
            <a:prstGeom prst="rect">
              <a:avLst/>
            </a:prstGeom>
            <a:solidFill>
              <a:srgbClr val="DCED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4992624" y="5200650"/>
              <a:ext cx="35022" cy="35022"/>
            </a:xfrm>
            <a:prstGeom prst="rect">
              <a:avLst/>
            </a:prstGeom>
            <a:solidFill>
              <a:srgbClr val="E0EB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5026914" y="5200650"/>
              <a:ext cx="35022" cy="35022"/>
            </a:xfrm>
            <a:prstGeom prst="rect">
              <a:avLst/>
            </a:prstGeom>
            <a:solidFill>
              <a:srgbClr val="D7E6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Rectangle 664"/>
            <p:cNvSpPr/>
            <p:nvPr/>
          </p:nvSpPr>
          <p:spPr>
            <a:xfrm>
              <a:off x="5061204" y="5200650"/>
              <a:ext cx="35022" cy="35022"/>
            </a:xfrm>
            <a:prstGeom prst="rect">
              <a:avLst/>
            </a:prstGeom>
            <a:solidFill>
              <a:srgbClr val="DBE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Rectangle 665"/>
            <p:cNvSpPr/>
            <p:nvPr/>
          </p:nvSpPr>
          <p:spPr>
            <a:xfrm>
              <a:off x="5095494" y="5200650"/>
              <a:ext cx="35022" cy="35022"/>
            </a:xfrm>
            <a:prstGeom prst="rect">
              <a:avLst/>
            </a:prstGeom>
            <a:solidFill>
              <a:srgbClr val="BFD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Rectangle 666"/>
            <p:cNvSpPr/>
            <p:nvPr/>
          </p:nvSpPr>
          <p:spPr>
            <a:xfrm>
              <a:off x="5129784" y="5200650"/>
              <a:ext cx="35022" cy="35022"/>
            </a:xfrm>
            <a:prstGeom prst="rect">
              <a:avLst/>
            </a:prstGeom>
            <a:solidFill>
              <a:srgbClr val="C7DB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5164074" y="5200650"/>
              <a:ext cx="35022" cy="35022"/>
            </a:xfrm>
            <a:prstGeom prst="rect">
              <a:avLst/>
            </a:prstGeom>
            <a:solidFill>
              <a:srgbClr val="CDE0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4649724" y="5234940"/>
              <a:ext cx="35022" cy="35022"/>
            </a:xfrm>
            <a:prstGeom prst="rect">
              <a:avLst/>
            </a:prstGeom>
            <a:solidFill>
              <a:srgbClr val="ABCF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Rectangle 669"/>
            <p:cNvSpPr/>
            <p:nvPr/>
          </p:nvSpPr>
          <p:spPr>
            <a:xfrm>
              <a:off x="4684014" y="5234940"/>
              <a:ext cx="35022" cy="35022"/>
            </a:xfrm>
            <a:prstGeom prst="rect">
              <a:avLst/>
            </a:prstGeom>
            <a:solidFill>
              <a:srgbClr val="D1E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Rectangle 670"/>
            <p:cNvSpPr/>
            <p:nvPr/>
          </p:nvSpPr>
          <p:spPr>
            <a:xfrm>
              <a:off x="4718304" y="5234940"/>
              <a:ext cx="35022" cy="35022"/>
            </a:xfrm>
            <a:prstGeom prst="rect">
              <a:avLst/>
            </a:prstGeom>
            <a:solidFill>
              <a:srgbClr val="C0D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Rectangle 671"/>
            <p:cNvSpPr/>
            <p:nvPr/>
          </p:nvSpPr>
          <p:spPr>
            <a:xfrm>
              <a:off x="4752594" y="5234940"/>
              <a:ext cx="35022" cy="35022"/>
            </a:xfrm>
            <a:prstGeom prst="rect">
              <a:avLst/>
            </a:prstGeom>
            <a:solidFill>
              <a:srgbClr val="C3DB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4786884" y="5234940"/>
              <a:ext cx="35022" cy="35022"/>
            </a:xfrm>
            <a:prstGeom prst="rect">
              <a:avLst/>
            </a:prstGeom>
            <a:solidFill>
              <a:srgbClr val="DE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4821174" y="5234940"/>
              <a:ext cx="35022" cy="35022"/>
            </a:xfrm>
            <a:prstGeom prst="rect">
              <a:avLst/>
            </a:prstGeom>
            <a:solidFill>
              <a:srgbClr val="C9DE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Rectangle 674"/>
            <p:cNvSpPr/>
            <p:nvPr/>
          </p:nvSpPr>
          <p:spPr>
            <a:xfrm>
              <a:off x="4855464" y="5234940"/>
              <a:ext cx="35022" cy="35022"/>
            </a:xfrm>
            <a:prstGeom prst="rect">
              <a:avLst/>
            </a:prstGeom>
            <a:solidFill>
              <a:srgbClr val="E6F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Rectangle 675"/>
            <p:cNvSpPr/>
            <p:nvPr/>
          </p:nvSpPr>
          <p:spPr>
            <a:xfrm>
              <a:off x="4889754" y="5234940"/>
              <a:ext cx="35022" cy="35022"/>
            </a:xfrm>
            <a:prstGeom prst="rect">
              <a:avLst/>
            </a:prstGeom>
            <a:solidFill>
              <a:srgbClr val="DF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Rectangle 676"/>
            <p:cNvSpPr/>
            <p:nvPr/>
          </p:nvSpPr>
          <p:spPr>
            <a:xfrm>
              <a:off x="4924044" y="5234940"/>
              <a:ext cx="35022" cy="35022"/>
            </a:xfrm>
            <a:prstGeom prst="rect">
              <a:avLst/>
            </a:prstGeom>
            <a:solidFill>
              <a:srgbClr val="DAE7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4958334" y="5234940"/>
              <a:ext cx="35022" cy="35022"/>
            </a:xfrm>
            <a:prstGeom prst="rect">
              <a:avLst/>
            </a:prstGeom>
            <a:solidFill>
              <a:srgbClr val="B6D1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4992624" y="5234940"/>
              <a:ext cx="35022" cy="35022"/>
            </a:xfrm>
            <a:prstGeom prst="rect">
              <a:avLst/>
            </a:prstGeom>
            <a:solidFill>
              <a:srgbClr val="DD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Rectangle 679"/>
            <p:cNvSpPr/>
            <p:nvPr/>
          </p:nvSpPr>
          <p:spPr>
            <a:xfrm>
              <a:off x="5026914" y="5234940"/>
              <a:ext cx="35022" cy="35022"/>
            </a:xfrm>
            <a:prstGeom prst="rect">
              <a:avLst/>
            </a:prstGeom>
            <a:solidFill>
              <a:srgbClr val="D6E8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Rectangle 680"/>
            <p:cNvSpPr/>
            <p:nvPr/>
          </p:nvSpPr>
          <p:spPr>
            <a:xfrm>
              <a:off x="5061204" y="5234940"/>
              <a:ext cx="35022" cy="35022"/>
            </a:xfrm>
            <a:prstGeom prst="rect">
              <a:avLst/>
            </a:prstGeom>
            <a:solidFill>
              <a:srgbClr val="EDF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Rectangle 681"/>
            <p:cNvSpPr/>
            <p:nvPr/>
          </p:nvSpPr>
          <p:spPr>
            <a:xfrm>
              <a:off x="5095494" y="5234940"/>
              <a:ext cx="35022" cy="35022"/>
            </a:xfrm>
            <a:prstGeom prst="rect">
              <a:avLst/>
            </a:prstGeom>
            <a:solidFill>
              <a:srgbClr val="B0CD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5129784" y="5234940"/>
              <a:ext cx="35022" cy="35022"/>
            </a:xfrm>
            <a:prstGeom prst="rect">
              <a:avLst/>
            </a:prstGeom>
            <a:solidFill>
              <a:srgbClr val="C4DC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5164074" y="5234940"/>
              <a:ext cx="35022" cy="35022"/>
            </a:xfrm>
            <a:prstGeom prst="rect">
              <a:avLst/>
            </a:prstGeom>
            <a:solidFill>
              <a:srgbClr val="C3DB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Rectangle 684"/>
            <p:cNvSpPr/>
            <p:nvPr/>
          </p:nvSpPr>
          <p:spPr>
            <a:xfrm>
              <a:off x="4649724" y="5269230"/>
              <a:ext cx="35022" cy="35022"/>
            </a:xfrm>
            <a:prstGeom prst="rect">
              <a:avLst/>
            </a:prstGeom>
            <a:solidFill>
              <a:srgbClr val="C3DA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Rectangle 685"/>
            <p:cNvSpPr/>
            <p:nvPr/>
          </p:nvSpPr>
          <p:spPr>
            <a:xfrm>
              <a:off x="4684014" y="5269230"/>
              <a:ext cx="35022" cy="35022"/>
            </a:xfrm>
            <a:prstGeom prst="rect">
              <a:avLst/>
            </a:prstGeom>
            <a:solidFill>
              <a:srgbClr val="AACA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Rectangle 686"/>
            <p:cNvSpPr/>
            <p:nvPr/>
          </p:nvSpPr>
          <p:spPr>
            <a:xfrm>
              <a:off x="4718304" y="5269230"/>
              <a:ext cx="35022" cy="35022"/>
            </a:xfrm>
            <a:prstGeom prst="rect">
              <a:avLst/>
            </a:prstGeom>
            <a:solidFill>
              <a:srgbClr val="C4DB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4752594" y="5269230"/>
              <a:ext cx="35022" cy="35022"/>
            </a:xfrm>
            <a:prstGeom prst="rect">
              <a:avLst/>
            </a:prstGeom>
            <a:solidFill>
              <a:srgbClr val="CCDF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4786884" y="5269230"/>
              <a:ext cx="35022" cy="35022"/>
            </a:xfrm>
            <a:prstGeom prst="rect">
              <a:avLst/>
            </a:prstGeom>
            <a:solidFill>
              <a:srgbClr val="D0E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Rectangle 689"/>
            <p:cNvSpPr/>
            <p:nvPr/>
          </p:nvSpPr>
          <p:spPr>
            <a:xfrm>
              <a:off x="4821174" y="5269230"/>
              <a:ext cx="35022" cy="35022"/>
            </a:xfrm>
            <a:prstGeom prst="rect">
              <a:avLst/>
            </a:prstGeom>
            <a:solidFill>
              <a:srgbClr val="B7D1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Rectangle 690"/>
            <p:cNvSpPr/>
            <p:nvPr/>
          </p:nvSpPr>
          <p:spPr>
            <a:xfrm>
              <a:off x="4855464" y="5269230"/>
              <a:ext cx="35022" cy="35022"/>
            </a:xfrm>
            <a:prstGeom prst="rect">
              <a:avLst/>
            </a:prstGeom>
            <a:solidFill>
              <a:srgbClr val="DAE7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Rectangle 691"/>
            <p:cNvSpPr/>
            <p:nvPr/>
          </p:nvSpPr>
          <p:spPr>
            <a:xfrm>
              <a:off x="4889754" y="5269230"/>
              <a:ext cx="35022" cy="35022"/>
            </a:xfrm>
            <a:prstGeom prst="rect">
              <a:avLst/>
            </a:prstGeom>
            <a:solidFill>
              <a:srgbClr val="D4E4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4924044" y="5269230"/>
              <a:ext cx="35022" cy="35022"/>
            </a:xfrm>
            <a:prstGeom prst="rect">
              <a:avLst/>
            </a:prstGeom>
            <a:solidFill>
              <a:srgbClr val="DCE9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4958334" y="5269230"/>
              <a:ext cx="35022" cy="35022"/>
            </a:xfrm>
            <a:prstGeom prst="rect">
              <a:avLst/>
            </a:prstGeom>
            <a:solidFill>
              <a:srgbClr val="D3E6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Rectangle 694"/>
            <p:cNvSpPr/>
            <p:nvPr/>
          </p:nvSpPr>
          <p:spPr>
            <a:xfrm>
              <a:off x="4992624" y="5269230"/>
              <a:ext cx="35022" cy="35022"/>
            </a:xfrm>
            <a:prstGeom prst="rect">
              <a:avLst/>
            </a:prstGeom>
            <a:solidFill>
              <a:srgbClr val="CFE1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Rectangle 695"/>
            <p:cNvSpPr/>
            <p:nvPr/>
          </p:nvSpPr>
          <p:spPr>
            <a:xfrm>
              <a:off x="5026914" y="5269230"/>
              <a:ext cx="35022" cy="35022"/>
            </a:xfrm>
            <a:prstGeom prst="rect">
              <a:avLst/>
            </a:prstGeom>
            <a:solidFill>
              <a:srgbClr val="DFEB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Rectangle 696"/>
            <p:cNvSpPr/>
            <p:nvPr/>
          </p:nvSpPr>
          <p:spPr>
            <a:xfrm>
              <a:off x="5061204" y="5269230"/>
              <a:ext cx="35022" cy="35022"/>
            </a:xfrm>
            <a:prstGeom prst="rect">
              <a:avLst/>
            </a:prstGeom>
            <a:solidFill>
              <a:srgbClr val="DBE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5095494" y="5269230"/>
              <a:ext cx="35022" cy="35022"/>
            </a:xfrm>
            <a:prstGeom prst="rect">
              <a:avLst/>
            </a:prstGeom>
            <a:solidFill>
              <a:srgbClr val="D7E6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5129784" y="5269230"/>
              <a:ext cx="35022" cy="35022"/>
            </a:xfrm>
            <a:prstGeom prst="rect">
              <a:avLst/>
            </a:prstGeom>
            <a:solidFill>
              <a:srgbClr val="B1D3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Rectangle 699"/>
            <p:cNvSpPr/>
            <p:nvPr/>
          </p:nvSpPr>
          <p:spPr>
            <a:xfrm>
              <a:off x="5164074" y="5269230"/>
              <a:ext cx="35022" cy="35022"/>
            </a:xfrm>
            <a:prstGeom prst="rect">
              <a:avLst/>
            </a:prstGeom>
            <a:solidFill>
              <a:srgbClr val="B8D7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Rectangle 700"/>
            <p:cNvSpPr/>
            <p:nvPr/>
          </p:nvSpPr>
          <p:spPr>
            <a:xfrm>
              <a:off x="4649724" y="5303520"/>
              <a:ext cx="35022" cy="35022"/>
            </a:xfrm>
            <a:prstGeom prst="rect">
              <a:avLst/>
            </a:prstGeom>
            <a:solidFill>
              <a:srgbClr val="C3D8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Rectangle 701"/>
            <p:cNvSpPr/>
            <p:nvPr/>
          </p:nvSpPr>
          <p:spPr>
            <a:xfrm>
              <a:off x="4684014" y="5303520"/>
              <a:ext cx="35022" cy="35022"/>
            </a:xfrm>
            <a:prstGeom prst="rect">
              <a:avLst/>
            </a:prstGeom>
            <a:solidFill>
              <a:srgbClr val="C4DC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4718304" y="5303520"/>
              <a:ext cx="35022" cy="35022"/>
            </a:xfrm>
            <a:prstGeom prst="rect">
              <a:avLst/>
            </a:prstGeom>
            <a:solidFill>
              <a:srgbClr val="E5F0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4752594" y="5303520"/>
              <a:ext cx="35022" cy="35022"/>
            </a:xfrm>
            <a:prstGeom prst="rect">
              <a:avLst/>
            </a:prstGeom>
            <a:solidFill>
              <a:srgbClr val="CDDF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Rectangle 704"/>
            <p:cNvSpPr/>
            <p:nvPr/>
          </p:nvSpPr>
          <p:spPr>
            <a:xfrm>
              <a:off x="4786884" y="5303520"/>
              <a:ext cx="35022" cy="35022"/>
            </a:xfrm>
            <a:prstGeom prst="rect">
              <a:avLst/>
            </a:prstGeom>
            <a:solidFill>
              <a:srgbClr val="D9E6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Rectangle 705"/>
            <p:cNvSpPr/>
            <p:nvPr/>
          </p:nvSpPr>
          <p:spPr>
            <a:xfrm>
              <a:off x="4821174" y="5303520"/>
              <a:ext cx="35022" cy="35022"/>
            </a:xfrm>
            <a:prstGeom prst="rect">
              <a:avLst/>
            </a:prstGeom>
            <a:solidFill>
              <a:srgbClr val="DBE9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Rectangle 706"/>
            <p:cNvSpPr/>
            <p:nvPr/>
          </p:nvSpPr>
          <p:spPr>
            <a:xfrm>
              <a:off x="4855464" y="5303520"/>
              <a:ext cx="35022" cy="35022"/>
            </a:xfrm>
            <a:prstGeom prst="rect">
              <a:avLst/>
            </a:prstGeom>
            <a:solidFill>
              <a:srgbClr val="CFE1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4889754" y="5303520"/>
              <a:ext cx="35022" cy="35022"/>
            </a:xfrm>
            <a:prstGeom prst="rect">
              <a:avLst/>
            </a:prstGeom>
            <a:solidFill>
              <a:srgbClr val="CCDF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4924044" y="5303520"/>
              <a:ext cx="35022" cy="35022"/>
            </a:xfrm>
            <a:prstGeom prst="rect">
              <a:avLst/>
            </a:prstGeom>
            <a:solidFill>
              <a:srgbClr val="D5E5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Rectangle 709"/>
            <p:cNvSpPr/>
            <p:nvPr/>
          </p:nvSpPr>
          <p:spPr>
            <a:xfrm>
              <a:off x="4958334" y="5303520"/>
              <a:ext cx="35022" cy="35022"/>
            </a:xfrm>
            <a:prstGeom prst="rect">
              <a:avLst/>
            </a:prstGeom>
            <a:solidFill>
              <a:srgbClr val="DBE7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Rectangle 710"/>
            <p:cNvSpPr/>
            <p:nvPr/>
          </p:nvSpPr>
          <p:spPr>
            <a:xfrm>
              <a:off x="4992624" y="5303520"/>
              <a:ext cx="35022" cy="35022"/>
            </a:xfrm>
            <a:prstGeom prst="rect">
              <a:avLst/>
            </a:prstGeom>
            <a:solidFill>
              <a:srgbClr val="CFDF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Rectangle 711"/>
            <p:cNvSpPr/>
            <p:nvPr/>
          </p:nvSpPr>
          <p:spPr>
            <a:xfrm>
              <a:off x="5026914" y="5303520"/>
              <a:ext cx="35022" cy="35022"/>
            </a:xfrm>
            <a:prstGeom prst="rect">
              <a:avLst/>
            </a:prstGeom>
            <a:solidFill>
              <a:srgbClr val="A7C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5061204" y="5303520"/>
              <a:ext cx="35022" cy="35022"/>
            </a:xfrm>
            <a:prstGeom prst="rect">
              <a:avLst/>
            </a:prstGeom>
            <a:solidFill>
              <a:srgbClr val="C2DA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5095494" y="5303520"/>
              <a:ext cx="35022" cy="35022"/>
            </a:xfrm>
            <a:prstGeom prst="rect">
              <a:avLst/>
            </a:prstGeom>
            <a:solidFill>
              <a:srgbClr val="B9D5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Rectangle 714"/>
            <p:cNvSpPr/>
            <p:nvPr/>
          </p:nvSpPr>
          <p:spPr>
            <a:xfrm>
              <a:off x="5129784" y="5303520"/>
              <a:ext cx="35022" cy="35022"/>
            </a:xfrm>
            <a:prstGeom prst="rect">
              <a:avLst/>
            </a:prstGeom>
            <a:solidFill>
              <a:srgbClr val="EFF7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Rectangle 715"/>
            <p:cNvSpPr/>
            <p:nvPr/>
          </p:nvSpPr>
          <p:spPr>
            <a:xfrm>
              <a:off x="5164074" y="5303520"/>
              <a:ext cx="35022" cy="35022"/>
            </a:xfrm>
            <a:prstGeom prst="rect">
              <a:avLst/>
            </a:prstGeom>
            <a:solidFill>
              <a:srgbClr val="C0DC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Rectangle 716"/>
            <p:cNvSpPr/>
            <p:nvPr/>
          </p:nvSpPr>
          <p:spPr>
            <a:xfrm>
              <a:off x="4649724" y="5337810"/>
              <a:ext cx="35022" cy="35022"/>
            </a:xfrm>
            <a:prstGeom prst="rect">
              <a:avLst/>
            </a:prstGeom>
            <a:solidFill>
              <a:srgbClr val="ADCC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4684014" y="5337810"/>
              <a:ext cx="35022" cy="35022"/>
            </a:xfrm>
            <a:prstGeom prst="rect">
              <a:avLst/>
            </a:prstGeom>
            <a:solidFill>
              <a:srgbClr val="D7E9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4718304" y="5337810"/>
              <a:ext cx="35022" cy="35022"/>
            </a:xfrm>
            <a:prstGeom prst="rect">
              <a:avLst/>
            </a:prstGeom>
            <a:solidFill>
              <a:srgbClr val="CBE0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Rectangle 719"/>
            <p:cNvSpPr/>
            <p:nvPr/>
          </p:nvSpPr>
          <p:spPr>
            <a:xfrm>
              <a:off x="4752594" y="5337810"/>
              <a:ext cx="35022" cy="35022"/>
            </a:xfrm>
            <a:prstGeom prst="rect">
              <a:avLst/>
            </a:prstGeom>
            <a:solidFill>
              <a:srgbClr val="D3E6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1" name="Rectangle 720"/>
            <p:cNvSpPr/>
            <p:nvPr/>
          </p:nvSpPr>
          <p:spPr>
            <a:xfrm>
              <a:off x="4786884" y="5337810"/>
              <a:ext cx="35022" cy="35022"/>
            </a:xfrm>
            <a:prstGeom prst="rect">
              <a:avLst/>
            </a:prstGeom>
            <a:solidFill>
              <a:srgbClr val="DCE9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2" name="Rectangle 721"/>
            <p:cNvSpPr/>
            <p:nvPr/>
          </p:nvSpPr>
          <p:spPr>
            <a:xfrm>
              <a:off x="4821174" y="5337810"/>
              <a:ext cx="35022" cy="35022"/>
            </a:xfrm>
            <a:prstGeom prst="rect">
              <a:avLst/>
            </a:prstGeom>
            <a:solidFill>
              <a:srgbClr val="E7EF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4855464" y="5337810"/>
              <a:ext cx="35022" cy="35022"/>
            </a:xfrm>
            <a:prstGeom prst="rect">
              <a:avLst/>
            </a:prstGeom>
            <a:solidFill>
              <a:srgbClr val="D3E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4889754" y="5337810"/>
              <a:ext cx="35022" cy="35022"/>
            </a:xfrm>
            <a:prstGeom prst="rect">
              <a:avLst/>
            </a:prstGeom>
            <a:solidFill>
              <a:srgbClr val="D5E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5" name="Rectangle 724"/>
            <p:cNvSpPr/>
            <p:nvPr/>
          </p:nvSpPr>
          <p:spPr>
            <a:xfrm>
              <a:off x="4924044" y="5337810"/>
              <a:ext cx="35022" cy="35022"/>
            </a:xfrm>
            <a:prstGeom prst="rect">
              <a:avLst/>
            </a:prstGeom>
            <a:solidFill>
              <a:srgbClr val="DEEBD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6" name="Rectangle 725"/>
            <p:cNvSpPr/>
            <p:nvPr/>
          </p:nvSpPr>
          <p:spPr>
            <a:xfrm>
              <a:off x="4958334" y="5337810"/>
              <a:ext cx="35022" cy="35022"/>
            </a:xfrm>
            <a:prstGeom prst="rect">
              <a:avLst/>
            </a:prstGeom>
            <a:solidFill>
              <a:srgbClr val="C0D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7" name="Rectangle 726"/>
            <p:cNvSpPr/>
            <p:nvPr/>
          </p:nvSpPr>
          <p:spPr>
            <a:xfrm>
              <a:off x="4992624" y="5337810"/>
              <a:ext cx="35022" cy="35022"/>
            </a:xfrm>
            <a:prstGeom prst="rect">
              <a:avLst/>
            </a:prstGeom>
            <a:solidFill>
              <a:srgbClr val="D7E5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5026914" y="5337810"/>
              <a:ext cx="35022" cy="35022"/>
            </a:xfrm>
            <a:prstGeom prst="rect">
              <a:avLst/>
            </a:prstGeom>
            <a:solidFill>
              <a:srgbClr val="E1EE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5061204" y="5337810"/>
              <a:ext cx="35022" cy="35022"/>
            </a:xfrm>
            <a:prstGeom prst="rect">
              <a:avLst/>
            </a:prstGeom>
            <a:solidFill>
              <a:srgbClr val="CCE1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0" name="Rectangle 729"/>
            <p:cNvSpPr/>
            <p:nvPr/>
          </p:nvSpPr>
          <p:spPr>
            <a:xfrm>
              <a:off x="5095494" y="5337810"/>
              <a:ext cx="35022" cy="35022"/>
            </a:xfrm>
            <a:prstGeom prst="rect">
              <a:avLst/>
            </a:prstGeom>
            <a:solidFill>
              <a:srgbClr val="BBD4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angle 730"/>
            <p:cNvSpPr/>
            <p:nvPr/>
          </p:nvSpPr>
          <p:spPr>
            <a:xfrm>
              <a:off x="5129784" y="5337810"/>
              <a:ext cx="35022" cy="35022"/>
            </a:xfrm>
            <a:prstGeom prst="rect">
              <a:avLst/>
            </a:prstGeom>
            <a:solidFill>
              <a:srgbClr val="BFD9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2" name="Rectangle 731"/>
            <p:cNvSpPr/>
            <p:nvPr/>
          </p:nvSpPr>
          <p:spPr>
            <a:xfrm>
              <a:off x="5164074" y="5337810"/>
              <a:ext cx="35022" cy="35022"/>
            </a:xfrm>
            <a:prstGeom prst="rect">
              <a:avLst/>
            </a:prstGeom>
            <a:solidFill>
              <a:srgbClr val="C8E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4649724" y="5372100"/>
              <a:ext cx="35022" cy="35022"/>
            </a:xfrm>
            <a:prstGeom prst="rect">
              <a:avLst/>
            </a:prstGeom>
            <a:solidFill>
              <a:srgbClr val="BBD7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4684014" y="5372100"/>
              <a:ext cx="35022" cy="35022"/>
            </a:xfrm>
            <a:prstGeom prst="rect">
              <a:avLst/>
            </a:prstGeom>
            <a:solidFill>
              <a:srgbClr val="CDE1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5" name="Rectangle 734"/>
            <p:cNvSpPr/>
            <p:nvPr/>
          </p:nvSpPr>
          <p:spPr>
            <a:xfrm>
              <a:off x="4718304" y="5372100"/>
              <a:ext cx="35022" cy="35022"/>
            </a:xfrm>
            <a:prstGeom prst="rect">
              <a:avLst/>
            </a:prstGeom>
            <a:solidFill>
              <a:srgbClr val="92C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6" name="Rectangle 735"/>
            <p:cNvSpPr/>
            <p:nvPr/>
          </p:nvSpPr>
          <p:spPr>
            <a:xfrm>
              <a:off x="4752594" y="5372100"/>
              <a:ext cx="35022" cy="35022"/>
            </a:xfrm>
            <a:prstGeom prst="rect">
              <a:avLst/>
            </a:prstGeom>
            <a:solidFill>
              <a:srgbClr val="A4CB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7" name="Rectangle 736"/>
            <p:cNvSpPr/>
            <p:nvPr/>
          </p:nvSpPr>
          <p:spPr>
            <a:xfrm>
              <a:off x="4786884" y="5372100"/>
              <a:ext cx="35022" cy="35022"/>
            </a:xfrm>
            <a:prstGeom prst="rect">
              <a:avLst/>
            </a:prstGeom>
            <a:solidFill>
              <a:srgbClr val="D4E7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4821174" y="5372100"/>
              <a:ext cx="35022" cy="35022"/>
            </a:xfrm>
            <a:prstGeom prst="rect">
              <a:avLst/>
            </a:prstGeom>
            <a:solidFill>
              <a:srgbClr val="E8F0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4855464" y="5372100"/>
              <a:ext cx="35022" cy="35022"/>
            </a:xfrm>
            <a:prstGeom prst="rect">
              <a:avLst/>
            </a:prstGeom>
            <a:solidFill>
              <a:srgbClr val="E4EF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0" name="Rectangle 739"/>
            <p:cNvSpPr/>
            <p:nvPr/>
          </p:nvSpPr>
          <p:spPr>
            <a:xfrm>
              <a:off x="4889754" y="5372100"/>
              <a:ext cx="35022" cy="35022"/>
            </a:xfrm>
            <a:prstGeom prst="rect">
              <a:avLst/>
            </a:prstGeom>
            <a:solidFill>
              <a:srgbClr val="ADCC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1" name="Rectangle 740"/>
            <p:cNvSpPr/>
            <p:nvPr/>
          </p:nvSpPr>
          <p:spPr>
            <a:xfrm>
              <a:off x="4924044" y="5372100"/>
              <a:ext cx="35022" cy="35022"/>
            </a:xfrm>
            <a:prstGeom prst="rect">
              <a:avLst/>
            </a:prstGeom>
            <a:solidFill>
              <a:srgbClr val="C1D9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2" name="Rectangle 741"/>
            <p:cNvSpPr/>
            <p:nvPr/>
          </p:nvSpPr>
          <p:spPr>
            <a:xfrm>
              <a:off x="4958334" y="5372100"/>
              <a:ext cx="35022" cy="35022"/>
            </a:xfrm>
            <a:prstGeom prst="rect">
              <a:avLst/>
            </a:prstGeom>
            <a:solidFill>
              <a:srgbClr val="D0E2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4992624" y="5372100"/>
              <a:ext cx="35022" cy="35022"/>
            </a:xfrm>
            <a:prstGeom prst="rect">
              <a:avLst/>
            </a:prstGeom>
            <a:solidFill>
              <a:srgbClr val="E0ED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5026914" y="5372100"/>
              <a:ext cx="35022" cy="35022"/>
            </a:xfrm>
            <a:prstGeom prst="rect">
              <a:avLst/>
            </a:prstGeom>
            <a:solidFill>
              <a:srgbClr val="DE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5" name="Rectangle 744"/>
            <p:cNvSpPr/>
            <p:nvPr/>
          </p:nvSpPr>
          <p:spPr>
            <a:xfrm>
              <a:off x="5061204" y="5372100"/>
              <a:ext cx="35022" cy="35022"/>
            </a:xfrm>
            <a:prstGeom prst="rect">
              <a:avLst/>
            </a:prstGeom>
            <a:solidFill>
              <a:srgbClr val="CDE0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6" name="Rectangle 745"/>
            <p:cNvSpPr/>
            <p:nvPr/>
          </p:nvSpPr>
          <p:spPr>
            <a:xfrm>
              <a:off x="5095494" y="5372100"/>
              <a:ext cx="35022" cy="35022"/>
            </a:xfrm>
            <a:prstGeom prst="rect">
              <a:avLst/>
            </a:prstGeom>
            <a:solidFill>
              <a:srgbClr val="C7D9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7" name="Rectangle 746"/>
            <p:cNvSpPr/>
            <p:nvPr/>
          </p:nvSpPr>
          <p:spPr>
            <a:xfrm>
              <a:off x="5129784" y="5372100"/>
              <a:ext cx="35022" cy="35022"/>
            </a:xfrm>
            <a:prstGeom prst="rect">
              <a:avLst/>
            </a:prstGeom>
            <a:solidFill>
              <a:srgbClr val="CBE2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5164074" y="5372100"/>
              <a:ext cx="35022" cy="35022"/>
            </a:xfrm>
            <a:prstGeom prst="rect">
              <a:avLst/>
            </a:prstGeom>
            <a:solidFill>
              <a:srgbClr val="C5DD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4649724" y="5406390"/>
              <a:ext cx="35022" cy="35022"/>
            </a:xfrm>
            <a:prstGeom prst="rect">
              <a:avLst/>
            </a:prstGeom>
            <a:solidFill>
              <a:srgbClr val="C3DA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0" name="Rectangle 749"/>
            <p:cNvSpPr/>
            <p:nvPr/>
          </p:nvSpPr>
          <p:spPr>
            <a:xfrm>
              <a:off x="4684014" y="5406390"/>
              <a:ext cx="35022" cy="35022"/>
            </a:xfrm>
            <a:prstGeom prst="rect">
              <a:avLst/>
            </a:prstGeom>
            <a:solidFill>
              <a:srgbClr val="C2DC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1" name="Rectangle 750"/>
            <p:cNvSpPr/>
            <p:nvPr/>
          </p:nvSpPr>
          <p:spPr>
            <a:xfrm>
              <a:off x="4718304" y="5406390"/>
              <a:ext cx="35022" cy="35022"/>
            </a:xfrm>
            <a:prstGeom prst="rect">
              <a:avLst/>
            </a:prstGeom>
            <a:solidFill>
              <a:srgbClr val="C6DB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Rectangle 751"/>
            <p:cNvSpPr/>
            <p:nvPr/>
          </p:nvSpPr>
          <p:spPr>
            <a:xfrm>
              <a:off x="4752594" y="5406390"/>
              <a:ext cx="35022" cy="35022"/>
            </a:xfrm>
            <a:prstGeom prst="rect">
              <a:avLst/>
            </a:prstGeom>
            <a:solidFill>
              <a:srgbClr val="DBEA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4786884" y="5406390"/>
              <a:ext cx="35022" cy="35022"/>
            </a:xfrm>
            <a:prstGeom prst="rect">
              <a:avLst/>
            </a:prstGeom>
            <a:solidFill>
              <a:srgbClr val="DCE9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4821174" y="5406390"/>
              <a:ext cx="35022" cy="35022"/>
            </a:xfrm>
            <a:prstGeom prst="rect">
              <a:avLst/>
            </a:prstGeom>
            <a:solidFill>
              <a:srgbClr val="CFE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Rectangle 754"/>
            <p:cNvSpPr/>
            <p:nvPr/>
          </p:nvSpPr>
          <p:spPr>
            <a:xfrm>
              <a:off x="4855464" y="5406390"/>
              <a:ext cx="35022" cy="35022"/>
            </a:xfrm>
            <a:prstGeom prst="rect">
              <a:avLst/>
            </a:prstGeom>
            <a:solidFill>
              <a:srgbClr val="BED6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Rectangle 755"/>
            <p:cNvSpPr/>
            <p:nvPr/>
          </p:nvSpPr>
          <p:spPr>
            <a:xfrm>
              <a:off x="4889754" y="5406390"/>
              <a:ext cx="35022" cy="35022"/>
            </a:xfrm>
            <a:prstGeom prst="rect">
              <a:avLst/>
            </a:prstGeom>
            <a:solidFill>
              <a:srgbClr val="A7C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Rectangle 756"/>
            <p:cNvSpPr/>
            <p:nvPr/>
          </p:nvSpPr>
          <p:spPr>
            <a:xfrm>
              <a:off x="4924044" y="5406390"/>
              <a:ext cx="35022" cy="35022"/>
            </a:xfrm>
            <a:prstGeom prst="rect">
              <a:avLst/>
            </a:prstGeom>
            <a:solidFill>
              <a:srgbClr val="BCD6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4958334" y="5406390"/>
              <a:ext cx="35022" cy="35022"/>
            </a:xfrm>
            <a:prstGeom prst="rect">
              <a:avLst/>
            </a:prstGeom>
            <a:solidFill>
              <a:srgbClr val="B2D1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4992624" y="5406390"/>
              <a:ext cx="35022" cy="35022"/>
            </a:xfrm>
            <a:prstGeom prst="rect">
              <a:avLst/>
            </a:prstGeom>
            <a:solidFill>
              <a:srgbClr val="DAE9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Rectangle 759"/>
            <p:cNvSpPr/>
            <p:nvPr/>
          </p:nvSpPr>
          <p:spPr>
            <a:xfrm>
              <a:off x="5026914" y="5406390"/>
              <a:ext cx="35022" cy="35022"/>
            </a:xfrm>
            <a:prstGeom prst="rect">
              <a:avLst/>
            </a:prstGeom>
            <a:solidFill>
              <a:srgbClr val="D0E3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Rectangle 760"/>
            <p:cNvSpPr/>
            <p:nvPr/>
          </p:nvSpPr>
          <p:spPr>
            <a:xfrm>
              <a:off x="5061204" y="5406390"/>
              <a:ext cx="35022" cy="35022"/>
            </a:xfrm>
            <a:prstGeom prst="rect">
              <a:avLst/>
            </a:prstGeom>
            <a:solidFill>
              <a:srgbClr val="CBE0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Rectangle 761"/>
            <p:cNvSpPr/>
            <p:nvPr/>
          </p:nvSpPr>
          <p:spPr>
            <a:xfrm>
              <a:off x="5095494" y="5406390"/>
              <a:ext cx="35022" cy="35022"/>
            </a:xfrm>
            <a:prstGeom prst="rect">
              <a:avLst/>
            </a:prstGeom>
            <a:solidFill>
              <a:srgbClr val="DAE9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5129784" y="5406390"/>
              <a:ext cx="35022" cy="35022"/>
            </a:xfrm>
            <a:prstGeom prst="rect">
              <a:avLst/>
            </a:prstGeom>
            <a:solidFill>
              <a:srgbClr val="E0ED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5164074" y="5406390"/>
              <a:ext cx="35022" cy="35022"/>
            </a:xfrm>
            <a:prstGeom prst="rect">
              <a:avLst/>
            </a:prstGeom>
            <a:solidFill>
              <a:srgbClr val="C2DA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Rectangle 764"/>
            <p:cNvSpPr/>
            <p:nvPr/>
          </p:nvSpPr>
          <p:spPr>
            <a:xfrm>
              <a:off x="4649724" y="5440680"/>
              <a:ext cx="35022" cy="35022"/>
            </a:xfrm>
            <a:prstGeom prst="rect">
              <a:avLst/>
            </a:prstGeom>
            <a:solidFill>
              <a:srgbClr val="D7E6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Rectangle 765"/>
            <p:cNvSpPr/>
            <p:nvPr/>
          </p:nvSpPr>
          <p:spPr>
            <a:xfrm>
              <a:off x="4684014" y="5440680"/>
              <a:ext cx="35022" cy="35022"/>
            </a:xfrm>
            <a:prstGeom prst="rect">
              <a:avLst/>
            </a:prstGeom>
            <a:solidFill>
              <a:srgbClr val="C6DB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Rectangle 766"/>
            <p:cNvSpPr/>
            <p:nvPr/>
          </p:nvSpPr>
          <p:spPr>
            <a:xfrm>
              <a:off x="4718304" y="5440680"/>
              <a:ext cx="35022" cy="35022"/>
            </a:xfrm>
            <a:prstGeom prst="rect">
              <a:avLst/>
            </a:prstGeom>
            <a:solidFill>
              <a:srgbClr val="D2E4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4752594" y="5440680"/>
              <a:ext cx="35022" cy="35022"/>
            </a:xfrm>
            <a:prstGeom prst="rect">
              <a:avLst/>
            </a:prstGeom>
            <a:solidFill>
              <a:srgbClr val="E8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4786884" y="5440680"/>
              <a:ext cx="35022" cy="35022"/>
            </a:xfrm>
            <a:prstGeom prst="rect">
              <a:avLst/>
            </a:prstGeom>
            <a:solidFill>
              <a:srgbClr val="DBEA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Rectangle 769"/>
            <p:cNvSpPr/>
            <p:nvPr/>
          </p:nvSpPr>
          <p:spPr>
            <a:xfrm>
              <a:off x="4821174" y="5440680"/>
              <a:ext cx="35022" cy="35022"/>
            </a:xfrm>
            <a:prstGeom prst="rect">
              <a:avLst/>
            </a:prstGeom>
            <a:solidFill>
              <a:srgbClr val="C3D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Rectangle 770"/>
            <p:cNvSpPr/>
            <p:nvPr/>
          </p:nvSpPr>
          <p:spPr>
            <a:xfrm>
              <a:off x="4855464" y="5440680"/>
              <a:ext cx="35022" cy="35022"/>
            </a:xfrm>
            <a:prstGeom prst="rect">
              <a:avLst/>
            </a:prstGeom>
            <a:solidFill>
              <a:srgbClr val="C4D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2" name="Rectangle 771"/>
            <p:cNvSpPr/>
            <p:nvPr/>
          </p:nvSpPr>
          <p:spPr>
            <a:xfrm>
              <a:off x="4889754" y="5440680"/>
              <a:ext cx="35022" cy="35022"/>
            </a:xfrm>
            <a:prstGeom prst="rect">
              <a:avLst/>
            </a:prstGeom>
            <a:solidFill>
              <a:srgbClr val="C9DC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4924044" y="5440680"/>
              <a:ext cx="35022" cy="35022"/>
            </a:xfrm>
            <a:prstGeom prst="rect">
              <a:avLst/>
            </a:prstGeom>
            <a:solidFill>
              <a:srgbClr val="CDE2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4958334" y="5440680"/>
              <a:ext cx="35022" cy="35022"/>
            </a:xfrm>
            <a:prstGeom prst="rect">
              <a:avLst/>
            </a:prstGeom>
            <a:solidFill>
              <a:srgbClr val="C0D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5" name="Rectangle 774"/>
            <p:cNvSpPr/>
            <p:nvPr/>
          </p:nvSpPr>
          <p:spPr>
            <a:xfrm>
              <a:off x="4992624" y="5440680"/>
              <a:ext cx="35022" cy="35022"/>
            </a:xfrm>
            <a:prstGeom prst="rect">
              <a:avLst/>
            </a:prstGeom>
            <a:solidFill>
              <a:srgbClr val="D8E6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Rectangle 775"/>
            <p:cNvSpPr/>
            <p:nvPr/>
          </p:nvSpPr>
          <p:spPr>
            <a:xfrm>
              <a:off x="5026914" y="5440680"/>
              <a:ext cx="35022" cy="35022"/>
            </a:xfrm>
            <a:prstGeom prst="rect">
              <a:avLst/>
            </a:prstGeom>
            <a:solidFill>
              <a:srgbClr val="E1EC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Rectangle 776"/>
            <p:cNvSpPr/>
            <p:nvPr/>
          </p:nvSpPr>
          <p:spPr>
            <a:xfrm>
              <a:off x="5061204" y="5440680"/>
              <a:ext cx="35022" cy="35022"/>
            </a:xfrm>
            <a:prstGeom prst="rect">
              <a:avLst/>
            </a:prstGeom>
            <a:solidFill>
              <a:srgbClr val="EBF3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5095494" y="5440680"/>
              <a:ext cx="35022" cy="35022"/>
            </a:xfrm>
            <a:prstGeom prst="rect">
              <a:avLst/>
            </a:prstGeom>
            <a:solidFill>
              <a:srgbClr val="C4D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5129784" y="5440680"/>
              <a:ext cx="35022" cy="35022"/>
            </a:xfrm>
            <a:prstGeom prst="rect">
              <a:avLst/>
            </a:prstGeom>
            <a:solidFill>
              <a:srgbClr val="D1E1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Rectangle 779"/>
            <p:cNvSpPr/>
            <p:nvPr/>
          </p:nvSpPr>
          <p:spPr>
            <a:xfrm>
              <a:off x="5164074" y="5440680"/>
              <a:ext cx="35022" cy="35022"/>
            </a:xfrm>
            <a:prstGeom prst="rect">
              <a:avLst/>
            </a:prstGeom>
            <a:solidFill>
              <a:srgbClr val="C1DC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1" name="Rectangle 780"/>
            <p:cNvSpPr/>
            <p:nvPr/>
          </p:nvSpPr>
          <p:spPr>
            <a:xfrm>
              <a:off x="4649724" y="5474970"/>
              <a:ext cx="35022" cy="35022"/>
            </a:xfrm>
            <a:prstGeom prst="rect">
              <a:avLst/>
            </a:prstGeom>
            <a:solidFill>
              <a:srgbClr val="BBD4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2" name="Rectangle 781"/>
            <p:cNvSpPr/>
            <p:nvPr/>
          </p:nvSpPr>
          <p:spPr>
            <a:xfrm>
              <a:off x="4684014" y="5474970"/>
              <a:ext cx="35022" cy="35022"/>
            </a:xfrm>
            <a:prstGeom prst="rect">
              <a:avLst/>
            </a:prstGeom>
            <a:solidFill>
              <a:srgbClr val="CAD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4718304" y="5474970"/>
              <a:ext cx="35022" cy="35022"/>
            </a:xfrm>
            <a:prstGeom prst="rect">
              <a:avLst/>
            </a:prstGeom>
            <a:solidFill>
              <a:srgbClr val="DEE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4752594" y="5474970"/>
              <a:ext cx="35022" cy="35022"/>
            </a:xfrm>
            <a:prstGeom prst="rect">
              <a:avLst/>
            </a:prstGeom>
            <a:solidFill>
              <a:srgbClr val="C6DB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5" name="Rectangle 784"/>
            <p:cNvSpPr/>
            <p:nvPr/>
          </p:nvSpPr>
          <p:spPr>
            <a:xfrm>
              <a:off x="4786884" y="5474970"/>
              <a:ext cx="35022" cy="35022"/>
            </a:xfrm>
            <a:prstGeom prst="rect">
              <a:avLst/>
            </a:prstGeom>
            <a:solidFill>
              <a:srgbClr val="BED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6" name="Rectangle 785"/>
            <p:cNvSpPr/>
            <p:nvPr/>
          </p:nvSpPr>
          <p:spPr>
            <a:xfrm>
              <a:off x="4821174" y="5474970"/>
              <a:ext cx="35022" cy="35022"/>
            </a:xfrm>
            <a:prstGeom prst="rect">
              <a:avLst/>
            </a:prstGeom>
            <a:solidFill>
              <a:srgbClr val="B1D0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7" name="Rectangle 786"/>
            <p:cNvSpPr/>
            <p:nvPr/>
          </p:nvSpPr>
          <p:spPr>
            <a:xfrm>
              <a:off x="4855464" y="5474970"/>
              <a:ext cx="35022" cy="35022"/>
            </a:xfrm>
            <a:prstGeom prst="rect">
              <a:avLst/>
            </a:prstGeom>
            <a:solidFill>
              <a:srgbClr val="E3EE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4889754" y="5474970"/>
              <a:ext cx="35022" cy="35022"/>
            </a:xfrm>
            <a:prstGeom prst="rect">
              <a:avLst/>
            </a:prstGeom>
            <a:solidFill>
              <a:srgbClr val="DBE8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4924044" y="5474970"/>
              <a:ext cx="35022" cy="35022"/>
            </a:xfrm>
            <a:prstGeom prst="rect">
              <a:avLst/>
            </a:prstGeom>
            <a:solidFill>
              <a:srgbClr val="C6DE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0" name="Rectangle 789"/>
            <p:cNvSpPr/>
            <p:nvPr/>
          </p:nvSpPr>
          <p:spPr>
            <a:xfrm>
              <a:off x="4958334" y="5474970"/>
              <a:ext cx="35022" cy="35022"/>
            </a:xfrm>
            <a:prstGeom prst="rect">
              <a:avLst/>
            </a:prstGeom>
            <a:solidFill>
              <a:srgbClr val="F0F6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1" name="Rectangle 790"/>
            <p:cNvSpPr/>
            <p:nvPr/>
          </p:nvSpPr>
          <p:spPr>
            <a:xfrm>
              <a:off x="4992624" y="5474970"/>
              <a:ext cx="35022" cy="35022"/>
            </a:xfrm>
            <a:prstGeom prst="rect">
              <a:avLst/>
            </a:prstGeom>
            <a:solidFill>
              <a:srgbClr val="F9FB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2" name="Rectangle 791"/>
            <p:cNvSpPr/>
            <p:nvPr/>
          </p:nvSpPr>
          <p:spPr>
            <a:xfrm>
              <a:off x="5026914" y="5474970"/>
              <a:ext cx="35022" cy="35022"/>
            </a:xfrm>
            <a:prstGeom prst="rect">
              <a:avLst/>
            </a:prstGeom>
            <a:solidFill>
              <a:srgbClr val="E1E9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5061204" y="5474970"/>
              <a:ext cx="35022" cy="35022"/>
            </a:xfrm>
            <a:prstGeom prst="rect">
              <a:avLst/>
            </a:prstGeom>
            <a:solidFill>
              <a:srgbClr val="C9DC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5095494" y="5474970"/>
              <a:ext cx="35022" cy="35022"/>
            </a:xfrm>
            <a:prstGeom prst="rect">
              <a:avLst/>
            </a:prstGeom>
            <a:solidFill>
              <a:srgbClr val="ADCD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Rectangle 794"/>
            <p:cNvSpPr/>
            <p:nvPr/>
          </p:nvSpPr>
          <p:spPr>
            <a:xfrm>
              <a:off x="5129784" y="5474970"/>
              <a:ext cx="35022" cy="35022"/>
            </a:xfrm>
            <a:prstGeom prst="rect">
              <a:avLst/>
            </a:prstGeom>
            <a:solidFill>
              <a:srgbClr val="C8DC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Rectangle 795"/>
            <p:cNvSpPr/>
            <p:nvPr/>
          </p:nvSpPr>
          <p:spPr>
            <a:xfrm>
              <a:off x="5164074" y="5474970"/>
              <a:ext cx="35022" cy="35022"/>
            </a:xfrm>
            <a:prstGeom prst="rect">
              <a:avLst/>
            </a:prstGeom>
            <a:solidFill>
              <a:srgbClr val="CAE0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Rectangle 796"/>
            <p:cNvSpPr/>
            <p:nvPr/>
          </p:nvSpPr>
          <p:spPr>
            <a:xfrm>
              <a:off x="4649724" y="5509260"/>
              <a:ext cx="35022" cy="35022"/>
            </a:xfrm>
            <a:prstGeom prst="rect">
              <a:avLst/>
            </a:prstGeom>
            <a:solidFill>
              <a:srgbClr val="D0E3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4684014" y="5509260"/>
              <a:ext cx="35022" cy="35022"/>
            </a:xfrm>
            <a:prstGeom prst="rect">
              <a:avLst/>
            </a:prstGeom>
            <a:solidFill>
              <a:srgbClr val="EFF7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4718304" y="5509260"/>
              <a:ext cx="35022" cy="35022"/>
            </a:xfrm>
            <a:prstGeom prst="rect">
              <a:avLst/>
            </a:prstGeom>
            <a:solidFill>
              <a:srgbClr val="DBEA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Rectangle 799"/>
            <p:cNvSpPr/>
            <p:nvPr/>
          </p:nvSpPr>
          <p:spPr>
            <a:xfrm>
              <a:off x="4752594" y="5509260"/>
              <a:ext cx="35022" cy="35022"/>
            </a:xfrm>
            <a:prstGeom prst="rect">
              <a:avLst/>
            </a:prstGeom>
            <a:solidFill>
              <a:srgbClr val="CFE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Rectangle 800"/>
            <p:cNvSpPr/>
            <p:nvPr/>
          </p:nvSpPr>
          <p:spPr>
            <a:xfrm>
              <a:off x="4786884" y="5509260"/>
              <a:ext cx="35022" cy="35022"/>
            </a:xfrm>
            <a:prstGeom prst="rect">
              <a:avLst/>
            </a:prstGeom>
            <a:solidFill>
              <a:srgbClr val="D7E7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Rectangle 801"/>
            <p:cNvSpPr/>
            <p:nvPr/>
          </p:nvSpPr>
          <p:spPr>
            <a:xfrm>
              <a:off x="4821174" y="5509260"/>
              <a:ext cx="35022" cy="35022"/>
            </a:xfrm>
            <a:prstGeom prst="rect">
              <a:avLst/>
            </a:prstGeom>
            <a:solidFill>
              <a:srgbClr val="D7E7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4855464" y="5509260"/>
              <a:ext cx="35022" cy="35022"/>
            </a:xfrm>
            <a:prstGeom prst="rect">
              <a:avLst/>
            </a:prstGeom>
            <a:solidFill>
              <a:srgbClr val="CEDE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4889754" y="5509260"/>
              <a:ext cx="35022" cy="35022"/>
            </a:xfrm>
            <a:prstGeom prst="rect">
              <a:avLst/>
            </a:prstGeom>
            <a:solidFill>
              <a:srgbClr val="B5D4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Rectangle 804"/>
            <p:cNvSpPr/>
            <p:nvPr/>
          </p:nvSpPr>
          <p:spPr>
            <a:xfrm>
              <a:off x="4924044" y="5509260"/>
              <a:ext cx="35022" cy="35022"/>
            </a:xfrm>
            <a:prstGeom prst="rect">
              <a:avLst/>
            </a:prstGeom>
            <a:solidFill>
              <a:srgbClr val="DEED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Rectangle 805"/>
            <p:cNvSpPr/>
            <p:nvPr/>
          </p:nvSpPr>
          <p:spPr>
            <a:xfrm>
              <a:off x="4958334" y="5509260"/>
              <a:ext cx="35022" cy="35022"/>
            </a:xfrm>
            <a:prstGeom prst="rect">
              <a:avLst/>
            </a:prstGeom>
            <a:solidFill>
              <a:srgbClr val="D7E6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Rectangle 806"/>
            <p:cNvSpPr/>
            <p:nvPr/>
          </p:nvSpPr>
          <p:spPr>
            <a:xfrm>
              <a:off x="4992624" y="5509260"/>
              <a:ext cx="35022" cy="35022"/>
            </a:xfrm>
            <a:prstGeom prst="rect">
              <a:avLst/>
            </a:prstGeom>
            <a:solidFill>
              <a:srgbClr val="D6E5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5026914" y="5509260"/>
              <a:ext cx="35022" cy="35022"/>
            </a:xfrm>
            <a:prstGeom prst="rect">
              <a:avLst/>
            </a:prstGeom>
            <a:solidFill>
              <a:srgbClr val="E5EDE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5061204" y="5509260"/>
              <a:ext cx="35022" cy="35022"/>
            </a:xfrm>
            <a:prstGeom prst="rect">
              <a:avLst/>
            </a:prstGeom>
            <a:solidFill>
              <a:srgbClr val="CDE0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Rectangle 809"/>
            <p:cNvSpPr/>
            <p:nvPr/>
          </p:nvSpPr>
          <p:spPr>
            <a:xfrm>
              <a:off x="5095494" y="5509260"/>
              <a:ext cx="35022" cy="35022"/>
            </a:xfrm>
            <a:prstGeom prst="rect">
              <a:avLst/>
            </a:prstGeom>
            <a:solidFill>
              <a:srgbClr val="ADCD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Rectangle 810"/>
            <p:cNvSpPr/>
            <p:nvPr/>
          </p:nvSpPr>
          <p:spPr>
            <a:xfrm>
              <a:off x="5129784" y="5509260"/>
              <a:ext cx="35022" cy="35022"/>
            </a:xfrm>
            <a:prstGeom prst="rect">
              <a:avLst/>
            </a:prstGeom>
            <a:solidFill>
              <a:srgbClr val="C4DE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Rectangle 811"/>
            <p:cNvSpPr/>
            <p:nvPr/>
          </p:nvSpPr>
          <p:spPr>
            <a:xfrm>
              <a:off x="5164074" y="5509260"/>
              <a:ext cx="35022" cy="35022"/>
            </a:xfrm>
            <a:prstGeom prst="rect">
              <a:avLst/>
            </a:prstGeom>
            <a:solidFill>
              <a:srgbClr val="BBDA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4649724" y="5543550"/>
              <a:ext cx="35022" cy="35022"/>
            </a:xfrm>
            <a:prstGeom prst="rect">
              <a:avLst/>
            </a:prstGeom>
            <a:solidFill>
              <a:srgbClr val="D5E1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4684014" y="5543550"/>
              <a:ext cx="35022" cy="35022"/>
            </a:xfrm>
            <a:prstGeom prst="rect">
              <a:avLst/>
            </a:prstGeom>
            <a:solidFill>
              <a:srgbClr val="D8E9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5" name="Rectangle 814"/>
            <p:cNvSpPr/>
            <p:nvPr/>
          </p:nvSpPr>
          <p:spPr>
            <a:xfrm>
              <a:off x="4718304" y="5543550"/>
              <a:ext cx="35022" cy="35022"/>
            </a:xfrm>
            <a:prstGeom prst="rect">
              <a:avLst/>
            </a:prstGeom>
            <a:solidFill>
              <a:srgbClr val="DDEB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6" name="Rectangle 815"/>
            <p:cNvSpPr/>
            <p:nvPr/>
          </p:nvSpPr>
          <p:spPr>
            <a:xfrm>
              <a:off x="4752594" y="5543550"/>
              <a:ext cx="35022" cy="35022"/>
            </a:xfrm>
            <a:prstGeom prst="rect">
              <a:avLst/>
            </a:prstGeom>
            <a:solidFill>
              <a:srgbClr val="DDEC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Rectangle 816"/>
            <p:cNvSpPr/>
            <p:nvPr/>
          </p:nvSpPr>
          <p:spPr>
            <a:xfrm>
              <a:off x="4786884" y="5543550"/>
              <a:ext cx="35022" cy="35022"/>
            </a:xfrm>
            <a:prstGeom prst="rect">
              <a:avLst/>
            </a:prstGeom>
            <a:solidFill>
              <a:srgbClr val="ADCF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4821174" y="5543550"/>
              <a:ext cx="35022" cy="35022"/>
            </a:xfrm>
            <a:prstGeom prst="rect">
              <a:avLst/>
            </a:prstGeom>
            <a:solidFill>
              <a:srgbClr val="BBD7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4855464" y="5543550"/>
              <a:ext cx="35022" cy="35022"/>
            </a:xfrm>
            <a:prstGeom prst="rect">
              <a:avLst/>
            </a:prstGeom>
            <a:solidFill>
              <a:srgbClr val="E6F1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Rectangle 819"/>
            <p:cNvSpPr/>
            <p:nvPr/>
          </p:nvSpPr>
          <p:spPr>
            <a:xfrm>
              <a:off x="4889754" y="5543550"/>
              <a:ext cx="35022" cy="35022"/>
            </a:xfrm>
            <a:prstGeom prst="rect">
              <a:avLst/>
            </a:prstGeom>
            <a:solidFill>
              <a:srgbClr val="CAD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Rectangle 820"/>
            <p:cNvSpPr/>
            <p:nvPr/>
          </p:nvSpPr>
          <p:spPr>
            <a:xfrm>
              <a:off x="4924044" y="5543550"/>
              <a:ext cx="35022" cy="35022"/>
            </a:xfrm>
            <a:prstGeom prst="rect">
              <a:avLst/>
            </a:prstGeom>
            <a:solidFill>
              <a:srgbClr val="CCE1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Rectangle 821"/>
            <p:cNvSpPr/>
            <p:nvPr/>
          </p:nvSpPr>
          <p:spPr>
            <a:xfrm>
              <a:off x="4958334" y="5543550"/>
              <a:ext cx="35022" cy="35022"/>
            </a:xfrm>
            <a:prstGeom prst="rect">
              <a:avLst/>
            </a:prstGeom>
            <a:solidFill>
              <a:srgbClr val="D4E0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4992624" y="5543550"/>
              <a:ext cx="35022" cy="35022"/>
            </a:xfrm>
            <a:prstGeom prst="rect">
              <a:avLst/>
            </a:prstGeom>
            <a:solidFill>
              <a:srgbClr val="DAE6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5026914" y="5543550"/>
              <a:ext cx="35022" cy="35022"/>
            </a:xfrm>
            <a:prstGeom prst="rect">
              <a:avLst/>
            </a:prstGeom>
            <a:solidFill>
              <a:srgbClr val="D8E7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Rectangle 824"/>
            <p:cNvSpPr/>
            <p:nvPr/>
          </p:nvSpPr>
          <p:spPr>
            <a:xfrm>
              <a:off x="5061204" y="5543550"/>
              <a:ext cx="35022" cy="35022"/>
            </a:xfrm>
            <a:prstGeom prst="rect">
              <a:avLst/>
            </a:prstGeom>
            <a:solidFill>
              <a:srgbClr val="D5E8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Rectangle 825"/>
            <p:cNvSpPr/>
            <p:nvPr/>
          </p:nvSpPr>
          <p:spPr>
            <a:xfrm>
              <a:off x="5095494" y="5543550"/>
              <a:ext cx="35022" cy="35022"/>
            </a:xfrm>
            <a:prstGeom prst="rect">
              <a:avLst/>
            </a:prstGeom>
            <a:solidFill>
              <a:srgbClr val="D7E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Rectangle 826"/>
            <p:cNvSpPr/>
            <p:nvPr/>
          </p:nvSpPr>
          <p:spPr>
            <a:xfrm>
              <a:off x="5129784" y="5543550"/>
              <a:ext cx="35022" cy="35022"/>
            </a:xfrm>
            <a:prstGeom prst="rect">
              <a:avLst/>
            </a:prstGeom>
            <a:solidFill>
              <a:srgbClr val="B1D2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5164074" y="5543550"/>
              <a:ext cx="35022" cy="35022"/>
            </a:xfrm>
            <a:prstGeom prst="rect">
              <a:avLst/>
            </a:prstGeom>
            <a:solidFill>
              <a:srgbClr val="C1DB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4649724" y="5577840"/>
              <a:ext cx="35022" cy="35022"/>
            </a:xfrm>
            <a:prstGeom prst="rect">
              <a:avLst/>
            </a:prstGeom>
            <a:solidFill>
              <a:srgbClr val="E5EE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Rectangle 829"/>
            <p:cNvSpPr/>
            <p:nvPr/>
          </p:nvSpPr>
          <p:spPr>
            <a:xfrm>
              <a:off x="4684014" y="5577840"/>
              <a:ext cx="35022" cy="35022"/>
            </a:xfrm>
            <a:prstGeom prst="rect">
              <a:avLst/>
            </a:prstGeom>
            <a:solidFill>
              <a:srgbClr val="C2D8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Rectangle 830"/>
            <p:cNvSpPr/>
            <p:nvPr/>
          </p:nvSpPr>
          <p:spPr>
            <a:xfrm>
              <a:off x="4718304" y="5577840"/>
              <a:ext cx="35022" cy="35022"/>
            </a:xfrm>
            <a:prstGeom prst="rect">
              <a:avLst/>
            </a:prstGeom>
            <a:solidFill>
              <a:srgbClr val="DFEA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Rectangle 831"/>
            <p:cNvSpPr/>
            <p:nvPr/>
          </p:nvSpPr>
          <p:spPr>
            <a:xfrm>
              <a:off x="4752594" y="5577840"/>
              <a:ext cx="35022" cy="35022"/>
            </a:xfrm>
            <a:prstGeom prst="rect">
              <a:avLst/>
            </a:prstGeom>
            <a:solidFill>
              <a:srgbClr val="D3E3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4786884" y="5577840"/>
              <a:ext cx="35022" cy="35022"/>
            </a:xfrm>
            <a:prstGeom prst="rect">
              <a:avLst/>
            </a:prstGeom>
            <a:solidFill>
              <a:srgbClr val="BFD7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4821174" y="5577840"/>
              <a:ext cx="35022" cy="35022"/>
            </a:xfrm>
            <a:prstGeom prst="rect">
              <a:avLst/>
            </a:prstGeom>
            <a:solidFill>
              <a:srgbClr val="C2DA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ctangle 834"/>
            <p:cNvSpPr/>
            <p:nvPr/>
          </p:nvSpPr>
          <p:spPr>
            <a:xfrm>
              <a:off x="4855464" y="5577840"/>
              <a:ext cx="35022" cy="35022"/>
            </a:xfrm>
            <a:prstGeom prst="rect">
              <a:avLst/>
            </a:prstGeom>
            <a:solidFill>
              <a:srgbClr val="D0E2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ctangle 835"/>
            <p:cNvSpPr/>
            <p:nvPr/>
          </p:nvSpPr>
          <p:spPr>
            <a:xfrm>
              <a:off x="4889754" y="5577840"/>
              <a:ext cx="35022" cy="35022"/>
            </a:xfrm>
            <a:prstGeom prst="rect">
              <a:avLst/>
            </a:prstGeom>
            <a:solidFill>
              <a:srgbClr val="EBF3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ctangle 836"/>
            <p:cNvSpPr/>
            <p:nvPr/>
          </p:nvSpPr>
          <p:spPr>
            <a:xfrm>
              <a:off x="4924044" y="5577840"/>
              <a:ext cx="35022" cy="35022"/>
            </a:xfrm>
            <a:prstGeom prst="rect">
              <a:avLst/>
            </a:prstGeom>
            <a:solidFill>
              <a:srgbClr val="B9D5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4958334" y="5577840"/>
              <a:ext cx="35022" cy="35022"/>
            </a:xfrm>
            <a:prstGeom prst="rect">
              <a:avLst/>
            </a:prstGeom>
            <a:solidFill>
              <a:srgbClr val="F8FA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4992624" y="5577840"/>
              <a:ext cx="35022" cy="35022"/>
            </a:xfrm>
            <a:prstGeom prst="rect">
              <a:avLst/>
            </a:prstGeom>
            <a:solidFill>
              <a:srgbClr val="E6F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Rectangle 839"/>
            <p:cNvSpPr/>
            <p:nvPr/>
          </p:nvSpPr>
          <p:spPr>
            <a:xfrm>
              <a:off x="5026914" y="5577840"/>
              <a:ext cx="35022" cy="35022"/>
            </a:xfrm>
            <a:prstGeom prst="rect">
              <a:avLst/>
            </a:prstGeom>
            <a:solidFill>
              <a:srgbClr val="ABD0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Rectangle 840"/>
            <p:cNvSpPr/>
            <p:nvPr/>
          </p:nvSpPr>
          <p:spPr>
            <a:xfrm>
              <a:off x="5061204" y="5577840"/>
              <a:ext cx="35022" cy="35022"/>
            </a:xfrm>
            <a:prstGeom prst="rect">
              <a:avLst/>
            </a:prstGeom>
            <a:solidFill>
              <a:srgbClr val="9DC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Rectangle 841"/>
            <p:cNvSpPr/>
            <p:nvPr/>
          </p:nvSpPr>
          <p:spPr>
            <a:xfrm>
              <a:off x="5095494" y="5577840"/>
              <a:ext cx="35022" cy="35022"/>
            </a:xfrm>
            <a:prstGeom prst="rect">
              <a:avLst/>
            </a:prstGeom>
            <a:solidFill>
              <a:srgbClr val="CBDB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5129784" y="5577840"/>
              <a:ext cx="35022" cy="35022"/>
            </a:xfrm>
            <a:prstGeom prst="rect">
              <a:avLst/>
            </a:prstGeom>
            <a:solidFill>
              <a:srgbClr val="DDEA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5164074" y="5577840"/>
              <a:ext cx="35022" cy="35022"/>
            </a:xfrm>
            <a:prstGeom prst="rect">
              <a:avLst/>
            </a:prstGeom>
            <a:solidFill>
              <a:srgbClr val="D2E7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Rectangle 844"/>
            <p:cNvSpPr/>
            <p:nvPr/>
          </p:nvSpPr>
          <p:spPr>
            <a:xfrm>
              <a:off x="4649724" y="5612130"/>
              <a:ext cx="35022" cy="35022"/>
            </a:xfrm>
            <a:prstGeom prst="rect">
              <a:avLst/>
            </a:prstGeom>
            <a:solidFill>
              <a:srgbClr val="BBDA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Rectangle 845"/>
            <p:cNvSpPr/>
            <p:nvPr/>
          </p:nvSpPr>
          <p:spPr>
            <a:xfrm>
              <a:off x="4684014" y="5612130"/>
              <a:ext cx="35022" cy="35022"/>
            </a:xfrm>
            <a:prstGeom prst="rect">
              <a:avLst/>
            </a:prstGeom>
            <a:solidFill>
              <a:srgbClr val="BBDA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Rectangle 846"/>
            <p:cNvSpPr/>
            <p:nvPr/>
          </p:nvSpPr>
          <p:spPr>
            <a:xfrm>
              <a:off x="4718304" y="5612130"/>
              <a:ext cx="35022" cy="35022"/>
            </a:xfrm>
            <a:prstGeom prst="rect">
              <a:avLst/>
            </a:prstGeom>
            <a:solidFill>
              <a:srgbClr val="A7CC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4752594" y="5612130"/>
              <a:ext cx="35022" cy="35022"/>
            </a:xfrm>
            <a:prstGeom prst="rect">
              <a:avLst/>
            </a:prstGeom>
            <a:solidFill>
              <a:srgbClr val="B0D2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4786884" y="5612130"/>
              <a:ext cx="35022" cy="35022"/>
            </a:xfrm>
            <a:prstGeom prst="rect">
              <a:avLst/>
            </a:prstGeom>
            <a:solidFill>
              <a:srgbClr val="B3D4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Rectangle 849"/>
            <p:cNvSpPr/>
            <p:nvPr/>
          </p:nvSpPr>
          <p:spPr>
            <a:xfrm>
              <a:off x="4821174" y="5612130"/>
              <a:ext cx="35022" cy="35022"/>
            </a:xfrm>
            <a:prstGeom prst="rect">
              <a:avLst/>
            </a:prstGeom>
            <a:solidFill>
              <a:srgbClr val="C3DD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Rectangle 850"/>
            <p:cNvSpPr/>
            <p:nvPr/>
          </p:nvSpPr>
          <p:spPr>
            <a:xfrm>
              <a:off x="4855464" y="5612130"/>
              <a:ext cx="35022" cy="35022"/>
            </a:xfrm>
            <a:prstGeom prst="rect">
              <a:avLst/>
            </a:prstGeom>
            <a:solidFill>
              <a:srgbClr val="C2D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Rectangle 851"/>
            <p:cNvSpPr/>
            <p:nvPr/>
          </p:nvSpPr>
          <p:spPr>
            <a:xfrm>
              <a:off x="4889754" y="5612130"/>
              <a:ext cx="35022" cy="35022"/>
            </a:xfrm>
            <a:prstGeom prst="rect">
              <a:avLst/>
            </a:prstGeom>
            <a:solidFill>
              <a:srgbClr val="B6D6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4924044" y="5612130"/>
              <a:ext cx="35022" cy="35022"/>
            </a:xfrm>
            <a:prstGeom prst="rect">
              <a:avLst/>
            </a:prstGeom>
            <a:solidFill>
              <a:srgbClr val="B7D7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4958334" y="5612130"/>
              <a:ext cx="35022" cy="35022"/>
            </a:xfrm>
            <a:prstGeom prst="rect">
              <a:avLst/>
            </a:prstGeom>
            <a:solidFill>
              <a:srgbClr val="C3DB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Rectangle 854"/>
            <p:cNvSpPr/>
            <p:nvPr/>
          </p:nvSpPr>
          <p:spPr>
            <a:xfrm>
              <a:off x="4992624" y="5612130"/>
              <a:ext cx="35022" cy="35022"/>
            </a:xfrm>
            <a:prstGeom prst="rect">
              <a:avLst/>
            </a:prstGeom>
            <a:solidFill>
              <a:srgbClr val="C1DB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Rectangle 855"/>
            <p:cNvSpPr/>
            <p:nvPr/>
          </p:nvSpPr>
          <p:spPr>
            <a:xfrm>
              <a:off x="5026914" y="5612130"/>
              <a:ext cx="35022" cy="35022"/>
            </a:xfrm>
            <a:prstGeom prst="rect">
              <a:avLst/>
            </a:prstGeom>
            <a:solidFill>
              <a:srgbClr val="C3DD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Rectangle 856"/>
            <p:cNvSpPr/>
            <p:nvPr/>
          </p:nvSpPr>
          <p:spPr>
            <a:xfrm>
              <a:off x="5061204" y="5612130"/>
              <a:ext cx="35022" cy="35022"/>
            </a:xfrm>
            <a:prstGeom prst="rect">
              <a:avLst/>
            </a:prstGeom>
            <a:solidFill>
              <a:srgbClr val="C4DE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5095494" y="5612130"/>
              <a:ext cx="35022" cy="35022"/>
            </a:xfrm>
            <a:prstGeom prst="rect">
              <a:avLst/>
            </a:prstGeom>
            <a:solidFill>
              <a:srgbClr val="BBD7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5129784" y="5612130"/>
              <a:ext cx="35022" cy="35022"/>
            </a:xfrm>
            <a:prstGeom prst="rect">
              <a:avLst/>
            </a:prstGeom>
            <a:solidFill>
              <a:srgbClr val="A9D1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Rectangle 859"/>
            <p:cNvSpPr/>
            <p:nvPr/>
          </p:nvSpPr>
          <p:spPr>
            <a:xfrm>
              <a:off x="5164074" y="5612130"/>
              <a:ext cx="35022" cy="35022"/>
            </a:xfrm>
            <a:prstGeom prst="rect">
              <a:avLst/>
            </a:prstGeom>
            <a:solidFill>
              <a:srgbClr val="9EC6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1" name="Freeform 860"/>
            <p:cNvSpPr/>
            <p:nvPr/>
          </p:nvSpPr>
          <p:spPr>
            <a:xfrm>
              <a:off x="4663440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4E8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2" name="Freeform 861"/>
            <p:cNvSpPr/>
            <p:nvPr/>
          </p:nvSpPr>
          <p:spPr>
            <a:xfrm>
              <a:off x="5221224" y="505663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6C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3" name="Freeform 862"/>
            <p:cNvSpPr/>
            <p:nvPr/>
          </p:nvSpPr>
          <p:spPr>
            <a:xfrm>
              <a:off x="4690872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2E6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Freeform 863"/>
            <p:cNvSpPr/>
            <p:nvPr/>
          </p:nvSpPr>
          <p:spPr>
            <a:xfrm>
              <a:off x="5221224" y="509320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DC4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5" name="Freeform 864"/>
            <p:cNvSpPr/>
            <p:nvPr/>
          </p:nvSpPr>
          <p:spPr>
            <a:xfrm>
              <a:off x="4727448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1EC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6" name="Freeform 865"/>
            <p:cNvSpPr/>
            <p:nvPr/>
          </p:nvSpPr>
          <p:spPr>
            <a:xfrm>
              <a:off x="5221224" y="5120640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ABF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7" name="Freeform 866"/>
            <p:cNvSpPr/>
            <p:nvPr/>
          </p:nvSpPr>
          <p:spPr>
            <a:xfrm>
              <a:off x="4764024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1D9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8" name="Freeform 867"/>
            <p:cNvSpPr/>
            <p:nvPr/>
          </p:nvSpPr>
          <p:spPr>
            <a:xfrm>
              <a:off x="5221224" y="515721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DBF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9" name="Freeform 868"/>
            <p:cNvSpPr/>
            <p:nvPr/>
          </p:nvSpPr>
          <p:spPr>
            <a:xfrm>
              <a:off x="4791456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EE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0" name="Freeform 869"/>
            <p:cNvSpPr/>
            <p:nvPr/>
          </p:nvSpPr>
          <p:spPr>
            <a:xfrm>
              <a:off x="5221224" y="519379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FC2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1" name="Freeform 870"/>
            <p:cNvSpPr/>
            <p:nvPr/>
          </p:nvSpPr>
          <p:spPr>
            <a:xfrm>
              <a:off x="4828032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8EA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2" name="Freeform 871"/>
            <p:cNvSpPr/>
            <p:nvPr/>
          </p:nvSpPr>
          <p:spPr>
            <a:xfrm>
              <a:off x="5221224" y="523036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5A57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3" name="Freeform 872"/>
            <p:cNvSpPr/>
            <p:nvPr/>
          </p:nvSpPr>
          <p:spPr>
            <a:xfrm>
              <a:off x="4864608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2D8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4" name="Freeform 873"/>
            <p:cNvSpPr/>
            <p:nvPr/>
          </p:nvSpPr>
          <p:spPr>
            <a:xfrm>
              <a:off x="5221224" y="5257800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5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5" name="Freeform 874"/>
            <p:cNvSpPr/>
            <p:nvPr/>
          </p:nvSpPr>
          <p:spPr>
            <a:xfrm>
              <a:off x="4901184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E4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6" name="Freeform 875"/>
            <p:cNvSpPr/>
            <p:nvPr/>
          </p:nvSpPr>
          <p:spPr>
            <a:xfrm>
              <a:off x="5221224" y="529437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0CB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7" name="Freeform 876"/>
            <p:cNvSpPr/>
            <p:nvPr/>
          </p:nvSpPr>
          <p:spPr>
            <a:xfrm>
              <a:off x="4937760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6DE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8" name="Freeform 877"/>
            <p:cNvSpPr/>
            <p:nvPr/>
          </p:nvSpPr>
          <p:spPr>
            <a:xfrm>
              <a:off x="5221224" y="533095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A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9" name="Freeform 878"/>
            <p:cNvSpPr/>
            <p:nvPr/>
          </p:nvSpPr>
          <p:spPr>
            <a:xfrm>
              <a:off x="4965192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BEA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0" name="Freeform 879"/>
            <p:cNvSpPr/>
            <p:nvPr/>
          </p:nvSpPr>
          <p:spPr>
            <a:xfrm>
              <a:off x="5221224" y="536752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2CD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1" name="Freeform 880"/>
            <p:cNvSpPr/>
            <p:nvPr/>
          </p:nvSpPr>
          <p:spPr>
            <a:xfrm>
              <a:off x="5001768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5DD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2" name="Freeform 881"/>
            <p:cNvSpPr/>
            <p:nvPr/>
          </p:nvSpPr>
          <p:spPr>
            <a:xfrm>
              <a:off x="5221224" y="5394960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DD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Freeform 882"/>
            <p:cNvSpPr/>
            <p:nvPr/>
          </p:nvSpPr>
          <p:spPr>
            <a:xfrm>
              <a:off x="5038344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ED8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Freeform 883"/>
            <p:cNvSpPr/>
            <p:nvPr/>
          </p:nvSpPr>
          <p:spPr>
            <a:xfrm>
              <a:off x="5221224" y="543153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1C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Freeform 884"/>
            <p:cNvSpPr/>
            <p:nvPr/>
          </p:nvSpPr>
          <p:spPr>
            <a:xfrm>
              <a:off x="5065776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6EF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6" name="Freeform 885"/>
            <p:cNvSpPr/>
            <p:nvPr/>
          </p:nvSpPr>
          <p:spPr>
            <a:xfrm>
              <a:off x="5221224" y="5468112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FD5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Freeform 886"/>
            <p:cNvSpPr/>
            <p:nvPr/>
          </p:nvSpPr>
          <p:spPr>
            <a:xfrm>
              <a:off x="5102352" y="5038344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CF2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8" name="Freeform 887"/>
            <p:cNvSpPr/>
            <p:nvPr/>
          </p:nvSpPr>
          <p:spPr>
            <a:xfrm>
              <a:off x="5221224" y="55046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CD2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9" name="Freeform 888"/>
            <p:cNvSpPr/>
            <p:nvPr/>
          </p:nvSpPr>
          <p:spPr>
            <a:xfrm>
              <a:off x="5138928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BDF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0" name="Freeform 889"/>
            <p:cNvSpPr/>
            <p:nvPr/>
          </p:nvSpPr>
          <p:spPr>
            <a:xfrm>
              <a:off x="5221224" y="5532120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3C9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1" name="Freeform 890"/>
            <p:cNvSpPr/>
            <p:nvPr/>
          </p:nvSpPr>
          <p:spPr>
            <a:xfrm>
              <a:off x="5175504" y="5038344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FE0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2" name="Freeform 891"/>
            <p:cNvSpPr/>
            <p:nvPr/>
          </p:nvSpPr>
          <p:spPr>
            <a:xfrm>
              <a:off x="5221224" y="556869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54A2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3" name="Freeform 892"/>
            <p:cNvSpPr/>
            <p:nvPr/>
          </p:nvSpPr>
          <p:spPr>
            <a:xfrm>
              <a:off x="4690872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0ED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4" name="Freeform 893"/>
            <p:cNvSpPr/>
            <p:nvPr/>
          </p:nvSpPr>
          <p:spPr>
            <a:xfrm>
              <a:off x="5257800" y="5020056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2CF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5" name="Freeform 894"/>
            <p:cNvSpPr/>
            <p:nvPr/>
          </p:nvSpPr>
          <p:spPr>
            <a:xfrm>
              <a:off x="4727448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F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6" name="Freeform 895"/>
            <p:cNvSpPr/>
            <p:nvPr/>
          </p:nvSpPr>
          <p:spPr>
            <a:xfrm>
              <a:off x="5257800" y="5056632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3CC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7" name="Freeform 896"/>
            <p:cNvSpPr/>
            <p:nvPr/>
          </p:nvSpPr>
          <p:spPr>
            <a:xfrm>
              <a:off x="4764024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8DD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8" name="Freeform 897"/>
            <p:cNvSpPr/>
            <p:nvPr/>
          </p:nvSpPr>
          <p:spPr>
            <a:xfrm>
              <a:off x="5257800" y="509320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1C3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9" name="Freeform 898"/>
            <p:cNvSpPr/>
            <p:nvPr/>
          </p:nvSpPr>
          <p:spPr>
            <a:xfrm>
              <a:off x="4791456" y="5010912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1E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0" name="Freeform 899"/>
            <p:cNvSpPr/>
            <p:nvPr/>
          </p:nvSpPr>
          <p:spPr>
            <a:xfrm>
              <a:off x="5257800" y="512978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7B2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1" name="Freeform 900"/>
            <p:cNvSpPr/>
            <p:nvPr/>
          </p:nvSpPr>
          <p:spPr>
            <a:xfrm>
              <a:off x="4828032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DF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2" name="Freeform 901"/>
            <p:cNvSpPr/>
            <p:nvPr/>
          </p:nvSpPr>
          <p:spPr>
            <a:xfrm>
              <a:off x="5257800" y="5157216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3B8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3" name="Freeform 902"/>
            <p:cNvSpPr/>
            <p:nvPr/>
          </p:nvSpPr>
          <p:spPr>
            <a:xfrm>
              <a:off x="4864608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2E4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4" name="Freeform 903"/>
            <p:cNvSpPr/>
            <p:nvPr/>
          </p:nvSpPr>
          <p:spPr>
            <a:xfrm>
              <a:off x="5257800" y="5193792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EB4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5" name="Freeform 904"/>
            <p:cNvSpPr/>
            <p:nvPr/>
          </p:nvSpPr>
          <p:spPr>
            <a:xfrm>
              <a:off x="4901184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3EE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6" name="Freeform 905"/>
            <p:cNvSpPr/>
            <p:nvPr/>
          </p:nvSpPr>
          <p:spPr>
            <a:xfrm>
              <a:off x="5257800" y="523036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1AB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7" name="Freeform 906"/>
            <p:cNvSpPr/>
            <p:nvPr/>
          </p:nvSpPr>
          <p:spPr>
            <a:xfrm>
              <a:off x="4928616" y="5010912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1E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8" name="Freeform 907"/>
            <p:cNvSpPr/>
            <p:nvPr/>
          </p:nvSpPr>
          <p:spPr>
            <a:xfrm>
              <a:off x="5257800" y="526694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CB4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Freeform 908"/>
            <p:cNvSpPr/>
            <p:nvPr/>
          </p:nvSpPr>
          <p:spPr>
            <a:xfrm>
              <a:off x="4965192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3DB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0" name="Freeform 909"/>
            <p:cNvSpPr/>
            <p:nvPr/>
          </p:nvSpPr>
          <p:spPr>
            <a:xfrm>
              <a:off x="5257800" y="5294376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AC7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1" name="Freeform 910"/>
            <p:cNvSpPr/>
            <p:nvPr/>
          </p:nvSpPr>
          <p:spPr>
            <a:xfrm>
              <a:off x="5001768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4DC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Freeform 911"/>
            <p:cNvSpPr/>
            <p:nvPr/>
          </p:nvSpPr>
          <p:spPr>
            <a:xfrm>
              <a:off x="5257800" y="5330952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0CB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Freeform 912"/>
            <p:cNvSpPr/>
            <p:nvPr/>
          </p:nvSpPr>
          <p:spPr>
            <a:xfrm>
              <a:off x="5038344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0ED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Freeform 913"/>
            <p:cNvSpPr/>
            <p:nvPr/>
          </p:nvSpPr>
          <p:spPr>
            <a:xfrm>
              <a:off x="5257800" y="536752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8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Freeform 914"/>
            <p:cNvSpPr/>
            <p:nvPr/>
          </p:nvSpPr>
          <p:spPr>
            <a:xfrm>
              <a:off x="5065776" y="5010912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8F0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Freeform 915"/>
            <p:cNvSpPr/>
            <p:nvPr/>
          </p:nvSpPr>
          <p:spPr>
            <a:xfrm>
              <a:off x="5257800" y="540410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FD2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Freeform 916"/>
            <p:cNvSpPr/>
            <p:nvPr/>
          </p:nvSpPr>
          <p:spPr>
            <a:xfrm>
              <a:off x="5102352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5ED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Freeform 917"/>
            <p:cNvSpPr/>
            <p:nvPr/>
          </p:nvSpPr>
          <p:spPr>
            <a:xfrm>
              <a:off x="5257800" y="5431536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4C3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Freeform 918"/>
            <p:cNvSpPr/>
            <p:nvPr/>
          </p:nvSpPr>
          <p:spPr>
            <a:xfrm>
              <a:off x="5138928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BE9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Freeform 919"/>
            <p:cNvSpPr/>
            <p:nvPr/>
          </p:nvSpPr>
          <p:spPr>
            <a:xfrm>
              <a:off x="5257800" y="5468112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0CB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Freeform 920"/>
            <p:cNvSpPr/>
            <p:nvPr/>
          </p:nvSpPr>
          <p:spPr>
            <a:xfrm>
              <a:off x="5175504" y="5010912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5F2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Freeform 921"/>
            <p:cNvSpPr/>
            <p:nvPr/>
          </p:nvSpPr>
          <p:spPr>
            <a:xfrm>
              <a:off x="5257800" y="550468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4CB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Freeform 922"/>
            <p:cNvSpPr/>
            <p:nvPr/>
          </p:nvSpPr>
          <p:spPr>
            <a:xfrm>
              <a:off x="5202936" y="5010912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EAA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Freeform 923"/>
            <p:cNvSpPr/>
            <p:nvPr/>
          </p:nvSpPr>
          <p:spPr>
            <a:xfrm>
              <a:off x="5257800" y="554126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73AF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Freeform 924"/>
            <p:cNvSpPr/>
            <p:nvPr/>
          </p:nvSpPr>
          <p:spPr>
            <a:xfrm>
              <a:off x="4727448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6DE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Freeform 925"/>
            <p:cNvSpPr/>
            <p:nvPr/>
          </p:nvSpPr>
          <p:spPr>
            <a:xfrm>
              <a:off x="5285232" y="499262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C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Freeform 926"/>
            <p:cNvSpPr/>
            <p:nvPr/>
          </p:nvSpPr>
          <p:spPr>
            <a:xfrm>
              <a:off x="4754880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6E9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Freeform 927"/>
            <p:cNvSpPr/>
            <p:nvPr/>
          </p:nvSpPr>
          <p:spPr>
            <a:xfrm>
              <a:off x="5285232" y="502005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9BC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Freeform 928"/>
            <p:cNvSpPr/>
            <p:nvPr/>
          </p:nvSpPr>
          <p:spPr>
            <a:xfrm>
              <a:off x="4791456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EF1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Freeform 929"/>
            <p:cNvSpPr/>
            <p:nvPr/>
          </p:nvSpPr>
          <p:spPr>
            <a:xfrm>
              <a:off x="5285232" y="505663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BB5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Freeform 930"/>
            <p:cNvSpPr/>
            <p:nvPr/>
          </p:nvSpPr>
          <p:spPr>
            <a:xfrm>
              <a:off x="4828032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2ED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Freeform 931"/>
            <p:cNvSpPr/>
            <p:nvPr/>
          </p:nvSpPr>
          <p:spPr>
            <a:xfrm>
              <a:off x="5285232" y="509320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7C6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Freeform 932"/>
            <p:cNvSpPr/>
            <p:nvPr/>
          </p:nvSpPr>
          <p:spPr>
            <a:xfrm>
              <a:off x="4864608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AE7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Freeform 933"/>
            <p:cNvSpPr/>
            <p:nvPr/>
          </p:nvSpPr>
          <p:spPr>
            <a:xfrm>
              <a:off x="5285232" y="512978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BC8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Freeform 934"/>
            <p:cNvSpPr/>
            <p:nvPr/>
          </p:nvSpPr>
          <p:spPr>
            <a:xfrm>
              <a:off x="4892040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8DB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Freeform 935"/>
            <p:cNvSpPr/>
            <p:nvPr/>
          </p:nvSpPr>
          <p:spPr>
            <a:xfrm>
              <a:off x="5285232" y="515721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EC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Freeform 936"/>
            <p:cNvSpPr/>
            <p:nvPr/>
          </p:nvSpPr>
          <p:spPr>
            <a:xfrm>
              <a:off x="4928616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5E4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Freeform 937"/>
            <p:cNvSpPr/>
            <p:nvPr/>
          </p:nvSpPr>
          <p:spPr>
            <a:xfrm>
              <a:off x="5285232" y="519379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D2C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Freeform 938"/>
            <p:cNvSpPr/>
            <p:nvPr/>
          </p:nvSpPr>
          <p:spPr>
            <a:xfrm>
              <a:off x="4965192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DD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Freeform 939"/>
            <p:cNvSpPr/>
            <p:nvPr/>
          </p:nvSpPr>
          <p:spPr>
            <a:xfrm>
              <a:off x="5285232" y="523036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DBD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Freeform 940"/>
            <p:cNvSpPr/>
            <p:nvPr/>
          </p:nvSpPr>
          <p:spPr>
            <a:xfrm>
              <a:off x="5001768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EE1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Freeform 941"/>
            <p:cNvSpPr/>
            <p:nvPr/>
          </p:nvSpPr>
          <p:spPr>
            <a:xfrm>
              <a:off x="5285232" y="526694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A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Freeform 942"/>
            <p:cNvSpPr/>
            <p:nvPr/>
          </p:nvSpPr>
          <p:spPr>
            <a:xfrm>
              <a:off x="5029200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2DA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Freeform 943"/>
            <p:cNvSpPr/>
            <p:nvPr/>
          </p:nvSpPr>
          <p:spPr>
            <a:xfrm>
              <a:off x="5285232" y="529437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2BF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Freeform 944"/>
            <p:cNvSpPr/>
            <p:nvPr/>
          </p:nvSpPr>
          <p:spPr>
            <a:xfrm>
              <a:off x="5065776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1E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Freeform 945"/>
            <p:cNvSpPr/>
            <p:nvPr/>
          </p:nvSpPr>
          <p:spPr>
            <a:xfrm>
              <a:off x="5285232" y="533095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BB0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Freeform 946"/>
            <p:cNvSpPr/>
            <p:nvPr/>
          </p:nvSpPr>
          <p:spPr>
            <a:xfrm>
              <a:off x="5102352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6F8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Freeform 947"/>
            <p:cNvSpPr/>
            <p:nvPr/>
          </p:nvSpPr>
          <p:spPr>
            <a:xfrm>
              <a:off x="5285232" y="536752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8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Freeform 948"/>
            <p:cNvSpPr/>
            <p:nvPr/>
          </p:nvSpPr>
          <p:spPr>
            <a:xfrm>
              <a:off x="5138928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DE9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Freeform 949"/>
            <p:cNvSpPr/>
            <p:nvPr/>
          </p:nvSpPr>
          <p:spPr>
            <a:xfrm>
              <a:off x="5285232" y="540410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DC9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Freeform 950"/>
            <p:cNvSpPr/>
            <p:nvPr/>
          </p:nvSpPr>
          <p:spPr>
            <a:xfrm>
              <a:off x="5166360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CF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Freeform 951"/>
            <p:cNvSpPr/>
            <p:nvPr/>
          </p:nvSpPr>
          <p:spPr>
            <a:xfrm>
              <a:off x="5285232" y="5431536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1C1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Freeform 952"/>
            <p:cNvSpPr/>
            <p:nvPr/>
          </p:nvSpPr>
          <p:spPr>
            <a:xfrm>
              <a:off x="5202936" y="4974336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7DE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Freeform 953"/>
            <p:cNvSpPr/>
            <p:nvPr/>
          </p:nvSpPr>
          <p:spPr>
            <a:xfrm>
              <a:off x="5285232" y="546811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8C6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Freeform 954"/>
            <p:cNvSpPr/>
            <p:nvPr/>
          </p:nvSpPr>
          <p:spPr>
            <a:xfrm>
              <a:off x="5239512" y="4974336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BAF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Freeform 955"/>
            <p:cNvSpPr/>
            <p:nvPr/>
          </p:nvSpPr>
          <p:spPr>
            <a:xfrm>
              <a:off x="5285232" y="55046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4CAA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Freeform 956"/>
            <p:cNvSpPr/>
            <p:nvPr/>
          </p:nvSpPr>
          <p:spPr>
            <a:xfrm>
              <a:off x="4754880" y="4946904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CEF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Freeform 957"/>
            <p:cNvSpPr/>
            <p:nvPr/>
          </p:nvSpPr>
          <p:spPr>
            <a:xfrm>
              <a:off x="5321808" y="495604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4C6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Freeform 958"/>
            <p:cNvSpPr/>
            <p:nvPr/>
          </p:nvSpPr>
          <p:spPr>
            <a:xfrm>
              <a:off x="4791456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2ED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Freeform 959"/>
            <p:cNvSpPr/>
            <p:nvPr/>
          </p:nvSpPr>
          <p:spPr>
            <a:xfrm>
              <a:off x="5321808" y="499262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7B3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Freeform 960"/>
            <p:cNvSpPr/>
            <p:nvPr/>
          </p:nvSpPr>
          <p:spPr>
            <a:xfrm>
              <a:off x="4828032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E0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Freeform 961"/>
            <p:cNvSpPr/>
            <p:nvPr/>
          </p:nvSpPr>
          <p:spPr>
            <a:xfrm>
              <a:off x="5321808" y="502920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86A8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Freeform 962"/>
            <p:cNvSpPr/>
            <p:nvPr/>
          </p:nvSpPr>
          <p:spPr>
            <a:xfrm>
              <a:off x="4864608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4E4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Freeform 963"/>
            <p:cNvSpPr/>
            <p:nvPr/>
          </p:nvSpPr>
          <p:spPr>
            <a:xfrm>
              <a:off x="5321808" y="505663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8D0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Freeform 964"/>
            <p:cNvSpPr/>
            <p:nvPr/>
          </p:nvSpPr>
          <p:spPr>
            <a:xfrm>
              <a:off x="4892040" y="4946904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EEA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Freeform 965"/>
            <p:cNvSpPr/>
            <p:nvPr/>
          </p:nvSpPr>
          <p:spPr>
            <a:xfrm>
              <a:off x="5321808" y="509320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9CB4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Freeform 966"/>
            <p:cNvSpPr/>
            <p:nvPr/>
          </p:nvSpPr>
          <p:spPr>
            <a:xfrm>
              <a:off x="4928616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0F8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Freeform 967"/>
            <p:cNvSpPr/>
            <p:nvPr/>
          </p:nvSpPr>
          <p:spPr>
            <a:xfrm>
              <a:off x="5321808" y="512978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BC9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Freeform 968"/>
            <p:cNvSpPr/>
            <p:nvPr/>
          </p:nvSpPr>
          <p:spPr>
            <a:xfrm>
              <a:off x="4965192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8EA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Freeform 969"/>
            <p:cNvSpPr/>
            <p:nvPr/>
          </p:nvSpPr>
          <p:spPr>
            <a:xfrm>
              <a:off x="5321808" y="516636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8C8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Freeform 970"/>
            <p:cNvSpPr/>
            <p:nvPr/>
          </p:nvSpPr>
          <p:spPr>
            <a:xfrm>
              <a:off x="5001768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6D5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Freeform 971"/>
            <p:cNvSpPr/>
            <p:nvPr/>
          </p:nvSpPr>
          <p:spPr>
            <a:xfrm>
              <a:off x="5321808" y="519379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5D0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Freeform 972"/>
            <p:cNvSpPr/>
            <p:nvPr/>
          </p:nvSpPr>
          <p:spPr>
            <a:xfrm>
              <a:off x="5029200" y="4946904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9E0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Freeform 973"/>
            <p:cNvSpPr/>
            <p:nvPr/>
          </p:nvSpPr>
          <p:spPr>
            <a:xfrm>
              <a:off x="5321808" y="523036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2C2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Freeform 974"/>
            <p:cNvSpPr/>
            <p:nvPr/>
          </p:nvSpPr>
          <p:spPr>
            <a:xfrm>
              <a:off x="5065776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BE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Freeform 975"/>
            <p:cNvSpPr/>
            <p:nvPr/>
          </p:nvSpPr>
          <p:spPr>
            <a:xfrm>
              <a:off x="5321808" y="526694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3CF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Freeform 976"/>
            <p:cNvSpPr/>
            <p:nvPr/>
          </p:nvSpPr>
          <p:spPr>
            <a:xfrm>
              <a:off x="5102352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BEA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Freeform 977"/>
            <p:cNvSpPr/>
            <p:nvPr/>
          </p:nvSpPr>
          <p:spPr>
            <a:xfrm>
              <a:off x="5321808" y="530352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D1D3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Freeform 978"/>
            <p:cNvSpPr/>
            <p:nvPr/>
          </p:nvSpPr>
          <p:spPr>
            <a:xfrm>
              <a:off x="5138928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5E9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Freeform 979"/>
            <p:cNvSpPr/>
            <p:nvPr/>
          </p:nvSpPr>
          <p:spPr>
            <a:xfrm>
              <a:off x="5321808" y="533095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9AB2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Freeform 980"/>
            <p:cNvSpPr/>
            <p:nvPr/>
          </p:nvSpPr>
          <p:spPr>
            <a:xfrm>
              <a:off x="5166360" y="4946904"/>
              <a:ext cx="73152" cy="27432"/>
            </a:xfrm>
            <a:custGeom>
              <a:avLst/>
              <a:gdLst/>
              <a:ahLst/>
              <a:cxnLst/>
              <a:rect l="l" t="t" r="r" b="b"/>
              <a:pathLst>
                <a:path w="8" h="3">
                  <a:moveTo>
                    <a:pt x="0" y="3"/>
                  </a:moveTo>
                  <a:lnTo>
                    <a:pt x="4" y="3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AE9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Freeform 981"/>
            <p:cNvSpPr/>
            <p:nvPr/>
          </p:nvSpPr>
          <p:spPr>
            <a:xfrm>
              <a:off x="5321808" y="5367528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FBDA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Freeform 982"/>
            <p:cNvSpPr/>
            <p:nvPr/>
          </p:nvSpPr>
          <p:spPr>
            <a:xfrm>
              <a:off x="5202936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1E3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Freeform 983"/>
            <p:cNvSpPr/>
            <p:nvPr/>
          </p:nvSpPr>
          <p:spPr>
            <a:xfrm>
              <a:off x="5321808" y="5404104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DD3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Freeform 984"/>
            <p:cNvSpPr/>
            <p:nvPr/>
          </p:nvSpPr>
          <p:spPr>
            <a:xfrm>
              <a:off x="5239512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4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5DA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Freeform 985"/>
            <p:cNvSpPr/>
            <p:nvPr/>
          </p:nvSpPr>
          <p:spPr>
            <a:xfrm>
              <a:off x="5321808" y="5440680"/>
              <a:ext cx="27432" cy="64008"/>
            </a:xfrm>
            <a:custGeom>
              <a:avLst/>
              <a:gdLst/>
              <a:ahLst/>
              <a:cxnLst/>
              <a:rect l="l" t="t" r="r" b="b"/>
              <a:pathLst>
                <a:path w="3" h="7">
                  <a:moveTo>
                    <a:pt x="0" y="3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BC6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Freeform 986"/>
            <p:cNvSpPr/>
            <p:nvPr/>
          </p:nvSpPr>
          <p:spPr>
            <a:xfrm>
              <a:off x="5276088" y="4946904"/>
              <a:ext cx="64008" cy="27432"/>
            </a:xfrm>
            <a:custGeom>
              <a:avLst/>
              <a:gdLst/>
              <a:ahLst/>
              <a:cxnLst/>
              <a:rect l="l" t="t" r="r" b="b"/>
              <a:pathLst>
                <a:path w="7" h="3">
                  <a:moveTo>
                    <a:pt x="0" y="3"/>
                  </a:moveTo>
                  <a:lnTo>
                    <a:pt x="3" y="3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98CC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Freeform 987"/>
            <p:cNvSpPr/>
            <p:nvPr/>
          </p:nvSpPr>
          <p:spPr>
            <a:xfrm>
              <a:off x="5321808" y="5468112"/>
              <a:ext cx="27432" cy="73152"/>
            </a:xfrm>
            <a:custGeom>
              <a:avLst/>
              <a:gdLst/>
              <a:ahLst/>
              <a:cxnLst/>
              <a:rect l="l" t="t" r="r" b="b"/>
              <a:pathLst>
                <a:path w="3" h="8">
                  <a:moveTo>
                    <a:pt x="0" y="4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52A6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Freeform 988"/>
            <p:cNvSpPr/>
            <p:nvPr/>
          </p:nvSpPr>
          <p:spPr>
            <a:xfrm>
              <a:off x="4791456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0E4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Freeform 989"/>
            <p:cNvSpPr/>
            <p:nvPr/>
          </p:nvSpPr>
          <p:spPr>
            <a:xfrm>
              <a:off x="5349240" y="491947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FB8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Freeform 990"/>
            <p:cNvSpPr/>
            <p:nvPr/>
          </p:nvSpPr>
          <p:spPr>
            <a:xfrm>
              <a:off x="4828032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DE7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Freeform 991"/>
            <p:cNvSpPr/>
            <p:nvPr/>
          </p:nvSpPr>
          <p:spPr>
            <a:xfrm>
              <a:off x="5349240" y="495604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A5B9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Freeform 992"/>
            <p:cNvSpPr/>
            <p:nvPr/>
          </p:nvSpPr>
          <p:spPr>
            <a:xfrm>
              <a:off x="4855464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B5D4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Freeform 993"/>
            <p:cNvSpPr/>
            <p:nvPr/>
          </p:nvSpPr>
          <p:spPr>
            <a:xfrm>
              <a:off x="5349240" y="499262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DC1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Freeform 994"/>
            <p:cNvSpPr/>
            <p:nvPr/>
          </p:nvSpPr>
          <p:spPr>
            <a:xfrm>
              <a:off x="4892040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ADF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Freeform 995"/>
            <p:cNvSpPr/>
            <p:nvPr/>
          </p:nvSpPr>
          <p:spPr>
            <a:xfrm>
              <a:off x="5349240" y="502920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8BC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Freeform 996"/>
            <p:cNvSpPr/>
            <p:nvPr/>
          </p:nvSpPr>
          <p:spPr>
            <a:xfrm>
              <a:off x="4928616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8F4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Freeform 997"/>
            <p:cNvSpPr/>
            <p:nvPr/>
          </p:nvSpPr>
          <p:spPr>
            <a:xfrm>
              <a:off x="5349240" y="506577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BD2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Freeform 998"/>
            <p:cNvSpPr/>
            <p:nvPr/>
          </p:nvSpPr>
          <p:spPr>
            <a:xfrm>
              <a:off x="4965192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8E5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Freeform 999"/>
            <p:cNvSpPr/>
            <p:nvPr/>
          </p:nvSpPr>
          <p:spPr>
            <a:xfrm>
              <a:off x="5349240" y="509320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7FA77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Freeform 1000"/>
            <p:cNvSpPr/>
            <p:nvPr/>
          </p:nvSpPr>
          <p:spPr>
            <a:xfrm>
              <a:off x="4992624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9DD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Freeform 1001"/>
            <p:cNvSpPr/>
            <p:nvPr/>
          </p:nvSpPr>
          <p:spPr>
            <a:xfrm>
              <a:off x="5349240" y="512978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A4BB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Freeform 1002"/>
            <p:cNvSpPr/>
            <p:nvPr/>
          </p:nvSpPr>
          <p:spPr>
            <a:xfrm>
              <a:off x="5029200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5E7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Freeform 1003"/>
            <p:cNvSpPr/>
            <p:nvPr/>
          </p:nvSpPr>
          <p:spPr>
            <a:xfrm>
              <a:off x="5349240" y="516636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C0CB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Freeform 1004"/>
            <p:cNvSpPr/>
            <p:nvPr/>
          </p:nvSpPr>
          <p:spPr>
            <a:xfrm>
              <a:off x="5065776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DEEB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Freeform 1005"/>
            <p:cNvSpPr/>
            <p:nvPr/>
          </p:nvSpPr>
          <p:spPr>
            <a:xfrm>
              <a:off x="5349240" y="5193792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BCC7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Freeform 1006"/>
            <p:cNvSpPr/>
            <p:nvPr/>
          </p:nvSpPr>
          <p:spPr>
            <a:xfrm>
              <a:off x="5102352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CE9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Freeform 1007"/>
            <p:cNvSpPr/>
            <p:nvPr/>
          </p:nvSpPr>
          <p:spPr>
            <a:xfrm>
              <a:off x="5349240" y="523036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0C9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Freeform 1008"/>
            <p:cNvSpPr/>
            <p:nvPr/>
          </p:nvSpPr>
          <p:spPr>
            <a:xfrm>
              <a:off x="5129784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BCD7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Freeform 1009"/>
            <p:cNvSpPr/>
            <p:nvPr/>
          </p:nvSpPr>
          <p:spPr>
            <a:xfrm>
              <a:off x="5349240" y="526694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9C7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Freeform 1010"/>
            <p:cNvSpPr/>
            <p:nvPr/>
          </p:nvSpPr>
          <p:spPr>
            <a:xfrm>
              <a:off x="5166360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E4EC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Freeform 1011"/>
            <p:cNvSpPr/>
            <p:nvPr/>
          </p:nvSpPr>
          <p:spPr>
            <a:xfrm>
              <a:off x="5349240" y="530352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ECC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Freeform 1012"/>
            <p:cNvSpPr/>
            <p:nvPr/>
          </p:nvSpPr>
          <p:spPr>
            <a:xfrm>
              <a:off x="5202936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4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D7E9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Freeform 1013"/>
            <p:cNvSpPr/>
            <p:nvPr/>
          </p:nvSpPr>
          <p:spPr>
            <a:xfrm>
              <a:off x="5349240" y="5340096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3C1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Freeform 1014"/>
            <p:cNvSpPr/>
            <p:nvPr/>
          </p:nvSpPr>
          <p:spPr>
            <a:xfrm>
              <a:off x="5239512" y="4910328"/>
              <a:ext cx="64008" cy="36576"/>
            </a:xfrm>
            <a:custGeom>
              <a:avLst/>
              <a:gdLst/>
              <a:ahLst/>
              <a:cxnLst/>
              <a:rect l="l" t="t" r="r" b="b"/>
              <a:pathLst>
                <a:path w="7" h="4">
                  <a:moveTo>
                    <a:pt x="0" y="4"/>
                  </a:moveTo>
                  <a:lnTo>
                    <a:pt x="3" y="4"/>
                  </a:lnTo>
                  <a:lnTo>
                    <a:pt x="7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8D6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Freeform 1015"/>
            <p:cNvSpPr/>
            <p:nvPr/>
          </p:nvSpPr>
          <p:spPr>
            <a:xfrm>
              <a:off x="5349240" y="5367528"/>
              <a:ext cx="36576" cy="73152"/>
            </a:xfrm>
            <a:custGeom>
              <a:avLst/>
              <a:gdLst/>
              <a:ahLst/>
              <a:cxnLst/>
              <a:rect l="l" t="t" r="r" b="b"/>
              <a:pathLst>
                <a:path w="4" h="8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1CA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Freeform 1016"/>
            <p:cNvSpPr/>
            <p:nvPr/>
          </p:nvSpPr>
          <p:spPr>
            <a:xfrm>
              <a:off x="5266944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FDF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Freeform 1017"/>
            <p:cNvSpPr/>
            <p:nvPr/>
          </p:nvSpPr>
          <p:spPr>
            <a:xfrm>
              <a:off x="5349240" y="5404104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4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B0BE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Freeform 1018"/>
            <p:cNvSpPr/>
            <p:nvPr/>
          </p:nvSpPr>
          <p:spPr>
            <a:xfrm>
              <a:off x="5303520" y="4910328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8" h="4">
                  <a:moveTo>
                    <a:pt x="0" y="4"/>
                  </a:moveTo>
                  <a:lnTo>
                    <a:pt x="4" y="4"/>
                  </a:lnTo>
                  <a:lnTo>
                    <a:pt x="8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5BB5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Freeform 1019"/>
            <p:cNvSpPr/>
            <p:nvPr/>
          </p:nvSpPr>
          <p:spPr>
            <a:xfrm>
              <a:off x="5349240" y="54406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" h="7">
                  <a:moveTo>
                    <a:pt x="0" y="3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7DB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22" name="Text: z"/>
          <p:cNvSpPr txBox="1"/>
          <p:nvPr/>
        </p:nvSpPr>
        <p:spPr>
          <a:xfrm>
            <a:off x="4224528" y="1989734"/>
            <a:ext cx="152483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z</a:t>
            </a:r>
          </a:p>
        </p:txBody>
      </p:sp>
      <p:sp>
        <p:nvSpPr>
          <p:cNvPr id="1023" name="Text: t"/>
          <p:cNvSpPr txBox="1"/>
          <p:nvPr/>
        </p:nvSpPr>
        <p:spPr>
          <a:xfrm>
            <a:off x="4331291" y="2131832"/>
            <a:ext cx="95262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1024" name="Text: V"/>
          <p:cNvSpPr txBox="1"/>
          <p:nvPr/>
        </p:nvSpPr>
        <p:spPr>
          <a:xfrm>
            <a:off x="4331291" y="1937065"/>
            <a:ext cx="164663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V</a:t>
            </a:r>
          </a:p>
        </p:txBody>
      </p:sp>
      <p:sp>
        <p:nvSpPr>
          <p:cNvPr id="1025" name="Text: z"/>
          <p:cNvSpPr txBox="1"/>
          <p:nvPr/>
        </p:nvSpPr>
        <p:spPr>
          <a:xfrm>
            <a:off x="4224528" y="5217566"/>
            <a:ext cx="152483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z</a:t>
            </a:r>
          </a:p>
        </p:txBody>
      </p:sp>
      <p:sp>
        <p:nvSpPr>
          <p:cNvPr id="1026" name="Text: t"/>
          <p:cNvSpPr txBox="1"/>
          <p:nvPr/>
        </p:nvSpPr>
        <p:spPr>
          <a:xfrm>
            <a:off x="4331291" y="5359664"/>
            <a:ext cx="95262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1027" name="Text: M"/>
          <p:cNvSpPr txBox="1"/>
          <p:nvPr/>
        </p:nvSpPr>
        <p:spPr>
          <a:xfrm>
            <a:off x="4331291" y="5164897"/>
            <a:ext cx="204276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28" name="Oval 1027"/>
          <p:cNvSpPr/>
          <p:nvPr/>
        </p:nvSpPr>
        <p:spPr>
          <a:xfrm>
            <a:off x="4809744" y="2724912"/>
            <a:ext cx="365760" cy="365760"/>
          </a:xfrm>
          <a:prstGeom prst="ellipse">
            <a:avLst/>
          </a:pr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Freeform 1028"/>
          <p:cNvSpPr/>
          <p:nvPr/>
        </p:nvSpPr>
        <p:spPr>
          <a:xfrm>
            <a:off x="4809744" y="2907792"/>
            <a:ext cx="36576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0" name="Freeform 1029"/>
          <p:cNvSpPr/>
          <p:nvPr/>
        </p:nvSpPr>
        <p:spPr>
          <a:xfrm>
            <a:off x="4992624" y="2724912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40">
                <a:moveTo>
                  <a:pt x="0" y="0"/>
                </a:moveTo>
                <a:lnTo>
                  <a:pt x="0" y="4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1" name="Oval 1030"/>
          <p:cNvSpPr/>
          <p:nvPr/>
        </p:nvSpPr>
        <p:spPr>
          <a:xfrm>
            <a:off x="4809744" y="4233672"/>
            <a:ext cx="365760" cy="365760"/>
          </a:xfrm>
          <a:prstGeom prst="ellipse">
            <a:avLst/>
          </a:pr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Freeform 1031"/>
          <p:cNvSpPr/>
          <p:nvPr/>
        </p:nvSpPr>
        <p:spPr>
          <a:xfrm>
            <a:off x="4809744" y="4416552"/>
            <a:ext cx="36576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Freeform 1032"/>
          <p:cNvSpPr/>
          <p:nvPr/>
        </p:nvSpPr>
        <p:spPr>
          <a:xfrm>
            <a:off x="4992624" y="4233672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40">
                <a:moveTo>
                  <a:pt x="0" y="0"/>
                </a:moveTo>
                <a:lnTo>
                  <a:pt x="0" y="4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Text: e"/>
          <p:cNvSpPr txBox="1"/>
          <p:nvPr/>
        </p:nvSpPr>
        <p:spPr>
          <a:xfrm>
            <a:off x="5468112" y="2965216"/>
            <a:ext cx="163413" cy="360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8" b="1" i="1">
                <a:solidFill>
                  <a:srgbClr val="080908"/>
                </a:solidFill>
                <a:latin typeface="Liberation Serif"/>
              </a:rPr>
              <a:t>e</a:t>
            </a:r>
          </a:p>
        </p:txBody>
      </p:sp>
      <p:sp>
        <p:nvSpPr>
          <p:cNvPr id="1035" name="Text: V"/>
          <p:cNvSpPr txBox="1"/>
          <p:nvPr/>
        </p:nvSpPr>
        <p:spPr>
          <a:xfrm>
            <a:off x="5585805" y="3102577"/>
            <a:ext cx="160091" cy="2344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7" b="1" i="1">
                <a:solidFill>
                  <a:srgbClr val="080908"/>
                </a:solidFill>
                <a:latin typeface="Liberation Serif"/>
              </a:rPr>
              <a:t>V</a:t>
            </a:r>
          </a:p>
        </p:txBody>
      </p:sp>
      <p:sp>
        <p:nvSpPr>
          <p:cNvPr id="1036" name="Text: e"/>
          <p:cNvSpPr txBox="1"/>
          <p:nvPr/>
        </p:nvSpPr>
        <p:spPr>
          <a:xfrm>
            <a:off x="5449824" y="4483120"/>
            <a:ext cx="163413" cy="360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88" b="1" i="1">
                <a:solidFill>
                  <a:srgbClr val="080908"/>
                </a:solidFill>
                <a:latin typeface="Liberation Serif"/>
              </a:rPr>
              <a:t>e</a:t>
            </a:r>
          </a:p>
        </p:txBody>
      </p:sp>
      <p:sp>
        <p:nvSpPr>
          <p:cNvPr id="1037" name="Text: M"/>
          <p:cNvSpPr txBox="1"/>
          <p:nvPr/>
        </p:nvSpPr>
        <p:spPr>
          <a:xfrm>
            <a:off x="5567517" y="4620481"/>
            <a:ext cx="198168" cy="2344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7" b="1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38" name="Text: Interaction"/>
          <p:cNvSpPr txBox="1"/>
          <p:nvPr/>
        </p:nvSpPr>
        <p:spPr>
          <a:xfrm>
            <a:off x="1600843" y="5118263"/>
            <a:ext cx="1443466" cy="3979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009B9E"/>
                </a:solidFill>
                <a:latin typeface="Liberation Serif"/>
              </a:rPr>
              <a:t>Interaction</a:t>
            </a:r>
          </a:p>
        </p:txBody>
      </p:sp>
      <p:sp>
        <p:nvSpPr>
          <p:cNvPr id="1039" name="Text: Guidance"/>
          <p:cNvSpPr txBox="1"/>
          <p:nvPr/>
        </p:nvSpPr>
        <p:spPr>
          <a:xfrm>
            <a:off x="1698141" y="5474879"/>
            <a:ext cx="1248870" cy="3979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4" b="1" i="0">
                <a:solidFill>
                  <a:srgbClr val="009B9E"/>
                </a:solidFill>
                <a:latin typeface="Liberation Serif"/>
              </a:rPr>
              <a:t>Guidance</a:t>
            </a:r>
          </a:p>
        </p:txBody>
      </p:sp>
      <p:grpSp>
        <p:nvGrpSpPr>
          <p:cNvPr id="1052" name="Concatenated text, video, and motion tokens"/>
          <p:cNvGrpSpPr/>
          <p:nvPr/>
        </p:nvGrpSpPr>
        <p:grpSpPr>
          <a:xfrm>
            <a:off x="5861304" y="1536192"/>
            <a:ext cx="310896" cy="3642970"/>
            <a:chOff x="5861304" y="1536192"/>
            <a:chExt cx="310896" cy="3642970"/>
          </a:xfrm>
        </p:grpSpPr>
        <p:sp>
          <p:nvSpPr>
            <p:cNvPr id="1040" name="Rectangle 1039"/>
            <p:cNvSpPr/>
            <p:nvPr/>
          </p:nvSpPr>
          <p:spPr>
            <a:xfrm>
              <a:off x="5861304" y="1536192"/>
              <a:ext cx="310896" cy="303581"/>
            </a:xfrm>
            <a:prstGeom prst="rect">
              <a:avLst/>
            </a:prstGeom>
            <a:solidFill>
              <a:srgbClr val="F3C4A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Rectangle 1040"/>
            <p:cNvSpPr/>
            <p:nvPr/>
          </p:nvSpPr>
          <p:spPr>
            <a:xfrm>
              <a:off x="5861304" y="1839773"/>
              <a:ext cx="310896" cy="303581"/>
            </a:xfrm>
            <a:prstGeom prst="rect">
              <a:avLst/>
            </a:prstGeom>
            <a:solidFill>
              <a:srgbClr val="F3C4A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ectangle 1041"/>
            <p:cNvSpPr/>
            <p:nvPr/>
          </p:nvSpPr>
          <p:spPr>
            <a:xfrm>
              <a:off x="5861304" y="2143354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5861304" y="2446934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5861304" y="2750515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5" name="Rectangle 1044"/>
            <p:cNvSpPr/>
            <p:nvPr/>
          </p:nvSpPr>
          <p:spPr>
            <a:xfrm>
              <a:off x="5861304" y="3054096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6" name="Rectangle 1045"/>
            <p:cNvSpPr/>
            <p:nvPr/>
          </p:nvSpPr>
          <p:spPr>
            <a:xfrm>
              <a:off x="5861304" y="3357677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ectangle 1046"/>
            <p:cNvSpPr/>
            <p:nvPr/>
          </p:nvSpPr>
          <p:spPr>
            <a:xfrm>
              <a:off x="5861304" y="3661258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5861304" y="3964838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5861304" y="4268419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0" name="Rectangle 1049"/>
            <p:cNvSpPr/>
            <p:nvPr/>
          </p:nvSpPr>
          <p:spPr>
            <a:xfrm>
              <a:off x="5861304" y="4572000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1" name="Rectangle 1050"/>
            <p:cNvSpPr/>
            <p:nvPr/>
          </p:nvSpPr>
          <p:spPr>
            <a:xfrm>
              <a:off x="5861304" y="4875581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3" name="Denoised video and motion tokens"/>
          <p:cNvGrpSpPr/>
          <p:nvPr/>
        </p:nvGrpSpPr>
        <p:grpSpPr>
          <a:xfrm>
            <a:off x="11814048" y="1709928"/>
            <a:ext cx="310896" cy="3035808"/>
            <a:chOff x="11814048" y="1709928"/>
            <a:chExt cx="310896" cy="3035808"/>
          </a:xfrm>
        </p:grpSpPr>
        <p:sp>
          <p:nvSpPr>
            <p:cNvPr id="1053" name="Rectangle 1052"/>
            <p:cNvSpPr/>
            <p:nvPr/>
          </p:nvSpPr>
          <p:spPr>
            <a:xfrm>
              <a:off x="11814048" y="1709928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11814048" y="2013509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5" name="Rectangle 1054"/>
            <p:cNvSpPr/>
            <p:nvPr/>
          </p:nvSpPr>
          <p:spPr>
            <a:xfrm>
              <a:off x="11814048" y="2317090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6" name="Rectangle 1055"/>
            <p:cNvSpPr/>
            <p:nvPr/>
          </p:nvSpPr>
          <p:spPr>
            <a:xfrm>
              <a:off x="11814048" y="2620670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ectangle 1056"/>
            <p:cNvSpPr/>
            <p:nvPr/>
          </p:nvSpPr>
          <p:spPr>
            <a:xfrm>
              <a:off x="11814048" y="2924251"/>
              <a:ext cx="310896" cy="303581"/>
            </a:xfrm>
            <a:prstGeom prst="rect">
              <a:avLst/>
            </a:prstGeom>
            <a:solidFill>
              <a:srgbClr val="DFA0DA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11814048" y="3227832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11814048" y="3531413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0" name="Rectangle 1059"/>
            <p:cNvSpPr/>
            <p:nvPr/>
          </p:nvSpPr>
          <p:spPr>
            <a:xfrm>
              <a:off x="11814048" y="3834994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1" name="Rectangle 1060"/>
            <p:cNvSpPr/>
            <p:nvPr/>
          </p:nvSpPr>
          <p:spPr>
            <a:xfrm>
              <a:off x="11814048" y="4138574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ectangle 1061"/>
            <p:cNvSpPr/>
            <p:nvPr/>
          </p:nvSpPr>
          <p:spPr>
            <a:xfrm>
              <a:off x="11814048" y="4442155"/>
              <a:ext cx="310896" cy="303581"/>
            </a:xfrm>
            <a:prstGeom prst="rect">
              <a:avLst/>
            </a:prstGeom>
            <a:solidFill>
              <a:srgbClr val="7CDF8D"/>
            </a:solidFill>
            <a:ln w="27432">
              <a:solidFill>
                <a:srgbClr val="102E3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64" name="Freeform 1063"/>
          <p:cNvSpPr/>
          <p:nvPr/>
        </p:nvSpPr>
        <p:spPr>
          <a:xfrm>
            <a:off x="6876288" y="2075688"/>
            <a:ext cx="2057400" cy="502920"/>
          </a:xfrm>
          <a:custGeom>
            <a:avLst/>
            <a:gdLst/>
            <a:ahLst/>
            <a:cxnLst/>
            <a:rect l="l" t="t" r="r" b="b"/>
            <a:pathLst>
              <a:path w="225" h="55">
                <a:moveTo>
                  <a:pt x="0" y="55"/>
                </a:moveTo>
                <a:lnTo>
                  <a:pt x="0" y="0"/>
                </a:lnTo>
                <a:lnTo>
                  <a:pt x="225" y="0"/>
                </a:lnTo>
                <a:lnTo>
                  <a:pt x="225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5" name="Freeform 1064"/>
          <p:cNvSpPr/>
          <p:nvPr/>
        </p:nvSpPr>
        <p:spPr>
          <a:xfrm>
            <a:off x="8887968" y="2496312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Freeform 1065"/>
          <p:cNvSpPr/>
          <p:nvPr/>
        </p:nvSpPr>
        <p:spPr>
          <a:xfrm>
            <a:off x="9134856" y="2075688"/>
            <a:ext cx="2048256" cy="502920"/>
          </a:xfrm>
          <a:custGeom>
            <a:avLst/>
            <a:gdLst/>
            <a:ahLst/>
            <a:cxnLst/>
            <a:rect l="l" t="t" r="r" b="b"/>
            <a:pathLst>
              <a:path w="224" h="55">
                <a:moveTo>
                  <a:pt x="0" y="55"/>
                </a:moveTo>
                <a:lnTo>
                  <a:pt x="0" y="0"/>
                </a:lnTo>
                <a:lnTo>
                  <a:pt x="224" y="0"/>
                </a:lnTo>
                <a:lnTo>
                  <a:pt x="224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Freeform 1066"/>
          <p:cNvSpPr/>
          <p:nvPr/>
        </p:nvSpPr>
        <p:spPr>
          <a:xfrm>
            <a:off x="11137392" y="2496312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Freeform 1067"/>
          <p:cNvSpPr/>
          <p:nvPr/>
        </p:nvSpPr>
        <p:spPr>
          <a:xfrm>
            <a:off x="6876288" y="3182112"/>
            <a:ext cx="2057400" cy="502920"/>
          </a:xfrm>
          <a:custGeom>
            <a:avLst/>
            <a:gdLst/>
            <a:ahLst/>
            <a:cxnLst/>
            <a:rect l="l" t="t" r="r" b="b"/>
            <a:pathLst>
              <a:path w="225" h="55">
                <a:moveTo>
                  <a:pt x="0" y="55"/>
                </a:moveTo>
                <a:lnTo>
                  <a:pt x="0" y="0"/>
                </a:lnTo>
                <a:lnTo>
                  <a:pt x="225" y="0"/>
                </a:lnTo>
                <a:lnTo>
                  <a:pt x="225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Freeform 1068"/>
          <p:cNvSpPr/>
          <p:nvPr/>
        </p:nvSpPr>
        <p:spPr>
          <a:xfrm>
            <a:off x="8887968" y="3602736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Freeform 1069"/>
          <p:cNvSpPr/>
          <p:nvPr/>
        </p:nvSpPr>
        <p:spPr>
          <a:xfrm>
            <a:off x="9134856" y="3182112"/>
            <a:ext cx="2048256" cy="502920"/>
          </a:xfrm>
          <a:custGeom>
            <a:avLst/>
            <a:gdLst/>
            <a:ahLst/>
            <a:cxnLst/>
            <a:rect l="l" t="t" r="r" b="b"/>
            <a:pathLst>
              <a:path w="224" h="55">
                <a:moveTo>
                  <a:pt x="0" y="55"/>
                </a:moveTo>
                <a:lnTo>
                  <a:pt x="0" y="0"/>
                </a:lnTo>
                <a:lnTo>
                  <a:pt x="224" y="0"/>
                </a:lnTo>
                <a:lnTo>
                  <a:pt x="224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Freeform 1070"/>
          <p:cNvSpPr/>
          <p:nvPr/>
        </p:nvSpPr>
        <p:spPr>
          <a:xfrm>
            <a:off x="11137392" y="3602736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Freeform 1071"/>
          <p:cNvSpPr/>
          <p:nvPr/>
        </p:nvSpPr>
        <p:spPr>
          <a:xfrm>
            <a:off x="6876288" y="4279392"/>
            <a:ext cx="2057400" cy="502920"/>
          </a:xfrm>
          <a:custGeom>
            <a:avLst/>
            <a:gdLst/>
            <a:ahLst/>
            <a:cxnLst/>
            <a:rect l="l" t="t" r="r" b="b"/>
            <a:pathLst>
              <a:path w="225" h="55">
                <a:moveTo>
                  <a:pt x="0" y="55"/>
                </a:moveTo>
                <a:lnTo>
                  <a:pt x="0" y="0"/>
                </a:lnTo>
                <a:lnTo>
                  <a:pt x="225" y="0"/>
                </a:lnTo>
                <a:lnTo>
                  <a:pt x="225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Freeform 1072"/>
          <p:cNvSpPr/>
          <p:nvPr/>
        </p:nvSpPr>
        <p:spPr>
          <a:xfrm>
            <a:off x="8887968" y="4700016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Freeform 1073"/>
          <p:cNvSpPr/>
          <p:nvPr/>
        </p:nvSpPr>
        <p:spPr>
          <a:xfrm>
            <a:off x="9134856" y="4279392"/>
            <a:ext cx="2048256" cy="502920"/>
          </a:xfrm>
          <a:custGeom>
            <a:avLst/>
            <a:gdLst/>
            <a:ahLst/>
            <a:cxnLst/>
            <a:rect l="l" t="t" r="r" b="b"/>
            <a:pathLst>
              <a:path w="224" h="55">
                <a:moveTo>
                  <a:pt x="0" y="55"/>
                </a:moveTo>
                <a:lnTo>
                  <a:pt x="0" y="0"/>
                </a:lnTo>
                <a:lnTo>
                  <a:pt x="224" y="0"/>
                </a:lnTo>
                <a:lnTo>
                  <a:pt x="224" y="48"/>
                </a:lnTo>
              </a:path>
            </a:pathLst>
          </a:custGeom>
          <a:noFill/>
          <a:ln w="25603">
            <a:solidFill>
              <a:srgbClr val="A7A7A7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Freeform 1074"/>
          <p:cNvSpPr/>
          <p:nvPr/>
        </p:nvSpPr>
        <p:spPr>
          <a:xfrm>
            <a:off x="11137392" y="4700016"/>
            <a:ext cx="91440" cy="82296"/>
          </a:xfrm>
          <a:custGeom>
            <a:avLst/>
            <a:gdLst/>
            <a:ahLst/>
            <a:cxnLst/>
            <a:rect l="l" t="t" r="r" b="b"/>
            <a:pathLst>
              <a:path w="10" h="9">
                <a:moveTo>
                  <a:pt x="5" y="9"/>
                </a:moveTo>
                <a:lnTo>
                  <a:pt x="0" y="0"/>
                </a:lnTo>
                <a:lnTo>
                  <a:pt x="10" y="0"/>
                </a:lnTo>
                <a:close/>
              </a:path>
            </a:pathLst>
          </a:custGeom>
          <a:solidFill>
            <a:srgbClr val="A7A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Freeform 1075"/>
          <p:cNvSpPr/>
          <p:nvPr/>
        </p:nvSpPr>
        <p:spPr>
          <a:xfrm>
            <a:off x="7452360" y="2606040"/>
            <a:ext cx="228600" cy="1097280"/>
          </a:xfrm>
          <a:custGeom>
            <a:avLst/>
            <a:gdLst/>
            <a:ahLst/>
            <a:cxnLst/>
            <a:rect l="l" t="t" r="r" b="b"/>
            <a:pathLst>
              <a:path w="25" h="120">
                <a:moveTo>
                  <a:pt x="0" y="0"/>
                </a:moveTo>
                <a:lnTo>
                  <a:pt x="25" y="120"/>
                </a:lnTo>
              </a:path>
            </a:pathLst>
          </a:custGeom>
          <a:noFill/>
          <a:ln w="20116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Freeform 1076"/>
          <p:cNvSpPr/>
          <p:nvPr/>
        </p:nvSpPr>
        <p:spPr>
          <a:xfrm>
            <a:off x="7452360" y="3703320"/>
            <a:ext cx="228600" cy="0"/>
          </a:xfrm>
          <a:custGeom>
            <a:avLst/>
            <a:gdLst/>
            <a:ahLst/>
            <a:cxnLst/>
            <a:rect l="l" t="t" r="r" b="b"/>
            <a:pathLst>
              <a:path w="25" h="0">
                <a:moveTo>
                  <a:pt x="0" y="0"/>
                </a:moveTo>
                <a:lnTo>
                  <a:pt x="25" y="0"/>
                </a:lnTo>
              </a:path>
            </a:pathLst>
          </a:custGeom>
          <a:noFill/>
          <a:ln w="20116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Freeform 1077"/>
          <p:cNvSpPr/>
          <p:nvPr/>
        </p:nvSpPr>
        <p:spPr>
          <a:xfrm>
            <a:off x="7452360" y="3703320"/>
            <a:ext cx="228600" cy="1106424"/>
          </a:xfrm>
          <a:custGeom>
            <a:avLst/>
            <a:gdLst/>
            <a:ahLst/>
            <a:cxnLst/>
            <a:rect l="l" t="t" r="r" b="b"/>
            <a:pathLst>
              <a:path w="25" h="121">
                <a:moveTo>
                  <a:pt x="0" y="121"/>
                </a:moveTo>
                <a:lnTo>
                  <a:pt x="25" y="0"/>
                </a:lnTo>
              </a:path>
            </a:pathLst>
          </a:custGeom>
          <a:noFill/>
          <a:ln w="20116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Rounded Rectangle 1078"/>
          <p:cNvSpPr/>
          <p:nvPr/>
        </p:nvSpPr>
        <p:spPr>
          <a:xfrm>
            <a:off x="6784848" y="1225296"/>
            <a:ext cx="4453128" cy="429768"/>
          </a:xfrm>
          <a:prstGeom prst="roundRect">
            <a:avLst>
              <a:gd name="adj" fmla="val 17021"/>
            </a:avLst>
          </a:prstGeom>
          <a:solidFill>
            <a:srgbClr val="FFC884"/>
          </a:solidFill>
          <a:ln w="22859">
            <a:solidFill>
              <a:srgbClr val="E27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: Triple Modality Adaptive Modulation"/>
          <p:cNvSpPr txBox="1"/>
          <p:nvPr/>
        </p:nvSpPr>
        <p:spPr>
          <a:xfrm>
            <a:off x="7115425" y="1286195"/>
            <a:ext cx="3791974" cy="317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36" b="1" i="0">
                <a:solidFill>
                  <a:srgbClr val="080908"/>
                </a:solidFill>
                <a:latin typeface="Liberation Serif"/>
              </a:rPr>
              <a:t>Triple Modality Adaptive Modulation</a:t>
            </a:r>
          </a:p>
        </p:txBody>
      </p:sp>
      <p:sp>
        <p:nvSpPr>
          <p:cNvPr id="1081" name="Freeform 1080"/>
          <p:cNvSpPr/>
          <p:nvPr/>
        </p:nvSpPr>
        <p:spPr>
          <a:xfrm>
            <a:off x="11301984" y="969264"/>
            <a:ext cx="246888" cy="374904"/>
          </a:xfrm>
          <a:custGeom>
            <a:avLst/>
            <a:gdLst/>
            <a:ahLst/>
            <a:cxnLst/>
            <a:rect l="l" t="t" r="r" b="b"/>
            <a:pathLst>
              <a:path w="27" h="41">
                <a:moveTo>
                  <a:pt x="10" y="6"/>
                </a:moveTo>
                <a:lnTo>
                  <a:pt x="8" y="16"/>
                </a:lnTo>
                <a:lnTo>
                  <a:pt x="14" y="12"/>
                </a:lnTo>
                <a:lnTo>
                  <a:pt x="19" y="0"/>
                </a:lnTo>
                <a:lnTo>
                  <a:pt x="21" y="11"/>
                </a:lnTo>
                <a:lnTo>
                  <a:pt x="17" y="21"/>
                </a:lnTo>
                <a:lnTo>
                  <a:pt x="24" y="15"/>
                </a:lnTo>
                <a:lnTo>
                  <a:pt x="27" y="28"/>
                </a:lnTo>
                <a:lnTo>
                  <a:pt x="25" y="37"/>
                </a:lnTo>
                <a:lnTo>
                  <a:pt x="19" y="41"/>
                </a:lnTo>
                <a:lnTo>
                  <a:pt x="9" y="41"/>
                </a:lnTo>
                <a:lnTo>
                  <a:pt x="1" y="35"/>
                </a:lnTo>
                <a:lnTo>
                  <a:pt x="0" y="26"/>
                </a:lnTo>
                <a:lnTo>
                  <a:pt x="6" y="16"/>
                </a:lnTo>
                <a:lnTo>
                  <a:pt x="3" y="29"/>
                </a:lnTo>
                <a:lnTo>
                  <a:pt x="10" y="23"/>
                </a:lnTo>
                <a:close/>
              </a:path>
            </a:pathLst>
          </a:custGeom>
          <a:solidFill>
            <a:srgbClr val="FF42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Freeform 1081"/>
          <p:cNvSpPr/>
          <p:nvPr/>
        </p:nvSpPr>
        <p:spPr>
          <a:xfrm>
            <a:off x="11356848" y="1124712"/>
            <a:ext cx="155448" cy="210312"/>
          </a:xfrm>
          <a:custGeom>
            <a:avLst/>
            <a:gdLst/>
            <a:ahLst/>
            <a:cxnLst/>
            <a:rect l="l" t="t" r="r" b="b"/>
            <a:pathLst>
              <a:path w="17" h="23">
                <a:moveTo>
                  <a:pt x="7" y="0"/>
                </a:moveTo>
                <a:lnTo>
                  <a:pt x="4" y="11"/>
                </a:lnTo>
                <a:lnTo>
                  <a:pt x="8" y="9"/>
                </a:lnTo>
                <a:lnTo>
                  <a:pt x="11" y="3"/>
                </a:lnTo>
                <a:lnTo>
                  <a:pt x="12" y="14"/>
                </a:lnTo>
                <a:lnTo>
                  <a:pt x="17" y="17"/>
                </a:lnTo>
                <a:lnTo>
                  <a:pt x="13" y="23"/>
                </a:lnTo>
                <a:lnTo>
                  <a:pt x="4" y="22"/>
                </a:lnTo>
                <a:lnTo>
                  <a:pt x="0" y="17"/>
                </a:lnTo>
                <a:lnTo>
                  <a:pt x="4" y="10"/>
                </a:lnTo>
                <a:close/>
              </a:path>
            </a:pathLst>
          </a:custGeom>
          <a:solidFill>
            <a:srgbClr val="FFE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3" name="Text: α"/>
          <p:cNvSpPr txBox="1"/>
          <p:nvPr/>
        </p:nvSpPr>
        <p:spPr>
          <a:xfrm>
            <a:off x="6803136" y="1682130"/>
            <a:ext cx="180130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α</a:t>
            </a:r>
          </a:p>
        </p:txBody>
      </p:sp>
      <p:sp>
        <p:nvSpPr>
          <p:cNvPr id="1084" name="Text: m"/>
          <p:cNvSpPr txBox="1"/>
          <p:nvPr/>
        </p:nvSpPr>
        <p:spPr>
          <a:xfrm>
            <a:off x="6937546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85" name="Text: 1"/>
          <p:cNvSpPr txBox="1"/>
          <p:nvPr/>
        </p:nvSpPr>
        <p:spPr>
          <a:xfrm>
            <a:off x="6937546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1</a:t>
            </a:r>
          </a:p>
        </p:txBody>
      </p:sp>
      <p:sp>
        <p:nvSpPr>
          <p:cNvPr id="1086" name="Text: ,"/>
          <p:cNvSpPr txBox="1"/>
          <p:nvPr/>
        </p:nvSpPr>
        <p:spPr>
          <a:xfrm>
            <a:off x="7123176" y="1697492"/>
            <a:ext cx="107442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0" i="0">
                <a:solidFill>
                  <a:srgbClr val="080908"/>
                </a:solidFill>
                <a:latin typeface="Liberation Serif"/>
              </a:rPr>
              <a:t>,</a:t>
            </a:r>
          </a:p>
        </p:txBody>
      </p:sp>
      <p:sp>
        <p:nvSpPr>
          <p:cNvPr id="1087" name="Text: β"/>
          <p:cNvSpPr txBox="1"/>
          <p:nvPr/>
        </p:nvSpPr>
        <p:spPr>
          <a:xfrm>
            <a:off x="7315200" y="1682130"/>
            <a:ext cx="173236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β</a:t>
            </a:r>
          </a:p>
        </p:txBody>
      </p:sp>
      <p:sp>
        <p:nvSpPr>
          <p:cNvPr id="1088" name="Text: m"/>
          <p:cNvSpPr txBox="1"/>
          <p:nvPr/>
        </p:nvSpPr>
        <p:spPr>
          <a:xfrm>
            <a:off x="7442716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89" name="Text: 1"/>
          <p:cNvSpPr txBox="1"/>
          <p:nvPr/>
        </p:nvSpPr>
        <p:spPr>
          <a:xfrm>
            <a:off x="7442716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1</a:t>
            </a:r>
          </a:p>
        </p:txBody>
      </p:sp>
      <p:sp>
        <p:nvSpPr>
          <p:cNvPr id="1090" name="Text: γ"/>
          <p:cNvSpPr txBox="1"/>
          <p:nvPr/>
        </p:nvSpPr>
        <p:spPr>
          <a:xfrm>
            <a:off x="8147304" y="1682130"/>
            <a:ext cx="146625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γ</a:t>
            </a:r>
          </a:p>
        </p:txBody>
      </p:sp>
      <p:sp>
        <p:nvSpPr>
          <p:cNvPr id="1091" name="Text: m"/>
          <p:cNvSpPr txBox="1"/>
          <p:nvPr/>
        </p:nvSpPr>
        <p:spPr>
          <a:xfrm>
            <a:off x="8248209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92" name="Text: 1"/>
          <p:cNvSpPr txBox="1"/>
          <p:nvPr/>
        </p:nvSpPr>
        <p:spPr>
          <a:xfrm>
            <a:off x="8248209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1</a:t>
            </a:r>
          </a:p>
        </p:txBody>
      </p:sp>
      <p:sp>
        <p:nvSpPr>
          <p:cNvPr id="1093" name="Text: α"/>
          <p:cNvSpPr txBox="1"/>
          <p:nvPr/>
        </p:nvSpPr>
        <p:spPr>
          <a:xfrm>
            <a:off x="9079992" y="1682130"/>
            <a:ext cx="180130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α</a:t>
            </a:r>
          </a:p>
        </p:txBody>
      </p:sp>
      <p:sp>
        <p:nvSpPr>
          <p:cNvPr id="1094" name="Text: m"/>
          <p:cNvSpPr txBox="1"/>
          <p:nvPr/>
        </p:nvSpPr>
        <p:spPr>
          <a:xfrm>
            <a:off x="9214402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95" name="Text: 2"/>
          <p:cNvSpPr txBox="1"/>
          <p:nvPr/>
        </p:nvSpPr>
        <p:spPr>
          <a:xfrm>
            <a:off x="9214402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2</a:t>
            </a:r>
          </a:p>
        </p:txBody>
      </p:sp>
      <p:sp>
        <p:nvSpPr>
          <p:cNvPr id="1096" name="Text: ,"/>
          <p:cNvSpPr txBox="1"/>
          <p:nvPr/>
        </p:nvSpPr>
        <p:spPr>
          <a:xfrm>
            <a:off x="9400032" y="1697492"/>
            <a:ext cx="107442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0" i="0">
                <a:solidFill>
                  <a:srgbClr val="080908"/>
                </a:solidFill>
                <a:latin typeface="Liberation Serif"/>
              </a:rPr>
              <a:t>,</a:t>
            </a:r>
          </a:p>
        </p:txBody>
      </p:sp>
      <p:sp>
        <p:nvSpPr>
          <p:cNvPr id="1097" name="Text: β"/>
          <p:cNvSpPr txBox="1"/>
          <p:nvPr/>
        </p:nvSpPr>
        <p:spPr>
          <a:xfrm>
            <a:off x="9573768" y="1682130"/>
            <a:ext cx="173236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β</a:t>
            </a:r>
          </a:p>
        </p:txBody>
      </p:sp>
      <p:sp>
        <p:nvSpPr>
          <p:cNvPr id="1098" name="Text: m"/>
          <p:cNvSpPr txBox="1"/>
          <p:nvPr/>
        </p:nvSpPr>
        <p:spPr>
          <a:xfrm>
            <a:off x="9701284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099" name="Text: 2"/>
          <p:cNvSpPr txBox="1"/>
          <p:nvPr/>
        </p:nvSpPr>
        <p:spPr>
          <a:xfrm>
            <a:off x="9701284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2</a:t>
            </a:r>
          </a:p>
        </p:txBody>
      </p:sp>
      <p:sp>
        <p:nvSpPr>
          <p:cNvPr id="1100" name="Text: γ"/>
          <p:cNvSpPr txBox="1"/>
          <p:nvPr/>
        </p:nvSpPr>
        <p:spPr>
          <a:xfrm>
            <a:off x="10488168" y="1682130"/>
            <a:ext cx="146625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80908"/>
                </a:solidFill>
                <a:latin typeface="Liberation Serif"/>
              </a:rPr>
              <a:t>γ</a:t>
            </a:r>
          </a:p>
        </p:txBody>
      </p:sp>
      <p:sp>
        <p:nvSpPr>
          <p:cNvPr id="1101" name="Text: m"/>
          <p:cNvSpPr txBox="1"/>
          <p:nvPr/>
        </p:nvSpPr>
        <p:spPr>
          <a:xfrm>
            <a:off x="10589073" y="1814755"/>
            <a:ext cx="166235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sp>
        <p:nvSpPr>
          <p:cNvPr id="1102" name="Text: 2"/>
          <p:cNvSpPr txBox="1"/>
          <p:nvPr/>
        </p:nvSpPr>
        <p:spPr>
          <a:xfrm>
            <a:off x="10589073" y="1632972"/>
            <a:ext cx="129159" cy="226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0" i="1">
                <a:solidFill>
                  <a:srgbClr val="080908"/>
                </a:solidFill>
                <a:latin typeface="Liberation Serif"/>
              </a:rPr>
              <a:t>2</a:t>
            </a:r>
          </a:p>
        </p:txBody>
      </p:sp>
      <p:sp>
        <p:nvSpPr>
          <p:cNvPr id="1103" name="Freeform 1102"/>
          <p:cNvSpPr/>
          <p:nvPr/>
        </p:nvSpPr>
        <p:spPr>
          <a:xfrm>
            <a:off x="7242048" y="1664208"/>
            <a:ext cx="0" cy="429768"/>
          </a:xfrm>
          <a:custGeom>
            <a:avLst/>
            <a:gdLst/>
            <a:ahLst/>
            <a:cxnLst/>
            <a:rect l="l" t="t" r="r" b="b"/>
            <a:pathLst>
              <a:path w="0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21945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4" name="Freeform 1103"/>
          <p:cNvSpPr/>
          <p:nvPr/>
        </p:nvSpPr>
        <p:spPr>
          <a:xfrm>
            <a:off x="7187184" y="2075688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5" name="Freeform 1104"/>
          <p:cNvSpPr/>
          <p:nvPr/>
        </p:nvSpPr>
        <p:spPr>
          <a:xfrm>
            <a:off x="8558784" y="1664208"/>
            <a:ext cx="0" cy="429768"/>
          </a:xfrm>
          <a:custGeom>
            <a:avLst/>
            <a:gdLst/>
            <a:ahLst/>
            <a:cxnLst/>
            <a:rect l="l" t="t" r="r" b="b"/>
            <a:pathLst>
              <a:path w="0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21945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Freeform 1105"/>
          <p:cNvSpPr/>
          <p:nvPr/>
        </p:nvSpPr>
        <p:spPr>
          <a:xfrm>
            <a:off x="8503920" y="2075688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Freeform 1106"/>
          <p:cNvSpPr/>
          <p:nvPr/>
        </p:nvSpPr>
        <p:spPr>
          <a:xfrm>
            <a:off x="9528048" y="1664208"/>
            <a:ext cx="0" cy="429768"/>
          </a:xfrm>
          <a:custGeom>
            <a:avLst/>
            <a:gdLst/>
            <a:ahLst/>
            <a:cxnLst/>
            <a:rect l="l" t="t" r="r" b="b"/>
            <a:pathLst>
              <a:path w="0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21945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Freeform 1107"/>
          <p:cNvSpPr/>
          <p:nvPr/>
        </p:nvSpPr>
        <p:spPr>
          <a:xfrm>
            <a:off x="9473184" y="2075688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Freeform 1108"/>
          <p:cNvSpPr/>
          <p:nvPr/>
        </p:nvSpPr>
        <p:spPr>
          <a:xfrm>
            <a:off x="10863072" y="1664208"/>
            <a:ext cx="0" cy="429768"/>
          </a:xfrm>
          <a:custGeom>
            <a:avLst/>
            <a:gdLst/>
            <a:ahLst/>
            <a:cxnLst/>
            <a:rect l="l" t="t" r="r" b="b"/>
            <a:pathLst>
              <a:path w="0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21945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0" name="Freeform 1109"/>
          <p:cNvSpPr/>
          <p:nvPr/>
        </p:nvSpPr>
        <p:spPr>
          <a:xfrm>
            <a:off x="10808208" y="2075688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1" name="Rounded Rectangle 1110"/>
          <p:cNvSpPr/>
          <p:nvPr/>
        </p:nvSpPr>
        <p:spPr>
          <a:xfrm>
            <a:off x="7022592" y="2167128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F5C9AE"/>
          </a:solidFill>
          <a:ln w="23774">
            <a:solidFill>
              <a:srgbClr val="F77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: S&amp;S"/>
          <p:cNvSpPr txBox="1"/>
          <p:nvPr/>
        </p:nvSpPr>
        <p:spPr>
          <a:xfrm rot="5400000">
            <a:off x="6974479" y="2442728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13" name="Rounded Rectangle 1112"/>
          <p:cNvSpPr/>
          <p:nvPr/>
        </p:nvSpPr>
        <p:spPr>
          <a:xfrm>
            <a:off x="8339328" y="2167128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F5C9AE"/>
          </a:solidFill>
          <a:ln w="23774">
            <a:solidFill>
              <a:srgbClr val="F77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4" name="Text: Gate"/>
          <p:cNvSpPr txBox="1"/>
          <p:nvPr/>
        </p:nvSpPr>
        <p:spPr>
          <a:xfrm rot="5400000">
            <a:off x="8277713" y="2442728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15" name="Rounded Rectangle 1114"/>
          <p:cNvSpPr/>
          <p:nvPr/>
        </p:nvSpPr>
        <p:spPr>
          <a:xfrm>
            <a:off x="9299448" y="2167128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F5C9AE"/>
          </a:solidFill>
          <a:ln w="23774">
            <a:solidFill>
              <a:srgbClr val="F77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6" name="Text: S&amp;S"/>
          <p:cNvSpPr txBox="1"/>
          <p:nvPr/>
        </p:nvSpPr>
        <p:spPr>
          <a:xfrm rot="5400000">
            <a:off x="9251335" y="2442728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17" name="Rounded Rectangle 1116"/>
          <p:cNvSpPr/>
          <p:nvPr/>
        </p:nvSpPr>
        <p:spPr>
          <a:xfrm>
            <a:off x="10643616" y="2167128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F5C9AE"/>
          </a:solidFill>
          <a:ln w="23774">
            <a:solidFill>
              <a:srgbClr val="F77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: Gate"/>
          <p:cNvSpPr txBox="1"/>
          <p:nvPr/>
        </p:nvSpPr>
        <p:spPr>
          <a:xfrm rot="5400000">
            <a:off x="10582001" y="2442728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19" name="Rounded Rectangle 1118"/>
          <p:cNvSpPr/>
          <p:nvPr/>
        </p:nvSpPr>
        <p:spPr>
          <a:xfrm>
            <a:off x="7022592" y="3282696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DC9BDC"/>
          </a:solidFill>
          <a:ln w="23774">
            <a:solidFill>
              <a:srgbClr val="AD2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: S&amp;S"/>
          <p:cNvSpPr txBox="1"/>
          <p:nvPr/>
        </p:nvSpPr>
        <p:spPr>
          <a:xfrm rot="5400000">
            <a:off x="6974479" y="3558296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21" name="Rounded Rectangle 1120"/>
          <p:cNvSpPr/>
          <p:nvPr/>
        </p:nvSpPr>
        <p:spPr>
          <a:xfrm>
            <a:off x="8339328" y="3282696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DC9BDC"/>
          </a:solidFill>
          <a:ln w="23774">
            <a:solidFill>
              <a:srgbClr val="AD2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2" name="Text: Gate"/>
          <p:cNvSpPr txBox="1"/>
          <p:nvPr/>
        </p:nvSpPr>
        <p:spPr>
          <a:xfrm rot="5400000">
            <a:off x="8277713" y="3558296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23" name="Rounded Rectangle 1122"/>
          <p:cNvSpPr/>
          <p:nvPr/>
        </p:nvSpPr>
        <p:spPr>
          <a:xfrm>
            <a:off x="9299448" y="3282696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DC9BDC"/>
          </a:solidFill>
          <a:ln w="23774">
            <a:solidFill>
              <a:srgbClr val="AD2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: S&amp;S"/>
          <p:cNvSpPr txBox="1"/>
          <p:nvPr/>
        </p:nvSpPr>
        <p:spPr>
          <a:xfrm rot="5400000">
            <a:off x="9251335" y="3558296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25" name="Rounded Rectangle 1124"/>
          <p:cNvSpPr/>
          <p:nvPr/>
        </p:nvSpPr>
        <p:spPr>
          <a:xfrm>
            <a:off x="10643616" y="3282696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DC9BDC"/>
          </a:solidFill>
          <a:ln w="23774">
            <a:solidFill>
              <a:srgbClr val="AD2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6" name="Text: Gate"/>
          <p:cNvSpPr txBox="1"/>
          <p:nvPr/>
        </p:nvSpPr>
        <p:spPr>
          <a:xfrm rot="5400000">
            <a:off x="10582001" y="3558296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27" name="Rounded Rectangle 1126"/>
          <p:cNvSpPr/>
          <p:nvPr/>
        </p:nvSpPr>
        <p:spPr>
          <a:xfrm>
            <a:off x="7022592" y="4343400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82DC88"/>
          </a:solidFill>
          <a:ln w="23774">
            <a:solidFill>
              <a:srgbClr val="55AC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: S&amp;S"/>
          <p:cNvSpPr txBox="1"/>
          <p:nvPr/>
        </p:nvSpPr>
        <p:spPr>
          <a:xfrm rot="5400000">
            <a:off x="6974479" y="4619000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29" name="Rounded Rectangle 1128"/>
          <p:cNvSpPr/>
          <p:nvPr/>
        </p:nvSpPr>
        <p:spPr>
          <a:xfrm>
            <a:off x="8339328" y="4343400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82DC88"/>
          </a:solidFill>
          <a:ln w="23774">
            <a:solidFill>
              <a:srgbClr val="55AC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0" name="Text: Gate"/>
          <p:cNvSpPr txBox="1"/>
          <p:nvPr/>
        </p:nvSpPr>
        <p:spPr>
          <a:xfrm rot="5400000">
            <a:off x="8277713" y="4619000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31" name="Rounded Rectangle 1130"/>
          <p:cNvSpPr/>
          <p:nvPr/>
        </p:nvSpPr>
        <p:spPr>
          <a:xfrm>
            <a:off x="9299448" y="4343400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82DC88"/>
          </a:solidFill>
          <a:ln w="23774">
            <a:solidFill>
              <a:srgbClr val="55AC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2" name="Text: S&amp;S"/>
          <p:cNvSpPr txBox="1"/>
          <p:nvPr/>
        </p:nvSpPr>
        <p:spPr>
          <a:xfrm rot="5400000">
            <a:off x="9251335" y="4619000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133" name="Rounded Rectangle 1132"/>
          <p:cNvSpPr/>
          <p:nvPr/>
        </p:nvSpPr>
        <p:spPr>
          <a:xfrm>
            <a:off x="10643616" y="4343400"/>
            <a:ext cx="429768" cy="886968"/>
          </a:xfrm>
          <a:prstGeom prst="roundRect">
            <a:avLst>
              <a:gd name="adj" fmla="val 17021"/>
            </a:avLst>
          </a:prstGeom>
          <a:solidFill>
            <a:srgbClr val="82DC88"/>
          </a:solidFill>
          <a:ln w="23774">
            <a:solidFill>
              <a:srgbClr val="55AC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: Gate"/>
          <p:cNvSpPr txBox="1"/>
          <p:nvPr/>
        </p:nvSpPr>
        <p:spPr>
          <a:xfrm rot="5400000">
            <a:off x="10582001" y="4619000"/>
            <a:ext cx="55299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Gate</a:t>
            </a:r>
          </a:p>
        </p:txBody>
      </p:sp>
      <p:sp>
        <p:nvSpPr>
          <p:cNvPr id="1135" name="Rounded Rectangle 1134"/>
          <p:cNvSpPr/>
          <p:nvPr/>
        </p:nvSpPr>
        <p:spPr>
          <a:xfrm>
            <a:off x="7680960" y="2167128"/>
            <a:ext cx="429768" cy="3026664"/>
          </a:xfrm>
          <a:prstGeom prst="roundRect">
            <a:avLst>
              <a:gd name="adj" fmla="val 17021"/>
            </a:avLst>
          </a:prstGeom>
          <a:solidFill>
            <a:srgbClr val="9FC6E9"/>
          </a:solidFill>
          <a:ln w="23774">
            <a:solidFill>
              <a:srgbClr val="266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6" name="Text: 3D Full Attention"/>
          <p:cNvSpPr txBox="1"/>
          <p:nvPr/>
        </p:nvSpPr>
        <p:spPr>
          <a:xfrm rot="5400000">
            <a:off x="6987963" y="3518794"/>
            <a:ext cx="1815763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3D Full Attention</a:t>
            </a:r>
          </a:p>
        </p:txBody>
      </p:sp>
      <p:sp>
        <p:nvSpPr>
          <p:cNvPr id="1137" name="Rounded Rectangle 1136"/>
          <p:cNvSpPr/>
          <p:nvPr/>
        </p:nvSpPr>
        <p:spPr>
          <a:xfrm>
            <a:off x="9966960" y="2167128"/>
            <a:ext cx="429768" cy="3026664"/>
          </a:xfrm>
          <a:prstGeom prst="roundRect">
            <a:avLst>
              <a:gd name="adj" fmla="val 17021"/>
            </a:avLst>
          </a:prstGeom>
          <a:solidFill>
            <a:srgbClr val="9FC6E9"/>
          </a:solidFill>
          <a:ln w="23774">
            <a:solidFill>
              <a:srgbClr val="266F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Text: Point-wise Feedforward"/>
          <p:cNvSpPr txBox="1"/>
          <p:nvPr/>
        </p:nvSpPr>
        <p:spPr>
          <a:xfrm rot="5400000">
            <a:off x="8940814" y="3518794"/>
            <a:ext cx="2482060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Point-wise Feedforward</a:t>
            </a:r>
          </a:p>
        </p:txBody>
      </p:sp>
      <p:sp>
        <p:nvSpPr>
          <p:cNvPr id="1139" name="Text: f"/>
          <p:cNvSpPr txBox="1"/>
          <p:nvPr/>
        </p:nvSpPr>
        <p:spPr>
          <a:xfrm>
            <a:off x="6446520" y="2611526"/>
            <a:ext cx="137089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f</a:t>
            </a:r>
          </a:p>
        </p:txBody>
      </p:sp>
      <p:sp>
        <p:nvSpPr>
          <p:cNvPr id="1140" name="Text: text"/>
          <p:cNvSpPr txBox="1"/>
          <p:nvPr/>
        </p:nvSpPr>
        <p:spPr>
          <a:xfrm>
            <a:off x="6537889" y="2753624"/>
            <a:ext cx="313111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text</a:t>
            </a:r>
          </a:p>
        </p:txBody>
      </p:sp>
      <p:sp>
        <p:nvSpPr>
          <p:cNvPr id="1141" name="Text: f"/>
          <p:cNvSpPr txBox="1"/>
          <p:nvPr/>
        </p:nvSpPr>
        <p:spPr>
          <a:xfrm>
            <a:off x="6446520" y="3717950"/>
            <a:ext cx="137089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f</a:t>
            </a:r>
          </a:p>
        </p:txBody>
      </p:sp>
      <p:sp>
        <p:nvSpPr>
          <p:cNvPr id="1142" name="Text: V"/>
          <p:cNvSpPr txBox="1"/>
          <p:nvPr/>
        </p:nvSpPr>
        <p:spPr>
          <a:xfrm>
            <a:off x="6537889" y="3860048"/>
            <a:ext cx="164663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V</a:t>
            </a:r>
          </a:p>
        </p:txBody>
      </p:sp>
      <p:sp>
        <p:nvSpPr>
          <p:cNvPr id="1143" name="Text: f"/>
          <p:cNvSpPr txBox="1"/>
          <p:nvPr/>
        </p:nvSpPr>
        <p:spPr>
          <a:xfrm>
            <a:off x="6446520" y="4824374"/>
            <a:ext cx="137089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f</a:t>
            </a:r>
          </a:p>
        </p:txBody>
      </p:sp>
      <p:sp>
        <p:nvSpPr>
          <p:cNvPr id="1144" name="Text: M"/>
          <p:cNvSpPr txBox="1"/>
          <p:nvPr/>
        </p:nvSpPr>
        <p:spPr>
          <a:xfrm>
            <a:off x="6537889" y="4966472"/>
            <a:ext cx="204276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M</a:t>
            </a:r>
          </a:p>
        </p:txBody>
      </p:sp>
      <p:grpSp>
        <p:nvGrpSpPr>
          <p:cNvPr id="1151" name="purple latent code"/>
          <p:cNvGrpSpPr/>
          <p:nvPr/>
        </p:nvGrpSpPr>
        <p:grpSpPr>
          <a:xfrm>
            <a:off x="12435840" y="2185416"/>
            <a:ext cx="768096" cy="768096"/>
            <a:chOff x="12435840" y="2185416"/>
            <a:chExt cx="768096" cy="768096"/>
          </a:xfrm>
        </p:grpSpPr>
        <p:sp>
          <p:nvSpPr>
            <p:cNvPr id="1145" name="Freeform 1144"/>
            <p:cNvSpPr/>
            <p:nvPr/>
          </p:nvSpPr>
          <p:spPr>
            <a:xfrm>
              <a:off x="12435840" y="2185416"/>
              <a:ext cx="768096" cy="182880"/>
            </a:xfrm>
            <a:custGeom>
              <a:avLst/>
              <a:gdLst/>
              <a:ahLst/>
              <a:cxnLst/>
              <a:rect l="l" t="t" r="r" b="b"/>
              <a:pathLst>
                <a:path w="84" h="20">
                  <a:moveTo>
                    <a:pt x="0" y="20"/>
                  </a:moveTo>
                  <a:lnTo>
                    <a:pt x="20" y="0"/>
                  </a:lnTo>
                  <a:lnTo>
                    <a:pt x="84" y="0"/>
                  </a:lnTo>
                  <a:lnTo>
                    <a:pt x="64" y="20"/>
                  </a:lnTo>
                  <a:close/>
                </a:path>
              </a:pathLst>
            </a:custGeom>
            <a:solidFill>
              <a:srgbClr val="E8B1E3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6" name="Freeform 1145"/>
            <p:cNvSpPr/>
            <p:nvPr/>
          </p:nvSpPr>
          <p:spPr>
            <a:xfrm>
              <a:off x="13021056" y="2185416"/>
              <a:ext cx="182880" cy="768096"/>
            </a:xfrm>
            <a:custGeom>
              <a:avLst/>
              <a:gdLst/>
              <a:ahLst/>
              <a:cxnLst/>
              <a:rect l="l" t="t" r="r" b="b"/>
              <a:pathLst>
                <a:path w="20" h="84">
                  <a:moveTo>
                    <a:pt x="0" y="20"/>
                  </a:moveTo>
                  <a:lnTo>
                    <a:pt x="20" y="0"/>
                  </a:lnTo>
                  <a:lnTo>
                    <a:pt x="20" y="6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16CBC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ectangle 1146"/>
            <p:cNvSpPr/>
            <p:nvPr/>
          </p:nvSpPr>
          <p:spPr>
            <a:xfrm>
              <a:off x="12435840" y="2368296"/>
              <a:ext cx="585216" cy="585216"/>
            </a:xfrm>
            <a:prstGeom prst="rect">
              <a:avLst/>
            </a:prstGeom>
            <a:solidFill>
              <a:srgbClr val="DC9BD8"/>
            </a:solidFill>
            <a:ln w="27432">
              <a:solidFill>
                <a:srgbClr val="A52A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8" name="Text: ẑ"/>
            <p:cNvSpPr txBox="1"/>
            <p:nvPr/>
          </p:nvSpPr>
          <p:spPr>
            <a:xfrm>
              <a:off x="12615595" y="2474366"/>
              <a:ext cx="152483" cy="373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080908"/>
                  </a:solidFill>
                  <a:latin typeface="Liberation Serif"/>
                </a:rPr>
                <a:t>ẑ</a:t>
              </a:r>
            </a:p>
          </p:txBody>
        </p:sp>
        <p:sp>
          <p:nvSpPr>
            <p:cNvPr id="1149" name="Text: 0"/>
            <p:cNvSpPr txBox="1"/>
            <p:nvPr/>
          </p:nvSpPr>
          <p:spPr>
            <a:xfrm>
              <a:off x="12722358" y="2616464"/>
              <a:ext cx="134874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150" name="Text: V"/>
            <p:cNvSpPr txBox="1"/>
            <p:nvPr/>
          </p:nvSpPr>
          <p:spPr>
            <a:xfrm>
              <a:off x="12722358" y="2421697"/>
              <a:ext cx="164663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V</a:t>
              </a:r>
            </a:p>
          </p:txBody>
        </p:sp>
      </p:grpSp>
      <p:grpSp>
        <p:nvGrpSpPr>
          <p:cNvPr id="1158" name="green latent code"/>
          <p:cNvGrpSpPr/>
          <p:nvPr/>
        </p:nvGrpSpPr>
        <p:grpSpPr>
          <a:xfrm>
            <a:off x="12435840" y="3648456"/>
            <a:ext cx="768096" cy="768096"/>
            <a:chOff x="12435840" y="3648456"/>
            <a:chExt cx="768096" cy="768096"/>
          </a:xfrm>
        </p:grpSpPr>
        <p:sp>
          <p:nvSpPr>
            <p:cNvPr id="1152" name="Freeform 1151"/>
            <p:cNvSpPr/>
            <p:nvPr/>
          </p:nvSpPr>
          <p:spPr>
            <a:xfrm>
              <a:off x="12435840" y="3648456"/>
              <a:ext cx="768096" cy="182880"/>
            </a:xfrm>
            <a:custGeom>
              <a:avLst/>
              <a:gdLst/>
              <a:ahLst/>
              <a:cxnLst/>
              <a:rect l="l" t="t" r="r" b="b"/>
              <a:pathLst>
                <a:path w="84" h="20">
                  <a:moveTo>
                    <a:pt x="0" y="20"/>
                  </a:moveTo>
                  <a:lnTo>
                    <a:pt x="20" y="0"/>
                  </a:lnTo>
                  <a:lnTo>
                    <a:pt x="84" y="0"/>
                  </a:lnTo>
                  <a:lnTo>
                    <a:pt x="64" y="20"/>
                  </a:lnTo>
                  <a:close/>
                </a:path>
              </a:pathLst>
            </a:custGeom>
            <a:solidFill>
              <a:srgbClr val="B4E5A1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3" name="Freeform 1152"/>
            <p:cNvSpPr/>
            <p:nvPr/>
          </p:nvSpPr>
          <p:spPr>
            <a:xfrm>
              <a:off x="13021056" y="3648456"/>
              <a:ext cx="182880" cy="768096"/>
            </a:xfrm>
            <a:custGeom>
              <a:avLst/>
              <a:gdLst/>
              <a:ahLst/>
              <a:cxnLst/>
              <a:rect l="l" t="t" r="r" b="b"/>
              <a:pathLst>
                <a:path w="20" h="84">
                  <a:moveTo>
                    <a:pt x="0" y="20"/>
                  </a:moveTo>
                  <a:lnTo>
                    <a:pt x="20" y="0"/>
                  </a:lnTo>
                  <a:lnTo>
                    <a:pt x="20" y="6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69B460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12435840" y="3831336"/>
              <a:ext cx="585216" cy="585216"/>
            </a:xfrm>
            <a:prstGeom prst="rect">
              <a:avLst/>
            </a:prstGeom>
            <a:solidFill>
              <a:srgbClr val="87DC8C"/>
            </a:solidFill>
            <a:ln w="27432">
              <a:solidFill>
                <a:srgbClr val="41852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5" name="Text: ẑ"/>
            <p:cNvSpPr txBox="1"/>
            <p:nvPr/>
          </p:nvSpPr>
          <p:spPr>
            <a:xfrm>
              <a:off x="12595789" y="3937406"/>
              <a:ext cx="152483" cy="373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1" i="1">
                  <a:solidFill>
                    <a:srgbClr val="080908"/>
                  </a:solidFill>
                  <a:latin typeface="Liberation Serif"/>
                </a:rPr>
                <a:t>ẑ</a:t>
              </a:r>
            </a:p>
          </p:txBody>
        </p:sp>
        <p:sp>
          <p:nvSpPr>
            <p:cNvPr id="1156" name="Text: 0"/>
            <p:cNvSpPr txBox="1"/>
            <p:nvPr/>
          </p:nvSpPr>
          <p:spPr>
            <a:xfrm>
              <a:off x="12702552" y="4079504"/>
              <a:ext cx="134874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157" name="Text: M"/>
            <p:cNvSpPr txBox="1"/>
            <p:nvPr/>
          </p:nvSpPr>
          <p:spPr>
            <a:xfrm>
              <a:off x="12702552" y="3884737"/>
              <a:ext cx="204276" cy="24249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4" b="1" i="1">
                  <a:solidFill>
                    <a:srgbClr val="080908"/>
                  </a:solidFill>
                  <a:latin typeface="Liberation Serif"/>
                </a:rPr>
                <a:t>M</a:t>
              </a:r>
            </a:p>
          </p:txBody>
        </p:sp>
      </p:grpSp>
      <p:grpSp>
        <p:nvGrpSpPr>
          <p:cNvPr id="1193" name="3D VAE Decoder"/>
          <p:cNvGrpSpPr/>
          <p:nvPr/>
        </p:nvGrpSpPr>
        <p:grpSpPr>
          <a:xfrm>
            <a:off x="13960745" y="1810512"/>
            <a:ext cx="952154" cy="1225296"/>
            <a:chOff x="13960745" y="1810512"/>
            <a:chExt cx="952154" cy="1225296"/>
          </a:xfrm>
        </p:grpSpPr>
        <p:sp>
          <p:nvSpPr>
            <p:cNvPr id="1159" name="Freeform 1158"/>
            <p:cNvSpPr/>
            <p:nvPr/>
          </p:nvSpPr>
          <p:spPr>
            <a:xfrm>
              <a:off x="13962888" y="1810512"/>
              <a:ext cx="786384" cy="1225296"/>
            </a:xfrm>
            <a:custGeom>
              <a:avLst/>
              <a:gdLst/>
              <a:ahLst/>
              <a:cxnLst/>
              <a:rect l="l" t="t" r="r" b="b"/>
              <a:pathLst>
                <a:path w="86" h="134">
                  <a:moveTo>
                    <a:pt x="0" y="24"/>
                  </a:moveTo>
                  <a:lnTo>
                    <a:pt x="86" y="0"/>
                  </a:lnTo>
                  <a:lnTo>
                    <a:pt x="86" y="134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B9D7F7"/>
            </a:solidFill>
            <a:ln w="30175">
              <a:solidFill>
                <a:srgbClr val="2A6A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0" name="Text: 3D VAE"/>
            <p:cNvSpPr txBox="1"/>
            <p:nvPr/>
          </p:nvSpPr>
          <p:spPr>
            <a:xfrm rot="5400000">
              <a:off x="14018716" y="2255276"/>
              <a:ext cx="894183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3D VAE</a:t>
              </a:r>
            </a:p>
          </p:txBody>
        </p:sp>
        <p:sp>
          <p:nvSpPr>
            <p:cNvPr id="1161" name="Text: Dec"/>
            <p:cNvSpPr txBox="1"/>
            <p:nvPr/>
          </p:nvSpPr>
          <p:spPr>
            <a:xfrm rot="5400000">
              <a:off x="13960745" y="2255276"/>
              <a:ext cx="443198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Dec</a:t>
              </a:r>
            </a:p>
          </p:txBody>
        </p:sp>
        <p:grpSp>
          <p:nvGrpSpPr>
            <p:cNvPr id="1192" name="Frozen model snowflake"/>
            <p:cNvGrpSpPr/>
            <p:nvPr/>
          </p:nvGrpSpPr>
          <p:grpSpPr>
            <a:xfrm>
              <a:off x="13990320" y="1947672"/>
              <a:ext cx="219456" cy="182880"/>
              <a:chOff x="13990320" y="1947672"/>
              <a:chExt cx="219456" cy="182880"/>
            </a:xfrm>
          </p:grpSpPr>
          <p:sp>
            <p:nvSpPr>
              <p:cNvPr id="1162" name="Freeform 1161"/>
              <p:cNvSpPr/>
              <p:nvPr/>
            </p:nvSpPr>
            <p:spPr>
              <a:xfrm>
                <a:off x="14100048" y="2039112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0" y="0"/>
                    </a:moveTo>
                    <a:lnTo>
                      <a:pt x="12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3" name="Freeform 1162"/>
              <p:cNvSpPr/>
              <p:nvPr/>
            </p:nvSpPr>
            <p:spPr>
              <a:xfrm>
                <a:off x="14145768" y="203911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4" name="Freeform 1163"/>
              <p:cNvSpPr/>
              <p:nvPr/>
            </p:nvSpPr>
            <p:spPr>
              <a:xfrm>
                <a:off x="14145768" y="20208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5" name="Freeform 1164"/>
              <p:cNvSpPr/>
              <p:nvPr/>
            </p:nvSpPr>
            <p:spPr>
              <a:xfrm>
                <a:off x="14173200" y="203911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6" name="Freeform 1165"/>
              <p:cNvSpPr/>
              <p:nvPr/>
            </p:nvSpPr>
            <p:spPr>
              <a:xfrm>
                <a:off x="14173200" y="20208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7" name="Freeform 1166"/>
              <p:cNvSpPr/>
              <p:nvPr/>
            </p:nvSpPr>
            <p:spPr>
              <a:xfrm>
                <a:off x="14100048" y="2039112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0"/>
                    </a:moveTo>
                    <a:lnTo>
                      <a:pt x="6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8" name="Freeform 1167"/>
              <p:cNvSpPr/>
              <p:nvPr/>
            </p:nvSpPr>
            <p:spPr>
              <a:xfrm>
                <a:off x="14100048" y="208483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9" name="Freeform 1168"/>
              <p:cNvSpPr/>
              <p:nvPr/>
            </p:nvSpPr>
            <p:spPr>
              <a:xfrm>
                <a:off x="14127480" y="20665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0" name="Freeform 1169"/>
              <p:cNvSpPr/>
              <p:nvPr/>
            </p:nvSpPr>
            <p:spPr>
              <a:xfrm>
                <a:off x="14118336" y="2112264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2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Freeform 1170"/>
              <p:cNvSpPr/>
              <p:nvPr/>
            </p:nvSpPr>
            <p:spPr>
              <a:xfrm>
                <a:off x="14136624" y="20848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Freeform 1171"/>
              <p:cNvSpPr/>
              <p:nvPr/>
            </p:nvSpPr>
            <p:spPr>
              <a:xfrm>
                <a:off x="14045184" y="2039112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0"/>
                    </a:moveTo>
                    <a:lnTo>
                      <a:pt x="0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Freeform 1172"/>
              <p:cNvSpPr/>
              <p:nvPr/>
            </p:nvSpPr>
            <p:spPr>
              <a:xfrm>
                <a:off x="14063472" y="206654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4" name="Freeform 1173"/>
              <p:cNvSpPr/>
              <p:nvPr/>
            </p:nvSpPr>
            <p:spPr>
              <a:xfrm>
                <a:off x="14072616" y="208483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5" name="Freeform 1174"/>
              <p:cNvSpPr/>
              <p:nvPr/>
            </p:nvSpPr>
            <p:spPr>
              <a:xfrm>
                <a:off x="14045184" y="208483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6" name="Freeform 1175"/>
              <p:cNvSpPr/>
              <p:nvPr/>
            </p:nvSpPr>
            <p:spPr>
              <a:xfrm>
                <a:off x="14063472" y="2112264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0" y="0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Freeform 1176"/>
              <p:cNvSpPr/>
              <p:nvPr/>
            </p:nvSpPr>
            <p:spPr>
              <a:xfrm>
                <a:off x="13990320" y="2039112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12" y="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Freeform 1177"/>
              <p:cNvSpPr/>
              <p:nvPr/>
            </p:nvSpPr>
            <p:spPr>
              <a:xfrm>
                <a:off x="14045184" y="20208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9" name="Freeform 1178"/>
              <p:cNvSpPr/>
              <p:nvPr/>
            </p:nvSpPr>
            <p:spPr>
              <a:xfrm>
                <a:off x="14045184" y="203911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0" name="Freeform 1179"/>
              <p:cNvSpPr/>
              <p:nvPr/>
            </p:nvSpPr>
            <p:spPr>
              <a:xfrm>
                <a:off x="14017752" y="20208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Freeform 1180"/>
              <p:cNvSpPr/>
              <p:nvPr/>
            </p:nvSpPr>
            <p:spPr>
              <a:xfrm>
                <a:off x="14017752" y="203911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2" name="Freeform 1181"/>
              <p:cNvSpPr/>
              <p:nvPr/>
            </p:nvSpPr>
            <p:spPr>
              <a:xfrm>
                <a:off x="14045184" y="1947672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1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3" name="Freeform 1182"/>
              <p:cNvSpPr/>
              <p:nvPr/>
            </p:nvSpPr>
            <p:spPr>
              <a:xfrm>
                <a:off x="14072616" y="199339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Freeform 1183"/>
              <p:cNvSpPr/>
              <p:nvPr/>
            </p:nvSpPr>
            <p:spPr>
              <a:xfrm>
                <a:off x="14063472" y="199339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5" name="Freeform 1184"/>
              <p:cNvSpPr/>
              <p:nvPr/>
            </p:nvSpPr>
            <p:spPr>
              <a:xfrm>
                <a:off x="14063472" y="1965960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0" y="0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6" name="Freeform 1185"/>
              <p:cNvSpPr/>
              <p:nvPr/>
            </p:nvSpPr>
            <p:spPr>
              <a:xfrm>
                <a:off x="14045184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0"/>
                    </a:moveTo>
                    <a:lnTo>
                      <a:pt x="0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7" name="Freeform 1186"/>
              <p:cNvSpPr/>
              <p:nvPr/>
            </p:nvSpPr>
            <p:spPr>
              <a:xfrm>
                <a:off x="14100048" y="1947672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10"/>
                    </a:moveTo>
                    <a:lnTo>
                      <a:pt x="6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8" name="Freeform 1187"/>
              <p:cNvSpPr/>
              <p:nvPr/>
            </p:nvSpPr>
            <p:spPr>
              <a:xfrm>
                <a:off x="14127480" y="1993392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9" name="Freeform 1188"/>
              <p:cNvSpPr/>
              <p:nvPr/>
            </p:nvSpPr>
            <p:spPr>
              <a:xfrm>
                <a:off x="14100048" y="1993392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0" name="Freeform 1189"/>
              <p:cNvSpPr/>
              <p:nvPr/>
            </p:nvSpPr>
            <p:spPr>
              <a:xfrm>
                <a:off x="14136624" y="1965960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0"/>
                    </a:moveTo>
                    <a:lnTo>
                      <a:pt x="2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1" name="Freeform 1190"/>
              <p:cNvSpPr/>
              <p:nvPr/>
            </p:nvSpPr>
            <p:spPr>
              <a:xfrm>
                <a:off x="14118336" y="1965960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2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28" name="3D VAE Decoder"/>
          <p:cNvGrpSpPr/>
          <p:nvPr/>
        </p:nvGrpSpPr>
        <p:grpSpPr>
          <a:xfrm>
            <a:off x="13960745" y="3392424"/>
            <a:ext cx="952154" cy="1225296"/>
            <a:chOff x="13960745" y="3392424"/>
            <a:chExt cx="952154" cy="1225296"/>
          </a:xfrm>
        </p:grpSpPr>
        <p:sp>
          <p:nvSpPr>
            <p:cNvPr id="1194" name="Freeform 1193"/>
            <p:cNvSpPr/>
            <p:nvPr/>
          </p:nvSpPr>
          <p:spPr>
            <a:xfrm>
              <a:off x="13962888" y="3392424"/>
              <a:ext cx="786384" cy="1225296"/>
            </a:xfrm>
            <a:custGeom>
              <a:avLst/>
              <a:gdLst/>
              <a:ahLst/>
              <a:cxnLst/>
              <a:rect l="l" t="t" r="r" b="b"/>
              <a:pathLst>
                <a:path w="86" h="134">
                  <a:moveTo>
                    <a:pt x="0" y="24"/>
                  </a:moveTo>
                  <a:lnTo>
                    <a:pt x="86" y="0"/>
                  </a:lnTo>
                  <a:lnTo>
                    <a:pt x="86" y="134"/>
                  </a:lnTo>
                  <a:lnTo>
                    <a:pt x="0" y="110"/>
                  </a:lnTo>
                  <a:close/>
                </a:path>
              </a:pathLst>
            </a:custGeom>
            <a:solidFill>
              <a:srgbClr val="B9D7F7"/>
            </a:solidFill>
            <a:ln w="30175">
              <a:solidFill>
                <a:srgbClr val="2A6A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5" name="Text: 3D VAE"/>
            <p:cNvSpPr txBox="1"/>
            <p:nvPr/>
          </p:nvSpPr>
          <p:spPr>
            <a:xfrm rot="5400000">
              <a:off x="14018716" y="3837188"/>
              <a:ext cx="894183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3D VAE</a:t>
              </a:r>
            </a:p>
          </p:txBody>
        </p:sp>
        <p:sp>
          <p:nvSpPr>
            <p:cNvPr id="1196" name="Text: Dec"/>
            <p:cNvSpPr txBox="1"/>
            <p:nvPr/>
          </p:nvSpPr>
          <p:spPr>
            <a:xfrm rot="5400000">
              <a:off x="13960745" y="3837188"/>
              <a:ext cx="443198" cy="3357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943" b="1" i="0">
                  <a:solidFill>
                    <a:srgbClr val="080908"/>
                  </a:solidFill>
                  <a:latin typeface="Liberation Serif"/>
                </a:rPr>
                <a:t>Dec</a:t>
              </a:r>
            </a:p>
          </p:txBody>
        </p:sp>
        <p:grpSp>
          <p:nvGrpSpPr>
            <p:cNvPr id="1227" name="Frozen model snowflake"/>
            <p:cNvGrpSpPr/>
            <p:nvPr/>
          </p:nvGrpSpPr>
          <p:grpSpPr>
            <a:xfrm>
              <a:off x="13990320" y="3529584"/>
              <a:ext cx="219456" cy="182880"/>
              <a:chOff x="13990320" y="3529584"/>
              <a:chExt cx="219456" cy="182880"/>
            </a:xfrm>
          </p:grpSpPr>
          <p:sp>
            <p:nvSpPr>
              <p:cNvPr id="1197" name="Freeform 1196"/>
              <p:cNvSpPr/>
              <p:nvPr/>
            </p:nvSpPr>
            <p:spPr>
              <a:xfrm>
                <a:off x="14100048" y="362102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0" y="0"/>
                    </a:moveTo>
                    <a:lnTo>
                      <a:pt x="12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8" name="Freeform 1197"/>
              <p:cNvSpPr/>
              <p:nvPr/>
            </p:nvSpPr>
            <p:spPr>
              <a:xfrm>
                <a:off x="14145768" y="3621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9" name="Freeform 1198"/>
              <p:cNvSpPr/>
              <p:nvPr/>
            </p:nvSpPr>
            <p:spPr>
              <a:xfrm>
                <a:off x="14145768" y="36027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0" name="Freeform 1199"/>
              <p:cNvSpPr/>
              <p:nvPr/>
            </p:nvSpPr>
            <p:spPr>
              <a:xfrm>
                <a:off x="14173200" y="3621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1" name="Freeform 1200"/>
              <p:cNvSpPr/>
              <p:nvPr/>
            </p:nvSpPr>
            <p:spPr>
              <a:xfrm>
                <a:off x="14173200" y="36027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2" name="Freeform 1201"/>
              <p:cNvSpPr/>
              <p:nvPr/>
            </p:nvSpPr>
            <p:spPr>
              <a:xfrm>
                <a:off x="14100048" y="362102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0"/>
                    </a:moveTo>
                    <a:lnTo>
                      <a:pt x="6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3" name="Freeform 1202"/>
              <p:cNvSpPr/>
              <p:nvPr/>
            </p:nvSpPr>
            <p:spPr>
              <a:xfrm>
                <a:off x="14100048" y="366674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4" name="Freeform 1203"/>
              <p:cNvSpPr/>
              <p:nvPr/>
            </p:nvSpPr>
            <p:spPr>
              <a:xfrm>
                <a:off x="14127480" y="3648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5" name="Freeform 1204"/>
              <p:cNvSpPr/>
              <p:nvPr/>
            </p:nvSpPr>
            <p:spPr>
              <a:xfrm>
                <a:off x="14118336" y="3694176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2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6" name="Freeform 1205"/>
              <p:cNvSpPr/>
              <p:nvPr/>
            </p:nvSpPr>
            <p:spPr>
              <a:xfrm>
                <a:off x="14136624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3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7" name="Freeform 1206"/>
              <p:cNvSpPr/>
              <p:nvPr/>
            </p:nvSpPr>
            <p:spPr>
              <a:xfrm>
                <a:off x="14045184" y="362102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0"/>
                    </a:moveTo>
                    <a:lnTo>
                      <a:pt x="0" y="1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8" name="Freeform 1207"/>
              <p:cNvSpPr/>
              <p:nvPr/>
            </p:nvSpPr>
            <p:spPr>
              <a:xfrm>
                <a:off x="14063472" y="364845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2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9" name="Freeform 1208"/>
              <p:cNvSpPr/>
              <p:nvPr/>
            </p:nvSpPr>
            <p:spPr>
              <a:xfrm>
                <a:off x="14072616" y="366674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0" name="Freeform 1209"/>
              <p:cNvSpPr/>
              <p:nvPr/>
            </p:nvSpPr>
            <p:spPr>
              <a:xfrm>
                <a:off x="14045184" y="3666744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3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1" name="Freeform 1210"/>
              <p:cNvSpPr/>
              <p:nvPr/>
            </p:nvSpPr>
            <p:spPr>
              <a:xfrm>
                <a:off x="14063472" y="3694176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0" y="0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2" name="Freeform 1211"/>
              <p:cNvSpPr/>
              <p:nvPr/>
            </p:nvSpPr>
            <p:spPr>
              <a:xfrm>
                <a:off x="13990320" y="3621024"/>
                <a:ext cx="109728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" h="0">
                    <a:moveTo>
                      <a:pt x="12" y="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3" name="Freeform 1212"/>
              <p:cNvSpPr/>
              <p:nvPr/>
            </p:nvSpPr>
            <p:spPr>
              <a:xfrm>
                <a:off x="14045184" y="36027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4" name="Freeform 1213"/>
              <p:cNvSpPr/>
              <p:nvPr/>
            </p:nvSpPr>
            <p:spPr>
              <a:xfrm>
                <a:off x="14045184" y="3621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5" name="Freeform 1214"/>
              <p:cNvSpPr/>
              <p:nvPr/>
            </p:nvSpPr>
            <p:spPr>
              <a:xfrm>
                <a:off x="14017752" y="3602736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2"/>
                    </a:moveTo>
                    <a:lnTo>
                      <a:pt x="1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6" name="Freeform 1215"/>
              <p:cNvSpPr/>
              <p:nvPr/>
            </p:nvSpPr>
            <p:spPr>
              <a:xfrm>
                <a:off x="14017752" y="362102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7" name="Freeform 1216"/>
              <p:cNvSpPr/>
              <p:nvPr/>
            </p:nvSpPr>
            <p:spPr>
              <a:xfrm>
                <a:off x="14045184" y="352958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6" y="10"/>
                    </a:moveTo>
                    <a:lnTo>
                      <a:pt x="0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8" name="Freeform 1217"/>
              <p:cNvSpPr/>
              <p:nvPr/>
            </p:nvSpPr>
            <p:spPr>
              <a:xfrm>
                <a:off x="14072616" y="357530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0" y="0"/>
                    </a:moveTo>
                    <a:lnTo>
                      <a:pt x="3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9" name="Freeform 1218"/>
              <p:cNvSpPr/>
              <p:nvPr/>
            </p:nvSpPr>
            <p:spPr>
              <a:xfrm>
                <a:off x="14063472" y="35753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1" y="0"/>
                    </a:moveTo>
                    <a:lnTo>
                      <a:pt x="0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0" name="Freeform 1219"/>
              <p:cNvSpPr/>
              <p:nvPr/>
            </p:nvSpPr>
            <p:spPr>
              <a:xfrm>
                <a:off x="14063472" y="3547872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0" y="0"/>
                    </a:moveTo>
                    <a:lnTo>
                      <a:pt x="2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1" name="Freeform 1220"/>
              <p:cNvSpPr/>
              <p:nvPr/>
            </p:nvSpPr>
            <p:spPr>
              <a:xfrm>
                <a:off x="14045184" y="35478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2" y="0"/>
                    </a:moveTo>
                    <a:lnTo>
                      <a:pt x="0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2" name="Freeform 1221"/>
              <p:cNvSpPr/>
              <p:nvPr/>
            </p:nvSpPr>
            <p:spPr>
              <a:xfrm>
                <a:off x="14100048" y="3529584"/>
                <a:ext cx="54864" cy="91440"/>
              </a:xfrm>
              <a:custGeom>
                <a:avLst/>
                <a:gdLst/>
                <a:ahLst/>
                <a:cxnLst/>
                <a:rect l="l" t="t" r="r" b="b"/>
                <a:pathLst>
                  <a:path w="6" h="10">
                    <a:moveTo>
                      <a:pt x="0" y="10"/>
                    </a:moveTo>
                    <a:lnTo>
                      <a:pt x="6" y="0"/>
                    </a:lnTo>
                  </a:path>
                </a:pathLst>
              </a:custGeom>
              <a:noFill/>
              <a:ln w="8686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3" name="Freeform 1222"/>
              <p:cNvSpPr/>
              <p:nvPr/>
            </p:nvSpPr>
            <p:spPr>
              <a:xfrm>
                <a:off x="14127480" y="3575304"/>
                <a:ext cx="9144" cy="18288"/>
              </a:xfrm>
              <a:custGeom>
                <a:avLst/>
                <a:gdLst/>
                <a:ahLst/>
                <a:cxnLst/>
                <a:rect l="l" t="t" r="r" b="b"/>
                <a:pathLst>
                  <a:path w="1" h="2">
                    <a:moveTo>
                      <a:pt x="0" y="0"/>
                    </a:moveTo>
                    <a:lnTo>
                      <a:pt x="1" y="2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4" name="Freeform 1223"/>
              <p:cNvSpPr/>
              <p:nvPr/>
            </p:nvSpPr>
            <p:spPr>
              <a:xfrm>
                <a:off x="14100048" y="3575304"/>
                <a:ext cx="27432" cy="0"/>
              </a:xfrm>
              <a:custGeom>
                <a:avLst/>
                <a:gdLst/>
                <a:ahLst/>
                <a:cxnLst/>
                <a:rect l="l" t="t" r="r" b="b"/>
                <a:pathLst>
                  <a:path w="3" h="0">
                    <a:moveTo>
                      <a:pt x="3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5" name="Freeform 1224"/>
              <p:cNvSpPr/>
              <p:nvPr/>
            </p:nvSpPr>
            <p:spPr>
              <a:xfrm>
                <a:off x="14136624" y="3547872"/>
                <a:ext cx="18288" cy="27432"/>
              </a:xfrm>
              <a:custGeom>
                <a:avLst/>
                <a:gdLst/>
                <a:ahLst/>
                <a:cxnLst/>
                <a:rect l="l" t="t" r="r" b="b"/>
                <a:pathLst>
                  <a:path w="2" h="3">
                    <a:moveTo>
                      <a:pt x="0" y="0"/>
                    </a:moveTo>
                    <a:lnTo>
                      <a:pt x="2" y="3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6" name="Freeform 1225"/>
              <p:cNvSpPr/>
              <p:nvPr/>
            </p:nvSpPr>
            <p:spPr>
              <a:xfrm>
                <a:off x="14118336" y="3547872"/>
                <a:ext cx="1828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" h="0">
                    <a:moveTo>
                      <a:pt x="2" y="0"/>
                    </a:moveTo>
                    <a:lnTo>
                      <a:pt x="0" y="0"/>
                    </a:lnTo>
                  </a:path>
                </a:pathLst>
              </a:custGeom>
              <a:noFill/>
              <a:ln w="7315">
                <a:solidFill>
                  <a:srgbClr val="23AEE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249" name="Video example: output-photo"/>
          <p:cNvGrpSpPr/>
          <p:nvPr/>
        </p:nvGrpSpPr>
        <p:grpSpPr>
          <a:xfrm>
            <a:off x="15133320" y="1828800"/>
            <a:ext cx="1865376" cy="1216152"/>
            <a:chOff x="15133320" y="1828800"/>
            <a:chExt cx="1865376" cy="1216152"/>
          </a:xfrm>
        </p:grpSpPr>
        <p:sp>
          <p:nvSpPr>
            <p:cNvPr id="1229" name="Rectangle 1228"/>
            <p:cNvSpPr/>
            <p:nvPr/>
          </p:nvSpPr>
          <p:spPr>
            <a:xfrm>
              <a:off x="15133320" y="1828800"/>
              <a:ext cx="1865376" cy="1216152"/>
            </a:xfrm>
            <a:prstGeom prst="rect">
              <a:avLst/>
            </a:prstGeom>
            <a:solidFill>
              <a:srgbClr val="08090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0" name="Rectangle 1229"/>
            <p:cNvSpPr/>
            <p:nvPr/>
          </p:nvSpPr>
          <p:spPr>
            <a:xfrm>
              <a:off x="15179040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1" name="Rectangle 1230"/>
            <p:cNvSpPr/>
            <p:nvPr/>
          </p:nvSpPr>
          <p:spPr>
            <a:xfrm>
              <a:off x="15376144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ectangle 1231"/>
            <p:cNvSpPr/>
            <p:nvPr/>
          </p:nvSpPr>
          <p:spPr>
            <a:xfrm>
              <a:off x="15573248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5770352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5967456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5" name="Rectangle 1234"/>
            <p:cNvSpPr/>
            <p:nvPr/>
          </p:nvSpPr>
          <p:spPr>
            <a:xfrm>
              <a:off x="16164560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6" name="Rectangle 1235"/>
            <p:cNvSpPr/>
            <p:nvPr/>
          </p:nvSpPr>
          <p:spPr>
            <a:xfrm>
              <a:off x="16361664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ectangle 1236"/>
            <p:cNvSpPr/>
            <p:nvPr/>
          </p:nvSpPr>
          <p:spPr>
            <a:xfrm>
              <a:off x="16558768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6755872" y="187452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5179040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0" name="Rectangle 1239"/>
            <p:cNvSpPr/>
            <p:nvPr/>
          </p:nvSpPr>
          <p:spPr>
            <a:xfrm>
              <a:off x="15376144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1" name="Rectangle 1240"/>
            <p:cNvSpPr/>
            <p:nvPr/>
          </p:nvSpPr>
          <p:spPr>
            <a:xfrm>
              <a:off x="15573248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ectangle 1241"/>
            <p:cNvSpPr/>
            <p:nvPr/>
          </p:nvSpPr>
          <p:spPr>
            <a:xfrm>
              <a:off x="15770352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5967456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6164560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5" name="Rectangle 1244"/>
            <p:cNvSpPr/>
            <p:nvPr/>
          </p:nvSpPr>
          <p:spPr>
            <a:xfrm>
              <a:off x="16361664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6" name="Rectangle 1245"/>
            <p:cNvSpPr/>
            <p:nvPr/>
          </p:nvSpPr>
          <p:spPr>
            <a:xfrm>
              <a:off x="16558768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ectangle 1246"/>
            <p:cNvSpPr/>
            <p:nvPr/>
          </p:nvSpPr>
          <p:spPr>
            <a:xfrm>
              <a:off x="16755872" y="2926080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48" name="Picture 1247" descr="output-photo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51608" y="2002536"/>
              <a:ext cx="1828800" cy="877824"/>
            </a:xfrm>
            <a:prstGeom prst="rect">
              <a:avLst/>
            </a:prstGeom>
          </p:spPr>
        </p:pic>
      </p:grpSp>
      <p:grpSp>
        <p:nvGrpSpPr>
          <p:cNvPr id="1270" name="Video example: motion-frame"/>
          <p:cNvGrpSpPr/>
          <p:nvPr/>
        </p:nvGrpSpPr>
        <p:grpSpPr>
          <a:xfrm>
            <a:off x="15133320" y="3374136"/>
            <a:ext cx="1865376" cy="1207008"/>
            <a:chOff x="15133320" y="3374136"/>
            <a:chExt cx="1865376" cy="1207008"/>
          </a:xfrm>
        </p:grpSpPr>
        <p:sp>
          <p:nvSpPr>
            <p:cNvPr id="1250" name="Rectangle 1249"/>
            <p:cNvSpPr/>
            <p:nvPr/>
          </p:nvSpPr>
          <p:spPr>
            <a:xfrm>
              <a:off x="15133320" y="3374136"/>
              <a:ext cx="1865376" cy="1207008"/>
            </a:xfrm>
            <a:prstGeom prst="rect">
              <a:avLst/>
            </a:prstGeom>
            <a:solidFill>
              <a:srgbClr val="08090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1" name="Rectangle 1250"/>
            <p:cNvSpPr/>
            <p:nvPr/>
          </p:nvSpPr>
          <p:spPr>
            <a:xfrm>
              <a:off x="15179040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ectangle 1251"/>
            <p:cNvSpPr/>
            <p:nvPr/>
          </p:nvSpPr>
          <p:spPr>
            <a:xfrm>
              <a:off x="15376144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5573248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5770352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5" name="Rectangle 1254"/>
            <p:cNvSpPr/>
            <p:nvPr/>
          </p:nvSpPr>
          <p:spPr>
            <a:xfrm>
              <a:off x="15967456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6" name="Rectangle 1255"/>
            <p:cNvSpPr/>
            <p:nvPr/>
          </p:nvSpPr>
          <p:spPr>
            <a:xfrm>
              <a:off x="16164560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7" name="Rectangle 1256"/>
            <p:cNvSpPr/>
            <p:nvPr/>
          </p:nvSpPr>
          <p:spPr>
            <a:xfrm>
              <a:off x="16361664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8" name="Rectangle 1257"/>
            <p:cNvSpPr/>
            <p:nvPr/>
          </p:nvSpPr>
          <p:spPr>
            <a:xfrm>
              <a:off x="16558768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9" name="Rectangle 1258"/>
            <p:cNvSpPr/>
            <p:nvPr/>
          </p:nvSpPr>
          <p:spPr>
            <a:xfrm>
              <a:off x="16755872" y="3419856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0" name="Rectangle 1259"/>
            <p:cNvSpPr/>
            <p:nvPr/>
          </p:nvSpPr>
          <p:spPr>
            <a:xfrm>
              <a:off x="15179040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1" name="Rectangle 1260"/>
            <p:cNvSpPr/>
            <p:nvPr/>
          </p:nvSpPr>
          <p:spPr>
            <a:xfrm>
              <a:off x="15376144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2" name="Rectangle 1261"/>
            <p:cNvSpPr/>
            <p:nvPr/>
          </p:nvSpPr>
          <p:spPr>
            <a:xfrm>
              <a:off x="15573248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3" name="Rectangle 1262"/>
            <p:cNvSpPr/>
            <p:nvPr/>
          </p:nvSpPr>
          <p:spPr>
            <a:xfrm>
              <a:off x="15770352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4" name="Rectangle 1263"/>
            <p:cNvSpPr/>
            <p:nvPr/>
          </p:nvSpPr>
          <p:spPr>
            <a:xfrm>
              <a:off x="15967456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5" name="Rectangle 1264"/>
            <p:cNvSpPr/>
            <p:nvPr/>
          </p:nvSpPr>
          <p:spPr>
            <a:xfrm>
              <a:off x="16164560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6" name="Rectangle 1265"/>
            <p:cNvSpPr/>
            <p:nvPr/>
          </p:nvSpPr>
          <p:spPr>
            <a:xfrm>
              <a:off x="16361664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7" name="Rectangle 1266"/>
            <p:cNvSpPr/>
            <p:nvPr/>
          </p:nvSpPr>
          <p:spPr>
            <a:xfrm>
              <a:off x="16558768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8" name="Rectangle 1267"/>
            <p:cNvSpPr/>
            <p:nvPr/>
          </p:nvSpPr>
          <p:spPr>
            <a:xfrm>
              <a:off x="16755872" y="4462272"/>
              <a:ext cx="133096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269" name="Picture 1268" descr="motion-fram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51608" y="3547872"/>
              <a:ext cx="1828800" cy="868680"/>
            </a:xfrm>
            <a:prstGeom prst="rect">
              <a:avLst/>
            </a:prstGeom>
          </p:spPr>
        </p:pic>
      </p:grpSp>
      <p:sp>
        <p:nvSpPr>
          <p:cNvPr id="1271" name="Text: Video V̂"/>
          <p:cNvSpPr txBox="1"/>
          <p:nvPr/>
        </p:nvSpPr>
        <p:spPr>
          <a:xfrm rot="5400000">
            <a:off x="16887021" y="2286000"/>
            <a:ext cx="82685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Video V̂</a:t>
            </a:r>
          </a:p>
        </p:txBody>
      </p:sp>
      <p:sp>
        <p:nvSpPr>
          <p:cNvPr id="1272" name="Text: Rendered"/>
          <p:cNvSpPr txBox="1"/>
          <p:nvPr/>
        </p:nvSpPr>
        <p:spPr>
          <a:xfrm rot="5400000">
            <a:off x="16968067" y="3794760"/>
            <a:ext cx="99394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Rendered</a:t>
            </a:r>
          </a:p>
        </p:txBody>
      </p:sp>
      <p:sp>
        <p:nvSpPr>
          <p:cNvPr id="1273" name="Text: Motion Video M̂"/>
          <p:cNvSpPr txBox="1"/>
          <p:nvPr/>
        </p:nvSpPr>
        <p:spPr>
          <a:xfrm rot="5400000">
            <a:off x="16376958" y="3794760"/>
            <a:ext cx="164581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Motion Video M̂</a:t>
            </a:r>
          </a:p>
        </p:txBody>
      </p:sp>
      <p:sp>
        <p:nvSpPr>
          <p:cNvPr id="1274" name="Text: Gradient"/>
          <p:cNvSpPr txBox="1"/>
          <p:nvPr/>
        </p:nvSpPr>
        <p:spPr>
          <a:xfrm>
            <a:off x="14084850" y="5116617"/>
            <a:ext cx="1219117" cy="4103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1" i="0">
                <a:solidFill>
                  <a:srgbClr val="F27331"/>
                </a:solidFill>
                <a:latin typeface="Liberation Serif"/>
              </a:rPr>
              <a:t>Gradient</a:t>
            </a:r>
          </a:p>
        </p:txBody>
      </p:sp>
      <p:sp>
        <p:nvSpPr>
          <p:cNvPr id="1275" name="Text: Constrain"/>
          <p:cNvSpPr txBox="1"/>
          <p:nvPr/>
        </p:nvSpPr>
        <p:spPr>
          <a:xfrm>
            <a:off x="14026057" y="5482377"/>
            <a:ext cx="1336703" cy="4103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76" b="1" i="0">
                <a:solidFill>
                  <a:srgbClr val="F27331"/>
                </a:solidFill>
                <a:latin typeface="Liberation Serif"/>
              </a:rPr>
              <a:t>Constrain</a:t>
            </a:r>
          </a:p>
        </p:txBody>
      </p:sp>
      <p:sp>
        <p:nvSpPr>
          <p:cNvPr id="1276" name="Text: Synchronized Video-Motion Diffusion (SViMo)"/>
          <p:cNvSpPr txBox="1"/>
          <p:nvPr/>
        </p:nvSpPr>
        <p:spPr>
          <a:xfrm>
            <a:off x="5733234" y="5552237"/>
            <a:ext cx="6455771" cy="435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080908"/>
                </a:solidFill>
                <a:latin typeface="Liberation Serif"/>
              </a:rPr>
              <a:t>Synchronized Video-Motion Diffusion (SViMo)</a:t>
            </a:r>
          </a:p>
        </p:txBody>
      </p:sp>
      <p:grpSp>
        <p:nvGrpSpPr>
          <p:cNvPr id="1311" name="SViMo training loss — editable formula"/>
          <p:cNvGrpSpPr/>
          <p:nvPr/>
        </p:nvGrpSpPr>
        <p:grpSpPr>
          <a:xfrm>
            <a:off x="11951208" y="585216"/>
            <a:ext cx="5541264" cy="685800"/>
            <a:chOff x="11951208" y="585216"/>
            <a:chExt cx="5541264" cy="685800"/>
          </a:xfrm>
        </p:grpSpPr>
        <p:sp>
          <p:nvSpPr>
            <p:cNvPr id="1277" name="Rounded Rectangle 1276"/>
            <p:cNvSpPr/>
            <p:nvPr/>
          </p:nvSpPr>
          <p:spPr>
            <a:xfrm>
              <a:off x="11951208" y="585216"/>
              <a:ext cx="5541264" cy="685800"/>
            </a:xfrm>
            <a:prstGeom prst="roundRect">
              <a:avLst>
                <a:gd name="adj" fmla="val 17333"/>
              </a:avLst>
            </a:prstGeom>
            <a:solidFill>
              <a:srgbClr val="F1FCF3"/>
            </a:solidFill>
            <a:ln w="29260">
              <a:solidFill>
                <a:srgbClr val="A2DAB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8" name="Text: ℒ"/>
            <p:cNvSpPr txBox="1"/>
            <p:nvPr/>
          </p:nvSpPr>
          <p:spPr>
            <a:xfrm>
              <a:off x="12234672" y="718353"/>
              <a:ext cx="278070" cy="41038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76" b="0" i="0">
                  <a:solidFill>
                    <a:srgbClr val="080908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1279" name="Text: SViMo"/>
            <p:cNvSpPr txBox="1"/>
            <p:nvPr/>
          </p:nvSpPr>
          <p:spPr>
            <a:xfrm>
              <a:off x="12435840" y="884408"/>
              <a:ext cx="614684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SViMo</a:t>
              </a:r>
            </a:p>
          </p:txBody>
        </p:sp>
        <p:sp>
          <p:nvSpPr>
            <p:cNvPr id="1280" name="Text: ="/>
            <p:cNvSpPr txBox="1"/>
            <p:nvPr/>
          </p:nvSpPr>
          <p:spPr>
            <a:xfrm>
              <a:off x="13121640" y="730788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=</a:t>
              </a:r>
            </a:p>
          </p:txBody>
        </p:sp>
        <p:sp>
          <p:nvSpPr>
            <p:cNvPr id="1281" name="Text: 𝔼"/>
            <p:cNvSpPr txBox="1"/>
            <p:nvPr/>
          </p:nvSpPr>
          <p:spPr>
            <a:xfrm>
              <a:off x="13414248" y="737006"/>
              <a:ext cx="213312" cy="373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80908"/>
                  </a:solidFill>
                  <a:latin typeface="Latin Modern Math"/>
                </a:rPr>
                <a:t>𝔼</a:t>
              </a:r>
            </a:p>
          </p:txBody>
        </p:sp>
        <p:sp>
          <p:nvSpPr>
            <p:cNvPr id="1282" name="Freeform 1281"/>
            <p:cNvSpPr/>
            <p:nvPr/>
          </p:nvSpPr>
          <p:spPr>
            <a:xfrm>
              <a:off x="13670280" y="731520"/>
              <a:ext cx="54864" cy="402336"/>
            </a:xfrm>
            <a:custGeom>
              <a:avLst/>
              <a:gdLst/>
              <a:ahLst/>
              <a:cxnLst/>
              <a:rect l="l" t="t" r="r" b="b"/>
              <a:pathLst>
                <a:path w="6" h="44">
                  <a:moveTo>
                    <a:pt x="6" y="0"/>
                  </a:moveTo>
                  <a:lnTo>
                    <a:pt x="0" y="0"/>
                  </a:lnTo>
                  <a:lnTo>
                    <a:pt x="0" y="44"/>
                  </a:lnTo>
                  <a:lnTo>
                    <a:pt x="6" y="44"/>
                  </a:lnTo>
                </a:path>
              </a:pathLst>
            </a:custGeom>
            <a:noFill/>
            <a:ln w="20116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3" name="Freeform 1282"/>
            <p:cNvSpPr/>
            <p:nvPr/>
          </p:nvSpPr>
          <p:spPr>
            <a:xfrm>
              <a:off x="13743432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4" name="Freeform 1283"/>
            <p:cNvSpPr/>
            <p:nvPr/>
          </p:nvSpPr>
          <p:spPr>
            <a:xfrm>
              <a:off x="13798296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5" name="Text: z"/>
            <p:cNvSpPr txBox="1"/>
            <p:nvPr/>
          </p:nvSpPr>
          <p:spPr>
            <a:xfrm>
              <a:off x="13908024" y="739932"/>
              <a:ext cx="156020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z</a:t>
              </a:r>
            </a:p>
          </p:txBody>
        </p:sp>
        <p:sp>
          <p:nvSpPr>
            <p:cNvPr id="1286" name="Text: 0"/>
            <p:cNvSpPr txBox="1"/>
            <p:nvPr/>
          </p:nvSpPr>
          <p:spPr>
            <a:xfrm>
              <a:off x="14018324" y="886767"/>
              <a:ext cx="138303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287" name="Text: V"/>
            <p:cNvSpPr txBox="1"/>
            <p:nvPr/>
          </p:nvSpPr>
          <p:spPr>
            <a:xfrm>
              <a:off x="14018324" y="685507"/>
              <a:ext cx="169235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V</a:t>
              </a:r>
            </a:p>
          </p:txBody>
        </p:sp>
        <p:sp>
          <p:nvSpPr>
            <p:cNvPr id="1288" name="Text: −"/>
            <p:cNvSpPr txBox="1"/>
            <p:nvPr/>
          </p:nvSpPr>
          <p:spPr>
            <a:xfrm>
              <a:off x="14246352" y="739932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−</a:t>
              </a:r>
            </a:p>
          </p:txBody>
        </p:sp>
        <p:sp>
          <p:nvSpPr>
            <p:cNvPr id="1289" name="Text: ẑ"/>
            <p:cNvSpPr txBox="1"/>
            <p:nvPr/>
          </p:nvSpPr>
          <p:spPr>
            <a:xfrm>
              <a:off x="14502384" y="739932"/>
              <a:ext cx="156020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ẑ</a:t>
              </a:r>
            </a:p>
          </p:txBody>
        </p:sp>
        <p:sp>
          <p:nvSpPr>
            <p:cNvPr id="1290" name="Text: 0,θ"/>
            <p:cNvSpPr txBox="1"/>
            <p:nvPr/>
          </p:nvSpPr>
          <p:spPr>
            <a:xfrm>
              <a:off x="14612684" y="886767"/>
              <a:ext cx="280714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0,θ</a:t>
              </a:r>
            </a:p>
          </p:txBody>
        </p:sp>
        <p:sp>
          <p:nvSpPr>
            <p:cNvPr id="1291" name="Text: V"/>
            <p:cNvSpPr txBox="1"/>
            <p:nvPr/>
          </p:nvSpPr>
          <p:spPr>
            <a:xfrm>
              <a:off x="14612684" y="685507"/>
              <a:ext cx="169235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V</a:t>
              </a:r>
            </a:p>
          </p:txBody>
        </p:sp>
        <p:sp>
          <p:nvSpPr>
            <p:cNvPr id="1292" name="Freeform 1291"/>
            <p:cNvSpPr/>
            <p:nvPr/>
          </p:nvSpPr>
          <p:spPr>
            <a:xfrm>
              <a:off x="14996160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3" name="Freeform 1292"/>
            <p:cNvSpPr/>
            <p:nvPr/>
          </p:nvSpPr>
          <p:spPr>
            <a:xfrm>
              <a:off x="15051024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4" name="Text: 2"/>
            <p:cNvSpPr txBox="1"/>
            <p:nvPr/>
          </p:nvSpPr>
          <p:spPr>
            <a:xfrm>
              <a:off x="15115032" y="646664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295" name="Text: 2"/>
            <p:cNvSpPr txBox="1"/>
            <p:nvPr/>
          </p:nvSpPr>
          <p:spPr>
            <a:xfrm>
              <a:off x="15115032" y="975848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296" name="Text: +"/>
            <p:cNvSpPr txBox="1"/>
            <p:nvPr/>
          </p:nvSpPr>
          <p:spPr>
            <a:xfrm>
              <a:off x="15316200" y="739932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1297" name="Freeform 1296"/>
            <p:cNvSpPr/>
            <p:nvPr/>
          </p:nvSpPr>
          <p:spPr>
            <a:xfrm>
              <a:off x="15599664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8" name="Freeform 1297"/>
            <p:cNvSpPr/>
            <p:nvPr/>
          </p:nvSpPr>
          <p:spPr>
            <a:xfrm>
              <a:off x="15654528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9" name="Text: z"/>
            <p:cNvSpPr txBox="1"/>
            <p:nvPr/>
          </p:nvSpPr>
          <p:spPr>
            <a:xfrm>
              <a:off x="15755112" y="739932"/>
              <a:ext cx="156020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z</a:t>
              </a:r>
            </a:p>
          </p:txBody>
        </p:sp>
        <p:sp>
          <p:nvSpPr>
            <p:cNvPr id="1300" name="Text: 0"/>
            <p:cNvSpPr txBox="1"/>
            <p:nvPr/>
          </p:nvSpPr>
          <p:spPr>
            <a:xfrm>
              <a:off x="15865412" y="886767"/>
              <a:ext cx="138303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301" name="Text: M"/>
            <p:cNvSpPr txBox="1"/>
            <p:nvPr/>
          </p:nvSpPr>
          <p:spPr>
            <a:xfrm>
              <a:off x="15865412" y="685507"/>
              <a:ext cx="210348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M</a:t>
              </a:r>
            </a:p>
          </p:txBody>
        </p:sp>
        <p:sp>
          <p:nvSpPr>
            <p:cNvPr id="1302" name="Text: −"/>
            <p:cNvSpPr txBox="1"/>
            <p:nvPr/>
          </p:nvSpPr>
          <p:spPr>
            <a:xfrm>
              <a:off x="16093440" y="739932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−</a:t>
              </a:r>
            </a:p>
          </p:txBody>
        </p:sp>
        <p:sp>
          <p:nvSpPr>
            <p:cNvPr id="1303" name="Text: ẑ"/>
            <p:cNvSpPr txBox="1"/>
            <p:nvPr/>
          </p:nvSpPr>
          <p:spPr>
            <a:xfrm>
              <a:off x="16349472" y="739932"/>
              <a:ext cx="156020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ẑ</a:t>
              </a:r>
            </a:p>
          </p:txBody>
        </p:sp>
        <p:sp>
          <p:nvSpPr>
            <p:cNvPr id="1304" name="Text: 0,θ"/>
            <p:cNvSpPr txBox="1"/>
            <p:nvPr/>
          </p:nvSpPr>
          <p:spPr>
            <a:xfrm>
              <a:off x="16459772" y="886767"/>
              <a:ext cx="280714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0,θ</a:t>
              </a:r>
            </a:p>
          </p:txBody>
        </p:sp>
        <p:sp>
          <p:nvSpPr>
            <p:cNvPr id="1305" name="Text: M"/>
            <p:cNvSpPr txBox="1"/>
            <p:nvPr/>
          </p:nvSpPr>
          <p:spPr>
            <a:xfrm>
              <a:off x="16459772" y="685507"/>
              <a:ext cx="210348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M</a:t>
              </a:r>
            </a:p>
          </p:txBody>
        </p:sp>
        <p:sp>
          <p:nvSpPr>
            <p:cNvPr id="1306" name="Freeform 1305"/>
            <p:cNvSpPr/>
            <p:nvPr/>
          </p:nvSpPr>
          <p:spPr>
            <a:xfrm>
              <a:off x="16852392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7" name="Freeform 1306"/>
            <p:cNvSpPr/>
            <p:nvPr/>
          </p:nvSpPr>
          <p:spPr>
            <a:xfrm>
              <a:off x="16907256" y="758952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8" name="Text: 2"/>
            <p:cNvSpPr txBox="1"/>
            <p:nvPr/>
          </p:nvSpPr>
          <p:spPr>
            <a:xfrm>
              <a:off x="16971264" y="646664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09" name="Text: 2"/>
            <p:cNvSpPr txBox="1"/>
            <p:nvPr/>
          </p:nvSpPr>
          <p:spPr>
            <a:xfrm>
              <a:off x="16971264" y="975848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10" name="Freeform 1309"/>
            <p:cNvSpPr/>
            <p:nvPr/>
          </p:nvSpPr>
          <p:spPr>
            <a:xfrm>
              <a:off x="17135856" y="731520"/>
              <a:ext cx="54864" cy="402336"/>
            </a:xfrm>
            <a:custGeom>
              <a:avLst/>
              <a:gdLst/>
              <a:ahLst/>
              <a:cxnLst/>
              <a:rect l="l" t="t" r="r" b="b"/>
              <a:pathLst>
                <a:path w="6" h="44">
                  <a:moveTo>
                    <a:pt x="0" y="0"/>
                  </a:moveTo>
                  <a:lnTo>
                    <a:pt x="6" y="0"/>
                  </a:lnTo>
                  <a:lnTo>
                    <a:pt x="6" y="44"/>
                  </a:lnTo>
                  <a:lnTo>
                    <a:pt x="0" y="44"/>
                  </a:lnTo>
                </a:path>
              </a:pathLst>
            </a:custGeom>
            <a:noFill/>
            <a:ln w="20116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12" name="Text: Vision-aware 3D Interaction Diffusion (VID)"/>
          <p:cNvSpPr txBox="1"/>
          <p:nvPr/>
        </p:nvSpPr>
        <p:spPr>
          <a:xfrm>
            <a:off x="5907363" y="6283757"/>
            <a:ext cx="6144089" cy="4352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1" i="0">
                <a:solidFill>
                  <a:srgbClr val="080908"/>
                </a:solidFill>
                <a:latin typeface="Liberation Serif"/>
              </a:rPr>
              <a:t>Vision-aware 3D Interaction Diffusion (VID)</a:t>
            </a:r>
          </a:p>
        </p:txBody>
      </p:sp>
      <p:sp>
        <p:nvSpPr>
          <p:cNvPr id="1313" name="Freeform 1312"/>
          <p:cNvSpPr/>
          <p:nvPr/>
        </p:nvSpPr>
        <p:spPr>
          <a:xfrm>
            <a:off x="10442448" y="7580376"/>
            <a:ext cx="0" cy="822960"/>
          </a:xfrm>
          <a:custGeom>
            <a:avLst/>
            <a:gdLst/>
            <a:ahLst/>
            <a:cxnLst/>
            <a:rect l="l" t="t" r="r" b="b"/>
            <a:pathLst>
              <a:path w="0" h="90">
                <a:moveTo>
                  <a:pt x="0" y="0"/>
                </a:moveTo>
                <a:lnTo>
                  <a:pt x="0" y="90"/>
                </a:lnTo>
              </a:path>
            </a:pathLst>
          </a:custGeom>
          <a:noFill/>
          <a:ln w="24688">
            <a:solidFill>
              <a:srgbClr val="58B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4" name="Rounded Rectangle 1313"/>
          <p:cNvSpPr/>
          <p:nvPr/>
        </p:nvSpPr>
        <p:spPr>
          <a:xfrm>
            <a:off x="10378440" y="7242048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Rounded Rectangle 1314"/>
          <p:cNvSpPr/>
          <p:nvPr/>
        </p:nvSpPr>
        <p:spPr>
          <a:xfrm>
            <a:off x="10378440" y="8403336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6" name="Freeform 1315"/>
          <p:cNvSpPr/>
          <p:nvPr/>
        </p:nvSpPr>
        <p:spPr>
          <a:xfrm>
            <a:off x="10661904" y="7662672"/>
            <a:ext cx="0" cy="658368"/>
          </a:xfrm>
          <a:custGeom>
            <a:avLst/>
            <a:gdLst/>
            <a:ahLst/>
            <a:cxnLst/>
            <a:rect l="l" t="t" r="r" b="b"/>
            <a:pathLst>
              <a:path w="0" h="72">
                <a:moveTo>
                  <a:pt x="0" y="0"/>
                </a:moveTo>
                <a:lnTo>
                  <a:pt x="0" y="72"/>
                </a:lnTo>
              </a:path>
            </a:pathLst>
          </a:custGeom>
          <a:noFill/>
          <a:ln w="24688">
            <a:solidFill>
              <a:srgbClr val="58B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7" name="Rounded Rectangle 1316"/>
          <p:cNvSpPr/>
          <p:nvPr/>
        </p:nvSpPr>
        <p:spPr>
          <a:xfrm>
            <a:off x="10597896" y="7159752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Rounded Rectangle 1317"/>
          <p:cNvSpPr/>
          <p:nvPr/>
        </p:nvSpPr>
        <p:spPr>
          <a:xfrm>
            <a:off x="10597896" y="8321040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9" name="Freeform 1318"/>
          <p:cNvSpPr/>
          <p:nvPr/>
        </p:nvSpPr>
        <p:spPr>
          <a:xfrm>
            <a:off x="10899648" y="7744968"/>
            <a:ext cx="0" cy="493776"/>
          </a:xfrm>
          <a:custGeom>
            <a:avLst/>
            <a:gdLst/>
            <a:ahLst/>
            <a:cxnLst/>
            <a:rect l="l" t="t" r="r" b="b"/>
            <a:pathLst>
              <a:path w="0" h="54">
                <a:moveTo>
                  <a:pt x="0" y="0"/>
                </a:moveTo>
                <a:lnTo>
                  <a:pt x="0" y="54"/>
                </a:lnTo>
              </a:path>
            </a:pathLst>
          </a:custGeom>
          <a:noFill/>
          <a:ln w="24688">
            <a:solidFill>
              <a:srgbClr val="58B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0" name="Rounded Rectangle 1319"/>
          <p:cNvSpPr/>
          <p:nvPr/>
        </p:nvSpPr>
        <p:spPr>
          <a:xfrm>
            <a:off x="10826496" y="7077456"/>
            <a:ext cx="137160" cy="667512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Rounded Rectangle 1320"/>
          <p:cNvSpPr/>
          <p:nvPr/>
        </p:nvSpPr>
        <p:spPr>
          <a:xfrm>
            <a:off x="10826496" y="8238744"/>
            <a:ext cx="137160" cy="667512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2" name="Freeform 1321"/>
          <p:cNvSpPr/>
          <p:nvPr/>
        </p:nvSpPr>
        <p:spPr>
          <a:xfrm>
            <a:off x="11119104" y="7827264"/>
            <a:ext cx="0" cy="329184"/>
          </a:xfrm>
          <a:custGeom>
            <a:avLst/>
            <a:gdLst/>
            <a:ahLst/>
            <a:cxnLst/>
            <a:rect l="l" t="t" r="r" b="b"/>
            <a:pathLst>
              <a:path w="0" h="36">
                <a:moveTo>
                  <a:pt x="0" y="0"/>
                </a:moveTo>
                <a:lnTo>
                  <a:pt x="0" y="36"/>
                </a:lnTo>
              </a:path>
            </a:pathLst>
          </a:custGeom>
          <a:noFill/>
          <a:ln w="24688">
            <a:solidFill>
              <a:srgbClr val="58B3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3" name="Rounded Rectangle 1322"/>
          <p:cNvSpPr/>
          <p:nvPr/>
        </p:nvSpPr>
        <p:spPr>
          <a:xfrm>
            <a:off x="11055096" y="6986016"/>
            <a:ext cx="137160" cy="84124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Rounded Rectangle 1323"/>
          <p:cNvSpPr/>
          <p:nvPr/>
        </p:nvSpPr>
        <p:spPr>
          <a:xfrm>
            <a:off x="11055096" y="8156448"/>
            <a:ext cx="137160" cy="84124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5" name="Freeform 1324"/>
          <p:cNvSpPr/>
          <p:nvPr/>
        </p:nvSpPr>
        <p:spPr>
          <a:xfrm>
            <a:off x="10058400" y="8019288"/>
            <a:ext cx="283464" cy="0"/>
          </a:xfrm>
          <a:custGeom>
            <a:avLst/>
            <a:gdLst/>
            <a:ahLst/>
            <a:cxnLst/>
            <a:rect l="l" t="t" r="r" b="b"/>
            <a:pathLst>
              <a:path w="31" h="0">
                <a:moveTo>
                  <a:pt x="31" y="0"/>
                </a:moveTo>
                <a:lnTo>
                  <a:pt x="0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6" name="Freeform 1325"/>
          <p:cNvSpPr/>
          <p:nvPr/>
        </p:nvSpPr>
        <p:spPr>
          <a:xfrm>
            <a:off x="9985248" y="7964424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6"/>
                </a:moveTo>
                <a:lnTo>
                  <a:pt x="10" y="0"/>
                </a:lnTo>
                <a:lnTo>
                  <a:pt x="10" y="12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Freeform 1326"/>
          <p:cNvSpPr/>
          <p:nvPr/>
        </p:nvSpPr>
        <p:spPr>
          <a:xfrm>
            <a:off x="8769096" y="8019288"/>
            <a:ext cx="292608" cy="0"/>
          </a:xfrm>
          <a:custGeom>
            <a:avLst/>
            <a:gdLst/>
            <a:ahLst/>
            <a:cxnLst/>
            <a:rect l="l" t="t" r="r" b="b"/>
            <a:pathLst>
              <a:path w="32" h="0">
                <a:moveTo>
                  <a:pt x="32" y="0"/>
                </a:moveTo>
                <a:lnTo>
                  <a:pt x="0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8" name="Freeform 1327"/>
          <p:cNvSpPr/>
          <p:nvPr/>
        </p:nvSpPr>
        <p:spPr>
          <a:xfrm>
            <a:off x="8695944" y="7964424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6"/>
                </a:moveTo>
                <a:lnTo>
                  <a:pt x="10" y="0"/>
                </a:lnTo>
                <a:lnTo>
                  <a:pt x="10" y="12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9" name="Rounded Rectangle 1328"/>
          <p:cNvSpPr/>
          <p:nvPr/>
        </p:nvSpPr>
        <p:spPr>
          <a:xfrm>
            <a:off x="9061704" y="7827264"/>
            <a:ext cx="914400" cy="429768"/>
          </a:xfrm>
          <a:prstGeom prst="roundRect">
            <a:avLst>
              <a:gd name="adj" fmla="val 19148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: Fusion"/>
          <p:cNvSpPr txBox="1"/>
          <p:nvPr/>
        </p:nvSpPr>
        <p:spPr>
          <a:xfrm>
            <a:off x="9139285" y="7869692"/>
            <a:ext cx="759238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Fusion</a:t>
            </a:r>
          </a:p>
        </p:txBody>
      </p:sp>
      <p:sp>
        <p:nvSpPr>
          <p:cNvPr id="1331" name="Rounded Rectangle 1330"/>
          <p:cNvSpPr/>
          <p:nvPr/>
        </p:nvSpPr>
        <p:spPr>
          <a:xfrm>
            <a:off x="7863840" y="7845552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2" name="Rounded Rectangle 1331"/>
          <p:cNvSpPr/>
          <p:nvPr/>
        </p:nvSpPr>
        <p:spPr>
          <a:xfrm>
            <a:off x="8092440" y="7754112"/>
            <a:ext cx="137160" cy="512064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Rounded Rectangle 1332"/>
          <p:cNvSpPr/>
          <p:nvPr/>
        </p:nvSpPr>
        <p:spPr>
          <a:xfrm>
            <a:off x="8311896" y="7671816"/>
            <a:ext cx="137160" cy="68580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4" name="Rounded Rectangle 1333"/>
          <p:cNvSpPr/>
          <p:nvPr/>
        </p:nvSpPr>
        <p:spPr>
          <a:xfrm>
            <a:off x="8540496" y="7589520"/>
            <a:ext cx="137160" cy="84124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5" name="Freeform 1334"/>
          <p:cNvSpPr/>
          <p:nvPr/>
        </p:nvSpPr>
        <p:spPr>
          <a:xfrm>
            <a:off x="8284464" y="8439912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20">
                <a:moveTo>
                  <a:pt x="0" y="0"/>
                </a:moveTo>
                <a:lnTo>
                  <a:pt x="0" y="2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Freeform 1335"/>
          <p:cNvSpPr/>
          <p:nvPr/>
        </p:nvSpPr>
        <p:spPr>
          <a:xfrm>
            <a:off x="8229600" y="8604504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7" name="Rounded Rectangle 1336"/>
          <p:cNvSpPr/>
          <p:nvPr/>
        </p:nvSpPr>
        <p:spPr>
          <a:xfrm>
            <a:off x="7434072" y="8695944"/>
            <a:ext cx="1728216" cy="438912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8" name="Text: Cross Attention"/>
          <p:cNvSpPr txBox="1"/>
          <p:nvPr/>
        </p:nvSpPr>
        <p:spPr>
          <a:xfrm>
            <a:off x="7481667" y="8753734"/>
            <a:ext cx="1633026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Cross Attention</a:t>
            </a:r>
          </a:p>
        </p:txBody>
      </p:sp>
      <p:sp>
        <p:nvSpPr>
          <p:cNvPr id="1339" name="Freeform 1338"/>
          <p:cNvSpPr/>
          <p:nvPr/>
        </p:nvSpPr>
        <p:spPr>
          <a:xfrm>
            <a:off x="8284464" y="9134856"/>
            <a:ext cx="0" cy="292608"/>
          </a:xfrm>
          <a:custGeom>
            <a:avLst/>
            <a:gdLst/>
            <a:ahLst/>
            <a:cxnLst/>
            <a:rect l="l" t="t" r="r" b="b"/>
            <a:pathLst>
              <a:path w="0" h="32">
                <a:moveTo>
                  <a:pt x="0" y="0"/>
                </a:moveTo>
                <a:lnTo>
                  <a:pt x="0" y="32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0" name="Freeform 1339"/>
          <p:cNvSpPr/>
          <p:nvPr/>
        </p:nvSpPr>
        <p:spPr>
          <a:xfrm>
            <a:off x="8229600" y="9409176"/>
            <a:ext cx="109728" cy="9144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6" y="10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1" name="Rounded Rectangle 1340"/>
          <p:cNvSpPr/>
          <p:nvPr/>
        </p:nvSpPr>
        <p:spPr>
          <a:xfrm>
            <a:off x="6793992" y="9244584"/>
            <a:ext cx="137160" cy="850392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Rounded Rectangle 1341"/>
          <p:cNvSpPr/>
          <p:nvPr/>
        </p:nvSpPr>
        <p:spPr>
          <a:xfrm>
            <a:off x="6983273" y="9244584"/>
            <a:ext cx="137160" cy="850392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3" name="Rounded Rectangle 1342"/>
          <p:cNvSpPr/>
          <p:nvPr/>
        </p:nvSpPr>
        <p:spPr>
          <a:xfrm>
            <a:off x="7172554" y="9326880"/>
            <a:ext cx="137160" cy="68580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4" name="Rounded Rectangle 1343"/>
          <p:cNvSpPr/>
          <p:nvPr/>
        </p:nvSpPr>
        <p:spPr>
          <a:xfrm>
            <a:off x="7361834" y="9326880"/>
            <a:ext cx="137160" cy="685800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Rounded Rectangle 1344"/>
          <p:cNvSpPr/>
          <p:nvPr/>
        </p:nvSpPr>
        <p:spPr>
          <a:xfrm>
            <a:off x="7551115" y="9418320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6" name="Rounded Rectangle 1345"/>
          <p:cNvSpPr/>
          <p:nvPr/>
        </p:nvSpPr>
        <p:spPr>
          <a:xfrm>
            <a:off x="7740396" y="9418320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7" name="Rounded Rectangle 1346"/>
          <p:cNvSpPr/>
          <p:nvPr/>
        </p:nvSpPr>
        <p:spPr>
          <a:xfrm>
            <a:off x="7929677" y="9500616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Rounded Rectangle 1347"/>
          <p:cNvSpPr/>
          <p:nvPr/>
        </p:nvSpPr>
        <p:spPr>
          <a:xfrm>
            <a:off x="8118958" y="9500616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Rounded Rectangle 1348"/>
          <p:cNvSpPr/>
          <p:nvPr/>
        </p:nvSpPr>
        <p:spPr>
          <a:xfrm>
            <a:off x="8308238" y="9500616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0" name="Rounded Rectangle 1349"/>
          <p:cNvSpPr/>
          <p:nvPr/>
        </p:nvSpPr>
        <p:spPr>
          <a:xfrm>
            <a:off x="8497519" y="9500616"/>
            <a:ext cx="137160" cy="338328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Rounded Rectangle 1350"/>
          <p:cNvSpPr/>
          <p:nvPr/>
        </p:nvSpPr>
        <p:spPr>
          <a:xfrm>
            <a:off x="8686800" y="9418320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Rounded Rectangle 1351"/>
          <p:cNvSpPr/>
          <p:nvPr/>
        </p:nvSpPr>
        <p:spPr>
          <a:xfrm>
            <a:off x="8876081" y="9418320"/>
            <a:ext cx="137160" cy="502920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3" name="Rounded Rectangle 1352"/>
          <p:cNvSpPr/>
          <p:nvPr/>
        </p:nvSpPr>
        <p:spPr>
          <a:xfrm>
            <a:off x="9065362" y="9326880"/>
            <a:ext cx="137160" cy="685800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Rounded Rectangle 1353"/>
          <p:cNvSpPr/>
          <p:nvPr/>
        </p:nvSpPr>
        <p:spPr>
          <a:xfrm>
            <a:off x="9254642" y="9326880"/>
            <a:ext cx="137160" cy="685800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Rounded Rectangle 1354"/>
          <p:cNvSpPr/>
          <p:nvPr/>
        </p:nvSpPr>
        <p:spPr>
          <a:xfrm>
            <a:off x="9443923" y="9244584"/>
            <a:ext cx="137160" cy="850392"/>
          </a:xfrm>
          <a:prstGeom prst="roundRect">
            <a:avLst>
              <a:gd name="adj" fmla="val 14666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6" name="Rounded Rectangle 1355"/>
          <p:cNvSpPr/>
          <p:nvPr/>
        </p:nvSpPr>
        <p:spPr>
          <a:xfrm>
            <a:off x="9633204" y="9244584"/>
            <a:ext cx="137160" cy="850392"/>
          </a:xfrm>
          <a:prstGeom prst="roundRect">
            <a:avLst>
              <a:gd name="adj" fmla="val 14666"/>
            </a:avLst>
          </a:prstGeom>
          <a:solidFill>
            <a:srgbClr val="8E9ED9"/>
          </a:solidFill>
          <a:ln w="22859">
            <a:solidFill>
              <a:srgbClr val="657D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Text: Denoising UNet"/>
          <p:cNvSpPr txBox="1"/>
          <p:nvPr/>
        </p:nvSpPr>
        <p:spPr>
          <a:xfrm>
            <a:off x="7508760" y="10073762"/>
            <a:ext cx="1514832" cy="2984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80908"/>
                </a:solidFill>
                <a:latin typeface="Liberation Serif"/>
              </a:rPr>
              <a:t>Denoising UNet</a:t>
            </a:r>
          </a:p>
        </p:txBody>
      </p:sp>
      <p:sp>
        <p:nvSpPr>
          <p:cNvPr id="1358" name="Freeform 1357"/>
          <p:cNvSpPr/>
          <p:nvPr/>
        </p:nvSpPr>
        <p:spPr>
          <a:xfrm>
            <a:off x="9866376" y="9683496"/>
            <a:ext cx="1847088" cy="0"/>
          </a:xfrm>
          <a:custGeom>
            <a:avLst/>
            <a:gdLst/>
            <a:ahLst/>
            <a:cxnLst/>
            <a:rect l="l" t="t" r="r" b="b"/>
            <a:pathLst>
              <a:path w="202" h="0">
                <a:moveTo>
                  <a:pt x="202" y="0"/>
                </a:moveTo>
                <a:lnTo>
                  <a:pt x="0" y="0"/>
                </a:lnTo>
              </a:path>
            </a:pathLst>
          </a:custGeom>
          <a:noFill/>
          <a:ln w="27432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9" name="Freeform 1358"/>
          <p:cNvSpPr/>
          <p:nvPr/>
        </p:nvSpPr>
        <p:spPr>
          <a:xfrm>
            <a:off x="9793224" y="9628632"/>
            <a:ext cx="91440" cy="109728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0" y="6"/>
                </a:moveTo>
                <a:lnTo>
                  <a:pt x="10" y="0"/>
                </a:lnTo>
                <a:lnTo>
                  <a:pt x="10" y="12"/>
                </a:lnTo>
                <a:close/>
              </a:path>
            </a:pathLst>
          </a:custGeom>
          <a:solidFill>
            <a:srgbClr val="0809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88" name="VID training loss — editable formula"/>
          <p:cNvGrpSpPr/>
          <p:nvPr/>
        </p:nvGrpSpPr>
        <p:grpSpPr>
          <a:xfrm>
            <a:off x="1938528" y="6976872"/>
            <a:ext cx="5769864" cy="685800"/>
            <a:chOff x="1938528" y="6976872"/>
            <a:chExt cx="5769864" cy="685800"/>
          </a:xfrm>
        </p:grpSpPr>
        <p:sp>
          <p:nvSpPr>
            <p:cNvPr id="1360" name="Rounded Rectangle 1359"/>
            <p:cNvSpPr/>
            <p:nvPr/>
          </p:nvSpPr>
          <p:spPr>
            <a:xfrm>
              <a:off x="1938528" y="6976872"/>
              <a:ext cx="5769864" cy="685800"/>
            </a:xfrm>
            <a:prstGeom prst="roundRect">
              <a:avLst>
                <a:gd name="adj" fmla="val 17333"/>
              </a:avLst>
            </a:prstGeom>
            <a:solidFill>
              <a:srgbClr val="F1FCF3"/>
            </a:solidFill>
            <a:ln w="29260">
              <a:solidFill>
                <a:srgbClr val="A2DAB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1" name="Text: ℒ"/>
            <p:cNvSpPr txBox="1"/>
            <p:nvPr/>
          </p:nvSpPr>
          <p:spPr>
            <a:xfrm>
              <a:off x="2084832" y="7119153"/>
              <a:ext cx="278070" cy="41038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76" b="0" i="0">
                  <a:solidFill>
                    <a:srgbClr val="080908"/>
                  </a:solidFill>
                  <a:latin typeface="Latin Modern Math"/>
                </a:rPr>
                <a:t>ℒ</a:t>
              </a:r>
            </a:p>
          </p:txBody>
        </p:sp>
        <p:sp>
          <p:nvSpPr>
            <p:cNvPr id="1362" name="Text: VID"/>
            <p:cNvSpPr txBox="1"/>
            <p:nvPr/>
          </p:nvSpPr>
          <p:spPr>
            <a:xfrm>
              <a:off x="2286000" y="7285208"/>
              <a:ext cx="397764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VID</a:t>
              </a:r>
            </a:p>
          </p:txBody>
        </p:sp>
        <p:sp>
          <p:nvSpPr>
            <p:cNvPr id="1363" name="Text: ="/>
            <p:cNvSpPr txBox="1"/>
            <p:nvPr/>
          </p:nvSpPr>
          <p:spPr>
            <a:xfrm>
              <a:off x="2706624" y="7131588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=</a:t>
              </a:r>
            </a:p>
          </p:txBody>
        </p:sp>
        <p:sp>
          <p:nvSpPr>
            <p:cNvPr id="1364" name="Text: 𝔼"/>
            <p:cNvSpPr txBox="1"/>
            <p:nvPr/>
          </p:nvSpPr>
          <p:spPr>
            <a:xfrm>
              <a:off x="2999232" y="7137806"/>
              <a:ext cx="213312" cy="3730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160" b="0" i="0">
                  <a:solidFill>
                    <a:srgbClr val="080908"/>
                  </a:solidFill>
                  <a:latin typeface="Latin Modern Math"/>
                </a:rPr>
                <a:t>𝔼</a:t>
              </a:r>
            </a:p>
          </p:txBody>
        </p:sp>
        <p:sp>
          <p:nvSpPr>
            <p:cNvPr id="1365" name="Freeform 1364"/>
            <p:cNvSpPr/>
            <p:nvPr/>
          </p:nvSpPr>
          <p:spPr>
            <a:xfrm>
              <a:off x="3246120" y="7114032"/>
              <a:ext cx="54864" cy="420624"/>
            </a:xfrm>
            <a:custGeom>
              <a:avLst/>
              <a:gdLst/>
              <a:ahLst/>
              <a:cxnLst/>
              <a:rect l="l" t="t" r="r" b="b"/>
              <a:pathLst>
                <a:path w="6" h="46">
                  <a:moveTo>
                    <a:pt x="6" y="0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6" y="46"/>
                  </a:lnTo>
                </a:path>
              </a:pathLst>
            </a:custGeom>
            <a:noFill/>
            <a:ln w="20116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6" name="Freeform 1365"/>
            <p:cNvSpPr/>
            <p:nvPr/>
          </p:nvSpPr>
          <p:spPr>
            <a:xfrm>
              <a:off x="3319272" y="7150608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7" name="Freeform 1366"/>
            <p:cNvSpPr/>
            <p:nvPr/>
          </p:nvSpPr>
          <p:spPr>
            <a:xfrm>
              <a:off x="3374136" y="7150608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8" name="Text: h"/>
            <p:cNvSpPr txBox="1"/>
            <p:nvPr/>
          </p:nvSpPr>
          <p:spPr>
            <a:xfrm>
              <a:off x="3456432" y="7125371"/>
              <a:ext cx="208455" cy="3979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04" b="1" i="1">
                  <a:solidFill>
                    <a:srgbClr val="080908"/>
                  </a:solidFill>
                  <a:latin typeface="Liberation Serif"/>
                </a:rPr>
                <a:t>h</a:t>
              </a:r>
            </a:p>
          </p:txBody>
        </p:sp>
        <p:sp>
          <p:nvSpPr>
            <p:cNvPr id="1369" name="Text: 0"/>
            <p:cNvSpPr txBox="1"/>
            <p:nvPr/>
          </p:nvSpPr>
          <p:spPr>
            <a:xfrm>
              <a:off x="3619167" y="7276942"/>
              <a:ext cx="140589" cy="25866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97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370" name="Text: −"/>
            <p:cNvSpPr txBox="1"/>
            <p:nvPr/>
          </p:nvSpPr>
          <p:spPr>
            <a:xfrm>
              <a:off x="3813048" y="7125371"/>
              <a:ext cx="210741" cy="3979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04" b="0" i="0">
                  <a:solidFill>
                    <a:srgbClr val="080908"/>
                  </a:solidFill>
                  <a:latin typeface="Liberation Serif"/>
                </a:rPr>
                <a:t>−</a:t>
              </a:r>
            </a:p>
          </p:txBody>
        </p:sp>
        <p:sp>
          <p:nvSpPr>
            <p:cNvPr id="1371" name="Text: ĥ"/>
            <p:cNvSpPr txBox="1"/>
            <p:nvPr/>
          </p:nvSpPr>
          <p:spPr>
            <a:xfrm>
              <a:off x="4160520" y="7125371"/>
              <a:ext cx="208455" cy="3979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304" b="1" i="1">
                  <a:solidFill>
                    <a:srgbClr val="080908"/>
                  </a:solidFill>
                  <a:latin typeface="Liberation Serif"/>
                </a:rPr>
                <a:t>ĥ</a:t>
              </a:r>
            </a:p>
          </p:txBody>
        </p:sp>
        <p:sp>
          <p:nvSpPr>
            <p:cNvPr id="1372" name="Text: 0,ϕ"/>
            <p:cNvSpPr txBox="1"/>
            <p:nvPr/>
          </p:nvSpPr>
          <p:spPr>
            <a:xfrm>
              <a:off x="4323255" y="7276942"/>
              <a:ext cx="297823" cy="25866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97" b="1" i="1">
                  <a:solidFill>
                    <a:srgbClr val="080908"/>
                  </a:solidFill>
                  <a:latin typeface="Liberation Serif"/>
                </a:rPr>
                <a:t>0,ϕ</a:t>
              </a:r>
            </a:p>
          </p:txBody>
        </p:sp>
        <p:sp>
          <p:nvSpPr>
            <p:cNvPr id="1373" name="Freeform 1372"/>
            <p:cNvSpPr/>
            <p:nvPr/>
          </p:nvSpPr>
          <p:spPr>
            <a:xfrm>
              <a:off x="4764024" y="7150608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4" name="Freeform 1373"/>
            <p:cNvSpPr/>
            <p:nvPr/>
          </p:nvSpPr>
          <p:spPr>
            <a:xfrm>
              <a:off x="4818888" y="7150608"/>
              <a:ext cx="0" cy="347472"/>
            </a:xfrm>
            <a:custGeom>
              <a:avLst/>
              <a:gdLst/>
              <a:ahLst/>
              <a:cxnLst/>
              <a:rect l="l" t="t" r="r" b="b"/>
              <a:pathLst>
                <a:path w="0" h="38">
                  <a:moveTo>
                    <a:pt x="0" y="0"/>
                  </a:moveTo>
                  <a:lnTo>
                    <a:pt x="0" y="38"/>
                  </a:lnTo>
                </a:path>
              </a:pathLst>
            </a:custGeom>
            <a:noFill/>
            <a:ln w="18288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5" name="Text: 2"/>
            <p:cNvSpPr txBox="1"/>
            <p:nvPr/>
          </p:nvSpPr>
          <p:spPr>
            <a:xfrm>
              <a:off x="4901184" y="7038320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76" name="Text: 2"/>
            <p:cNvSpPr txBox="1"/>
            <p:nvPr/>
          </p:nvSpPr>
          <p:spPr>
            <a:xfrm>
              <a:off x="4901184" y="7367504"/>
              <a:ext cx="141732" cy="26115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12" b="1" i="0">
                  <a:solidFill>
                    <a:srgbClr val="080908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377" name="Text: +"/>
            <p:cNvSpPr txBox="1"/>
            <p:nvPr/>
          </p:nvSpPr>
          <p:spPr>
            <a:xfrm>
              <a:off x="5065776" y="7131588"/>
              <a:ext cx="205597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+</a:t>
              </a:r>
            </a:p>
          </p:txBody>
        </p:sp>
        <p:sp>
          <p:nvSpPr>
            <p:cNvPr id="1378" name="Text: D"/>
            <p:cNvSpPr txBox="1"/>
            <p:nvPr/>
          </p:nvSpPr>
          <p:spPr>
            <a:xfrm>
              <a:off x="5330952" y="7131588"/>
              <a:ext cx="250424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D</a:t>
              </a:r>
            </a:p>
          </p:txBody>
        </p:sp>
        <p:sp>
          <p:nvSpPr>
            <p:cNvPr id="1379" name="Text: chamfer"/>
            <p:cNvSpPr txBox="1"/>
            <p:nvPr/>
          </p:nvSpPr>
          <p:spPr>
            <a:xfrm>
              <a:off x="5541264" y="7269846"/>
              <a:ext cx="760666" cy="2735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584" b="1" i="0">
                  <a:solidFill>
                    <a:srgbClr val="080908"/>
                  </a:solidFill>
                  <a:latin typeface="Liberation Serif"/>
                </a:rPr>
                <a:t>chamfer</a:t>
              </a:r>
            </a:p>
          </p:txBody>
        </p:sp>
        <p:sp>
          <p:nvSpPr>
            <p:cNvPr id="1380" name="Text: ("/>
            <p:cNvSpPr txBox="1"/>
            <p:nvPr/>
          </p:nvSpPr>
          <p:spPr>
            <a:xfrm>
              <a:off x="6355080" y="7131588"/>
              <a:ext cx="140125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(</a:t>
              </a:r>
            </a:p>
          </p:txBody>
        </p:sp>
        <p:sp>
          <p:nvSpPr>
            <p:cNvPr id="1381" name="Text: o"/>
            <p:cNvSpPr txBox="1"/>
            <p:nvPr/>
          </p:nvSpPr>
          <p:spPr>
            <a:xfrm>
              <a:off x="6455664" y="7131588"/>
              <a:ext cx="187452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o</a:t>
              </a:r>
            </a:p>
          </p:txBody>
        </p:sp>
        <p:sp>
          <p:nvSpPr>
            <p:cNvPr id="1382" name="Text: 0"/>
            <p:cNvSpPr txBox="1"/>
            <p:nvPr/>
          </p:nvSpPr>
          <p:spPr>
            <a:xfrm>
              <a:off x="6597396" y="7278423"/>
              <a:ext cx="138303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</a:t>
              </a:r>
            </a:p>
          </p:txBody>
        </p:sp>
        <p:sp>
          <p:nvSpPr>
            <p:cNvPr id="1383" name="Text: ,"/>
            <p:cNvSpPr txBox="1"/>
            <p:nvPr/>
          </p:nvSpPr>
          <p:spPr>
            <a:xfrm>
              <a:off x="6720840" y="7131588"/>
              <a:ext cx="116586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,</a:t>
              </a:r>
            </a:p>
          </p:txBody>
        </p:sp>
        <p:sp>
          <p:nvSpPr>
            <p:cNvPr id="1384" name="Text: ô"/>
            <p:cNvSpPr txBox="1"/>
            <p:nvPr/>
          </p:nvSpPr>
          <p:spPr>
            <a:xfrm>
              <a:off x="6858000" y="7131588"/>
              <a:ext cx="187452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1" i="1">
                  <a:solidFill>
                    <a:srgbClr val="080908"/>
                  </a:solidFill>
                  <a:latin typeface="Liberation Serif"/>
                </a:rPr>
                <a:t>ô</a:t>
              </a:r>
            </a:p>
          </p:txBody>
        </p:sp>
        <p:sp>
          <p:nvSpPr>
            <p:cNvPr id="1385" name="Text: 0,ϕ"/>
            <p:cNvSpPr txBox="1"/>
            <p:nvPr/>
          </p:nvSpPr>
          <p:spPr>
            <a:xfrm>
              <a:off x="6999732" y="7278423"/>
              <a:ext cx="291751" cy="25058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50" b="1" i="1">
                  <a:solidFill>
                    <a:srgbClr val="080908"/>
                  </a:solidFill>
                  <a:latin typeface="Liberation Serif"/>
                </a:rPr>
                <a:t>0,ϕ</a:t>
              </a:r>
            </a:p>
          </p:txBody>
        </p:sp>
        <p:sp>
          <p:nvSpPr>
            <p:cNvPr id="1386" name="Text: )"/>
            <p:cNvSpPr txBox="1"/>
            <p:nvPr/>
          </p:nvSpPr>
          <p:spPr>
            <a:xfrm>
              <a:off x="7324344" y="7131588"/>
              <a:ext cx="140125" cy="385511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32" b="0" i="0">
                  <a:solidFill>
                    <a:srgbClr val="080908"/>
                  </a:solidFill>
                  <a:latin typeface="Liberation Serif"/>
                </a:rPr>
                <a:t>)</a:t>
              </a:r>
            </a:p>
          </p:txBody>
        </p:sp>
        <p:sp>
          <p:nvSpPr>
            <p:cNvPr id="1387" name="Freeform 1386"/>
            <p:cNvSpPr/>
            <p:nvPr/>
          </p:nvSpPr>
          <p:spPr>
            <a:xfrm>
              <a:off x="7470648" y="7114032"/>
              <a:ext cx="54864" cy="420624"/>
            </a:xfrm>
            <a:custGeom>
              <a:avLst/>
              <a:gdLst/>
              <a:ahLst/>
              <a:cxnLst/>
              <a:rect l="l" t="t" r="r" b="b"/>
              <a:pathLst>
                <a:path w="6" h="46">
                  <a:moveTo>
                    <a:pt x="0" y="0"/>
                  </a:moveTo>
                  <a:lnTo>
                    <a:pt x="6" y="0"/>
                  </a:lnTo>
                  <a:lnTo>
                    <a:pt x="6" y="46"/>
                  </a:lnTo>
                  <a:lnTo>
                    <a:pt x="0" y="46"/>
                  </a:lnTo>
                </a:path>
              </a:pathLst>
            </a:custGeom>
            <a:noFill/>
            <a:ln w="20116">
              <a:solidFill>
                <a:srgbClr val="08090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89" name="Freeform 1388"/>
          <p:cNvSpPr/>
          <p:nvPr/>
        </p:nvSpPr>
        <p:spPr>
          <a:xfrm>
            <a:off x="4334256" y="7991856"/>
            <a:ext cx="0" cy="822960"/>
          </a:xfrm>
          <a:custGeom>
            <a:avLst/>
            <a:gdLst/>
            <a:ahLst/>
            <a:cxnLst/>
            <a:rect l="l" t="t" r="r" b="b"/>
            <a:pathLst>
              <a:path w="0" h="90">
                <a:moveTo>
                  <a:pt x="0" y="90"/>
                </a:moveTo>
                <a:lnTo>
                  <a:pt x="0" y="0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0" name="Freeform 1389"/>
          <p:cNvSpPr/>
          <p:nvPr/>
        </p:nvSpPr>
        <p:spPr>
          <a:xfrm>
            <a:off x="4270248" y="7900416"/>
            <a:ext cx="128016" cy="118872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7" y="0"/>
                </a:moveTo>
                <a:lnTo>
                  <a:pt x="14" y="13"/>
                </a:lnTo>
                <a:lnTo>
                  <a:pt x="0" y="13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Freeform 1390"/>
          <p:cNvSpPr/>
          <p:nvPr/>
        </p:nvSpPr>
        <p:spPr>
          <a:xfrm>
            <a:off x="4334256" y="8814816"/>
            <a:ext cx="1353312" cy="0"/>
          </a:xfrm>
          <a:custGeom>
            <a:avLst/>
            <a:gdLst/>
            <a:ahLst/>
            <a:cxnLst/>
            <a:rect l="l" t="t" r="r" b="b"/>
            <a:pathLst>
              <a:path w="148" h="0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2" name="Freeform 1391"/>
          <p:cNvSpPr/>
          <p:nvPr/>
        </p:nvSpPr>
        <p:spPr>
          <a:xfrm>
            <a:off x="5660136" y="8750808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3" name="Freeform 1392"/>
          <p:cNvSpPr/>
          <p:nvPr/>
        </p:nvSpPr>
        <p:spPr>
          <a:xfrm>
            <a:off x="4087368" y="8814816"/>
            <a:ext cx="246888" cy="219456"/>
          </a:xfrm>
          <a:custGeom>
            <a:avLst/>
            <a:gdLst/>
            <a:ahLst/>
            <a:cxnLst/>
            <a:rect l="l" t="t" r="r" b="b"/>
            <a:pathLst>
              <a:path w="27" h="24">
                <a:moveTo>
                  <a:pt x="27" y="0"/>
                </a:moveTo>
                <a:lnTo>
                  <a:pt x="0" y="24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4" name="Freeform 1393"/>
          <p:cNvSpPr/>
          <p:nvPr/>
        </p:nvSpPr>
        <p:spPr>
          <a:xfrm>
            <a:off x="4014216" y="8970264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14"/>
                </a:moveTo>
                <a:lnTo>
                  <a:pt x="5" y="0"/>
                </a:lnTo>
                <a:lnTo>
                  <a:pt x="15" y="11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5" name="Picture 1394" descr="intera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8238744"/>
            <a:ext cx="1444752" cy="704088"/>
          </a:xfrm>
          <a:prstGeom prst="rect">
            <a:avLst/>
          </a:prstGeom>
        </p:spPr>
      </p:pic>
      <p:sp>
        <p:nvSpPr>
          <p:cNvPr id="1396" name="Text: Generated"/>
          <p:cNvSpPr txBox="1"/>
          <p:nvPr/>
        </p:nvSpPr>
        <p:spPr>
          <a:xfrm>
            <a:off x="4318415" y="9267444"/>
            <a:ext cx="107409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Generated</a:t>
            </a:r>
          </a:p>
        </p:txBody>
      </p:sp>
      <p:sp>
        <p:nvSpPr>
          <p:cNvPr id="1397" name="Text: 3D Interaction"/>
          <p:cNvSpPr txBox="1"/>
          <p:nvPr/>
        </p:nvSpPr>
        <p:spPr>
          <a:xfrm>
            <a:off x="4118336" y="9532620"/>
            <a:ext cx="147425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3D Interaction</a:t>
            </a:r>
          </a:p>
        </p:txBody>
      </p:sp>
      <p:sp>
        <p:nvSpPr>
          <p:cNvPr id="1398" name="Text: ("/>
          <p:cNvSpPr txBox="1"/>
          <p:nvPr/>
        </p:nvSpPr>
        <p:spPr>
          <a:xfrm>
            <a:off x="4535424" y="9774570"/>
            <a:ext cx="130981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80908"/>
                </a:solidFill>
                <a:latin typeface="Liberation Serif"/>
              </a:rPr>
              <a:t>(</a:t>
            </a:r>
          </a:p>
        </p:txBody>
      </p:sp>
      <p:sp>
        <p:nvSpPr>
          <p:cNvPr id="1399" name="Text: ĥ"/>
          <p:cNvSpPr txBox="1"/>
          <p:nvPr/>
        </p:nvSpPr>
        <p:spPr>
          <a:xfrm>
            <a:off x="4626864" y="9780788"/>
            <a:ext cx="183023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 i="1">
                <a:solidFill>
                  <a:srgbClr val="080908"/>
                </a:solidFill>
                <a:latin typeface="Liberation Serif"/>
              </a:rPr>
              <a:t>ĥ</a:t>
            </a:r>
          </a:p>
        </p:txBody>
      </p:sp>
      <p:sp>
        <p:nvSpPr>
          <p:cNvPr id="1400" name="Text: 0"/>
          <p:cNvSpPr txBox="1"/>
          <p:nvPr/>
        </p:nvSpPr>
        <p:spPr>
          <a:xfrm>
            <a:off x="4764167" y="9908676"/>
            <a:ext cx="125730" cy="218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3" b="1" i="1">
                <a:solidFill>
                  <a:srgbClr val="080908"/>
                </a:solidFill>
                <a:latin typeface="Liberation Serif"/>
              </a:rPr>
              <a:t>0</a:t>
            </a:r>
          </a:p>
        </p:txBody>
      </p:sp>
      <p:sp>
        <p:nvSpPr>
          <p:cNvPr id="1401" name="Text: ,"/>
          <p:cNvSpPr txBox="1"/>
          <p:nvPr/>
        </p:nvSpPr>
        <p:spPr>
          <a:xfrm>
            <a:off x="4855464" y="9787006"/>
            <a:ext cx="105156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,</a:t>
            </a:r>
          </a:p>
        </p:txBody>
      </p:sp>
      <p:sp>
        <p:nvSpPr>
          <p:cNvPr id="1402" name="Text: ô"/>
          <p:cNvSpPr txBox="1"/>
          <p:nvPr/>
        </p:nvSpPr>
        <p:spPr>
          <a:xfrm>
            <a:off x="4928616" y="9780788"/>
            <a:ext cx="16916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 i="1">
                <a:solidFill>
                  <a:srgbClr val="080908"/>
                </a:solidFill>
                <a:latin typeface="Liberation Serif"/>
              </a:rPr>
              <a:t>ô</a:t>
            </a:r>
          </a:p>
        </p:txBody>
      </p:sp>
      <p:sp>
        <p:nvSpPr>
          <p:cNvPr id="1403" name="Text: 0"/>
          <p:cNvSpPr txBox="1"/>
          <p:nvPr/>
        </p:nvSpPr>
        <p:spPr>
          <a:xfrm>
            <a:off x="5052060" y="9908676"/>
            <a:ext cx="125730" cy="2182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3" b="1" i="1">
                <a:solidFill>
                  <a:srgbClr val="080908"/>
                </a:solidFill>
                <a:latin typeface="Liberation Serif"/>
              </a:rPr>
              <a:t>0</a:t>
            </a:r>
          </a:p>
        </p:txBody>
      </p:sp>
      <p:sp>
        <p:nvSpPr>
          <p:cNvPr id="1404" name="Text: )"/>
          <p:cNvSpPr txBox="1"/>
          <p:nvPr/>
        </p:nvSpPr>
        <p:spPr>
          <a:xfrm>
            <a:off x="5193792" y="9774570"/>
            <a:ext cx="130981" cy="3482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0">
                <a:solidFill>
                  <a:srgbClr val="080908"/>
                </a:solidFill>
                <a:latin typeface="Liberation Serif"/>
              </a:rPr>
              <a:t>)</a:t>
            </a:r>
          </a:p>
        </p:txBody>
      </p:sp>
      <p:sp>
        <p:nvSpPr>
          <p:cNvPr id="1405" name="Rounded Rectangle 1404"/>
          <p:cNvSpPr/>
          <p:nvPr/>
        </p:nvSpPr>
        <p:spPr>
          <a:xfrm>
            <a:off x="2734056" y="8339328"/>
            <a:ext cx="1188720" cy="429768"/>
          </a:xfrm>
          <a:prstGeom prst="roundRect">
            <a:avLst>
              <a:gd name="adj" fmla="val 19148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6" name="Text: Projection"/>
          <p:cNvSpPr txBox="1"/>
          <p:nvPr/>
        </p:nvSpPr>
        <p:spPr>
          <a:xfrm>
            <a:off x="2759398" y="8381756"/>
            <a:ext cx="1138035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Projection</a:t>
            </a:r>
          </a:p>
        </p:txBody>
      </p:sp>
      <p:grpSp>
        <p:nvGrpSpPr>
          <p:cNvPr id="1427" name="Video example: motion-frame"/>
          <p:cNvGrpSpPr/>
          <p:nvPr/>
        </p:nvGrpSpPr>
        <p:grpSpPr>
          <a:xfrm>
            <a:off x="539496" y="7946136"/>
            <a:ext cx="1874520" cy="1207008"/>
            <a:chOff x="539496" y="7946136"/>
            <a:chExt cx="1874520" cy="1207008"/>
          </a:xfrm>
        </p:grpSpPr>
        <p:sp>
          <p:nvSpPr>
            <p:cNvPr id="1407" name="Rectangle 1406"/>
            <p:cNvSpPr/>
            <p:nvPr/>
          </p:nvSpPr>
          <p:spPr>
            <a:xfrm>
              <a:off x="539496" y="7946136"/>
              <a:ext cx="1874520" cy="1207008"/>
            </a:xfrm>
            <a:prstGeom prst="rect">
              <a:avLst/>
            </a:prstGeom>
            <a:solidFill>
              <a:srgbClr val="08090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8" name="Rectangle 1407"/>
            <p:cNvSpPr/>
            <p:nvPr/>
          </p:nvSpPr>
          <p:spPr>
            <a:xfrm>
              <a:off x="58521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9" name="Rectangle 1408"/>
            <p:cNvSpPr/>
            <p:nvPr/>
          </p:nvSpPr>
          <p:spPr>
            <a:xfrm>
              <a:off x="78333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0" name="Rectangle 1409"/>
            <p:cNvSpPr/>
            <p:nvPr/>
          </p:nvSpPr>
          <p:spPr>
            <a:xfrm>
              <a:off x="98145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1" name="Rectangle 1410"/>
            <p:cNvSpPr/>
            <p:nvPr/>
          </p:nvSpPr>
          <p:spPr>
            <a:xfrm>
              <a:off x="117957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2" name="Rectangle 1411"/>
            <p:cNvSpPr/>
            <p:nvPr/>
          </p:nvSpPr>
          <p:spPr>
            <a:xfrm>
              <a:off x="137769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3" name="Rectangle 1412"/>
            <p:cNvSpPr/>
            <p:nvPr/>
          </p:nvSpPr>
          <p:spPr>
            <a:xfrm>
              <a:off x="157581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4" name="Rectangle 1413"/>
            <p:cNvSpPr/>
            <p:nvPr/>
          </p:nvSpPr>
          <p:spPr>
            <a:xfrm>
              <a:off x="177393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5" name="Rectangle 1414"/>
            <p:cNvSpPr/>
            <p:nvPr/>
          </p:nvSpPr>
          <p:spPr>
            <a:xfrm>
              <a:off x="197205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6" name="Rectangle 1415"/>
            <p:cNvSpPr/>
            <p:nvPr/>
          </p:nvSpPr>
          <p:spPr>
            <a:xfrm>
              <a:off x="2170176" y="7991856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7" name="Rectangle 1416"/>
            <p:cNvSpPr/>
            <p:nvPr/>
          </p:nvSpPr>
          <p:spPr>
            <a:xfrm>
              <a:off x="58521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8" name="Rectangle 1417"/>
            <p:cNvSpPr/>
            <p:nvPr/>
          </p:nvSpPr>
          <p:spPr>
            <a:xfrm>
              <a:off x="78333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9" name="Rectangle 1418"/>
            <p:cNvSpPr/>
            <p:nvPr/>
          </p:nvSpPr>
          <p:spPr>
            <a:xfrm>
              <a:off x="98145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0" name="Rectangle 1419"/>
            <p:cNvSpPr/>
            <p:nvPr/>
          </p:nvSpPr>
          <p:spPr>
            <a:xfrm>
              <a:off x="117957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1" name="Rectangle 1420"/>
            <p:cNvSpPr/>
            <p:nvPr/>
          </p:nvSpPr>
          <p:spPr>
            <a:xfrm>
              <a:off x="137769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2" name="Rectangle 1421"/>
            <p:cNvSpPr/>
            <p:nvPr/>
          </p:nvSpPr>
          <p:spPr>
            <a:xfrm>
              <a:off x="157581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3" name="Rectangle 1422"/>
            <p:cNvSpPr/>
            <p:nvPr/>
          </p:nvSpPr>
          <p:spPr>
            <a:xfrm>
              <a:off x="177393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4" name="Rectangle 1423"/>
            <p:cNvSpPr/>
            <p:nvPr/>
          </p:nvSpPr>
          <p:spPr>
            <a:xfrm>
              <a:off x="197205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5" name="Rectangle 1424"/>
            <p:cNvSpPr/>
            <p:nvPr/>
          </p:nvSpPr>
          <p:spPr>
            <a:xfrm>
              <a:off x="2170176" y="9034272"/>
              <a:ext cx="134112" cy="7315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26" name="Picture 1425" descr="motion-fram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7784" y="8119872"/>
              <a:ext cx="1837944" cy="868680"/>
            </a:xfrm>
            <a:prstGeom prst="rect">
              <a:avLst/>
            </a:prstGeom>
          </p:spPr>
        </p:pic>
      </p:grpSp>
      <p:sp>
        <p:nvSpPr>
          <p:cNvPr id="1428" name="Text: Rendered"/>
          <p:cNvSpPr txBox="1"/>
          <p:nvPr/>
        </p:nvSpPr>
        <p:spPr>
          <a:xfrm>
            <a:off x="993499" y="9436608"/>
            <a:ext cx="99394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Rendered</a:t>
            </a:r>
          </a:p>
        </p:txBody>
      </p:sp>
      <p:sp>
        <p:nvSpPr>
          <p:cNvPr id="1429" name="Text: Motion Video M̃"/>
          <p:cNvSpPr txBox="1"/>
          <p:nvPr/>
        </p:nvSpPr>
        <p:spPr>
          <a:xfrm>
            <a:off x="667566" y="9710928"/>
            <a:ext cx="1645813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80908"/>
                </a:solidFill>
                <a:latin typeface="Liberation Serif"/>
              </a:rPr>
              <a:t>Motion Video M̃</a:t>
            </a:r>
          </a:p>
        </p:txBody>
      </p:sp>
      <p:sp>
        <p:nvSpPr>
          <p:cNvPr id="1430" name="Freeform 1429"/>
          <p:cNvSpPr/>
          <p:nvPr/>
        </p:nvSpPr>
        <p:spPr>
          <a:xfrm>
            <a:off x="11969496" y="9134856"/>
            <a:ext cx="0" cy="813816"/>
          </a:xfrm>
          <a:custGeom>
            <a:avLst/>
            <a:gdLst/>
            <a:ahLst/>
            <a:cxnLst/>
            <a:rect l="l" t="t" r="r" b="b"/>
            <a:pathLst>
              <a:path w="0" h="89">
                <a:moveTo>
                  <a:pt x="0" y="89"/>
                </a:moveTo>
                <a:lnTo>
                  <a:pt x="0" y="0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Freeform 1430"/>
          <p:cNvSpPr/>
          <p:nvPr/>
        </p:nvSpPr>
        <p:spPr>
          <a:xfrm>
            <a:off x="11905488" y="9043416"/>
            <a:ext cx="128016" cy="118872"/>
          </a:xfrm>
          <a:custGeom>
            <a:avLst/>
            <a:gdLst/>
            <a:ahLst/>
            <a:cxnLst/>
            <a:rect l="l" t="t" r="r" b="b"/>
            <a:pathLst>
              <a:path w="14" h="13">
                <a:moveTo>
                  <a:pt x="7" y="0"/>
                </a:moveTo>
                <a:lnTo>
                  <a:pt x="14" y="13"/>
                </a:lnTo>
                <a:lnTo>
                  <a:pt x="0" y="13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Freeform 1431"/>
          <p:cNvSpPr/>
          <p:nvPr/>
        </p:nvSpPr>
        <p:spPr>
          <a:xfrm>
            <a:off x="11969496" y="9948672"/>
            <a:ext cx="1353312" cy="0"/>
          </a:xfrm>
          <a:custGeom>
            <a:avLst/>
            <a:gdLst/>
            <a:ahLst/>
            <a:cxnLst/>
            <a:rect l="l" t="t" r="r" b="b"/>
            <a:pathLst>
              <a:path w="148" h="0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3" name="Freeform 1432"/>
          <p:cNvSpPr/>
          <p:nvPr/>
        </p:nvSpPr>
        <p:spPr>
          <a:xfrm>
            <a:off x="13295376" y="9884664"/>
            <a:ext cx="118872" cy="128016"/>
          </a:xfrm>
          <a:custGeom>
            <a:avLst/>
            <a:gdLst/>
            <a:ahLst/>
            <a:cxnLst/>
            <a:rect l="l" t="t" r="r" b="b"/>
            <a:pathLst>
              <a:path w="13" h="14">
                <a:moveTo>
                  <a:pt x="13" y="7"/>
                </a:moveTo>
                <a:lnTo>
                  <a:pt x="0" y="14"/>
                </a:lnTo>
                <a:lnTo>
                  <a:pt x="0" y="0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Freeform 1433"/>
          <p:cNvSpPr/>
          <p:nvPr/>
        </p:nvSpPr>
        <p:spPr>
          <a:xfrm>
            <a:off x="11731752" y="9948672"/>
            <a:ext cx="237744" cy="219456"/>
          </a:xfrm>
          <a:custGeom>
            <a:avLst/>
            <a:gdLst/>
            <a:ahLst/>
            <a:cxnLst/>
            <a:rect l="l" t="t" r="r" b="b"/>
            <a:pathLst>
              <a:path w="26" h="24">
                <a:moveTo>
                  <a:pt x="26" y="0"/>
                </a:moveTo>
                <a:lnTo>
                  <a:pt x="0" y="24"/>
                </a:lnTo>
              </a:path>
            </a:pathLst>
          </a:custGeom>
          <a:noFill/>
          <a:ln w="25603">
            <a:solidFill>
              <a:srgbClr val="8888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Freeform 1434"/>
          <p:cNvSpPr/>
          <p:nvPr/>
        </p:nvSpPr>
        <p:spPr>
          <a:xfrm>
            <a:off x="11658600" y="10104120"/>
            <a:ext cx="137160" cy="128016"/>
          </a:xfrm>
          <a:custGeom>
            <a:avLst/>
            <a:gdLst/>
            <a:ahLst/>
            <a:cxnLst/>
            <a:rect l="l" t="t" r="r" b="b"/>
            <a:pathLst>
              <a:path w="15" h="14">
                <a:moveTo>
                  <a:pt x="0" y="14"/>
                </a:moveTo>
                <a:lnTo>
                  <a:pt x="5" y="0"/>
                </a:lnTo>
                <a:lnTo>
                  <a:pt x="15" y="11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6" name="Picture 1435" descr="noisy-intera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0" y="9061704"/>
            <a:ext cx="1371600" cy="905256"/>
          </a:xfrm>
          <a:prstGeom prst="rect">
            <a:avLst/>
          </a:prstGeom>
        </p:spPr>
      </p:pic>
      <p:sp>
        <p:nvSpPr>
          <p:cNvPr id="1437" name="Text: ("/>
          <p:cNvSpPr txBox="1"/>
          <p:nvPr/>
        </p:nvSpPr>
        <p:spPr>
          <a:xfrm>
            <a:off x="12234672" y="10048524"/>
            <a:ext cx="140125" cy="385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80908"/>
                </a:solidFill>
                <a:latin typeface="Liberation Serif"/>
              </a:rPr>
              <a:t>(</a:t>
            </a:r>
          </a:p>
        </p:txBody>
      </p:sp>
      <p:sp>
        <p:nvSpPr>
          <p:cNvPr id="1438" name="Text: h"/>
          <p:cNvSpPr txBox="1"/>
          <p:nvPr/>
        </p:nvSpPr>
        <p:spPr>
          <a:xfrm>
            <a:off x="12326112" y="10054742"/>
            <a:ext cx="198275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h</a:t>
            </a:r>
          </a:p>
        </p:txBody>
      </p:sp>
      <p:sp>
        <p:nvSpPr>
          <p:cNvPr id="1439" name="Text: t"/>
          <p:cNvSpPr txBox="1"/>
          <p:nvPr/>
        </p:nvSpPr>
        <p:spPr>
          <a:xfrm>
            <a:off x="12478667" y="10196840"/>
            <a:ext cx="95262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1440" name="Text: ,"/>
          <p:cNvSpPr txBox="1"/>
          <p:nvPr/>
        </p:nvSpPr>
        <p:spPr>
          <a:xfrm>
            <a:off x="12600432" y="10054742"/>
            <a:ext cx="114300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080908"/>
                </a:solidFill>
                <a:latin typeface="Liberation Serif"/>
              </a:rPr>
              <a:t>,</a:t>
            </a:r>
          </a:p>
        </p:txBody>
      </p:sp>
      <p:sp>
        <p:nvSpPr>
          <p:cNvPr id="1441" name="Text: o"/>
          <p:cNvSpPr txBox="1"/>
          <p:nvPr/>
        </p:nvSpPr>
        <p:spPr>
          <a:xfrm>
            <a:off x="12737592" y="10054742"/>
            <a:ext cx="182880" cy="373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1" i="1">
                <a:solidFill>
                  <a:srgbClr val="080908"/>
                </a:solidFill>
                <a:latin typeface="Liberation Serif"/>
              </a:rPr>
              <a:t>o</a:t>
            </a:r>
          </a:p>
        </p:txBody>
      </p:sp>
      <p:sp>
        <p:nvSpPr>
          <p:cNvPr id="1442" name="Text: t"/>
          <p:cNvSpPr txBox="1"/>
          <p:nvPr/>
        </p:nvSpPr>
        <p:spPr>
          <a:xfrm>
            <a:off x="12874752" y="10196840"/>
            <a:ext cx="95262" cy="242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4" b="1" i="1">
                <a:solidFill>
                  <a:srgbClr val="080908"/>
                </a:solidFill>
                <a:latin typeface="Liberation Serif"/>
              </a:rPr>
              <a:t>t</a:t>
            </a:r>
          </a:p>
        </p:txBody>
      </p:sp>
      <p:sp>
        <p:nvSpPr>
          <p:cNvPr id="1443" name="Text: )"/>
          <p:cNvSpPr txBox="1"/>
          <p:nvPr/>
        </p:nvSpPr>
        <p:spPr>
          <a:xfrm>
            <a:off x="13030200" y="10048524"/>
            <a:ext cx="140125" cy="3855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80908"/>
                </a:solidFill>
                <a:latin typeface="Liberation Serif"/>
              </a:rPr>
              <a:t>)</a:t>
            </a:r>
          </a:p>
        </p:txBody>
      </p:sp>
      <p:sp>
        <p:nvSpPr>
          <p:cNvPr id="1444" name="Oval 1443"/>
          <p:cNvSpPr/>
          <p:nvPr/>
        </p:nvSpPr>
        <p:spPr>
          <a:xfrm>
            <a:off x="14474952" y="6400800"/>
            <a:ext cx="365760" cy="365760"/>
          </a:xfrm>
          <a:prstGeom prst="ellipse">
            <a:avLst/>
          </a:pr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5" name="Freeform 1444"/>
          <p:cNvSpPr/>
          <p:nvPr/>
        </p:nvSpPr>
        <p:spPr>
          <a:xfrm>
            <a:off x="14474952" y="6583680"/>
            <a:ext cx="365760" cy="0"/>
          </a:xfrm>
          <a:custGeom>
            <a:avLst/>
            <a:gdLst/>
            <a:ahLst/>
            <a:cxnLst/>
            <a:rect l="l" t="t" r="r" b="b"/>
            <a:pathLst>
              <a:path w="40" h="0">
                <a:moveTo>
                  <a:pt x="0" y="0"/>
                </a:moveTo>
                <a:lnTo>
                  <a:pt x="40" y="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Freeform 1445"/>
          <p:cNvSpPr/>
          <p:nvPr/>
        </p:nvSpPr>
        <p:spPr>
          <a:xfrm>
            <a:off x="14657832" y="6400800"/>
            <a:ext cx="0" cy="365760"/>
          </a:xfrm>
          <a:custGeom>
            <a:avLst/>
            <a:gdLst/>
            <a:ahLst/>
            <a:cxnLst/>
            <a:rect l="l" t="t" r="r" b="b"/>
            <a:pathLst>
              <a:path w="0" h="40">
                <a:moveTo>
                  <a:pt x="0" y="0"/>
                </a:moveTo>
                <a:lnTo>
                  <a:pt x="0" y="40"/>
                </a:lnTo>
              </a:path>
            </a:pathLst>
          </a:custGeom>
          <a:noFill/>
          <a:ln w="29260">
            <a:solidFill>
              <a:srgbClr val="0809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: Channel-wise Concat"/>
          <p:cNvSpPr txBox="1"/>
          <p:nvPr/>
        </p:nvSpPr>
        <p:spPr>
          <a:xfrm>
            <a:off x="15316200" y="6422014"/>
            <a:ext cx="2205311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Channel-wise Concat</a:t>
            </a:r>
          </a:p>
        </p:txBody>
      </p:sp>
      <p:sp>
        <p:nvSpPr>
          <p:cNvPr id="1448" name="Freeform 1447"/>
          <p:cNvSpPr/>
          <p:nvPr/>
        </p:nvSpPr>
        <p:spPr>
          <a:xfrm>
            <a:off x="14328648" y="7187184"/>
            <a:ext cx="548640" cy="0"/>
          </a:xfrm>
          <a:custGeom>
            <a:avLst/>
            <a:gdLst/>
            <a:ahLst/>
            <a:cxnLst/>
            <a:rect l="l" t="t" r="r" b="b"/>
            <a:pathLst>
              <a:path w="60" h="0">
                <a:moveTo>
                  <a:pt x="0" y="0"/>
                </a:moveTo>
                <a:lnTo>
                  <a:pt x="60" y="0"/>
                </a:lnTo>
              </a:path>
            </a:pathLst>
          </a:custGeom>
          <a:noFill/>
          <a:ln w="45719">
            <a:solidFill>
              <a:srgbClr val="F2733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9" name="Freeform 1448"/>
          <p:cNvSpPr/>
          <p:nvPr/>
        </p:nvSpPr>
        <p:spPr>
          <a:xfrm>
            <a:off x="14849856" y="7114032"/>
            <a:ext cx="137160" cy="146304"/>
          </a:xfrm>
          <a:custGeom>
            <a:avLst/>
            <a:gdLst/>
            <a:ahLst/>
            <a:cxnLst/>
            <a:rect l="l" t="t" r="r" b="b"/>
            <a:pathLst>
              <a:path w="15" h="16">
                <a:moveTo>
                  <a:pt x="15" y="8"/>
                </a:moveTo>
                <a:lnTo>
                  <a:pt x="0" y="16"/>
                </a:lnTo>
                <a:lnTo>
                  <a:pt x="0" y="0"/>
                </a:lnTo>
                <a:close/>
              </a:path>
            </a:pathLst>
          </a:custGeom>
          <a:solidFill>
            <a:srgbClr val="F27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: Grad. Backpropagate"/>
          <p:cNvSpPr txBox="1"/>
          <p:nvPr/>
        </p:nvSpPr>
        <p:spPr>
          <a:xfrm>
            <a:off x="15261336" y="7019300"/>
            <a:ext cx="2331827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Grad. Backpropagate</a:t>
            </a:r>
          </a:p>
        </p:txBody>
      </p:sp>
      <p:grpSp>
        <p:nvGrpSpPr>
          <p:cNvPr id="1685" name="Diffused grey latent code"/>
          <p:cNvGrpSpPr/>
          <p:nvPr/>
        </p:nvGrpSpPr>
        <p:grpSpPr>
          <a:xfrm>
            <a:off x="14401800" y="7589520"/>
            <a:ext cx="493776" cy="493776"/>
            <a:chOff x="14401800" y="7589520"/>
            <a:chExt cx="493776" cy="493776"/>
          </a:xfrm>
        </p:grpSpPr>
        <p:sp>
          <p:nvSpPr>
            <p:cNvPr id="1451" name="Freeform 1450"/>
            <p:cNvSpPr/>
            <p:nvPr/>
          </p:nvSpPr>
          <p:spPr>
            <a:xfrm>
              <a:off x="14401800" y="7589520"/>
              <a:ext cx="493776" cy="118872"/>
            </a:xfrm>
            <a:custGeom>
              <a:avLst/>
              <a:gdLst/>
              <a:ahLst/>
              <a:cxnLst/>
              <a:rect l="l" t="t" r="r" b="b"/>
              <a:pathLst>
                <a:path w="54" h="13">
                  <a:moveTo>
                    <a:pt x="0" y="13"/>
                  </a:moveTo>
                  <a:lnTo>
                    <a:pt x="13" y="0"/>
                  </a:lnTo>
                  <a:lnTo>
                    <a:pt x="54" y="0"/>
                  </a:lnTo>
                  <a:lnTo>
                    <a:pt x="41" y="13"/>
                  </a:lnTo>
                  <a:close/>
                </a:path>
              </a:pathLst>
            </a:custGeom>
            <a:solidFill>
              <a:srgbClr val="F1F0EB"/>
            </a:solidFill>
            <a:ln w="27432">
              <a:solidFill>
                <a:srgbClr val="8585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2" name="Freeform 1451"/>
            <p:cNvSpPr/>
            <p:nvPr/>
          </p:nvSpPr>
          <p:spPr>
            <a:xfrm>
              <a:off x="14776704" y="7589520"/>
              <a:ext cx="118872" cy="493776"/>
            </a:xfrm>
            <a:custGeom>
              <a:avLst/>
              <a:gdLst/>
              <a:ahLst/>
              <a:cxnLst/>
              <a:rect l="l" t="t" r="r" b="b"/>
              <a:pathLst>
                <a:path w="13" h="54">
                  <a:moveTo>
                    <a:pt x="0" y="13"/>
                  </a:moveTo>
                  <a:lnTo>
                    <a:pt x="13" y="0"/>
                  </a:lnTo>
                  <a:lnTo>
                    <a:pt x="13" y="41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DDDEDA"/>
            </a:solidFill>
            <a:ln w="27432">
              <a:solidFill>
                <a:srgbClr val="8585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3" name="Rectangle 1452"/>
            <p:cNvSpPr/>
            <p:nvPr/>
          </p:nvSpPr>
          <p:spPr>
            <a:xfrm>
              <a:off x="14401800" y="7708392"/>
              <a:ext cx="374904" cy="374904"/>
            </a:xfrm>
            <a:prstGeom prst="rect">
              <a:avLst/>
            </a:prstGeom>
            <a:solidFill>
              <a:srgbClr val="E4E4E4"/>
            </a:solidFill>
            <a:ln w="27432">
              <a:solidFill>
                <a:srgbClr val="8585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4" name="Rectangle 1453"/>
            <p:cNvSpPr/>
            <p:nvPr/>
          </p:nvSpPr>
          <p:spPr>
            <a:xfrm>
              <a:off x="14415516" y="7722108"/>
              <a:ext cx="32320" cy="32320"/>
            </a:xfrm>
            <a:prstGeom prst="rect">
              <a:avLst/>
            </a:prstGeom>
            <a:solidFill>
              <a:srgbClr val="D9DA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5" name="Rectangle 1454"/>
            <p:cNvSpPr/>
            <p:nvPr/>
          </p:nvSpPr>
          <p:spPr>
            <a:xfrm>
              <a:off x="14447104" y="7722108"/>
              <a:ext cx="32320" cy="32320"/>
            </a:xfrm>
            <a:prstGeom prst="rect">
              <a:avLst/>
            </a:prstGeom>
            <a:solidFill>
              <a:srgbClr val="D0D0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6" name="Rectangle 1455"/>
            <p:cNvSpPr/>
            <p:nvPr/>
          </p:nvSpPr>
          <p:spPr>
            <a:xfrm>
              <a:off x="14478693" y="7722108"/>
              <a:ext cx="32320" cy="32320"/>
            </a:xfrm>
            <a:prstGeom prst="rect">
              <a:avLst/>
            </a:prstGeom>
            <a:solidFill>
              <a:srgbClr val="B7B8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7" name="Rectangle 1456"/>
            <p:cNvSpPr/>
            <p:nvPr/>
          </p:nvSpPr>
          <p:spPr>
            <a:xfrm>
              <a:off x="14510281" y="7722108"/>
              <a:ext cx="32320" cy="32320"/>
            </a:xfrm>
            <a:prstGeom prst="rect">
              <a:avLst/>
            </a:prstGeom>
            <a:solidFill>
              <a:srgbClr val="D8D9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8" name="Rectangle 1457"/>
            <p:cNvSpPr/>
            <p:nvPr/>
          </p:nvSpPr>
          <p:spPr>
            <a:xfrm>
              <a:off x="14541869" y="7722108"/>
              <a:ext cx="32320" cy="32320"/>
            </a:xfrm>
            <a:prstGeom prst="rect">
              <a:avLst/>
            </a:prstGeom>
            <a:solidFill>
              <a:srgbClr val="A8A9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9" name="Rectangle 1458"/>
            <p:cNvSpPr/>
            <p:nvPr/>
          </p:nvSpPr>
          <p:spPr>
            <a:xfrm>
              <a:off x="14573458" y="7722108"/>
              <a:ext cx="32320" cy="32320"/>
            </a:xfrm>
            <a:prstGeom prst="rect">
              <a:avLst/>
            </a:prstGeom>
            <a:solidFill>
              <a:srgbClr val="AEAF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0" name="Rectangle 1459"/>
            <p:cNvSpPr/>
            <p:nvPr/>
          </p:nvSpPr>
          <p:spPr>
            <a:xfrm>
              <a:off x="14605046" y="7722108"/>
              <a:ext cx="32320" cy="32320"/>
            </a:xfrm>
            <a:prstGeom prst="rect">
              <a:avLst/>
            </a:prstGeom>
            <a:solidFill>
              <a:srgbClr val="C6C7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1" name="Rectangle 1460"/>
            <p:cNvSpPr/>
            <p:nvPr/>
          </p:nvSpPr>
          <p:spPr>
            <a:xfrm>
              <a:off x="14636635" y="7722108"/>
              <a:ext cx="32320" cy="32320"/>
            </a:xfrm>
            <a:prstGeom prst="rect">
              <a:avLst/>
            </a:prstGeom>
            <a:solidFill>
              <a:srgbClr val="9C9D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2" name="Rectangle 1461"/>
            <p:cNvSpPr/>
            <p:nvPr/>
          </p:nvSpPr>
          <p:spPr>
            <a:xfrm>
              <a:off x="14668223" y="7722108"/>
              <a:ext cx="32320" cy="32320"/>
            </a:xfrm>
            <a:prstGeom prst="rect">
              <a:avLst/>
            </a:prstGeom>
            <a:solidFill>
              <a:srgbClr val="B1B2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3" name="Rectangle 1462"/>
            <p:cNvSpPr/>
            <p:nvPr/>
          </p:nvSpPr>
          <p:spPr>
            <a:xfrm>
              <a:off x="14699811" y="7722108"/>
              <a:ext cx="32320" cy="32320"/>
            </a:xfrm>
            <a:prstGeom prst="rect">
              <a:avLst/>
            </a:prstGeom>
            <a:solidFill>
              <a:srgbClr val="A5A6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4" name="Rectangle 1463"/>
            <p:cNvSpPr/>
            <p:nvPr/>
          </p:nvSpPr>
          <p:spPr>
            <a:xfrm>
              <a:off x="14731400" y="7722108"/>
              <a:ext cx="32320" cy="32320"/>
            </a:xfrm>
            <a:prstGeom prst="rect">
              <a:avLst/>
            </a:prstGeom>
            <a:solidFill>
              <a:srgbClr val="9C9C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5" name="Rectangle 1464"/>
            <p:cNvSpPr/>
            <p:nvPr/>
          </p:nvSpPr>
          <p:spPr>
            <a:xfrm>
              <a:off x="14415516" y="7753696"/>
              <a:ext cx="32320" cy="32320"/>
            </a:xfrm>
            <a:prstGeom prst="rect">
              <a:avLst/>
            </a:prstGeom>
            <a:solidFill>
              <a:srgbClr val="B6B6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6" name="Rectangle 1465"/>
            <p:cNvSpPr/>
            <p:nvPr/>
          </p:nvSpPr>
          <p:spPr>
            <a:xfrm>
              <a:off x="14447104" y="7753696"/>
              <a:ext cx="32320" cy="32320"/>
            </a:xfrm>
            <a:prstGeom prst="rect">
              <a:avLst/>
            </a:prstGeom>
            <a:solidFill>
              <a:srgbClr val="B2B2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7" name="Rectangle 1466"/>
            <p:cNvSpPr/>
            <p:nvPr/>
          </p:nvSpPr>
          <p:spPr>
            <a:xfrm>
              <a:off x="14478693" y="7753696"/>
              <a:ext cx="32320" cy="32320"/>
            </a:xfrm>
            <a:prstGeom prst="rect">
              <a:avLst/>
            </a:prstGeom>
            <a:solidFill>
              <a:srgbClr val="EAEBE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8" name="Rectangle 1467"/>
            <p:cNvSpPr/>
            <p:nvPr/>
          </p:nvSpPr>
          <p:spPr>
            <a:xfrm>
              <a:off x="14510281" y="7753696"/>
              <a:ext cx="32320" cy="32320"/>
            </a:xfrm>
            <a:prstGeom prst="rect">
              <a:avLst/>
            </a:prstGeom>
            <a:solidFill>
              <a:srgbClr val="9FA0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9" name="Rectangle 1468"/>
            <p:cNvSpPr/>
            <p:nvPr/>
          </p:nvSpPr>
          <p:spPr>
            <a:xfrm>
              <a:off x="14541869" y="7753696"/>
              <a:ext cx="32320" cy="32320"/>
            </a:xfrm>
            <a:prstGeom prst="rect">
              <a:avLst/>
            </a:prstGeom>
            <a:solidFill>
              <a:srgbClr val="8788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0" name="Rectangle 1469"/>
            <p:cNvSpPr/>
            <p:nvPr/>
          </p:nvSpPr>
          <p:spPr>
            <a:xfrm>
              <a:off x="14573458" y="7753696"/>
              <a:ext cx="32320" cy="32320"/>
            </a:xfrm>
            <a:prstGeom prst="rect">
              <a:avLst/>
            </a:prstGeom>
            <a:solidFill>
              <a:srgbClr val="C9C9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1" name="Rectangle 1470"/>
            <p:cNvSpPr/>
            <p:nvPr/>
          </p:nvSpPr>
          <p:spPr>
            <a:xfrm>
              <a:off x="14605046" y="7753696"/>
              <a:ext cx="32320" cy="32320"/>
            </a:xfrm>
            <a:prstGeom prst="rect">
              <a:avLst/>
            </a:prstGeom>
            <a:solidFill>
              <a:srgbClr val="DADA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2" name="Rectangle 1471"/>
            <p:cNvSpPr/>
            <p:nvPr/>
          </p:nvSpPr>
          <p:spPr>
            <a:xfrm>
              <a:off x="14636635" y="7753696"/>
              <a:ext cx="32320" cy="32320"/>
            </a:xfrm>
            <a:prstGeom prst="rect">
              <a:avLst/>
            </a:prstGeom>
            <a:solidFill>
              <a:srgbClr val="9696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3" name="Rectangle 1472"/>
            <p:cNvSpPr/>
            <p:nvPr/>
          </p:nvSpPr>
          <p:spPr>
            <a:xfrm>
              <a:off x="14668223" y="7753696"/>
              <a:ext cx="32320" cy="32320"/>
            </a:xfrm>
            <a:prstGeom prst="rect">
              <a:avLst/>
            </a:prstGeom>
            <a:solidFill>
              <a:srgbClr val="CFD0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4" name="Rectangle 1473"/>
            <p:cNvSpPr/>
            <p:nvPr/>
          </p:nvSpPr>
          <p:spPr>
            <a:xfrm>
              <a:off x="14699811" y="7753696"/>
              <a:ext cx="32320" cy="32320"/>
            </a:xfrm>
            <a:prstGeom prst="rect">
              <a:avLst/>
            </a:prstGeom>
            <a:solidFill>
              <a:srgbClr val="B2B3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5" name="Rectangle 1474"/>
            <p:cNvSpPr/>
            <p:nvPr/>
          </p:nvSpPr>
          <p:spPr>
            <a:xfrm>
              <a:off x="14731400" y="7753696"/>
              <a:ext cx="32320" cy="32320"/>
            </a:xfrm>
            <a:prstGeom prst="rect">
              <a:avLst/>
            </a:prstGeom>
            <a:solidFill>
              <a:srgbClr val="B1B1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6" name="Rectangle 1475"/>
            <p:cNvSpPr/>
            <p:nvPr/>
          </p:nvSpPr>
          <p:spPr>
            <a:xfrm>
              <a:off x="14415516" y="7785285"/>
              <a:ext cx="32320" cy="32320"/>
            </a:xfrm>
            <a:prstGeom prst="rect">
              <a:avLst/>
            </a:prstGeom>
            <a:solidFill>
              <a:srgbClr val="CEC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7" name="Rectangle 1476"/>
            <p:cNvSpPr/>
            <p:nvPr/>
          </p:nvSpPr>
          <p:spPr>
            <a:xfrm>
              <a:off x="14447104" y="7785285"/>
              <a:ext cx="32320" cy="32320"/>
            </a:xfrm>
            <a:prstGeom prst="rect">
              <a:avLst/>
            </a:prstGeom>
            <a:solidFill>
              <a:srgbClr val="CEC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8" name="Rectangle 1477"/>
            <p:cNvSpPr/>
            <p:nvPr/>
          </p:nvSpPr>
          <p:spPr>
            <a:xfrm>
              <a:off x="14478693" y="7785285"/>
              <a:ext cx="32320" cy="32320"/>
            </a:xfrm>
            <a:prstGeom prst="rect">
              <a:avLst/>
            </a:prstGeom>
            <a:solidFill>
              <a:srgbClr val="BABB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9" name="Rectangle 1478"/>
            <p:cNvSpPr/>
            <p:nvPr/>
          </p:nvSpPr>
          <p:spPr>
            <a:xfrm>
              <a:off x="14510281" y="7785285"/>
              <a:ext cx="32320" cy="32320"/>
            </a:xfrm>
            <a:prstGeom prst="rect">
              <a:avLst/>
            </a:prstGeom>
            <a:solidFill>
              <a:srgbClr val="AFB0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0" name="Rectangle 1479"/>
            <p:cNvSpPr/>
            <p:nvPr/>
          </p:nvSpPr>
          <p:spPr>
            <a:xfrm>
              <a:off x="14541869" y="7785285"/>
              <a:ext cx="32320" cy="32320"/>
            </a:xfrm>
            <a:prstGeom prst="rect">
              <a:avLst/>
            </a:prstGeom>
            <a:solidFill>
              <a:srgbClr val="A9A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1" name="Rectangle 1480"/>
            <p:cNvSpPr/>
            <p:nvPr/>
          </p:nvSpPr>
          <p:spPr>
            <a:xfrm>
              <a:off x="14573458" y="7785285"/>
              <a:ext cx="32320" cy="32320"/>
            </a:xfrm>
            <a:prstGeom prst="rect">
              <a:avLst/>
            </a:prstGeom>
            <a:solidFill>
              <a:srgbClr val="9B9B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2" name="Rectangle 1481"/>
            <p:cNvSpPr/>
            <p:nvPr/>
          </p:nvSpPr>
          <p:spPr>
            <a:xfrm>
              <a:off x="14605046" y="7785285"/>
              <a:ext cx="32320" cy="32320"/>
            </a:xfrm>
            <a:prstGeom prst="rect">
              <a:avLst/>
            </a:prstGeom>
            <a:solidFill>
              <a:srgbClr val="9594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3" name="Rectangle 1482"/>
            <p:cNvSpPr/>
            <p:nvPr/>
          </p:nvSpPr>
          <p:spPr>
            <a:xfrm>
              <a:off x="14636635" y="7785285"/>
              <a:ext cx="32320" cy="32320"/>
            </a:xfrm>
            <a:prstGeom prst="rect">
              <a:avLst/>
            </a:prstGeom>
            <a:solidFill>
              <a:srgbClr val="D1D2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4" name="Rectangle 1483"/>
            <p:cNvSpPr/>
            <p:nvPr/>
          </p:nvSpPr>
          <p:spPr>
            <a:xfrm>
              <a:off x="14668223" y="7785285"/>
              <a:ext cx="32320" cy="32320"/>
            </a:xfrm>
            <a:prstGeom prst="rect">
              <a:avLst/>
            </a:prstGeom>
            <a:solidFill>
              <a:srgbClr val="BBBC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5" name="Rectangle 1484"/>
            <p:cNvSpPr/>
            <p:nvPr/>
          </p:nvSpPr>
          <p:spPr>
            <a:xfrm>
              <a:off x="14699811" y="7785285"/>
              <a:ext cx="32320" cy="32320"/>
            </a:xfrm>
            <a:prstGeom prst="rect">
              <a:avLst/>
            </a:prstGeom>
            <a:solidFill>
              <a:srgbClr val="CACB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6" name="Rectangle 1485"/>
            <p:cNvSpPr/>
            <p:nvPr/>
          </p:nvSpPr>
          <p:spPr>
            <a:xfrm>
              <a:off x="14731400" y="7785285"/>
              <a:ext cx="32320" cy="32320"/>
            </a:xfrm>
            <a:prstGeom prst="rect">
              <a:avLst/>
            </a:prstGeom>
            <a:solidFill>
              <a:srgbClr val="A8A8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7" name="Rectangle 1486"/>
            <p:cNvSpPr/>
            <p:nvPr/>
          </p:nvSpPr>
          <p:spPr>
            <a:xfrm>
              <a:off x="14415516" y="7816873"/>
              <a:ext cx="32320" cy="32320"/>
            </a:xfrm>
            <a:prstGeom prst="rect">
              <a:avLst/>
            </a:prstGeom>
            <a:solidFill>
              <a:srgbClr val="D8D9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8" name="Rectangle 1487"/>
            <p:cNvSpPr/>
            <p:nvPr/>
          </p:nvSpPr>
          <p:spPr>
            <a:xfrm>
              <a:off x="14447104" y="7816873"/>
              <a:ext cx="32320" cy="32320"/>
            </a:xfrm>
            <a:prstGeom prst="rect">
              <a:avLst/>
            </a:prstGeom>
            <a:solidFill>
              <a:srgbClr val="ABAC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9" name="Rectangle 1488"/>
            <p:cNvSpPr/>
            <p:nvPr/>
          </p:nvSpPr>
          <p:spPr>
            <a:xfrm>
              <a:off x="14478693" y="7816873"/>
              <a:ext cx="32320" cy="32320"/>
            </a:xfrm>
            <a:prstGeom prst="rect">
              <a:avLst/>
            </a:prstGeom>
            <a:solidFill>
              <a:srgbClr val="BABA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0" name="Rectangle 1489"/>
            <p:cNvSpPr/>
            <p:nvPr/>
          </p:nvSpPr>
          <p:spPr>
            <a:xfrm>
              <a:off x="14510281" y="7816873"/>
              <a:ext cx="32320" cy="32320"/>
            </a:xfrm>
            <a:prstGeom prst="rect">
              <a:avLst/>
            </a:prstGeom>
            <a:solidFill>
              <a:srgbClr val="A7A7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1" name="Rectangle 1490"/>
            <p:cNvSpPr/>
            <p:nvPr/>
          </p:nvSpPr>
          <p:spPr>
            <a:xfrm>
              <a:off x="14541869" y="7816873"/>
              <a:ext cx="32320" cy="32320"/>
            </a:xfrm>
            <a:prstGeom prst="rect">
              <a:avLst/>
            </a:prstGeom>
            <a:solidFill>
              <a:srgbClr val="A2A3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2" name="Rectangle 1491"/>
            <p:cNvSpPr/>
            <p:nvPr/>
          </p:nvSpPr>
          <p:spPr>
            <a:xfrm>
              <a:off x="14573458" y="7816873"/>
              <a:ext cx="32320" cy="32320"/>
            </a:xfrm>
            <a:prstGeom prst="rect">
              <a:avLst/>
            </a:prstGeom>
            <a:solidFill>
              <a:srgbClr val="9394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3" name="Rectangle 1492"/>
            <p:cNvSpPr/>
            <p:nvPr/>
          </p:nvSpPr>
          <p:spPr>
            <a:xfrm>
              <a:off x="14605046" y="7816873"/>
              <a:ext cx="32320" cy="32320"/>
            </a:xfrm>
            <a:prstGeom prst="rect">
              <a:avLst/>
            </a:prstGeom>
            <a:solidFill>
              <a:srgbClr val="A4A3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4" name="Rectangle 1493"/>
            <p:cNvSpPr/>
            <p:nvPr/>
          </p:nvSpPr>
          <p:spPr>
            <a:xfrm>
              <a:off x="14636635" y="7816873"/>
              <a:ext cx="32320" cy="32320"/>
            </a:xfrm>
            <a:prstGeom prst="rect">
              <a:avLst/>
            </a:prstGeom>
            <a:solidFill>
              <a:srgbClr val="C5C6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5" name="Rectangle 1494"/>
            <p:cNvSpPr/>
            <p:nvPr/>
          </p:nvSpPr>
          <p:spPr>
            <a:xfrm>
              <a:off x="14668223" y="7816873"/>
              <a:ext cx="32320" cy="32320"/>
            </a:xfrm>
            <a:prstGeom prst="rect">
              <a:avLst/>
            </a:prstGeom>
            <a:solidFill>
              <a:srgbClr val="DCDDE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6" name="Rectangle 1495"/>
            <p:cNvSpPr/>
            <p:nvPr/>
          </p:nvSpPr>
          <p:spPr>
            <a:xfrm>
              <a:off x="14699811" y="7816873"/>
              <a:ext cx="32320" cy="32320"/>
            </a:xfrm>
            <a:prstGeom prst="rect">
              <a:avLst/>
            </a:prstGeom>
            <a:solidFill>
              <a:srgbClr val="CEC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7" name="Rectangle 1496"/>
            <p:cNvSpPr/>
            <p:nvPr/>
          </p:nvSpPr>
          <p:spPr>
            <a:xfrm>
              <a:off x="14731400" y="7816873"/>
              <a:ext cx="32320" cy="32320"/>
            </a:xfrm>
            <a:prstGeom prst="rect">
              <a:avLst/>
            </a:prstGeom>
            <a:solidFill>
              <a:srgbClr val="A7A8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8" name="Rectangle 1497"/>
            <p:cNvSpPr/>
            <p:nvPr/>
          </p:nvSpPr>
          <p:spPr>
            <a:xfrm>
              <a:off x="14415516" y="7848461"/>
              <a:ext cx="32320" cy="32320"/>
            </a:xfrm>
            <a:prstGeom prst="rect">
              <a:avLst/>
            </a:prstGeom>
            <a:solidFill>
              <a:srgbClr val="CCCD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9" name="Rectangle 1498"/>
            <p:cNvSpPr/>
            <p:nvPr/>
          </p:nvSpPr>
          <p:spPr>
            <a:xfrm>
              <a:off x="14447104" y="7848461"/>
              <a:ext cx="32320" cy="32320"/>
            </a:xfrm>
            <a:prstGeom prst="rect">
              <a:avLst/>
            </a:prstGeom>
            <a:solidFill>
              <a:srgbClr val="999A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0" name="Rectangle 1499"/>
            <p:cNvSpPr/>
            <p:nvPr/>
          </p:nvSpPr>
          <p:spPr>
            <a:xfrm>
              <a:off x="14478693" y="7848461"/>
              <a:ext cx="32320" cy="32320"/>
            </a:xfrm>
            <a:prstGeom prst="rect">
              <a:avLst/>
            </a:prstGeom>
            <a:solidFill>
              <a:srgbClr val="A0A1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1" name="Rectangle 1500"/>
            <p:cNvSpPr/>
            <p:nvPr/>
          </p:nvSpPr>
          <p:spPr>
            <a:xfrm>
              <a:off x="14510281" y="7848461"/>
              <a:ext cx="32320" cy="32320"/>
            </a:xfrm>
            <a:prstGeom prst="rect">
              <a:avLst/>
            </a:prstGeom>
            <a:solidFill>
              <a:srgbClr val="CDCE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2" name="Rectangle 1501"/>
            <p:cNvSpPr/>
            <p:nvPr/>
          </p:nvSpPr>
          <p:spPr>
            <a:xfrm>
              <a:off x="14541869" y="7848461"/>
              <a:ext cx="32320" cy="32320"/>
            </a:xfrm>
            <a:prstGeom prst="rect">
              <a:avLst/>
            </a:prstGeom>
            <a:solidFill>
              <a:srgbClr val="CACB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3" name="Rectangle 1502"/>
            <p:cNvSpPr/>
            <p:nvPr/>
          </p:nvSpPr>
          <p:spPr>
            <a:xfrm>
              <a:off x="14573458" y="7848461"/>
              <a:ext cx="32320" cy="32320"/>
            </a:xfrm>
            <a:prstGeom prst="rect">
              <a:avLst/>
            </a:prstGeom>
            <a:solidFill>
              <a:srgbClr val="B3B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4" name="Rectangle 1503"/>
            <p:cNvSpPr/>
            <p:nvPr/>
          </p:nvSpPr>
          <p:spPr>
            <a:xfrm>
              <a:off x="14605046" y="7848461"/>
              <a:ext cx="32320" cy="32320"/>
            </a:xfrm>
            <a:prstGeom prst="rect">
              <a:avLst/>
            </a:prstGeom>
            <a:solidFill>
              <a:srgbClr val="BFC0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5" name="Rectangle 1504"/>
            <p:cNvSpPr/>
            <p:nvPr/>
          </p:nvSpPr>
          <p:spPr>
            <a:xfrm>
              <a:off x="14636635" y="7848461"/>
              <a:ext cx="32320" cy="32320"/>
            </a:xfrm>
            <a:prstGeom prst="rect">
              <a:avLst/>
            </a:prstGeom>
            <a:solidFill>
              <a:srgbClr val="C3C3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6" name="Rectangle 1505"/>
            <p:cNvSpPr/>
            <p:nvPr/>
          </p:nvSpPr>
          <p:spPr>
            <a:xfrm>
              <a:off x="14668223" y="7848461"/>
              <a:ext cx="32320" cy="32320"/>
            </a:xfrm>
            <a:prstGeom prst="rect">
              <a:avLst/>
            </a:prstGeom>
            <a:solidFill>
              <a:srgbClr val="C6C7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7" name="Rectangle 1506"/>
            <p:cNvSpPr/>
            <p:nvPr/>
          </p:nvSpPr>
          <p:spPr>
            <a:xfrm>
              <a:off x="14699811" y="7848461"/>
              <a:ext cx="32320" cy="32320"/>
            </a:xfrm>
            <a:prstGeom prst="rect">
              <a:avLst/>
            </a:prstGeom>
            <a:solidFill>
              <a:srgbClr val="BCBC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8" name="Rectangle 1507"/>
            <p:cNvSpPr/>
            <p:nvPr/>
          </p:nvSpPr>
          <p:spPr>
            <a:xfrm>
              <a:off x="14731400" y="7848461"/>
              <a:ext cx="32320" cy="32320"/>
            </a:xfrm>
            <a:prstGeom prst="rect">
              <a:avLst/>
            </a:prstGeom>
            <a:solidFill>
              <a:srgbClr val="A9A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9" name="Rectangle 1508"/>
            <p:cNvSpPr/>
            <p:nvPr/>
          </p:nvSpPr>
          <p:spPr>
            <a:xfrm>
              <a:off x="14415516" y="7880050"/>
              <a:ext cx="32320" cy="32320"/>
            </a:xfrm>
            <a:prstGeom prst="rect">
              <a:avLst/>
            </a:prstGeom>
            <a:solidFill>
              <a:srgbClr val="C7C8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0" name="Rectangle 1509"/>
            <p:cNvSpPr/>
            <p:nvPr/>
          </p:nvSpPr>
          <p:spPr>
            <a:xfrm>
              <a:off x="14447104" y="7880050"/>
              <a:ext cx="32320" cy="32320"/>
            </a:xfrm>
            <a:prstGeom prst="rect">
              <a:avLst/>
            </a:prstGeom>
            <a:solidFill>
              <a:srgbClr val="C9C9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1" name="Rectangle 1510"/>
            <p:cNvSpPr/>
            <p:nvPr/>
          </p:nvSpPr>
          <p:spPr>
            <a:xfrm>
              <a:off x="14478693" y="7880050"/>
              <a:ext cx="32320" cy="32320"/>
            </a:xfrm>
            <a:prstGeom prst="rect">
              <a:avLst/>
            </a:prstGeom>
            <a:solidFill>
              <a:srgbClr val="D0D1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2" name="Rectangle 1511"/>
            <p:cNvSpPr/>
            <p:nvPr/>
          </p:nvSpPr>
          <p:spPr>
            <a:xfrm>
              <a:off x="14510281" y="7880050"/>
              <a:ext cx="32320" cy="32320"/>
            </a:xfrm>
            <a:prstGeom prst="rect">
              <a:avLst/>
            </a:prstGeom>
            <a:solidFill>
              <a:srgbClr val="B3B3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3" name="Rectangle 1512"/>
            <p:cNvSpPr/>
            <p:nvPr/>
          </p:nvSpPr>
          <p:spPr>
            <a:xfrm>
              <a:off x="14541869" y="7880050"/>
              <a:ext cx="32320" cy="32320"/>
            </a:xfrm>
            <a:prstGeom prst="rect">
              <a:avLst/>
            </a:prstGeom>
            <a:solidFill>
              <a:srgbClr val="C9CA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4" name="Rectangle 1513"/>
            <p:cNvSpPr/>
            <p:nvPr/>
          </p:nvSpPr>
          <p:spPr>
            <a:xfrm>
              <a:off x="14573458" y="7880050"/>
              <a:ext cx="32320" cy="32320"/>
            </a:xfrm>
            <a:prstGeom prst="rect">
              <a:avLst/>
            </a:prstGeom>
            <a:solidFill>
              <a:srgbClr val="D1D2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5" name="Rectangle 1514"/>
            <p:cNvSpPr/>
            <p:nvPr/>
          </p:nvSpPr>
          <p:spPr>
            <a:xfrm>
              <a:off x="14605046" y="7880050"/>
              <a:ext cx="32320" cy="32320"/>
            </a:xfrm>
            <a:prstGeom prst="rect">
              <a:avLst/>
            </a:prstGeom>
            <a:solidFill>
              <a:srgbClr val="CDC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6" name="Rectangle 1515"/>
            <p:cNvSpPr/>
            <p:nvPr/>
          </p:nvSpPr>
          <p:spPr>
            <a:xfrm>
              <a:off x="14636635" y="7880050"/>
              <a:ext cx="32320" cy="32320"/>
            </a:xfrm>
            <a:prstGeom prst="rect">
              <a:avLst/>
            </a:prstGeom>
            <a:solidFill>
              <a:srgbClr val="CFD0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7" name="Rectangle 1516"/>
            <p:cNvSpPr/>
            <p:nvPr/>
          </p:nvSpPr>
          <p:spPr>
            <a:xfrm>
              <a:off x="14668223" y="7880050"/>
              <a:ext cx="32320" cy="32320"/>
            </a:xfrm>
            <a:prstGeom prst="rect">
              <a:avLst/>
            </a:prstGeom>
            <a:solidFill>
              <a:srgbClr val="D4D5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8" name="Rectangle 1517"/>
            <p:cNvSpPr/>
            <p:nvPr/>
          </p:nvSpPr>
          <p:spPr>
            <a:xfrm>
              <a:off x="14699811" y="7880050"/>
              <a:ext cx="32320" cy="32320"/>
            </a:xfrm>
            <a:prstGeom prst="rect">
              <a:avLst/>
            </a:prstGeom>
            <a:solidFill>
              <a:srgbClr val="8687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9" name="Rectangle 1518"/>
            <p:cNvSpPr/>
            <p:nvPr/>
          </p:nvSpPr>
          <p:spPr>
            <a:xfrm>
              <a:off x="14731400" y="7880050"/>
              <a:ext cx="32320" cy="32320"/>
            </a:xfrm>
            <a:prstGeom prst="rect">
              <a:avLst/>
            </a:prstGeom>
            <a:solidFill>
              <a:srgbClr val="B0B0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0" name="Rectangle 1519"/>
            <p:cNvSpPr/>
            <p:nvPr/>
          </p:nvSpPr>
          <p:spPr>
            <a:xfrm>
              <a:off x="14415516" y="7911638"/>
              <a:ext cx="32320" cy="32320"/>
            </a:xfrm>
            <a:prstGeom prst="rect">
              <a:avLst/>
            </a:prstGeom>
            <a:solidFill>
              <a:srgbClr val="898A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1" name="Rectangle 1520"/>
            <p:cNvSpPr/>
            <p:nvPr/>
          </p:nvSpPr>
          <p:spPr>
            <a:xfrm>
              <a:off x="14447104" y="7911638"/>
              <a:ext cx="32320" cy="32320"/>
            </a:xfrm>
            <a:prstGeom prst="rect">
              <a:avLst/>
            </a:prstGeom>
            <a:solidFill>
              <a:srgbClr val="C2C3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2" name="Rectangle 1521"/>
            <p:cNvSpPr/>
            <p:nvPr/>
          </p:nvSpPr>
          <p:spPr>
            <a:xfrm>
              <a:off x="14478693" y="7911638"/>
              <a:ext cx="32320" cy="32320"/>
            </a:xfrm>
            <a:prstGeom prst="rect">
              <a:avLst/>
            </a:prstGeom>
            <a:solidFill>
              <a:srgbClr val="C3C4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3" name="Rectangle 1522"/>
            <p:cNvSpPr/>
            <p:nvPr/>
          </p:nvSpPr>
          <p:spPr>
            <a:xfrm>
              <a:off x="14510281" y="7911638"/>
              <a:ext cx="32320" cy="32320"/>
            </a:xfrm>
            <a:prstGeom prst="rect">
              <a:avLst/>
            </a:prstGeom>
            <a:solidFill>
              <a:srgbClr val="8B8C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4" name="Rectangle 1523"/>
            <p:cNvSpPr/>
            <p:nvPr/>
          </p:nvSpPr>
          <p:spPr>
            <a:xfrm>
              <a:off x="14541869" y="7911638"/>
              <a:ext cx="32320" cy="32320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5" name="Rectangle 1524"/>
            <p:cNvSpPr/>
            <p:nvPr/>
          </p:nvSpPr>
          <p:spPr>
            <a:xfrm>
              <a:off x="14573458" y="7911638"/>
              <a:ext cx="32320" cy="32320"/>
            </a:xfrm>
            <a:prstGeom prst="rect">
              <a:avLst/>
            </a:prstGeom>
            <a:solidFill>
              <a:srgbClr val="BABA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6" name="Rectangle 1525"/>
            <p:cNvSpPr/>
            <p:nvPr/>
          </p:nvSpPr>
          <p:spPr>
            <a:xfrm>
              <a:off x="14605046" y="7911638"/>
              <a:ext cx="32320" cy="32320"/>
            </a:xfrm>
            <a:prstGeom prst="rect">
              <a:avLst/>
            </a:prstGeom>
            <a:solidFill>
              <a:srgbClr val="C7C8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7" name="Rectangle 1526"/>
            <p:cNvSpPr/>
            <p:nvPr/>
          </p:nvSpPr>
          <p:spPr>
            <a:xfrm>
              <a:off x="14636635" y="7911638"/>
              <a:ext cx="32320" cy="32320"/>
            </a:xfrm>
            <a:prstGeom prst="rect">
              <a:avLst/>
            </a:prstGeom>
            <a:solidFill>
              <a:srgbClr val="E6E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8" name="Rectangle 1527"/>
            <p:cNvSpPr/>
            <p:nvPr/>
          </p:nvSpPr>
          <p:spPr>
            <a:xfrm>
              <a:off x="14668223" y="7911638"/>
              <a:ext cx="32320" cy="32320"/>
            </a:xfrm>
            <a:prstGeom prst="rect">
              <a:avLst/>
            </a:prstGeom>
            <a:solidFill>
              <a:srgbClr val="C7C8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9" name="Rectangle 1528"/>
            <p:cNvSpPr/>
            <p:nvPr/>
          </p:nvSpPr>
          <p:spPr>
            <a:xfrm>
              <a:off x="14699811" y="7911638"/>
              <a:ext cx="32320" cy="32320"/>
            </a:xfrm>
            <a:prstGeom prst="rect">
              <a:avLst/>
            </a:prstGeom>
            <a:solidFill>
              <a:srgbClr val="CBCC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0" name="Rectangle 1529"/>
            <p:cNvSpPr/>
            <p:nvPr/>
          </p:nvSpPr>
          <p:spPr>
            <a:xfrm>
              <a:off x="14731400" y="7911638"/>
              <a:ext cx="32320" cy="32320"/>
            </a:xfrm>
            <a:prstGeom prst="rect">
              <a:avLst/>
            </a:prstGeom>
            <a:solidFill>
              <a:srgbClr val="B0B0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1" name="Rectangle 1530"/>
            <p:cNvSpPr/>
            <p:nvPr/>
          </p:nvSpPr>
          <p:spPr>
            <a:xfrm>
              <a:off x="14415516" y="7943227"/>
              <a:ext cx="32320" cy="32320"/>
            </a:xfrm>
            <a:prstGeom prst="rect">
              <a:avLst/>
            </a:prstGeom>
            <a:solidFill>
              <a:srgbClr val="A1A2A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2" name="Rectangle 1531"/>
            <p:cNvSpPr/>
            <p:nvPr/>
          </p:nvSpPr>
          <p:spPr>
            <a:xfrm>
              <a:off x="14447104" y="7943227"/>
              <a:ext cx="32320" cy="32320"/>
            </a:xfrm>
            <a:prstGeom prst="rect">
              <a:avLst/>
            </a:prstGeom>
            <a:solidFill>
              <a:srgbClr val="A3A4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3" name="Rectangle 1532"/>
            <p:cNvSpPr/>
            <p:nvPr/>
          </p:nvSpPr>
          <p:spPr>
            <a:xfrm>
              <a:off x="14478693" y="7943227"/>
              <a:ext cx="32320" cy="32320"/>
            </a:xfrm>
            <a:prstGeom prst="rect">
              <a:avLst/>
            </a:prstGeom>
            <a:solidFill>
              <a:srgbClr val="C7C6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4" name="Rectangle 1533"/>
            <p:cNvSpPr/>
            <p:nvPr/>
          </p:nvSpPr>
          <p:spPr>
            <a:xfrm>
              <a:off x="14510281" y="7943227"/>
              <a:ext cx="32320" cy="32320"/>
            </a:xfrm>
            <a:prstGeom prst="rect">
              <a:avLst/>
            </a:prstGeom>
            <a:solidFill>
              <a:srgbClr val="A6A7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5" name="Rectangle 1534"/>
            <p:cNvSpPr/>
            <p:nvPr/>
          </p:nvSpPr>
          <p:spPr>
            <a:xfrm>
              <a:off x="14541869" y="7943227"/>
              <a:ext cx="32320" cy="32320"/>
            </a:xfrm>
            <a:prstGeom prst="rect">
              <a:avLst/>
            </a:prstGeom>
            <a:solidFill>
              <a:srgbClr val="CCCD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6" name="Rectangle 1535"/>
            <p:cNvSpPr/>
            <p:nvPr/>
          </p:nvSpPr>
          <p:spPr>
            <a:xfrm>
              <a:off x="14573458" y="7943227"/>
              <a:ext cx="32320" cy="32320"/>
            </a:xfrm>
            <a:prstGeom prst="rect">
              <a:avLst/>
            </a:prstGeom>
            <a:solidFill>
              <a:srgbClr val="BFC0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7" name="Rectangle 1536"/>
            <p:cNvSpPr/>
            <p:nvPr/>
          </p:nvSpPr>
          <p:spPr>
            <a:xfrm>
              <a:off x="14605046" y="7943227"/>
              <a:ext cx="32320" cy="32320"/>
            </a:xfrm>
            <a:prstGeom prst="rect">
              <a:avLst/>
            </a:prstGeom>
            <a:solidFill>
              <a:srgbClr val="B0B1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8" name="Rectangle 1537"/>
            <p:cNvSpPr/>
            <p:nvPr/>
          </p:nvSpPr>
          <p:spPr>
            <a:xfrm>
              <a:off x="14636635" y="7943227"/>
              <a:ext cx="32320" cy="32320"/>
            </a:xfrm>
            <a:prstGeom prst="rect">
              <a:avLst/>
            </a:prstGeom>
            <a:solidFill>
              <a:srgbClr val="D3D3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9" name="Rectangle 1538"/>
            <p:cNvSpPr/>
            <p:nvPr/>
          </p:nvSpPr>
          <p:spPr>
            <a:xfrm>
              <a:off x="14668223" y="7943227"/>
              <a:ext cx="32320" cy="32320"/>
            </a:xfrm>
            <a:prstGeom prst="rect">
              <a:avLst/>
            </a:prstGeom>
            <a:solidFill>
              <a:srgbClr val="D5D6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0" name="Rectangle 1539"/>
            <p:cNvSpPr/>
            <p:nvPr/>
          </p:nvSpPr>
          <p:spPr>
            <a:xfrm>
              <a:off x="14699811" y="7943227"/>
              <a:ext cx="32320" cy="32320"/>
            </a:xfrm>
            <a:prstGeom prst="rect">
              <a:avLst/>
            </a:prstGeom>
            <a:solidFill>
              <a:srgbClr val="D2D3D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1" name="Rectangle 1540"/>
            <p:cNvSpPr/>
            <p:nvPr/>
          </p:nvSpPr>
          <p:spPr>
            <a:xfrm>
              <a:off x="14731400" y="7943227"/>
              <a:ext cx="32320" cy="32320"/>
            </a:xfrm>
            <a:prstGeom prst="rect">
              <a:avLst/>
            </a:prstGeom>
            <a:solidFill>
              <a:srgbClr val="9C9C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2" name="Rectangle 1541"/>
            <p:cNvSpPr/>
            <p:nvPr/>
          </p:nvSpPr>
          <p:spPr>
            <a:xfrm>
              <a:off x="14415516" y="7974815"/>
              <a:ext cx="32320" cy="32320"/>
            </a:xfrm>
            <a:prstGeom prst="rect">
              <a:avLst/>
            </a:prstGeom>
            <a:solidFill>
              <a:srgbClr val="ADAD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3" name="Rectangle 1542"/>
            <p:cNvSpPr/>
            <p:nvPr/>
          </p:nvSpPr>
          <p:spPr>
            <a:xfrm>
              <a:off x="14447104" y="7974815"/>
              <a:ext cx="32320" cy="32320"/>
            </a:xfrm>
            <a:prstGeom prst="rect">
              <a:avLst/>
            </a:prstGeom>
            <a:solidFill>
              <a:srgbClr val="8D8E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4" name="Rectangle 1543"/>
            <p:cNvSpPr/>
            <p:nvPr/>
          </p:nvSpPr>
          <p:spPr>
            <a:xfrm>
              <a:off x="14478693" y="7974815"/>
              <a:ext cx="32320" cy="32320"/>
            </a:xfrm>
            <a:prstGeom prst="rect">
              <a:avLst/>
            </a:prstGeom>
            <a:solidFill>
              <a:srgbClr val="BEBF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5" name="Rectangle 1544"/>
            <p:cNvSpPr/>
            <p:nvPr/>
          </p:nvSpPr>
          <p:spPr>
            <a:xfrm>
              <a:off x="14510281" y="7974815"/>
              <a:ext cx="32320" cy="32320"/>
            </a:xfrm>
            <a:prstGeom prst="rect">
              <a:avLst/>
            </a:prstGeom>
            <a:solidFill>
              <a:srgbClr val="BBBC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6" name="Rectangle 1545"/>
            <p:cNvSpPr/>
            <p:nvPr/>
          </p:nvSpPr>
          <p:spPr>
            <a:xfrm>
              <a:off x="14541869" y="7974815"/>
              <a:ext cx="32320" cy="32320"/>
            </a:xfrm>
            <a:prstGeom prst="rect">
              <a:avLst/>
            </a:prstGeom>
            <a:solidFill>
              <a:srgbClr val="BFBF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7" name="Rectangle 1546"/>
            <p:cNvSpPr/>
            <p:nvPr/>
          </p:nvSpPr>
          <p:spPr>
            <a:xfrm>
              <a:off x="14573458" y="7974815"/>
              <a:ext cx="32320" cy="32320"/>
            </a:xfrm>
            <a:prstGeom prst="rect">
              <a:avLst/>
            </a:prstGeom>
            <a:solidFill>
              <a:srgbClr val="B7B8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8" name="Rectangle 1547"/>
            <p:cNvSpPr/>
            <p:nvPr/>
          </p:nvSpPr>
          <p:spPr>
            <a:xfrm>
              <a:off x="14605046" y="7974815"/>
              <a:ext cx="32320" cy="32320"/>
            </a:xfrm>
            <a:prstGeom prst="rect">
              <a:avLst/>
            </a:prstGeom>
            <a:solidFill>
              <a:srgbClr val="B7B8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9" name="Rectangle 1548"/>
            <p:cNvSpPr/>
            <p:nvPr/>
          </p:nvSpPr>
          <p:spPr>
            <a:xfrm>
              <a:off x="14636635" y="7974815"/>
              <a:ext cx="32320" cy="32320"/>
            </a:xfrm>
            <a:prstGeom prst="rect">
              <a:avLst/>
            </a:prstGeom>
            <a:solidFill>
              <a:srgbClr val="C7C6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0" name="Rectangle 1549"/>
            <p:cNvSpPr/>
            <p:nvPr/>
          </p:nvSpPr>
          <p:spPr>
            <a:xfrm>
              <a:off x="14668223" y="7974815"/>
              <a:ext cx="32320" cy="32320"/>
            </a:xfrm>
            <a:prstGeom prst="rect">
              <a:avLst/>
            </a:prstGeom>
            <a:solidFill>
              <a:srgbClr val="B5B6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1" name="Rectangle 1550"/>
            <p:cNvSpPr/>
            <p:nvPr/>
          </p:nvSpPr>
          <p:spPr>
            <a:xfrm>
              <a:off x="14699811" y="7974815"/>
              <a:ext cx="32320" cy="32320"/>
            </a:xfrm>
            <a:prstGeom prst="rect">
              <a:avLst/>
            </a:prstGeom>
            <a:solidFill>
              <a:srgbClr val="C9CA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2" name="Rectangle 1551"/>
            <p:cNvSpPr/>
            <p:nvPr/>
          </p:nvSpPr>
          <p:spPr>
            <a:xfrm>
              <a:off x="14731400" y="7974815"/>
              <a:ext cx="32320" cy="32320"/>
            </a:xfrm>
            <a:prstGeom prst="rect">
              <a:avLst/>
            </a:prstGeom>
            <a:solidFill>
              <a:srgbClr val="BCBC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3" name="Rectangle 1552"/>
            <p:cNvSpPr/>
            <p:nvPr/>
          </p:nvSpPr>
          <p:spPr>
            <a:xfrm>
              <a:off x="14415516" y="8006403"/>
              <a:ext cx="32320" cy="32320"/>
            </a:xfrm>
            <a:prstGeom prst="rect">
              <a:avLst/>
            </a:prstGeom>
            <a:solidFill>
              <a:srgbClr val="C1C1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4" name="Rectangle 1553"/>
            <p:cNvSpPr/>
            <p:nvPr/>
          </p:nvSpPr>
          <p:spPr>
            <a:xfrm>
              <a:off x="14447104" y="8006403"/>
              <a:ext cx="32320" cy="32320"/>
            </a:xfrm>
            <a:prstGeom prst="rect">
              <a:avLst/>
            </a:prstGeom>
            <a:solidFill>
              <a:srgbClr val="C9CA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5" name="Rectangle 1554"/>
            <p:cNvSpPr/>
            <p:nvPr/>
          </p:nvSpPr>
          <p:spPr>
            <a:xfrm>
              <a:off x="14478693" y="8006403"/>
              <a:ext cx="32320" cy="32320"/>
            </a:xfrm>
            <a:prstGeom prst="rect">
              <a:avLst/>
            </a:prstGeom>
            <a:solidFill>
              <a:srgbClr val="C8C9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6" name="Rectangle 1555"/>
            <p:cNvSpPr/>
            <p:nvPr/>
          </p:nvSpPr>
          <p:spPr>
            <a:xfrm>
              <a:off x="14510281" y="8006403"/>
              <a:ext cx="32320" cy="32320"/>
            </a:xfrm>
            <a:prstGeom prst="rect">
              <a:avLst/>
            </a:prstGeom>
            <a:solidFill>
              <a:srgbClr val="B4B5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7" name="Rectangle 1556"/>
            <p:cNvSpPr/>
            <p:nvPr/>
          </p:nvSpPr>
          <p:spPr>
            <a:xfrm>
              <a:off x="14541869" y="8006403"/>
              <a:ext cx="32320" cy="32320"/>
            </a:xfrm>
            <a:prstGeom prst="rect">
              <a:avLst/>
            </a:prstGeom>
            <a:solidFill>
              <a:srgbClr val="D1D2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8" name="Rectangle 1557"/>
            <p:cNvSpPr/>
            <p:nvPr/>
          </p:nvSpPr>
          <p:spPr>
            <a:xfrm>
              <a:off x="14573458" y="8006403"/>
              <a:ext cx="32320" cy="32320"/>
            </a:xfrm>
            <a:prstGeom prst="rect">
              <a:avLst/>
            </a:prstGeom>
            <a:solidFill>
              <a:srgbClr val="E1E2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9" name="Rectangle 1558"/>
            <p:cNvSpPr/>
            <p:nvPr/>
          </p:nvSpPr>
          <p:spPr>
            <a:xfrm>
              <a:off x="14605046" y="8006403"/>
              <a:ext cx="32320" cy="32320"/>
            </a:xfrm>
            <a:prstGeom prst="rect">
              <a:avLst/>
            </a:prstGeom>
            <a:solidFill>
              <a:srgbClr val="C7C7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0" name="Rectangle 1559"/>
            <p:cNvSpPr/>
            <p:nvPr/>
          </p:nvSpPr>
          <p:spPr>
            <a:xfrm>
              <a:off x="14636635" y="8006403"/>
              <a:ext cx="32320" cy="32320"/>
            </a:xfrm>
            <a:prstGeom prst="rect">
              <a:avLst/>
            </a:prstGeom>
            <a:solidFill>
              <a:srgbClr val="B2B2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1" name="Rectangle 1560"/>
            <p:cNvSpPr/>
            <p:nvPr/>
          </p:nvSpPr>
          <p:spPr>
            <a:xfrm>
              <a:off x="14668223" y="8006403"/>
              <a:ext cx="32320" cy="32320"/>
            </a:xfrm>
            <a:prstGeom prst="rect">
              <a:avLst/>
            </a:prstGeom>
            <a:solidFill>
              <a:srgbClr val="CACB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2" name="Rectangle 1561"/>
            <p:cNvSpPr/>
            <p:nvPr/>
          </p:nvSpPr>
          <p:spPr>
            <a:xfrm>
              <a:off x="14699811" y="8006403"/>
              <a:ext cx="32320" cy="32320"/>
            </a:xfrm>
            <a:prstGeom prst="rect">
              <a:avLst/>
            </a:prstGeom>
            <a:solidFill>
              <a:srgbClr val="C9CAC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3" name="Rectangle 1562"/>
            <p:cNvSpPr/>
            <p:nvPr/>
          </p:nvSpPr>
          <p:spPr>
            <a:xfrm>
              <a:off x="14731400" y="8006403"/>
              <a:ext cx="32320" cy="32320"/>
            </a:xfrm>
            <a:prstGeom prst="rect">
              <a:avLst/>
            </a:prstGeom>
            <a:solidFill>
              <a:srgbClr val="B7B7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4" name="Rectangle 1563"/>
            <p:cNvSpPr/>
            <p:nvPr/>
          </p:nvSpPr>
          <p:spPr>
            <a:xfrm>
              <a:off x="14415516" y="8037992"/>
              <a:ext cx="32320" cy="32320"/>
            </a:xfrm>
            <a:prstGeom prst="rect">
              <a:avLst/>
            </a:prstGeom>
            <a:solidFill>
              <a:srgbClr val="8C8C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5" name="Rectangle 1564"/>
            <p:cNvSpPr/>
            <p:nvPr/>
          </p:nvSpPr>
          <p:spPr>
            <a:xfrm>
              <a:off x="14447104" y="8037992"/>
              <a:ext cx="32320" cy="32320"/>
            </a:xfrm>
            <a:prstGeom prst="rect">
              <a:avLst/>
            </a:prstGeom>
            <a:solidFill>
              <a:srgbClr val="AAA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6" name="Rectangle 1565"/>
            <p:cNvSpPr/>
            <p:nvPr/>
          </p:nvSpPr>
          <p:spPr>
            <a:xfrm>
              <a:off x="14478693" y="8037992"/>
              <a:ext cx="32320" cy="32320"/>
            </a:xfrm>
            <a:prstGeom prst="rect">
              <a:avLst/>
            </a:prstGeom>
            <a:solidFill>
              <a:srgbClr val="9192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7" name="Rectangle 1566"/>
            <p:cNvSpPr/>
            <p:nvPr/>
          </p:nvSpPr>
          <p:spPr>
            <a:xfrm>
              <a:off x="14510281" y="8037992"/>
              <a:ext cx="32320" cy="32320"/>
            </a:xfrm>
            <a:prstGeom prst="rect">
              <a:avLst/>
            </a:prstGeom>
            <a:solidFill>
              <a:srgbClr val="A0A1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8" name="Rectangle 1567"/>
            <p:cNvSpPr/>
            <p:nvPr/>
          </p:nvSpPr>
          <p:spPr>
            <a:xfrm>
              <a:off x="14541869" y="8037992"/>
              <a:ext cx="32320" cy="32320"/>
            </a:xfrm>
            <a:prstGeom prst="rect">
              <a:avLst/>
            </a:prstGeom>
            <a:solidFill>
              <a:srgbClr val="A3A3A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9" name="Rectangle 1568"/>
            <p:cNvSpPr/>
            <p:nvPr/>
          </p:nvSpPr>
          <p:spPr>
            <a:xfrm>
              <a:off x="14573458" y="8037992"/>
              <a:ext cx="32320" cy="32320"/>
            </a:xfrm>
            <a:prstGeom prst="rect">
              <a:avLst/>
            </a:prstGeom>
            <a:solidFill>
              <a:srgbClr val="C2C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0" name="Rectangle 1569"/>
            <p:cNvSpPr/>
            <p:nvPr/>
          </p:nvSpPr>
          <p:spPr>
            <a:xfrm>
              <a:off x="14605046" y="8037992"/>
              <a:ext cx="32320" cy="32320"/>
            </a:xfrm>
            <a:prstGeom prst="rect">
              <a:avLst/>
            </a:prstGeom>
            <a:solidFill>
              <a:srgbClr val="B6B6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1" name="Rectangle 1570"/>
            <p:cNvSpPr/>
            <p:nvPr/>
          </p:nvSpPr>
          <p:spPr>
            <a:xfrm>
              <a:off x="14636635" y="8037992"/>
              <a:ext cx="32320" cy="32320"/>
            </a:xfrm>
            <a:prstGeom prst="rect">
              <a:avLst/>
            </a:prstGeom>
            <a:solidFill>
              <a:srgbClr val="A9AA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2" name="Rectangle 1571"/>
            <p:cNvSpPr/>
            <p:nvPr/>
          </p:nvSpPr>
          <p:spPr>
            <a:xfrm>
              <a:off x="14668223" y="8037992"/>
              <a:ext cx="32320" cy="32320"/>
            </a:xfrm>
            <a:prstGeom prst="rect">
              <a:avLst/>
            </a:prstGeom>
            <a:solidFill>
              <a:srgbClr val="AAABA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3" name="Rectangle 1572"/>
            <p:cNvSpPr/>
            <p:nvPr/>
          </p:nvSpPr>
          <p:spPr>
            <a:xfrm>
              <a:off x="14699811" y="8037992"/>
              <a:ext cx="32320" cy="32320"/>
            </a:xfrm>
            <a:prstGeom prst="rect">
              <a:avLst/>
            </a:prstGeom>
            <a:solidFill>
              <a:srgbClr val="ACAC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4" name="Rectangle 1573"/>
            <p:cNvSpPr/>
            <p:nvPr/>
          </p:nvSpPr>
          <p:spPr>
            <a:xfrm>
              <a:off x="14731400" y="8037992"/>
              <a:ext cx="32320" cy="32320"/>
            </a:xfrm>
            <a:prstGeom prst="rect">
              <a:avLst/>
            </a:prstGeom>
            <a:solidFill>
              <a:srgbClr val="9292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5" name="Freeform 1574"/>
            <p:cNvSpPr/>
            <p:nvPr/>
          </p:nvSpPr>
          <p:spPr>
            <a:xfrm>
              <a:off x="14429232" y="7680960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DAD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6" name="Freeform 1575"/>
            <p:cNvSpPr/>
            <p:nvPr/>
          </p:nvSpPr>
          <p:spPr>
            <a:xfrm>
              <a:off x="14785848" y="769010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191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7" name="Freeform 1576"/>
            <p:cNvSpPr/>
            <p:nvPr/>
          </p:nvSpPr>
          <p:spPr>
            <a:xfrm>
              <a:off x="14456664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BAD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8" name="Freeform 1577"/>
            <p:cNvSpPr/>
            <p:nvPr/>
          </p:nvSpPr>
          <p:spPr>
            <a:xfrm>
              <a:off x="14785848" y="7726680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9191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9" name="Freeform 1578"/>
            <p:cNvSpPr/>
            <p:nvPr/>
          </p:nvSpPr>
          <p:spPr>
            <a:xfrm>
              <a:off x="14484096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9A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0" name="Freeform 1579"/>
            <p:cNvSpPr/>
            <p:nvPr/>
          </p:nvSpPr>
          <p:spPr>
            <a:xfrm>
              <a:off x="14785848" y="775411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7A7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1" name="Freeform 1580"/>
            <p:cNvSpPr/>
            <p:nvPr/>
          </p:nvSpPr>
          <p:spPr>
            <a:xfrm>
              <a:off x="14520672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D9D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2" name="Freeform 1581"/>
            <p:cNvSpPr/>
            <p:nvPr/>
          </p:nvSpPr>
          <p:spPr>
            <a:xfrm>
              <a:off x="14785848" y="7790688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3B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3" name="Freeform 1582"/>
            <p:cNvSpPr/>
            <p:nvPr/>
          </p:nvSpPr>
          <p:spPr>
            <a:xfrm>
              <a:off x="14548104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A1A1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4" name="Freeform 1583"/>
            <p:cNvSpPr/>
            <p:nvPr/>
          </p:nvSpPr>
          <p:spPr>
            <a:xfrm>
              <a:off x="14785848" y="781812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D8D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5" name="Freeform 1584"/>
            <p:cNvSpPr/>
            <p:nvPr/>
          </p:nvSpPr>
          <p:spPr>
            <a:xfrm>
              <a:off x="14584680" y="7680960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EAE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6" name="Freeform 1585"/>
            <p:cNvSpPr/>
            <p:nvPr/>
          </p:nvSpPr>
          <p:spPr>
            <a:xfrm>
              <a:off x="14785848" y="785469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9D9D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7" name="Freeform 1586"/>
            <p:cNvSpPr/>
            <p:nvPr/>
          </p:nvSpPr>
          <p:spPr>
            <a:xfrm>
              <a:off x="14612112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9A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8" name="Freeform 1587"/>
            <p:cNvSpPr/>
            <p:nvPr/>
          </p:nvSpPr>
          <p:spPr>
            <a:xfrm>
              <a:off x="14785848" y="788212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BBC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9" name="Freeform 1588"/>
            <p:cNvSpPr/>
            <p:nvPr/>
          </p:nvSpPr>
          <p:spPr>
            <a:xfrm>
              <a:off x="14648688" y="7680960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0" name="Freeform 1589"/>
            <p:cNvSpPr/>
            <p:nvPr/>
          </p:nvSpPr>
          <p:spPr>
            <a:xfrm>
              <a:off x="14785848" y="790956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0A0A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1" name="Freeform 1590"/>
            <p:cNvSpPr/>
            <p:nvPr/>
          </p:nvSpPr>
          <p:spPr>
            <a:xfrm>
              <a:off x="14676120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F9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2" name="Freeform 1591"/>
            <p:cNvSpPr/>
            <p:nvPr/>
          </p:nvSpPr>
          <p:spPr>
            <a:xfrm>
              <a:off x="14785848" y="794613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9A9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3" name="Freeform 1592"/>
            <p:cNvSpPr/>
            <p:nvPr/>
          </p:nvSpPr>
          <p:spPr>
            <a:xfrm>
              <a:off x="14712696" y="7680960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E9E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4" name="Freeform 1593"/>
            <p:cNvSpPr/>
            <p:nvPr/>
          </p:nvSpPr>
          <p:spPr>
            <a:xfrm>
              <a:off x="14785848" y="797356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DB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5" name="Freeform 1594"/>
            <p:cNvSpPr/>
            <p:nvPr/>
          </p:nvSpPr>
          <p:spPr>
            <a:xfrm>
              <a:off x="14740128" y="7680960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6" name="Freeform 1595"/>
            <p:cNvSpPr/>
            <p:nvPr/>
          </p:nvSpPr>
          <p:spPr>
            <a:xfrm>
              <a:off x="14785848" y="801014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7" name="Freeform 1596"/>
            <p:cNvSpPr/>
            <p:nvPr/>
          </p:nvSpPr>
          <p:spPr>
            <a:xfrm>
              <a:off x="14447520" y="766267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BDC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8" name="Freeform 1597"/>
            <p:cNvSpPr/>
            <p:nvPr/>
          </p:nvSpPr>
          <p:spPr>
            <a:xfrm>
              <a:off x="14804136" y="767181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697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9" name="Freeform 1598"/>
            <p:cNvSpPr/>
            <p:nvPr/>
          </p:nvSpPr>
          <p:spPr>
            <a:xfrm>
              <a:off x="14474952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0C0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0" name="Freeform 1599"/>
            <p:cNvSpPr/>
            <p:nvPr/>
          </p:nvSpPr>
          <p:spPr>
            <a:xfrm>
              <a:off x="14804136" y="7708392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F90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1" name="Freeform 1600"/>
            <p:cNvSpPr/>
            <p:nvPr/>
          </p:nvSpPr>
          <p:spPr>
            <a:xfrm>
              <a:off x="14511528" y="766267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EBF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2" name="Freeform 1601"/>
            <p:cNvSpPr/>
            <p:nvPr/>
          </p:nvSpPr>
          <p:spPr>
            <a:xfrm>
              <a:off x="14804136" y="773582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3" name="Freeform 1602"/>
            <p:cNvSpPr/>
            <p:nvPr/>
          </p:nvSpPr>
          <p:spPr>
            <a:xfrm>
              <a:off x="14538960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DC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4" name="Freeform 1603"/>
            <p:cNvSpPr/>
            <p:nvPr/>
          </p:nvSpPr>
          <p:spPr>
            <a:xfrm>
              <a:off x="14804136" y="776325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5B5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5" name="Freeform 1604"/>
            <p:cNvSpPr/>
            <p:nvPr/>
          </p:nvSpPr>
          <p:spPr>
            <a:xfrm>
              <a:off x="14575536" y="766267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3E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6" name="Freeform 1605"/>
            <p:cNvSpPr/>
            <p:nvPr/>
          </p:nvSpPr>
          <p:spPr>
            <a:xfrm>
              <a:off x="14804136" y="779983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CACA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7" name="Freeform 1606"/>
            <p:cNvSpPr/>
            <p:nvPr/>
          </p:nvSpPr>
          <p:spPr>
            <a:xfrm>
              <a:off x="14602968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1D1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8" name="Freeform 1607"/>
            <p:cNvSpPr/>
            <p:nvPr/>
          </p:nvSpPr>
          <p:spPr>
            <a:xfrm>
              <a:off x="14804136" y="782726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39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9" name="Freeform 1608"/>
            <p:cNvSpPr/>
            <p:nvPr/>
          </p:nvSpPr>
          <p:spPr>
            <a:xfrm>
              <a:off x="14630400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ACA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0" name="Freeform 1609"/>
            <p:cNvSpPr/>
            <p:nvPr/>
          </p:nvSpPr>
          <p:spPr>
            <a:xfrm>
              <a:off x="14804136" y="7863840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4B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1" name="Freeform 1610"/>
            <p:cNvSpPr/>
            <p:nvPr/>
          </p:nvSpPr>
          <p:spPr>
            <a:xfrm>
              <a:off x="14666976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4B5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2" name="Freeform 1611"/>
            <p:cNvSpPr/>
            <p:nvPr/>
          </p:nvSpPr>
          <p:spPr>
            <a:xfrm>
              <a:off x="14804136" y="789127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0B0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3" name="Freeform 1612"/>
            <p:cNvSpPr/>
            <p:nvPr/>
          </p:nvSpPr>
          <p:spPr>
            <a:xfrm>
              <a:off x="14694408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9CA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4" name="Freeform 1613"/>
            <p:cNvSpPr/>
            <p:nvPr/>
          </p:nvSpPr>
          <p:spPr>
            <a:xfrm>
              <a:off x="14804136" y="7927848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9A9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5" name="Freeform 1614"/>
            <p:cNvSpPr/>
            <p:nvPr/>
          </p:nvSpPr>
          <p:spPr>
            <a:xfrm>
              <a:off x="14730984" y="766267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4D4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6" name="Freeform 1615"/>
            <p:cNvSpPr/>
            <p:nvPr/>
          </p:nvSpPr>
          <p:spPr>
            <a:xfrm>
              <a:off x="14804136" y="795528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ABA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7" name="Freeform 1616"/>
            <p:cNvSpPr/>
            <p:nvPr/>
          </p:nvSpPr>
          <p:spPr>
            <a:xfrm>
              <a:off x="14758416" y="766267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E80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8" name="Freeform 1617"/>
            <p:cNvSpPr/>
            <p:nvPr/>
          </p:nvSpPr>
          <p:spPr>
            <a:xfrm>
              <a:off x="14804136" y="799185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7E7E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9" name="Freeform 1618"/>
            <p:cNvSpPr/>
            <p:nvPr/>
          </p:nvSpPr>
          <p:spPr>
            <a:xfrm>
              <a:off x="14465808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3" y="3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7C7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0" name="Freeform 1619"/>
            <p:cNvSpPr/>
            <p:nvPr/>
          </p:nvSpPr>
          <p:spPr>
            <a:xfrm>
              <a:off x="14822424" y="7653528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E8F9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1" name="Freeform 1620"/>
            <p:cNvSpPr/>
            <p:nvPr/>
          </p:nvSpPr>
          <p:spPr>
            <a:xfrm>
              <a:off x="14493240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4" y="3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ABBB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2" name="Freeform 1621"/>
            <p:cNvSpPr/>
            <p:nvPr/>
          </p:nvSpPr>
          <p:spPr>
            <a:xfrm>
              <a:off x="14822424" y="7680960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0B1B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3" name="Freeform 1622"/>
            <p:cNvSpPr/>
            <p:nvPr/>
          </p:nvSpPr>
          <p:spPr>
            <a:xfrm>
              <a:off x="14529816" y="7635240"/>
              <a:ext cx="45720" cy="27432"/>
            </a:xfrm>
            <a:custGeom>
              <a:avLst/>
              <a:gdLst/>
              <a:ahLst/>
              <a:cxnLst/>
              <a:rect l="l" t="t" r="r" b="b"/>
              <a:pathLst>
                <a:path w="5" h="3">
                  <a:moveTo>
                    <a:pt x="0" y="3"/>
                  </a:moveTo>
                  <a:lnTo>
                    <a:pt x="3" y="3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BDC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4" name="Freeform 1623"/>
            <p:cNvSpPr/>
            <p:nvPr/>
          </p:nvSpPr>
          <p:spPr>
            <a:xfrm>
              <a:off x="14822424" y="7717536"/>
              <a:ext cx="27432" cy="45720"/>
            </a:xfrm>
            <a:custGeom>
              <a:avLst/>
              <a:gdLst/>
              <a:ahLst/>
              <a:cxnLst/>
              <a:rect l="l" t="t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C8D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5" name="Freeform 1624"/>
            <p:cNvSpPr/>
            <p:nvPr/>
          </p:nvSpPr>
          <p:spPr>
            <a:xfrm>
              <a:off x="14557248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4" y="3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E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6" name="Freeform 1625"/>
            <p:cNvSpPr/>
            <p:nvPr/>
          </p:nvSpPr>
          <p:spPr>
            <a:xfrm>
              <a:off x="14822424" y="7744968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2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E9F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7" name="Freeform 1626"/>
            <p:cNvSpPr/>
            <p:nvPr/>
          </p:nvSpPr>
          <p:spPr>
            <a:xfrm>
              <a:off x="14593824" y="7635240"/>
              <a:ext cx="45720" cy="27432"/>
            </a:xfrm>
            <a:custGeom>
              <a:avLst/>
              <a:gdLst/>
              <a:ahLst/>
              <a:cxnLst/>
              <a:rect l="l" t="t" r="r" b="b"/>
              <a:pathLst>
                <a:path w="5" h="3">
                  <a:moveTo>
                    <a:pt x="0" y="3"/>
                  </a:moveTo>
                  <a:lnTo>
                    <a:pt x="3" y="3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2C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8" name="Freeform 1627"/>
            <p:cNvSpPr/>
            <p:nvPr/>
          </p:nvSpPr>
          <p:spPr>
            <a:xfrm>
              <a:off x="14822424" y="7781544"/>
              <a:ext cx="27432" cy="45720"/>
            </a:xfrm>
            <a:custGeom>
              <a:avLst/>
              <a:gdLst/>
              <a:ahLst/>
              <a:cxnLst/>
              <a:rect l="l" t="t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CBC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9" name="Freeform 1628"/>
            <p:cNvSpPr/>
            <p:nvPr/>
          </p:nvSpPr>
          <p:spPr>
            <a:xfrm>
              <a:off x="14621256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4" y="3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3B3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0" name="Freeform 1629"/>
            <p:cNvSpPr/>
            <p:nvPr/>
          </p:nvSpPr>
          <p:spPr>
            <a:xfrm>
              <a:off x="14822424" y="7808976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2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3B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1" name="Freeform 1630"/>
            <p:cNvSpPr/>
            <p:nvPr/>
          </p:nvSpPr>
          <p:spPr>
            <a:xfrm>
              <a:off x="14657832" y="7635240"/>
              <a:ext cx="45720" cy="27432"/>
            </a:xfrm>
            <a:custGeom>
              <a:avLst/>
              <a:gdLst/>
              <a:ahLst/>
              <a:cxnLst/>
              <a:rect l="l" t="t" r="r" b="b"/>
              <a:pathLst>
                <a:path w="5" h="3">
                  <a:moveTo>
                    <a:pt x="0" y="3"/>
                  </a:moveTo>
                  <a:lnTo>
                    <a:pt x="3" y="3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5D6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2" name="Freeform 1631"/>
            <p:cNvSpPr/>
            <p:nvPr/>
          </p:nvSpPr>
          <p:spPr>
            <a:xfrm>
              <a:off x="14822424" y="7845552"/>
              <a:ext cx="27432" cy="45720"/>
            </a:xfrm>
            <a:custGeom>
              <a:avLst/>
              <a:gdLst/>
              <a:ahLst/>
              <a:cxnLst/>
              <a:rect l="l" t="t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EAF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3" name="Freeform 1632"/>
            <p:cNvSpPr/>
            <p:nvPr/>
          </p:nvSpPr>
          <p:spPr>
            <a:xfrm>
              <a:off x="14685264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4" y="3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1E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4" name="Freeform 1633"/>
            <p:cNvSpPr/>
            <p:nvPr/>
          </p:nvSpPr>
          <p:spPr>
            <a:xfrm>
              <a:off x="14822424" y="7872984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2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8B9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5" name="Freeform 1634"/>
            <p:cNvSpPr/>
            <p:nvPr/>
          </p:nvSpPr>
          <p:spPr>
            <a:xfrm>
              <a:off x="14721840" y="7635240"/>
              <a:ext cx="45720" cy="27432"/>
            </a:xfrm>
            <a:custGeom>
              <a:avLst/>
              <a:gdLst/>
              <a:ahLst/>
              <a:cxnLst/>
              <a:rect l="l" t="t" r="r" b="b"/>
              <a:pathLst>
                <a:path w="5" h="3">
                  <a:moveTo>
                    <a:pt x="0" y="3"/>
                  </a:moveTo>
                  <a:lnTo>
                    <a:pt x="3" y="3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2E3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6" name="Freeform 1635"/>
            <p:cNvSpPr/>
            <p:nvPr/>
          </p:nvSpPr>
          <p:spPr>
            <a:xfrm>
              <a:off x="14822424" y="7909560"/>
              <a:ext cx="27432" cy="45720"/>
            </a:xfrm>
            <a:custGeom>
              <a:avLst/>
              <a:gdLst/>
              <a:ahLst/>
              <a:cxnLst/>
              <a:rect l="l" t="t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5B5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7" name="Freeform 1636"/>
            <p:cNvSpPr/>
            <p:nvPr/>
          </p:nvSpPr>
          <p:spPr>
            <a:xfrm>
              <a:off x="14749272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3" y="3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6A7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8" name="Freeform 1637"/>
            <p:cNvSpPr/>
            <p:nvPr/>
          </p:nvSpPr>
          <p:spPr>
            <a:xfrm>
              <a:off x="14822424" y="7936992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2"/>
                  </a:moveTo>
                  <a:lnTo>
                    <a:pt x="3" y="0"/>
                  </a:lnTo>
                  <a:lnTo>
                    <a:pt x="3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DBDB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9" name="Freeform 1638"/>
            <p:cNvSpPr/>
            <p:nvPr/>
          </p:nvSpPr>
          <p:spPr>
            <a:xfrm>
              <a:off x="14776704" y="7635240"/>
              <a:ext cx="54864" cy="27432"/>
            </a:xfrm>
            <a:custGeom>
              <a:avLst/>
              <a:gdLst/>
              <a:ahLst/>
              <a:cxnLst/>
              <a:rect l="l" t="t" r="r" b="b"/>
              <a:pathLst>
                <a:path w="6" h="3">
                  <a:moveTo>
                    <a:pt x="0" y="3"/>
                  </a:moveTo>
                  <a:lnTo>
                    <a:pt x="4" y="3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D8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0" name="Freeform 1639"/>
            <p:cNvSpPr/>
            <p:nvPr/>
          </p:nvSpPr>
          <p:spPr>
            <a:xfrm>
              <a:off x="14822424" y="7964424"/>
              <a:ext cx="27432" cy="54864"/>
            </a:xfrm>
            <a:custGeom>
              <a:avLst/>
              <a:gdLst/>
              <a:ahLst/>
              <a:cxnLst/>
              <a:rect l="l" t="t" r="r" b="b"/>
              <a:pathLst>
                <a:path w="3" h="6">
                  <a:moveTo>
                    <a:pt x="0" y="3"/>
                  </a:moveTo>
                  <a:lnTo>
                    <a:pt x="3" y="0"/>
                  </a:lnTo>
                  <a:lnTo>
                    <a:pt x="3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181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1" name="Freeform 1640"/>
            <p:cNvSpPr/>
            <p:nvPr/>
          </p:nvSpPr>
          <p:spPr>
            <a:xfrm>
              <a:off x="14484096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5C6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2" name="Freeform 1641"/>
            <p:cNvSpPr/>
            <p:nvPr/>
          </p:nvSpPr>
          <p:spPr>
            <a:xfrm>
              <a:off x="14849856" y="7635240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9C9C9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3" name="Freeform 1642"/>
            <p:cNvSpPr/>
            <p:nvPr/>
          </p:nvSpPr>
          <p:spPr>
            <a:xfrm>
              <a:off x="14520672" y="761695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6D7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4" name="Freeform 1643"/>
            <p:cNvSpPr/>
            <p:nvPr/>
          </p:nvSpPr>
          <p:spPr>
            <a:xfrm>
              <a:off x="14849856" y="766267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F90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5" name="Freeform 1644"/>
            <p:cNvSpPr/>
            <p:nvPr/>
          </p:nvSpPr>
          <p:spPr>
            <a:xfrm>
              <a:off x="14548104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FCF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6" name="Freeform 1645"/>
            <p:cNvSpPr/>
            <p:nvPr/>
          </p:nvSpPr>
          <p:spPr>
            <a:xfrm>
              <a:off x="14849856" y="7699248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9BAB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7" name="Freeform 1646"/>
            <p:cNvSpPr/>
            <p:nvPr/>
          </p:nvSpPr>
          <p:spPr>
            <a:xfrm>
              <a:off x="14575536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D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8" name="Freeform 1647"/>
            <p:cNvSpPr/>
            <p:nvPr/>
          </p:nvSpPr>
          <p:spPr>
            <a:xfrm>
              <a:off x="14849856" y="772668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9E9FA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9" name="Freeform 1648"/>
            <p:cNvSpPr/>
            <p:nvPr/>
          </p:nvSpPr>
          <p:spPr>
            <a:xfrm>
              <a:off x="14612112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8B9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0" name="Freeform 1649"/>
            <p:cNvSpPr/>
            <p:nvPr/>
          </p:nvSpPr>
          <p:spPr>
            <a:xfrm>
              <a:off x="14849856" y="776325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B7B8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1" name="Freeform 1650"/>
            <p:cNvSpPr/>
            <p:nvPr/>
          </p:nvSpPr>
          <p:spPr>
            <a:xfrm>
              <a:off x="14639544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B4B4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2" name="Freeform 1651"/>
            <p:cNvSpPr/>
            <p:nvPr/>
          </p:nvSpPr>
          <p:spPr>
            <a:xfrm>
              <a:off x="14849856" y="779068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A4A5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3" name="Freeform 1652"/>
            <p:cNvSpPr/>
            <p:nvPr/>
          </p:nvSpPr>
          <p:spPr>
            <a:xfrm>
              <a:off x="14676120" y="761695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BCB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4" name="Freeform 1653"/>
            <p:cNvSpPr/>
            <p:nvPr/>
          </p:nvSpPr>
          <p:spPr>
            <a:xfrm>
              <a:off x="14849856" y="781812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7879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5" name="Freeform 1654"/>
            <p:cNvSpPr/>
            <p:nvPr/>
          </p:nvSpPr>
          <p:spPr>
            <a:xfrm>
              <a:off x="14703552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DDDD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6" name="Freeform 1655"/>
            <p:cNvSpPr/>
            <p:nvPr/>
          </p:nvSpPr>
          <p:spPr>
            <a:xfrm>
              <a:off x="14849856" y="785469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7" name="Freeform 1656"/>
            <p:cNvSpPr/>
            <p:nvPr/>
          </p:nvSpPr>
          <p:spPr>
            <a:xfrm>
              <a:off x="14740128" y="761695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0C1C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8" name="Freeform 1657"/>
            <p:cNvSpPr/>
            <p:nvPr/>
          </p:nvSpPr>
          <p:spPr>
            <a:xfrm>
              <a:off x="14849856" y="788212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BEBE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9" name="Freeform 1658"/>
            <p:cNvSpPr/>
            <p:nvPr/>
          </p:nvSpPr>
          <p:spPr>
            <a:xfrm>
              <a:off x="14767560" y="7616952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1B2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0" name="Freeform 1659"/>
            <p:cNvSpPr/>
            <p:nvPr/>
          </p:nvSpPr>
          <p:spPr>
            <a:xfrm>
              <a:off x="14849856" y="7918704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A9A9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1" name="Freeform 1660"/>
            <p:cNvSpPr/>
            <p:nvPr/>
          </p:nvSpPr>
          <p:spPr>
            <a:xfrm>
              <a:off x="14804136" y="7616952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898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2" name="Freeform 1661"/>
            <p:cNvSpPr/>
            <p:nvPr/>
          </p:nvSpPr>
          <p:spPr>
            <a:xfrm>
              <a:off x="14849856" y="794613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3" name="Freeform 1662"/>
            <p:cNvSpPr/>
            <p:nvPr/>
          </p:nvSpPr>
          <p:spPr>
            <a:xfrm>
              <a:off x="14502384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6E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4" name="Freeform 1663"/>
            <p:cNvSpPr/>
            <p:nvPr/>
          </p:nvSpPr>
          <p:spPr>
            <a:xfrm>
              <a:off x="14868144" y="760780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383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5" name="Freeform 1664"/>
            <p:cNvSpPr/>
            <p:nvPr/>
          </p:nvSpPr>
          <p:spPr>
            <a:xfrm>
              <a:off x="14538960" y="7598664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2C2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6" name="Freeform 1665"/>
            <p:cNvSpPr/>
            <p:nvPr/>
          </p:nvSpPr>
          <p:spPr>
            <a:xfrm>
              <a:off x="14868144" y="764438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181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7" name="Freeform 1666"/>
            <p:cNvSpPr/>
            <p:nvPr/>
          </p:nvSpPr>
          <p:spPr>
            <a:xfrm>
              <a:off x="14566392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BFC0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8" name="Freeform 1667"/>
            <p:cNvSpPr/>
            <p:nvPr/>
          </p:nvSpPr>
          <p:spPr>
            <a:xfrm>
              <a:off x="14868144" y="7671816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9" name="Freeform 1668"/>
            <p:cNvSpPr/>
            <p:nvPr/>
          </p:nvSpPr>
          <p:spPr>
            <a:xfrm>
              <a:off x="14602968" y="7598664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DBDC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0" name="Freeform 1669"/>
            <p:cNvSpPr/>
            <p:nvPr/>
          </p:nvSpPr>
          <p:spPr>
            <a:xfrm>
              <a:off x="14868144" y="770839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1" name="Freeform 1670"/>
            <p:cNvSpPr/>
            <p:nvPr/>
          </p:nvSpPr>
          <p:spPr>
            <a:xfrm>
              <a:off x="14630400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9798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2" name="Freeform 1671"/>
            <p:cNvSpPr/>
            <p:nvPr/>
          </p:nvSpPr>
          <p:spPr>
            <a:xfrm>
              <a:off x="14868144" y="7735824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3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3" name="Freeform 1672"/>
            <p:cNvSpPr/>
            <p:nvPr/>
          </p:nvSpPr>
          <p:spPr>
            <a:xfrm>
              <a:off x="14666976" y="7598664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AEAEB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4" name="Freeform 1673"/>
            <p:cNvSpPr/>
            <p:nvPr/>
          </p:nvSpPr>
          <p:spPr>
            <a:xfrm>
              <a:off x="14868144" y="7772400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5" name="Freeform 1674"/>
            <p:cNvSpPr/>
            <p:nvPr/>
          </p:nvSpPr>
          <p:spPr>
            <a:xfrm>
              <a:off x="14694408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CCD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6" name="Freeform 1675"/>
            <p:cNvSpPr/>
            <p:nvPr/>
          </p:nvSpPr>
          <p:spPr>
            <a:xfrm>
              <a:off x="14868144" y="7799832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282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7" name="Freeform 1676"/>
            <p:cNvSpPr/>
            <p:nvPr/>
          </p:nvSpPr>
          <p:spPr>
            <a:xfrm>
              <a:off x="14721840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E1E1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8" name="Freeform 1677"/>
            <p:cNvSpPr/>
            <p:nvPr/>
          </p:nvSpPr>
          <p:spPr>
            <a:xfrm>
              <a:off x="14868144" y="7836408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9" name="Freeform 1678"/>
            <p:cNvSpPr/>
            <p:nvPr/>
          </p:nvSpPr>
          <p:spPr>
            <a:xfrm>
              <a:off x="14758416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3" y="2"/>
                  </a:lnTo>
                  <a:lnTo>
                    <a:pt x="6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C5C6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0" name="Freeform 1679"/>
            <p:cNvSpPr/>
            <p:nvPr/>
          </p:nvSpPr>
          <p:spPr>
            <a:xfrm>
              <a:off x="14868144" y="7863840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4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1" name="Freeform 1680"/>
            <p:cNvSpPr/>
            <p:nvPr/>
          </p:nvSpPr>
          <p:spPr>
            <a:xfrm>
              <a:off x="14785848" y="7598664"/>
              <a:ext cx="54864" cy="18288"/>
            </a:xfrm>
            <a:custGeom>
              <a:avLst/>
              <a:gdLst/>
              <a:ahLst/>
              <a:cxnLst/>
              <a:rect l="l" t="t" r="r" b="b"/>
              <a:pathLst>
                <a:path w="6" h="2">
                  <a:moveTo>
                    <a:pt x="0" y="2"/>
                  </a:moveTo>
                  <a:lnTo>
                    <a:pt x="4" y="2"/>
                  </a:lnTo>
                  <a:lnTo>
                    <a:pt x="6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6C5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2" name="Freeform 1681"/>
            <p:cNvSpPr/>
            <p:nvPr/>
          </p:nvSpPr>
          <p:spPr>
            <a:xfrm>
              <a:off x="14868144" y="7900416"/>
              <a:ext cx="18288" cy="45720"/>
            </a:xfrm>
            <a:custGeom>
              <a:avLst/>
              <a:gdLst/>
              <a:ahLst/>
              <a:cxnLst/>
              <a:rect l="l" t="t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3" name="Freeform 1682"/>
            <p:cNvSpPr/>
            <p:nvPr/>
          </p:nvSpPr>
          <p:spPr>
            <a:xfrm>
              <a:off x="14822424" y="7598664"/>
              <a:ext cx="45720" cy="18288"/>
            </a:xfrm>
            <a:custGeom>
              <a:avLst/>
              <a:gdLst/>
              <a:ahLst/>
              <a:cxnLst/>
              <a:rect l="l" t="t" r="r" b="b"/>
              <a:pathLst>
                <a:path w="5" h="2">
                  <a:moveTo>
                    <a:pt x="0" y="2"/>
                  </a:moveTo>
                  <a:lnTo>
                    <a:pt x="3" y="2"/>
                  </a:lnTo>
                  <a:lnTo>
                    <a:pt x="5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83838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4" name="Freeform 1683"/>
            <p:cNvSpPr/>
            <p:nvPr/>
          </p:nvSpPr>
          <p:spPr>
            <a:xfrm>
              <a:off x="14868144" y="7927848"/>
              <a:ext cx="18288" cy="54864"/>
            </a:xfrm>
            <a:custGeom>
              <a:avLst/>
              <a:gdLst/>
              <a:ahLst/>
              <a:cxnLst/>
              <a:rect l="l" t="t" r="r" b="b"/>
              <a:pathLst>
                <a:path w="2" h="6">
                  <a:moveTo>
                    <a:pt x="0" y="2"/>
                  </a:moveTo>
                  <a:lnTo>
                    <a:pt x="2" y="0"/>
                  </a:lnTo>
                  <a:lnTo>
                    <a:pt x="2" y="3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8484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86" name="Text: Diffused Latent Code"/>
          <p:cNvSpPr txBox="1"/>
          <p:nvPr/>
        </p:nvSpPr>
        <p:spPr>
          <a:xfrm>
            <a:off x="15307056" y="7665598"/>
            <a:ext cx="2225100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Diffused Latent Code</a:t>
            </a:r>
          </a:p>
        </p:txBody>
      </p:sp>
      <p:sp>
        <p:nvSpPr>
          <p:cNvPr id="1687" name="Rounded Rectangle 1686"/>
          <p:cNvSpPr/>
          <p:nvPr/>
        </p:nvSpPr>
        <p:spPr>
          <a:xfrm>
            <a:off x="14337792" y="8476488"/>
            <a:ext cx="100584" cy="265176"/>
          </a:xfrm>
          <a:prstGeom prst="roundRect">
            <a:avLst>
              <a:gd name="adj" fmla="val 20000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Rounded Rectangle 1687"/>
          <p:cNvSpPr/>
          <p:nvPr/>
        </p:nvSpPr>
        <p:spPr>
          <a:xfrm>
            <a:off x="14520672" y="8412480"/>
            <a:ext cx="100584" cy="393192"/>
          </a:xfrm>
          <a:prstGeom prst="roundRect">
            <a:avLst>
              <a:gd name="adj" fmla="val 20000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Rounded Rectangle 1688"/>
          <p:cNvSpPr/>
          <p:nvPr/>
        </p:nvSpPr>
        <p:spPr>
          <a:xfrm>
            <a:off x="14694408" y="8348472"/>
            <a:ext cx="100584" cy="530352"/>
          </a:xfrm>
          <a:prstGeom prst="roundRect">
            <a:avLst>
              <a:gd name="adj" fmla="val 20000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0" name="Rounded Rectangle 1689"/>
          <p:cNvSpPr/>
          <p:nvPr/>
        </p:nvSpPr>
        <p:spPr>
          <a:xfrm>
            <a:off x="14877288" y="8284464"/>
            <a:ext cx="100584" cy="658368"/>
          </a:xfrm>
          <a:prstGeom prst="roundRect">
            <a:avLst>
              <a:gd name="adj" fmla="val 20000"/>
            </a:avLst>
          </a:prstGeom>
          <a:solidFill>
            <a:srgbClr val="D99195"/>
          </a:solidFill>
          <a:ln w="22859">
            <a:solidFill>
              <a:srgbClr val="AC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: Multiscale 3D Conv"/>
          <p:cNvSpPr txBox="1"/>
          <p:nvPr/>
        </p:nvSpPr>
        <p:spPr>
          <a:xfrm>
            <a:off x="15398496" y="8424550"/>
            <a:ext cx="2053185" cy="3233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80908"/>
                </a:solidFill>
                <a:latin typeface="Liberation Serif"/>
              </a:rPr>
              <a:t>Multiscale 3D Conv</a:t>
            </a:r>
          </a:p>
        </p:txBody>
      </p:sp>
      <p:sp>
        <p:nvSpPr>
          <p:cNvPr id="1692" name="Rounded Rectangle 1691"/>
          <p:cNvSpPr/>
          <p:nvPr/>
        </p:nvSpPr>
        <p:spPr>
          <a:xfrm>
            <a:off x="14191488" y="9208008"/>
            <a:ext cx="877824" cy="438912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2926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3" name="Text: S&amp;S"/>
          <p:cNvSpPr txBox="1"/>
          <p:nvPr/>
        </p:nvSpPr>
        <p:spPr>
          <a:xfrm>
            <a:off x="14367403" y="9259580"/>
            <a:ext cx="525994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S&amp;S</a:t>
            </a:r>
          </a:p>
        </p:txBody>
      </p:sp>
      <p:sp>
        <p:nvSpPr>
          <p:cNvPr id="1694" name="Text: Scale &amp; Shift"/>
          <p:cNvSpPr txBox="1"/>
          <p:nvPr/>
        </p:nvSpPr>
        <p:spPr>
          <a:xfrm>
            <a:off x="15425928" y="9241292"/>
            <a:ext cx="1430965" cy="335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80908"/>
                </a:solidFill>
                <a:latin typeface="Liberation Serif"/>
              </a:rPr>
              <a:t>Scale &amp; Shift</a:t>
            </a:r>
          </a:p>
        </p:txBody>
      </p:sp>
      <p:sp>
        <p:nvSpPr>
          <p:cNvPr id="1695" name="Rounded Rectangle 1694"/>
          <p:cNvSpPr/>
          <p:nvPr/>
        </p:nvSpPr>
        <p:spPr>
          <a:xfrm>
            <a:off x="14200632" y="9838944"/>
            <a:ext cx="877824" cy="420624"/>
          </a:xfrm>
          <a:prstGeom prst="roundRect">
            <a:avLst>
              <a:gd name="adj" fmla="val 17391"/>
            </a:avLst>
          </a:prstGeom>
          <a:solidFill>
            <a:srgbClr val="F1FCF3"/>
          </a:solidFill>
          <a:ln w="29260">
            <a:solidFill>
              <a:srgbClr val="A2DA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6" name="Text: ℒ"/>
          <p:cNvSpPr txBox="1"/>
          <p:nvPr/>
        </p:nvSpPr>
        <p:spPr>
          <a:xfrm>
            <a:off x="14514600" y="9868936"/>
            <a:ext cx="249888" cy="3606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88" b="0" i="0">
                <a:solidFill>
                  <a:srgbClr val="080908"/>
                </a:solidFill>
                <a:latin typeface="Latin Modern Math"/>
              </a:rPr>
              <a:t>ℒ</a:t>
            </a:r>
          </a:p>
        </p:txBody>
      </p:sp>
      <p:sp>
        <p:nvSpPr>
          <p:cNvPr id="1697" name="Text: Training Loss Function"/>
          <p:cNvSpPr txBox="1"/>
          <p:nvPr/>
        </p:nvSpPr>
        <p:spPr>
          <a:xfrm>
            <a:off x="15206472" y="9890699"/>
            <a:ext cx="2373761" cy="3171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6" b="1" i="0">
                <a:solidFill>
                  <a:srgbClr val="080908"/>
                </a:solidFill>
                <a:latin typeface="Liberation Serif"/>
              </a:rPr>
              <a:t>Training Loss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ViMo Synchronized Diffusion for Video and Motion Generation in Hand-object Interaction Scenario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21072" cy="10433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SViMo: Synchronized Video-Motion and Vision-aware Interaction Diffusion</dc:title>
  <dc:subject>Editable reconstruction of the supplied architecture diagram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