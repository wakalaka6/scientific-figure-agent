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7"/>
    <p:sldId id="257" r:id="rId10"/>
  </p:sldIdLst>
  <p:sldSz cx="17556480" cy="9692640" type="screen4x3"/>
  <p:notesSz cx="6858000" cy="9144000"/>
  <p:embeddedFontLst>
    <p:embeddedFont>
      <p:font typeface="Nimbus Mono PS" pitchFamily="49" charset="0"/>
      <p:bold r:id="rId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font" Target="fonts/NimbusMonoPS-Bold.fntdata"/><Relationship Id="rId9" Type="http://schemas.openxmlformats.org/officeDocument/2006/relationships/customXml" Target="../customXml/font-license.xml"/><Relationship Id="rId10"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00 Background and main title"/>
          <p:cNvGrpSpPr/>
          <p:nvPr/>
        </p:nvGrpSpPr>
        <p:grpSpPr>
          <a:xfrm>
            <a:off x="0" y="0"/>
            <a:ext cx="17574768" cy="9729216"/>
            <a:chOff x="0" y="0"/>
            <a:chExt cx="17574768" cy="9729216"/>
          </a:xfrm>
        </p:grpSpPr>
        <p:sp>
          <p:nvSpPr>
            <p:cNvPr id="3" name="White slide background"/>
            <p:cNvSpPr/>
            <p:nvPr/>
          </p:nvSpPr>
          <p:spPr>
            <a:xfrm>
              <a:off x="0" y="0"/>
              <a:ext cx="17556480" cy="9692640"/>
            </a:xfrm>
            <a:custGeom>
              <a:avLst/>
              <a:gdLst/>
              <a:ahLst/>
              <a:cxnLst/>
              <a:rect l="0" t="0" r="r" b="b"/>
              <a:pathLst>
                <a:path w="17556480" h="9692640">
                  <a:moveTo>
                    <a:pt x="0" y="0"/>
                  </a:moveTo>
                  <a:lnTo>
                    <a:pt x="17556480" y="0"/>
                  </a:lnTo>
                  <a:lnTo>
                    <a:pt x="17556480" y="9692640"/>
                  </a:lnTo>
                  <a:lnTo>
                    <a:pt x="0" y="9692640"/>
                  </a:lnTo>
                  <a:close/>
                </a:path>
              </a:pathLst>
            </a:custGeom>
            <a:solidFill>
              <a:srgbClr val="FFFFFF"/>
            </a:solidFill>
            <a:ln>
              <a:noFill/>
            </a:ln>
            <a:effectLst/>
          </p:spPr>
          <p:txBody>
            <a:bodyPr rtlCol="0" anchor="ctr"/>
            <a:lstStyle/>
            <a:p>
              <a:pPr algn="ctr"/>
            </a:p>
          </p:txBody>
        </p:sp>
        <p:sp>
          <p:nvSpPr>
            <p:cNvPr id="4" name="Green rounded background"/>
            <p:cNvSpPr/>
            <p:nvPr/>
          </p:nvSpPr>
          <p:spPr>
            <a:xfrm>
              <a:off x="36576" y="164592"/>
              <a:ext cx="17538192" cy="9564624"/>
            </a:xfrm>
            <a:custGeom>
              <a:avLst/>
              <a:gdLst/>
              <a:ahLst/>
              <a:cxnLst/>
              <a:rect l="0" t="0" r="r" b="b"/>
              <a:pathLst>
                <a:path w="17538192" h="9564624">
                  <a:moveTo>
                    <a:pt x="292608" y="0"/>
                  </a:moveTo>
                  <a:lnTo>
                    <a:pt x="17245584" y="0"/>
                  </a:lnTo>
                  <a:cubicBezTo>
                    <a:pt x="17407187" y="0"/>
                    <a:pt x="17538192" y="131005"/>
                    <a:pt x="17538192" y="292608"/>
                  </a:cubicBezTo>
                  <a:lnTo>
                    <a:pt x="17538192" y="9272016"/>
                  </a:lnTo>
                  <a:cubicBezTo>
                    <a:pt x="17538192" y="9433619"/>
                    <a:pt x="17407187" y="9564624"/>
                    <a:pt x="17245584" y="9564624"/>
                  </a:cubicBezTo>
                  <a:lnTo>
                    <a:pt x="292608" y="9564624"/>
                  </a:lnTo>
                  <a:cubicBezTo>
                    <a:pt x="131005" y="9564624"/>
                    <a:pt x="0" y="9433619"/>
                    <a:pt x="0" y="9272016"/>
                  </a:cubicBezTo>
                  <a:lnTo>
                    <a:pt x="0" y="292608"/>
                  </a:lnTo>
                  <a:cubicBezTo>
                    <a:pt x="0" y="131005"/>
                    <a:pt x="131005" y="0"/>
                    <a:pt x="292608" y="0"/>
                  </a:cubicBezTo>
                  <a:close/>
                </a:path>
              </a:pathLst>
            </a:custGeom>
            <a:solidFill>
              <a:srgbClr val="CCEC8B"/>
            </a:solidFill>
            <a:ln w="32004" cap="flat">
              <a:solidFill>
                <a:srgbClr val="000000"/>
              </a:solidFill>
              <a:round/>
            </a:ln>
            <a:effectLst/>
          </p:spPr>
          <p:txBody>
            <a:bodyPr rtlCol="0" anchor="ctr"/>
            <a:lstStyle/>
            <a:p>
              <a:pPr algn="ctr"/>
            </a:p>
          </p:txBody>
        </p:sp>
        <p:sp>
          <p:nvSpPr>
            <p:cNvPr id="5" name="Main title"/>
            <p:cNvSpPr txBox="1"/>
            <p:nvPr/>
          </p:nvSpPr>
          <p:spPr>
            <a:xfrm>
              <a:off x="5841420" y="278320"/>
              <a:ext cx="6532008" cy="462915"/>
            </a:xfrm>
            <a:prstGeom prst="rect">
              <a:avLst/>
            </a:prstGeom>
            <a:noFill/>
          </p:spPr>
          <p:txBody>
            <a:bodyPr wrap="none" lIns="0" rIns="0" tIns="0" bIns="0" anchor="t" anchorCtr="0">
              <a:noAutofit/>
            </a:bodyPr>
            <a:lstStyle/>
            <a:p>
              <a:pPr>
                <a:lnSpc>
                  <a:spcPct val="100000"/>
                </a:lnSpc>
                <a:spcBef>
                  <a:spcPts val="0"/>
                </a:spcBef>
                <a:spcAft>
                  <a:spcPts val="0"/>
                </a:spcAft>
              </a:pPr>
              <a:r>
                <a:rPr sz="2700" b="1" i="0" lang="en-US" dirty="0">
                  <a:solidFill>
                    <a:srgbClr val="000000"/>
                  </a:solidFill>
                  <a:latin typeface="Arial"/>
                  <a:ea typeface="Arial"/>
                  <a:cs typeface="Arial"/>
                </a:rPr>
                <a:t>NeuroSymbolic Learning of Code Rules</a:t>
              </a:r>
            </a:p>
          </p:txBody>
        </p:sp>
      </p:grpSp>
      <p:grpSp>
        <p:nvGrpSpPr>
          <p:cNvPr id="6" name="01 Stage 1 - Exploration of Trajectory Data"/>
          <p:cNvGrpSpPr/>
          <p:nvPr/>
        </p:nvGrpSpPr>
        <p:grpSpPr>
          <a:xfrm>
            <a:off x="219456" y="822960"/>
            <a:ext cx="5266944" cy="3639312"/>
            <a:chOff x="219456" y="822960"/>
            <a:chExt cx="5266944" cy="3639312"/>
          </a:xfrm>
        </p:grpSpPr>
        <p:sp>
          <p:nvSpPr>
            <p:cNvPr id="7" name="Stage 1 panel"/>
            <p:cNvSpPr/>
            <p:nvPr/>
          </p:nvSpPr>
          <p:spPr>
            <a:xfrm>
              <a:off x="219456" y="822960"/>
              <a:ext cx="5266944" cy="3639312"/>
            </a:xfrm>
            <a:custGeom>
              <a:avLst/>
              <a:gdLst/>
              <a:ahLst/>
              <a:cxnLst/>
              <a:rect l="0" t="0" r="r" b="b"/>
              <a:pathLst>
                <a:path w="5266944" h="3639312">
                  <a:moveTo>
                    <a:pt x="256032" y="0"/>
                  </a:moveTo>
                  <a:lnTo>
                    <a:pt x="5010912" y="0"/>
                  </a:lnTo>
                  <a:cubicBezTo>
                    <a:pt x="5152315" y="0"/>
                    <a:pt x="5266944" y="114629"/>
                    <a:pt x="5266944" y="256032"/>
                  </a:cubicBezTo>
                  <a:lnTo>
                    <a:pt x="5266944" y="3383280"/>
                  </a:lnTo>
                  <a:cubicBezTo>
                    <a:pt x="5266944" y="3524683"/>
                    <a:pt x="5152315" y="3639312"/>
                    <a:pt x="5010912" y="3639312"/>
                  </a:cubicBezTo>
                  <a:lnTo>
                    <a:pt x="256032" y="3639312"/>
                  </a:lnTo>
                  <a:cubicBezTo>
                    <a:pt x="114629" y="3639312"/>
                    <a:pt x="0" y="3524683"/>
                    <a:pt x="0" y="3383280"/>
                  </a:cubicBezTo>
                  <a:lnTo>
                    <a:pt x="0" y="256032"/>
                  </a:lnTo>
                  <a:cubicBezTo>
                    <a:pt x="0" y="114629"/>
                    <a:pt x="114629" y="0"/>
                    <a:pt x="256032" y="0"/>
                  </a:cubicBezTo>
                  <a:close/>
                </a:path>
              </a:pathLst>
            </a:custGeom>
            <a:solidFill>
              <a:srgbClr val="FFFFFF"/>
            </a:solidFill>
            <a:ln w="32004" cap="flat">
              <a:solidFill>
                <a:srgbClr val="000000"/>
              </a:solidFill>
              <a:round/>
            </a:ln>
            <a:effectLst/>
          </p:spPr>
          <p:txBody>
            <a:bodyPr rtlCol="0" anchor="ctr"/>
            <a:lstStyle/>
            <a:p>
              <a:pPr algn="ctr"/>
            </a:p>
          </p:txBody>
        </p:sp>
        <p:sp>
          <p:nvSpPr>
            <p:cNvPr id="8" name="Stage 1. Exploration of Trajectory Data"/>
            <p:cNvSpPr txBox="1"/>
            <p:nvPr/>
          </p:nvSpPr>
          <p:spPr>
            <a:xfrm>
              <a:off x="663860" y="956920"/>
              <a:ext cx="4433000"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Arial"/>
                  <a:ea typeface="Arial"/>
                  <a:cs typeface="Arial"/>
                </a:rPr>
                <a:t>Stage 1. Exploration of Trajectory Data</a:t>
              </a:r>
            </a:p>
          </p:txBody>
        </p:sp>
        <p:sp>
          <p:nvSpPr>
            <p:cNvPr id="9" name="Real trajectory dashed enclosure"/>
            <p:cNvSpPr/>
            <p:nvPr/>
          </p:nvSpPr>
          <p:spPr>
            <a:xfrm>
              <a:off x="420624" y="1508760"/>
              <a:ext cx="4828032" cy="1170432"/>
            </a:xfrm>
            <a:custGeom>
              <a:avLst/>
              <a:gdLst/>
              <a:ahLst/>
              <a:cxnLst/>
              <a:rect l="0" t="0" r="r" b="b"/>
              <a:pathLst>
                <a:path w="4828032" h="1170432">
                  <a:moveTo>
                    <a:pt x="164592" y="0"/>
                  </a:moveTo>
                  <a:lnTo>
                    <a:pt x="4663440" y="0"/>
                  </a:lnTo>
                  <a:cubicBezTo>
                    <a:pt x="4754342" y="0"/>
                    <a:pt x="4828032" y="73690"/>
                    <a:pt x="4828032" y="164592"/>
                  </a:cubicBezTo>
                  <a:lnTo>
                    <a:pt x="4828032" y="1005840"/>
                  </a:lnTo>
                  <a:cubicBezTo>
                    <a:pt x="4828032" y="1096742"/>
                    <a:pt x="4754342" y="1170432"/>
                    <a:pt x="4663440" y="1170432"/>
                  </a:cubicBezTo>
                  <a:lnTo>
                    <a:pt x="164592" y="1170432"/>
                  </a:lnTo>
                  <a:cubicBezTo>
                    <a:pt x="73690" y="1170432"/>
                    <a:pt x="0" y="1096742"/>
                    <a:pt x="0" y="1005840"/>
                  </a:cubicBezTo>
                  <a:lnTo>
                    <a:pt x="0" y="164592"/>
                  </a:lnTo>
                  <a:cubicBezTo>
                    <a:pt x="0" y="73690"/>
                    <a:pt x="73690" y="0"/>
                    <a:pt x="164592" y="0"/>
                  </a:cubicBezTo>
                  <a:close/>
                </a:path>
              </a:pathLst>
            </a:custGeom>
            <a:solidFill>
              <a:srgbClr val="FFFFFF"/>
            </a:solidFill>
            <a:ln w="32004" cap="flat">
              <a:solidFill>
                <a:srgbClr val="000000"/>
              </a:solidFill>
              <a:round/>
              <a:custDash>
                <a:ds d="314286" sp="314286"/>
              </a:custDash>
            </a:ln>
            <a:effectLst/>
          </p:spPr>
          <p:txBody>
            <a:bodyPr rtlCol="0" anchor="ctr"/>
            <a:lstStyle/>
            <a:p>
              <a:pPr algn="ctr"/>
            </a:p>
          </p:txBody>
        </p:sp>
        <p:sp>
          <p:nvSpPr>
            <p:cNvPr id="10" name="Predicted trajectory dashed enclosure"/>
            <p:cNvSpPr/>
            <p:nvPr/>
          </p:nvSpPr>
          <p:spPr>
            <a:xfrm>
              <a:off x="420624" y="3118104"/>
              <a:ext cx="4828032" cy="1170432"/>
            </a:xfrm>
            <a:custGeom>
              <a:avLst/>
              <a:gdLst/>
              <a:ahLst/>
              <a:cxnLst/>
              <a:rect l="0" t="0" r="r" b="b"/>
              <a:pathLst>
                <a:path w="4828032" h="1170432">
                  <a:moveTo>
                    <a:pt x="164592" y="0"/>
                  </a:moveTo>
                  <a:lnTo>
                    <a:pt x="4663440" y="0"/>
                  </a:lnTo>
                  <a:cubicBezTo>
                    <a:pt x="4754342" y="0"/>
                    <a:pt x="4828032" y="73690"/>
                    <a:pt x="4828032" y="164592"/>
                  </a:cubicBezTo>
                  <a:lnTo>
                    <a:pt x="4828032" y="1005840"/>
                  </a:lnTo>
                  <a:cubicBezTo>
                    <a:pt x="4828032" y="1096742"/>
                    <a:pt x="4754342" y="1170432"/>
                    <a:pt x="4663440" y="1170432"/>
                  </a:cubicBezTo>
                  <a:lnTo>
                    <a:pt x="164592" y="1170432"/>
                  </a:lnTo>
                  <a:cubicBezTo>
                    <a:pt x="73690" y="1170432"/>
                    <a:pt x="0" y="1096742"/>
                    <a:pt x="0" y="1005840"/>
                  </a:cubicBezTo>
                  <a:lnTo>
                    <a:pt x="0" y="164592"/>
                  </a:lnTo>
                  <a:cubicBezTo>
                    <a:pt x="0" y="73690"/>
                    <a:pt x="73690" y="0"/>
                    <a:pt x="164592" y="0"/>
                  </a:cubicBezTo>
                  <a:close/>
                </a:path>
              </a:pathLst>
            </a:custGeom>
            <a:solidFill>
              <a:srgbClr val="FFFFFF"/>
            </a:solidFill>
            <a:ln w="32004" cap="flat">
              <a:solidFill>
                <a:srgbClr val="000000"/>
              </a:solidFill>
              <a:round/>
              <a:custDash>
                <a:ds d="314286" sp="314286"/>
              </a:custDash>
            </a:ln>
            <a:effectLst/>
          </p:spPr>
          <p:txBody>
            <a:bodyPr rtlCol="0" anchor="ctr"/>
            <a:lstStyle/>
            <a:p>
              <a:pPr algn="ctr"/>
            </a:p>
          </p:txBody>
        </p:sp>
        <p:sp>
          <p:nvSpPr>
            <p:cNvPr id="11" name="Real Trajectory"/>
            <p:cNvSpPr txBox="1"/>
            <p:nvPr/>
          </p:nvSpPr>
          <p:spPr>
            <a:xfrm>
              <a:off x="1982278" y="1505560"/>
              <a:ext cx="1777876"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Arial"/>
                  <a:ea typeface="Arial"/>
                  <a:cs typeface="Arial"/>
                </a:rPr>
                <a:t>Real Trajectory</a:t>
              </a:r>
            </a:p>
          </p:txBody>
        </p:sp>
        <p:sp>
          <p:nvSpPr>
            <p:cNvPr id="12" name="Predicted Trajectory"/>
            <p:cNvSpPr txBox="1"/>
            <p:nvPr/>
          </p:nvSpPr>
          <p:spPr>
            <a:xfrm>
              <a:off x="1691656" y="3883000"/>
              <a:ext cx="2359121"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Arial"/>
                  <a:ea typeface="Arial"/>
                  <a:cs typeface="Arial"/>
                </a:rPr>
                <a:t>Predicted Trajectory</a:t>
              </a:r>
            </a:p>
          </p:txBody>
        </p:sp>
        <p:sp>
          <p:nvSpPr>
            <p:cNvPr id="13" name="Real trajectory node 0"/>
            <p:cNvSpPr/>
            <p:nvPr/>
          </p:nvSpPr>
          <p:spPr>
            <a:xfrm>
              <a:off x="502920" y="1920240"/>
              <a:ext cx="658368" cy="658368"/>
            </a:xfrm>
            <a:custGeom>
              <a:avLst/>
              <a:gdLst/>
              <a:ahLst/>
              <a:cxnLst/>
              <a:rect l="0" t="0" r="r" b="b"/>
              <a:pathLst>
                <a:path w="658368" h="658368">
                  <a:moveTo>
                    <a:pt x="658368" y="329184"/>
                  </a:moveTo>
                  <a:cubicBezTo>
                    <a:pt x="658368" y="510987"/>
                    <a:pt x="510987" y="658368"/>
                    <a:pt x="329184" y="658368"/>
                  </a:cubicBezTo>
                  <a:cubicBezTo>
                    <a:pt x="147381" y="658368"/>
                    <a:pt x="0" y="510987"/>
                    <a:pt x="0" y="329184"/>
                  </a:cubicBezTo>
                  <a:cubicBezTo>
                    <a:pt x="0" y="147381"/>
                    <a:pt x="147381" y="0"/>
                    <a:pt x="329184" y="0"/>
                  </a:cubicBezTo>
                  <a:cubicBezTo>
                    <a:pt x="510987" y="0"/>
                    <a:pt x="658368" y="147381"/>
                    <a:pt x="658368" y="329184"/>
                  </a:cubicBezTo>
                  <a:close/>
                </a:path>
              </a:pathLst>
            </a:custGeom>
            <a:solidFill>
              <a:srgbClr val="FFFFFF"/>
            </a:solidFill>
            <a:ln w="32004" cap="flat">
              <a:solidFill>
                <a:srgbClr val="000000"/>
              </a:solidFill>
              <a:round/>
            </a:ln>
            <a:effectLst/>
          </p:spPr>
          <p:txBody>
            <a:bodyPr rtlCol="0" anchor="ctr"/>
            <a:lstStyle/>
            <a:p>
              <a:pPr algn="ctr"/>
            </a:p>
          </p:txBody>
        </p:sp>
        <p:grpSp>
          <p:nvGrpSpPr>
            <p:cNvPr id="14" name="Real a_0"/>
            <p:cNvGrpSpPr/>
            <p:nvPr/>
          </p:nvGrpSpPr>
          <p:grpSpPr>
            <a:xfrm>
              <a:off x="667512" y="1863456"/>
              <a:ext cx="402336" cy="529163"/>
              <a:chOff x="667512" y="1863456"/>
              <a:chExt cx="402336" cy="529163"/>
            </a:xfrm>
          </p:grpSpPr>
          <p:sp>
            <p:nvSpPr>
              <p:cNvPr id="15" name="a"/>
              <p:cNvSpPr txBox="1"/>
              <p:nvPr/>
            </p:nvSpPr>
            <p:spPr>
              <a:xfrm>
                <a:off x="667512" y="1863456"/>
                <a:ext cx="265176" cy="518465"/>
              </a:xfrm>
              <a:prstGeom prst="rect">
                <a:avLst/>
              </a:prstGeom>
              <a:noFill/>
            </p:spPr>
            <p:txBody>
              <a:bodyPr wrap="none" lIns="0" rIns="0" tIns="0" bIns="0" anchor="t" anchorCtr="0">
                <a:noAutofit/>
              </a:bodyPr>
              <a:lstStyle/>
              <a:p>
                <a:pPr>
                  <a:lnSpc>
                    <a:spcPct val="100000"/>
                  </a:lnSpc>
                  <a:spcBef>
                    <a:spcPts val="0"/>
                  </a:spcBef>
                  <a:spcAft>
                    <a:spcPts val="0"/>
                  </a:spcAft>
                </a:pPr>
                <a:r>
                  <a:rPr sz="3024" b="0" i="1" lang="en-US" dirty="0">
                    <a:solidFill>
                      <a:srgbClr val="000000"/>
                    </a:solidFill>
                    <a:latin typeface="Times New Roman"/>
                    <a:ea typeface="Times New Roman"/>
                    <a:cs typeface="Times New Roman"/>
                  </a:rPr>
                  <a:t>a</a:t>
                </a:r>
              </a:p>
            </p:txBody>
          </p:sp>
          <p:sp>
            <p:nvSpPr>
              <p:cNvPr id="16" name="0"/>
              <p:cNvSpPr txBox="1"/>
              <p:nvPr/>
            </p:nvSpPr>
            <p:spPr>
              <a:xfrm>
                <a:off x="868680" y="2046976"/>
                <a:ext cx="201168" cy="345643"/>
              </a:xfrm>
              <a:prstGeom prst="rect">
                <a:avLst/>
              </a:prstGeom>
              <a:noFill/>
            </p:spPr>
            <p:txBody>
              <a:bodyPr wrap="none" lIns="0" rIns="0" tIns="0" bIns="0" anchor="t" anchorCtr="0">
                <a:noAutofit/>
              </a:bodyPr>
              <a:lstStyle/>
              <a:p>
                <a:pPr>
                  <a:lnSpc>
                    <a:spcPct val="100000"/>
                  </a:lnSpc>
                  <a:spcBef>
                    <a:spcPts val="0"/>
                  </a:spcBef>
                  <a:spcAft>
                    <a:spcPts val="0"/>
                  </a:spcAft>
                </a:pPr>
                <a:r>
                  <a:rPr sz="2016" b="0" i="0" lang="en-US" dirty="0">
                    <a:solidFill>
                      <a:srgbClr val="000000"/>
                    </a:solidFill>
                    <a:latin typeface="Times New Roman"/>
                    <a:ea typeface="Times New Roman"/>
                    <a:cs typeface="Times New Roman"/>
                  </a:rPr>
                  <a:t>0</a:t>
                </a:r>
              </a:p>
            </p:txBody>
          </p:sp>
        </p:grpSp>
        <p:sp>
          <p:nvSpPr>
            <p:cNvPr id="17" name="Predicted trajectory node 0"/>
            <p:cNvSpPr/>
            <p:nvPr/>
          </p:nvSpPr>
          <p:spPr>
            <a:xfrm>
              <a:off x="502920" y="3227832"/>
              <a:ext cx="658368" cy="658368"/>
            </a:xfrm>
            <a:custGeom>
              <a:avLst/>
              <a:gdLst/>
              <a:ahLst/>
              <a:cxnLst/>
              <a:rect l="0" t="0" r="r" b="b"/>
              <a:pathLst>
                <a:path w="658368" h="658368">
                  <a:moveTo>
                    <a:pt x="658368" y="329184"/>
                  </a:moveTo>
                  <a:cubicBezTo>
                    <a:pt x="658368" y="510987"/>
                    <a:pt x="510987" y="658368"/>
                    <a:pt x="329184" y="658368"/>
                  </a:cubicBezTo>
                  <a:cubicBezTo>
                    <a:pt x="147381" y="658368"/>
                    <a:pt x="0" y="510987"/>
                    <a:pt x="0" y="329184"/>
                  </a:cubicBezTo>
                  <a:cubicBezTo>
                    <a:pt x="0" y="147381"/>
                    <a:pt x="147381" y="0"/>
                    <a:pt x="329184" y="0"/>
                  </a:cubicBezTo>
                  <a:cubicBezTo>
                    <a:pt x="510987" y="0"/>
                    <a:pt x="658368" y="147381"/>
                    <a:pt x="658368" y="329184"/>
                  </a:cubicBezTo>
                  <a:close/>
                </a:path>
              </a:pathLst>
            </a:custGeom>
            <a:solidFill>
              <a:srgbClr val="65FFFF"/>
            </a:solidFill>
            <a:ln w="32004" cap="flat">
              <a:solidFill>
                <a:srgbClr val="000000"/>
              </a:solidFill>
              <a:round/>
            </a:ln>
            <a:effectLst/>
          </p:spPr>
          <p:txBody>
            <a:bodyPr rtlCol="0" anchor="ctr"/>
            <a:lstStyle/>
            <a:p>
              <a:pPr algn="ctr"/>
            </a:p>
          </p:txBody>
        </p:sp>
        <p:grpSp>
          <p:nvGrpSpPr>
            <p:cNvPr id="18" name="Real a_0"/>
            <p:cNvGrpSpPr/>
            <p:nvPr/>
          </p:nvGrpSpPr>
          <p:grpSpPr>
            <a:xfrm>
              <a:off x="667512" y="3225912"/>
              <a:ext cx="402336" cy="529163"/>
              <a:chOff x="667512" y="3225912"/>
              <a:chExt cx="402336" cy="529163"/>
            </a:xfrm>
          </p:grpSpPr>
          <p:sp>
            <p:nvSpPr>
              <p:cNvPr id="19" name="a"/>
              <p:cNvSpPr txBox="1"/>
              <p:nvPr/>
            </p:nvSpPr>
            <p:spPr>
              <a:xfrm>
                <a:off x="667512" y="3225912"/>
                <a:ext cx="265176" cy="518465"/>
              </a:xfrm>
              <a:prstGeom prst="rect">
                <a:avLst/>
              </a:prstGeom>
              <a:noFill/>
            </p:spPr>
            <p:txBody>
              <a:bodyPr wrap="none" lIns="0" rIns="0" tIns="0" bIns="0" anchor="t" anchorCtr="0">
                <a:noAutofit/>
              </a:bodyPr>
              <a:lstStyle/>
              <a:p>
                <a:pPr>
                  <a:lnSpc>
                    <a:spcPct val="100000"/>
                  </a:lnSpc>
                  <a:spcBef>
                    <a:spcPts val="0"/>
                  </a:spcBef>
                  <a:spcAft>
                    <a:spcPts val="0"/>
                  </a:spcAft>
                </a:pPr>
                <a:r>
                  <a:rPr sz="3024" b="0" i="1" lang="en-US" dirty="0">
                    <a:solidFill>
                      <a:srgbClr val="000000"/>
                    </a:solidFill>
                    <a:latin typeface="Times New Roman"/>
                    <a:ea typeface="Times New Roman"/>
                    <a:cs typeface="Times New Roman"/>
                  </a:rPr>
                  <a:t>a</a:t>
                </a:r>
              </a:p>
            </p:txBody>
          </p:sp>
          <p:sp>
            <p:nvSpPr>
              <p:cNvPr id="20" name="0"/>
              <p:cNvSpPr txBox="1"/>
              <p:nvPr/>
            </p:nvSpPr>
            <p:spPr>
              <a:xfrm>
                <a:off x="868680" y="3409432"/>
                <a:ext cx="201168" cy="345643"/>
              </a:xfrm>
              <a:prstGeom prst="rect">
                <a:avLst/>
              </a:prstGeom>
              <a:noFill/>
            </p:spPr>
            <p:txBody>
              <a:bodyPr wrap="none" lIns="0" rIns="0" tIns="0" bIns="0" anchor="t" anchorCtr="0">
                <a:noAutofit/>
              </a:bodyPr>
              <a:lstStyle/>
              <a:p>
                <a:pPr>
                  <a:lnSpc>
                    <a:spcPct val="100000"/>
                  </a:lnSpc>
                  <a:spcBef>
                    <a:spcPts val="0"/>
                  </a:spcBef>
                  <a:spcAft>
                    <a:spcPts val="0"/>
                  </a:spcAft>
                </a:pPr>
                <a:r>
                  <a:rPr sz="2016" b="0" i="0" lang="en-US" dirty="0">
                    <a:solidFill>
                      <a:srgbClr val="000000"/>
                    </a:solidFill>
                    <a:latin typeface="Times New Roman"/>
                    <a:ea typeface="Times New Roman"/>
                    <a:cs typeface="Times New Roman"/>
                  </a:rPr>
                  <a:t>0</a:t>
                </a:r>
              </a:p>
            </p:txBody>
          </p:sp>
        </p:grpSp>
        <p:sp>
          <p:nvSpPr>
            <p:cNvPr id="21" name="Real trajectory node 1"/>
            <p:cNvSpPr/>
            <p:nvPr/>
          </p:nvSpPr>
          <p:spPr>
            <a:xfrm>
              <a:off x="1408176" y="1920240"/>
              <a:ext cx="658368" cy="658368"/>
            </a:xfrm>
            <a:custGeom>
              <a:avLst/>
              <a:gdLst/>
              <a:ahLst/>
              <a:cxnLst/>
              <a:rect l="0" t="0" r="r" b="b"/>
              <a:pathLst>
                <a:path w="658368" h="658368">
                  <a:moveTo>
                    <a:pt x="658368" y="329184"/>
                  </a:moveTo>
                  <a:cubicBezTo>
                    <a:pt x="658368" y="510987"/>
                    <a:pt x="510987" y="658368"/>
                    <a:pt x="329184" y="658368"/>
                  </a:cubicBezTo>
                  <a:cubicBezTo>
                    <a:pt x="147381" y="658368"/>
                    <a:pt x="0" y="510987"/>
                    <a:pt x="0" y="329184"/>
                  </a:cubicBezTo>
                  <a:cubicBezTo>
                    <a:pt x="0" y="147381"/>
                    <a:pt x="147381" y="0"/>
                    <a:pt x="329184" y="0"/>
                  </a:cubicBezTo>
                  <a:cubicBezTo>
                    <a:pt x="510987" y="0"/>
                    <a:pt x="658368" y="147381"/>
                    <a:pt x="658368" y="329184"/>
                  </a:cubicBezTo>
                  <a:close/>
                </a:path>
              </a:pathLst>
            </a:custGeom>
            <a:solidFill>
              <a:srgbClr val="FFFFFF"/>
            </a:solidFill>
            <a:ln w="32004" cap="flat">
              <a:solidFill>
                <a:srgbClr val="000000"/>
              </a:solidFill>
              <a:round/>
            </a:ln>
            <a:effectLst/>
          </p:spPr>
          <p:txBody>
            <a:bodyPr rtlCol="0" anchor="ctr"/>
            <a:lstStyle/>
            <a:p>
              <a:pPr algn="ctr"/>
            </a:p>
          </p:txBody>
        </p:sp>
        <p:grpSp>
          <p:nvGrpSpPr>
            <p:cNvPr id="22" name="Real o_1"/>
            <p:cNvGrpSpPr/>
            <p:nvPr/>
          </p:nvGrpSpPr>
          <p:grpSpPr>
            <a:xfrm>
              <a:off x="1572768" y="1863456"/>
              <a:ext cx="374904" cy="529163"/>
              <a:chOff x="1572768" y="1863456"/>
              <a:chExt cx="374904" cy="529163"/>
            </a:xfrm>
          </p:grpSpPr>
          <p:sp>
            <p:nvSpPr>
              <p:cNvPr id="23" name="o"/>
              <p:cNvSpPr txBox="1"/>
              <p:nvPr/>
            </p:nvSpPr>
            <p:spPr>
              <a:xfrm>
                <a:off x="1572768" y="1863456"/>
                <a:ext cx="265176" cy="518465"/>
              </a:xfrm>
              <a:prstGeom prst="rect">
                <a:avLst/>
              </a:prstGeom>
              <a:noFill/>
            </p:spPr>
            <p:txBody>
              <a:bodyPr wrap="none" lIns="0" rIns="0" tIns="0" bIns="0" anchor="t" anchorCtr="0">
                <a:noAutofit/>
              </a:bodyPr>
              <a:lstStyle/>
              <a:p>
                <a:pPr>
                  <a:lnSpc>
                    <a:spcPct val="100000"/>
                  </a:lnSpc>
                  <a:spcBef>
                    <a:spcPts val="0"/>
                  </a:spcBef>
                  <a:spcAft>
                    <a:spcPts val="0"/>
                  </a:spcAft>
                </a:pPr>
                <a:r>
                  <a:rPr sz="3024" b="0" i="1" lang="en-US" dirty="0">
                    <a:solidFill>
                      <a:srgbClr val="000000"/>
                    </a:solidFill>
                    <a:latin typeface="Times New Roman"/>
                    <a:ea typeface="Times New Roman"/>
                    <a:cs typeface="Times New Roman"/>
                  </a:rPr>
                  <a:t>o</a:t>
                </a:r>
              </a:p>
            </p:txBody>
          </p:sp>
          <p:sp>
            <p:nvSpPr>
              <p:cNvPr id="24" name="1"/>
              <p:cNvSpPr txBox="1"/>
              <p:nvPr/>
            </p:nvSpPr>
            <p:spPr>
              <a:xfrm>
                <a:off x="1746504" y="2046976"/>
                <a:ext cx="201168" cy="345643"/>
              </a:xfrm>
              <a:prstGeom prst="rect">
                <a:avLst/>
              </a:prstGeom>
              <a:noFill/>
            </p:spPr>
            <p:txBody>
              <a:bodyPr wrap="none" lIns="0" rIns="0" tIns="0" bIns="0" anchor="t" anchorCtr="0">
                <a:noAutofit/>
              </a:bodyPr>
              <a:lstStyle/>
              <a:p>
                <a:pPr>
                  <a:lnSpc>
                    <a:spcPct val="100000"/>
                  </a:lnSpc>
                  <a:spcBef>
                    <a:spcPts val="0"/>
                  </a:spcBef>
                  <a:spcAft>
                    <a:spcPts val="0"/>
                  </a:spcAft>
                </a:pPr>
                <a:r>
                  <a:rPr sz="2016" b="0" i="0" lang="en-US" dirty="0">
                    <a:solidFill>
                      <a:srgbClr val="000000"/>
                    </a:solidFill>
                    <a:latin typeface="Times New Roman"/>
                    <a:ea typeface="Times New Roman"/>
                    <a:cs typeface="Times New Roman"/>
                  </a:rPr>
                  <a:t>1</a:t>
                </a:r>
              </a:p>
            </p:txBody>
          </p:sp>
        </p:grpSp>
        <p:sp>
          <p:nvSpPr>
            <p:cNvPr id="25" name="Predicted trajectory node 1"/>
            <p:cNvSpPr/>
            <p:nvPr/>
          </p:nvSpPr>
          <p:spPr>
            <a:xfrm>
              <a:off x="1408176" y="3227832"/>
              <a:ext cx="658368" cy="658368"/>
            </a:xfrm>
            <a:custGeom>
              <a:avLst/>
              <a:gdLst/>
              <a:ahLst/>
              <a:cxnLst/>
              <a:rect l="0" t="0" r="r" b="b"/>
              <a:pathLst>
                <a:path w="658368" h="658368">
                  <a:moveTo>
                    <a:pt x="658368" y="329184"/>
                  </a:moveTo>
                  <a:cubicBezTo>
                    <a:pt x="658368" y="510987"/>
                    <a:pt x="510987" y="658368"/>
                    <a:pt x="329184" y="658368"/>
                  </a:cubicBezTo>
                  <a:cubicBezTo>
                    <a:pt x="147381" y="658368"/>
                    <a:pt x="0" y="510987"/>
                    <a:pt x="0" y="329184"/>
                  </a:cubicBezTo>
                  <a:cubicBezTo>
                    <a:pt x="0" y="147381"/>
                    <a:pt x="147381" y="0"/>
                    <a:pt x="329184" y="0"/>
                  </a:cubicBezTo>
                  <a:cubicBezTo>
                    <a:pt x="510987" y="0"/>
                    <a:pt x="658368" y="147381"/>
                    <a:pt x="658368" y="329184"/>
                  </a:cubicBezTo>
                  <a:close/>
                </a:path>
              </a:pathLst>
            </a:custGeom>
            <a:solidFill>
              <a:srgbClr val="65FFFF"/>
            </a:solidFill>
            <a:ln w="32004" cap="flat">
              <a:solidFill>
                <a:srgbClr val="000000"/>
              </a:solidFill>
              <a:round/>
            </a:ln>
            <a:effectLst/>
          </p:spPr>
          <p:txBody>
            <a:bodyPr rtlCol="0" anchor="ctr"/>
            <a:lstStyle/>
            <a:p>
              <a:pPr algn="ctr"/>
            </a:p>
          </p:txBody>
        </p:sp>
        <p:grpSp>
          <p:nvGrpSpPr>
            <p:cNvPr id="26" name="Predicted o_1"/>
            <p:cNvGrpSpPr/>
            <p:nvPr/>
          </p:nvGrpSpPr>
          <p:grpSpPr>
            <a:xfrm>
              <a:off x="1572768" y="3225912"/>
              <a:ext cx="374904" cy="529163"/>
              <a:chOff x="1572768" y="3225912"/>
              <a:chExt cx="374904" cy="529163"/>
            </a:xfrm>
          </p:grpSpPr>
          <p:sp>
            <p:nvSpPr>
              <p:cNvPr id="27" name="o"/>
              <p:cNvSpPr txBox="1"/>
              <p:nvPr/>
            </p:nvSpPr>
            <p:spPr>
              <a:xfrm>
                <a:off x="1572768" y="3225912"/>
                <a:ext cx="265176" cy="518465"/>
              </a:xfrm>
              <a:prstGeom prst="rect">
                <a:avLst/>
              </a:prstGeom>
              <a:noFill/>
            </p:spPr>
            <p:txBody>
              <a:bodyPr wrap="none" lIns="0" rIns="0" tIns="0" bIns="0" anchor="t" anchorCtr="0">
                <a:noAutofit/>
              </a:bodyPr>
              <a:lstStyle/>
              <a:p>
                <a:pPr>
                  <a:lnSpc>
                    <a:spcPct val="100000"/>
                  </a:lnSpc>
                  <a:spcBef>
                    <a:spcPts val="0"/>
                  </a:spcBef>
                  <a:spcAft>
                    <a:spcPts val="0"/>
                  </a:spcAft>
                </a:pPr>
                <a:r>
                  <a:rPr sz="3024" b="0" i="1" lang="en-US" dirty="0">
                    <a:solidFill>
                      <a:srgbClr val="000000"/>
                    </a:solidFill>
                    <a:latin typeface="Times New Roman"/>
                    <a:ea typeface="Times New Roman"/>
                    <a:cs typeface="Times New Roman"/>
                  </a:rPr>
                  <a:t>o</a:t>
                </a:r>
              </a:p>
            </p:txBody>
          </p:sp>
          <p:sp>
            <p:nvSpPr>
              <p:cNvPr id="28" name="1"/>
              <p:cNvSpPr txBox="1"/>
              <p:nvPr/>
            </p:nvSpPr>
            <p:spPr>
              <a:xfrm>
                <a:off x="1746504" y="3409432"/>
                <a:ext cx="201168" cy="345643"/>
              </a:xfrm>
              <a:prstGeom prst="rect">
                <a:avLst/>
              </a:prstGeom>
              <a:noFill/>
            </p:spPr>
            <p:txBody>
              <a:bodyPr wrap="none" lIns="0" rIns="0" tIns="0" bIns="0" anchor="t" anchorCtr="0">
                <a:noAutofit/>
              </a:bodyPr>
              <a:lstStyle/>
              <a:p>
                <a:pPr>
                  <a:lnSpc>
                    <a:spcPct val="100000"/>
                  </a:lnSpc>
                  <a:spcBef>
                    <a:spcPts val="0"/>
                  </a:spcBef>
                  <a:spcAft>
                    <a:spcPts val="0"/>
                  </a:spcAft>
                </a:pPr>
                <a:r>
                  <a:rPr sz="2016" b="0" i="0" lang="en-US" dirty="0">
                    <a:solidFill>
                      <a:srgbClr val="000000"/>
                    </a:solidFill>
                    <a:latin typeface="Times New Roman"/>
                    <a:ea typeface="Times New Roman"/>
                    <a:cs typeface="Times New Roman"/>
                  </a:rPr>
                  <a:t>1</a:t>
                </a:r>
              </a:p>
            </p:txBody>
          </p:sp>
          <p:sp>
            <p:nvSpPr>
              <p:cNvPr id="29" name="Prediction accent"/>
              <p:cNvSpPr/>
              <p:nvPr/>
            </p:nvSpPr>
            <p:spPr>
              <a:xfrm>
                <a:off x="1618488" y="3355848"/>
                <a:ext cx="91440" cy="45720"/>
              </a:xfrm>
              <a:custGeom>
                <a:avLst/>
                <a:gdLst/>
                <a:ahLst/>
                <a:cxnLst/>
                <a:rect l="0" t="0" r="r" b="b"/>
                <a:pathLst>
                  <a:path w="91440" h="45720">
                    <a:moveTo>
                      <a:pt x="0" y="45720"/>
                    </a:moveTo>
                    <a:lnTo>
                      <a:pt x="45720" y="0"/>
                    </a:lnTo>
                    <a:lnTo>
                      <a:pt x="91440" y="45720"/>
                    </a:lnTo>
                  </a:path>
                </a:pathLst>
              </a:custGeom>
              <a:noFill/>
              <a:ln w="20117" cap="flat">
                <a:solidFill>
                  <a:srgbClr val="000000"/>
                </a:solidFill>
                <a:round/>
              </a:ln>
              <a:effectLst/>
            </p:spPr>
            <p:txBody>
              <a:bodyPr rtlCol="0" anchor="ctr"/>
              <a:lstStyle/>
              <a:p>
                <a:pPr algn="ctr"/>
              </a:p>
            </p:txBody>
          </p:sp>
        </p:grpSp>
        <p:sp>
          <p:nvSpPr>
            <p:cNvPr id="30" name="Real trajectory node 2"/>
            <p:cNvSpPr/>
            <p:nvPr/>
          </p:nvSpPr>
          <p:spPr>
            <a:xfrm>
              <a:off x="2295144" y="1920240"/>
              <a:ext cx="658368" cy="658368"/>
            </a:xfrm>
            <a:custGeom>
              <a:avLst/>
              <a:gdLst/>
              <a:ahLst/>
              <a:cxnLst/>
              <a:rect l="0" t="0" r="r" b="b"/>
              <a:pathLst>
                <a:path w="658368" h="658368">
                  <a:moveTo>
                    <a:pt x="658368" y="329184"/>
                  </a:moveTo>
                  <a:cubicBezTo>
                    <a:pt x="658368" y="510987"/>
                    <a:pt x="510987" y="658368"/>
                    <a:pt x="329184" y="658368"/>
                  </a:cubicBezTo>
                  <a:cubicBezTo>
                    <a:pt x="147381" y="658368"/>
                    <a:pt x="0" y="510987"/>
                    <a:pt x="0" y="329184"/>
                  </a:cubicBezTo>
                  <a:cubicBezTo>
                    <a:pt x="0" y="147381"/>
                    <a:pt x="147381" y="0"/>
                    <a:pt x="329184" y="0"/>
                  </a:cubicBezTo>
                  <a:cubicBezTo>
                    <a:pt x="510987" y="0"/>
                    <a:pt x="658368" y="147381"/>
                    <a:pt x="658368" y="329184"/>
                  </a:cubicBezTo>
                  <a:close/>
                </a:path>
              </a:pathLst>
            </a:custGeom>
            <a:solidFill>
              <a:srgbClr val="FFFFFF"/>
            </a:solidFill>
            <a:ln w="32004" cap="flat">
              <a:solidFill>
                <a:srgbClr val="000000"/>
              </a:solidFill>
              <a:round/>
            </a:ln>
            <a:effectLst/>
          </p:spPr>
          <p:txBody>
            <a:bodyPr rtlCol="0" anchor="ctr"/>
            <a:lstStyle/>
            <a:p>
              <a:pPr algn="ctr"/>
            </a:p>
          </p:txBody>
        </p:sp>
        <p:grpSp>
          <p:nvGrpSpPr>
            <p:cNvPr id="31" name="Real a_1"/>
            <p:cNvGrpSpPr/>
            <p:nvPr/>
          </p:nvGrpSpPr>
          <p:grpSpPr>
            <a:xfrm>
              <a:off x="2459736" y="1863456"/>
              <a:ext cx="402336" cy="529163"/>
              <a:chOff x="2459736" y="1863456"/>
              <a:chExt cx="402336" cy="529163"/>
            </a:xfrm>
          </p:grpSpPr>
          <p:sp>
            <p:nvSpPr>
              <p:cNvPr id="32" name="a"/>
              <p:cNvSpPr txBox="1"/>
              <p:nvPr/>
            </p:nvSpPr>
            <p:spPr>
              <a:xfrm>
                <a:off x="2459736" y="1863456"/>
                <a:ext cx="265176" cy="518465"/>
              </a:xfrm>
              <a:prstGeom prst="rect">
                <a:avLst/>
              </a:prstGeom>
              <a:noFill/>
            </p:spPr>
            <p:txBody>
              <a:bodyPr wrap="none" lIns="0" rIns="0" tIns="0" bIns="0" anchor="t" anchorCtr="0">
                <a:noAutofit/>
              </a:bodyPr>
              <a:lstStyle/>
              <a:p>
                <a:pPr>
                  <a:lnSpc>
                    <a:spcPct val="100000"/>
                  </a:lnSpc>
                  <a:spcBef>
                    <a:spcPts val="0"/>
                  </a:spcBef>
                  <a:spcAft>
                    <a:spcPts val="0"/>
                  </a:spcAft>
                </a:pPr>
                <a:r>
                  <a:rPr sz="3024" b="0" i="1" lang="en-US" dirty="0">
                    <a:solidFill>
                      <a:srgbClr val="000000"/>
                    </a:solidFill>
                    <a:latin typeface="Times New Roman"/>
                    <a:ea typeface="Times New Roman"/>
                    <a:cs typeface="Times New Roman"/>
                  </a:rPr>
                  <a:t>a</a:t>
                </a:r>
              </a:p>
            </p:txBody>
          </p:sp>
          <p:sp>
            <p:nvSpPr>
              <p:cNvPr id="33" name="1"/>
              <p:cNvSpPr txBox="1"/>
              <p:nvPr/>
            </p:nvSpPr>
            <p:spPr>
              <a:xfrm>
                <a:off x="2660904" y="2046976"/>
                <a:ext cx="201168" cy="345643"/>
              </a:xfrm>
              <a:prstGeom prst="rect">
                <a:avLst/>
              </a:prstGeom>
              <a:noFill/>
            </p:spPr>
            <p:txBody>
              <a:bodyPr wrap="none" lIns="0" rIns="0" tIns="0" bIns="0" anchor="t" anchorCtr="0">
                <a:noAutofit/>
              </a:bodyPr>
              <a:lstStyle/>
              <a:p>
                <a:pPr>
                  <a:lnSpc>
                    <a:spcPct val="100000"/>
                  </a:lnSpc>
                  <a:spcBef>
                    <a:spcPts val="0"/>
                  </a:spcBef>
                  <a:spcAft>
                    <a:spcPts val="0"/>
                  </a:spcAft>
                </a:pPr>
                <a:r>
                  <a:rPr sz="2016" b="0" i="0" lang="en-US" dirty="0">
                    <a:solidFill>
                      <a:srgbClr val="000000"/>
                    </a:solidFill>
                    <a:latin typeface="Times New Roman"/>
                    <a:ea typeface="Times New Roman"/>
                    <a:cs typeface="Times New Roman"/>
                  </a:rPr>
                  <a:t>1</a:t>
                </a:r>
              </a:p>
            </p:txBody>
          </p:sp>
        </p:grpSp>
        <p:sp>
          <p:nvSpPr>
            <p:cNvPr id="34" name="Predicted trajectory node 2"/>
            <p:cNvSpPr/>
            <p:nvPr/>
          </p:nvSpPr>
          <p:spPr>
            <a:xfrm>
              <a:off x="2295144" y="3227832"/>
              <a:ext cx="658368" cy="658368"/>
            </a:xfrm>
            <a:custGeom>
              <a:avLst/>
              <a:gdLst/>
              <a:ahLst/>
              <a:cxnLst/>
              <a:rect l="0" t="0" r="r" b="b"/>
              <a:pathLst>
                <a:path w="658368" h="658368">
                  <a:moveTo>
                    <a:pt x="658368" y="329184"/>
                  </a:moveTo>
                  <a:cubicBezTo>
                    <a:pt x="658368" y="510987"/>
                    <a:pt x="510987" y="658368"/>
                    <a:pt x="329184" y="658368"/>
                  </a:cubicBezTo>
                  <a:cubicBezTo>
                    <a:pt x="147381" y="658368"/>
                    <a:pt x="0" y="510987"/>
                    <a:pt x="0" y="329184"/>
                  </a:cubicBezTo>
                  <a:cubicBezTo>
                    <a:pt x="0" y="147381"/>
                    <a:pt x="147381" y="0"/>
                    <a:pt x="329184" y="0"/>
                  </a:cubicBezTo>
                  <a:cubicBezTo>
                    <a:pt x="510987" y="0"/>
                    <a:pt x="658368" y="147381"/>
                    <a:pt x="658368" y="329184"/>
                  </a:cubicBezTo>
                  <a:close/>
                </a:path>
              </a:pathLst>
            </a:custGeom>
            <a:solidFill>
              <a:srgbClr val="FF67B4"/>
            </a:solidFill>
            <a:ln w="32004" cap="flat">
              <a:solidFill>
                <a:srgbClr val="000000"/>
              </a:solidFill>
              <a:round/>
            </a:ln>
            <a:effectLst/>
          </p:spPr>
          <p:txBody>
            <a:bodyPr rtlCol="0" anchor="ctr"/>
            <a:lstStyle/>
            <a:p>
              <a:pPr algn="ctr"/>
            </a:p>
          </p:txBody>
        </p:sp>
        <p:grpSp>
          <p:nvGrpSpPr>
            <p:cNvPr id="35" name="Real a_1"/>
            <p:cNvGrpSpPr/>
            <p:nvPr/>
          </p:nvGrpSpPr>
          <p:grpSpPr>
            <a:xfrm>
              <a:off x="2459736" y="3225912"/>
              <a:ext cx="402336" cy="529163"/>
              <a:chOff x="2459736" y="3225912"/>
              <a:chExt cx="402336" cy="529163"/>
            </a:xfrm>
          </p:grpSpPr>
          <p:sp>
            <p:nvSpPr>
              <p:cNvPr id="36" name="a"/>
              <p:cNvSpPr txBox="1"/>
              <p:nvPr/>
            </p:nvSpPr>
            <p:spPr>
              <a:xfrm>
                <a:off x="2459736" y="3225912"/>
                <a:ext cx="265176" cy="518465"/>
              </a:xfrm>
              <a:prstGeom prst="rect">
                <a:avLst/>
              </a:prstGeom>
              <a:noFill/>
            </p:spPr>
            <p:txBody>
              <a:bodyPr wrap="none" lIns="0" rIns="0" tIns="0" bIns="0" anchor="t" anchorCtr="0">
                <a:noAutofit/>
              </a:bodyPr>
              <a:lstStyle/>
              <a:p>
                <a:pPr>
                  <a:lnSpc>
                    <a:spcPct val="100000"/>
                  </a:lnSpc>
                  <a:spcBef>
                    <a:spcPts val="0"/>
                  </a:spcBef>
                  <a:spcAft>
                    <a:spcPts val="0"/>
                  </a:spcAft>
                </a:pPr>
                <a:r>
                  <a:rPr sz="3024" b="0" i="1" lang="en-US" dirty="0">
                    <a:solidFill>
                      <a:srgbClr val="000000"/>
                    </a:solidFill>
                    <a:latin typeface="Times New Roman"/>
                    <a:ea typeface="Times New Roman"/>
                    <a:cs typeface="Times New Roman"/>
                  </a:rPr>
                  <a:t>a</a:t>
                </a:r>
              </a:p>
            </p:txBody>
          </p:sp>
          <p:sp>
            <p:nvSpPr>
              <p:cNvPr id="37" name="1"/>
              <p:cNvSpPr txBox="1"/>
              <p:nvPr/>
            </p:nvSpPr>
            <p:spPr>
              <a:xfrm>
                <a:off x="2660904" y="3409432"/>
                <a:ext cx="201168" cy="345643"/>
              </a:xfrm>
              <a:prstGeom prst="rect">
                <a:avLst/>
              </a:prstGeom>
              <a:noFill/>
            </p:spPr>
            <p:txBody>
              <a:bodyPr wrap="none" lIns="0" rIns="0" tIns="0" bIns="0" anchor="t" anchorCtr="0">
                <a:noAutofit/>
              </a:bodyPr>
              <a:lstStyle/>
              <a:p>
                <a:pPr>
                  <a:lnSpc>
                    <a:spcPct val="100000"/>
                  </a:lnSpc>
                  <a:spcBef>
                    <a:spcPts val="0"/>
                  </a:spcBef>
                  <a:spcAft>
                    <a:spcPts val="0"/>
                  </a:spcAft>
                </a:pPr>
                <a:r>
                  <a:rPr sz="2016" b="0" i="0" lang="en-US" dirty="0">
                    <a:solidFill>
                      <a:srgbClr val="000000"/>
                    </a:solidFill>
                    <a:latin typeface="Times New Roman"/>
                    <a:ea typeface="Times New Roman"/>
                    <a:cs typeface="Times New Roman"/>
                  </a:rPr>
                  <a:t>1</a:t>
                </a:r>
              </a:p>
            </p:txBody>
          </p:sp>
        </p:grpSp>
        <p:sp>
          <p:nvSpPr>
            <p:cNvPr id="38" name="Real trajectory node 3"/>
            <p:cNvSpPr/>
            <p:nvPr/>
          </p:nvSpPr>
          <p:spPr>
            <a:xfrm>
              <a:off x="3191256" y="1920240"/>
              <a:ext cx="658368" cy="658368"/>
            </a:xfrm>
            <a:custGeom>
              <a:avLst/>
              <a:gdLst/>
              <a:ahLst/>
              <a:cxnLst/>
              <a:rect l="0" t="0" r="r" b="b"/>
              <a:pathLst>
                <a:path w="658368" h="658368">
                  <a:moveTo>
                    <a:pt x="658368" y="329184"/>
                  </a:moveTo>
                  <a:cubicBezTo>
                    <a:pt x="658368" y="510987"/>
                    <a:pt x="510987" y="658368"/>
                    <a:pt x="329184" y="658368"/>
                  </a:cubicBezTo>
                  <a:cubicBezTo>
                    <a:pt x="147381" y="658368"/>
                    <a:pt x="0" y="510987"/>
                    <a:pt x="0" y="329184"/>
                  </a:cubicBezTo>
                  <a:cubicBezTo>
                    <a:pt x="0" y="147381"/>
                    <a:pt x="147381" y="0"/>
                    <a:pt x="329184" y="0"/>
                  </a:cubicBezTo>
                  <a:cubicBezTo>
                    <a:pt x="510987" y="0"/>
                    <a:pt x="658368" y="147381"/>
                    <a:pt x="658368" y="329184"/>
                  </a:cubicBezTo>
                  <a:close/>
                </a:path>
              </a:pathLst>
            </a:custGeom>
            <a:solidFill>
              <a:srgbClr val="FFFFFF"/>
            </a:solidFill>
            <a:ln w="32004" cap="flat">
              <a:solidFill>
                <a:srgbClr val="000000"/>
              </a:solidFill>
              <a:round/>
            </a:ln>
            <a:effectLst/>
          </p:spPr>
          <p:txBody>
            <a:bodyPr rtlCol="0" anchor="ctr"/>
            <a:lstStyle/>
            <a:p>
              <a:pPr algn="ctr"/>
            </a:p>
          </p:txBody>
        </p:sp>
        <p:grpSp>
          <p:nvGrpSpPr>
            <p:cNvPr id="39" name="Real o_2"/>
            <p:cNvGrpSpPr/>
            <p:nvPr/>
          </p:nvGrpSpPr>
          <p:grpSpPr>
            <a:xfrm>
              <a:off x="3355848" y="1863456"/>
              <a:ext cx="374904" cy="529163"/>
              <a:chOff x="3355848" y="1863456"/>
              <a:chExt cx="374904" cy="529163"/>
            </a:xfrm>
          </p:grpSpPr>
          <p:sp>
            <p:nvSpPr>
              <p:cNvPr id="40" name="o"/>
              <p:cNvSpPr txBox="1"/>
              <p:nvPr/>
            </p:nvSpPr>
            <p:spPr>
              <a:xfrm>
                <a:off x="3355848" y="1863456"/>
                <a:ext cx="265176" cy="518465"/>
              </a:xfrm>
              <a:prstGeom prst="rect">
                <a:avLst/>
              </a:prstGeom>
              <a:noFill/>
            </p:spPr>
            <p:txBody>
              <a:bodyPr wrap="none" lIns="0" rIns="0" tIns="0" bIns="0" anchor="t" anchorCtr="0">
                <a:noAutofit/>
              </a:bodyPr>
              <a:lstStyle/>
              <a:p>
                <a:pPr>
                  <a:lnSpc>
                    <a:spcPct val="100000"/>
                  </a:lnSpc>
                  <a:spcBef>
                    <a:spcPts val="0"/>
                  </a:spcBef>
                  <a:spcAft>
                    <a:spcPts val="0"/>
                  </a:spcAft>
                </a:pPr>
                <a:r>
                  <a:rPr sz="3024" b="0" i="1" lang="en-US" dirty="0">
                    <a:solidFill>
                      <a:srgbClr val="000000"/>
                    </a:solidFill>
                    <a:latin typeface="Times New Roman"/>
                    <a:ea typeface="Times New Roman"/>
                    <a:cs typeface="Times New Roman"/>
                  </a:rPr>
                  <a:t>o</a:t>
                </a:r>
              </a:p>
            </p:txBody>
          </p:sp>
          <p:sp>
            <p:nvSpPr>
              <p:cNvPr id="41" name="2"/>
              <p:cNvSpPr txBox="1"/>
              <p:nvPr/>
            </p:nvSpPr>
            <p:spPr>
              <a:xfrm>
                <a:off x="3529584" y="2046976"/>
                <a:ext cx="201168" cy="345643"/>
              </a:xfrm>
              <a:prstGeom prst="rect">
                <a:avLst/>
              </a:prstGeom>
              <a:noFill/>
            </p:spPr>
            <p:txBody>
              <a:bodyPr wrap="none" lIns="0" rIns="0" tIns="0" bIns="0" anchor="t" anchorCtr="0">
                <a:noAutofit/>
              </a:bodyPr>
              <a:lstStyle/>
              <a:p>
                <a:pPr>
                  <a:lnSpc>
                    <a:spcPct val="100000"/>
                  </a:lnSpc>
                  <a:spcBef>
                    <a:spcPts val="0"/>
                  </a:spcBef>
                  <a:spcAft>
                    <a:spcPts val="0"/>
                  </a:spcAft>
                </a:pPr>
                <a:r>
                  <a:rPr sz="2016" b="0" i="0" lang="en-US" dirty="0">
                    <a:solidFill>
                      <a:srgbClr val="000000"/>
                    </a:solidFill>
                    <a:latin typeface="Times New Roman"/>
                    <a:ea typeface="Times New Roman"/>
                    <a:cs typeface="Times New Roman"/>
                  </a:rPr>
                  <a:t>2</a:t>
                </a:r>
              </a:p>
            </p:txBody>
          </p:sp>
        </p:grpSp>
        <p:sp>
          <p:nvSpPr>
            <p:cNvPr id="42" name="Predicted trajectory node 3"/>
            <p:cNvSpPr/>
            <p:nvPr/>
          </p:nvSpPr>
          <p:spPr>
            <a:xfrm>
              <a:off x="3191256" y="3227832"/>
              <a:ext cx="658368" cy="658368"/>
            </a:xfrm>
            <a:custGeom>
              <a:avLst/>
              <a:gdLst/>
              <a:ahLst/>
              <a:cxnLst/>
              <a:rect l="0" t="0" r="r" b="b"/>
              <a:pathLst>
                <a:path w="658368" h="658368">
                  <a:moveTo>
                    <a:pt x="658368" y="329184"/>
                  </a:moveTo>
                  <a:cubicBezTo>
                    <a:pt x="658368" y="510987"/>
                    <a:pt x="510987" y="658368"/>
                    <a:pt x="329184" y="658368"/>
                  </a:cubicBezTo>
                  <a:cubicBezTo>
                    <a:pt x="147381" y="658368"/>
                    <a:pt x="0" y="510987"/>
                    <a:pt x="0" y="329184"/>
                  </a:cubicBezTo>
                  <a:cubicBezTo>
                    <a:pt x="0" y="147381"/>
                    <a:pt x="147381" y="0"/>
                    <a:pt x="329184" y="0"/>
                  </a:cubicBezTo>
                  <a:cubicBezTo>
                    <a:pt x="510987" y="0"/>
                    <a:pt x="658368" y="147381"/>
                    <a:pt x="658368" y="329184"/>
                  </a:cubicBezTo>
                  <a:close/>
                </a:path>
              </a:pathLst>
            </a:custGeom>
            <a:solidFill>
              <a:srgbClr val="FF67B4"/>
            </a:solidFill>
            <a:ln w="32004" cap="flat">
              <a:solidFill>
                <a:srgbClr val="000000"/>
              </a:solidFill>
              <a:round/>
            </a:ln>
            <a:effectLst/>
          </p:spPr>
          <p:txBody>
            <a:bodyPr rtlCol="0" anchor="ctr"/>
            <a:lstStyle/>
            <a:p>
              <a:pPr algn="ctr"/>
            </a:p>
          </p:txBody>
        </p:sp>
        <p:grpSp>
          <p:nvGrpSpPr>
            <p:cNvPr id="43" name="Predicted o_2"/>
            <p:cNvGrpSpPr/>
            <p:nvPr/>
          </p:nvGrpSpPr>
          <p:grpSpPr>
            <a:xfrm>
              <a:off x="3355848" y="3225912"/>
              <a:ext cx="374904" cy="529163"/>
              <a:chOff x="3355848" y="3225912"/>
              <a:chExt cx="374904" cy="529163"/>
            </a:xfrm>
          </p:grpSpPr>
          <p:sp>
            <p:nvSpPr>
              <p:cNvPr id="44" name="o"/>
              <p:cNvSpPr txBox="1"/>
              <p:nvPr/>
            </p:nvSpPr>
            <p:spPr>
              <a:xfrm>
                <a:off x="3355848" y="3225912"/>
                <a:ext cx="265176" cy="518465"/>
              </a:xfrm>
              <a:prstGeom prst="rect">
                <a:avLst/>
              </a:prstGeom>
              <a:noFill/>
            </p:spPr>
            <p:txBody>
              <a:bodyPr wrap="none" lIns="0" rIns="0" tIns="0" bIns="0" anchor="t" anchorCtr="0">
                <a:noAutofit/>
              </a:bodyPr>
              <a:lstStyle/>
              <a:p>
                <a:pPr>
                  <a:lnSpc>
                    <a:spcPct val="100000"/>
                  </a:lnSpc>
                  <a:spcBef>
                    <a:spcPts val="0"/>
                  </a:spcBef>
                  <a:spcAft>
                    <a:spcPts val="0"/>
                  </a:spcAft>
                </a:pPr>
                <a:r>
                  <a:rPr sz="3024" b="0" i="1" lang="en-US" dirty="0">
                    <a:solidFill>
                      <a:srgbClr val="000000"/>
                    </a:solidFill>
                    <a:latin typeface="Times New Roman"/>
                    <a:ea typeface="Times New Roman"/>
                    <a:cs typeface="Times New Roman"/>
                  </a:rPr>
                  <a:t>o</a:t>
                </a:r>
              </a:p>
            </p:txBody>
          </p:sp>
          <p:sp>
            <p:nvSpPr>
              <p:cNvPr id="45" name="2"/>
              <p:cNvSpPr txBox="1"/>
              <p:nvPr/>
            </p:nvSpPr>
            <p:spPr>
              <a:xfrm>
                <a:off x="3529584" y="3409432"/>
                <a:ext cx="201168" cy="345643"/>
              </a:xfrm>
              <a:prstGeom prst="rect">
                <a:avLst/>
              </a:prstGeom>
              <a:noFill/>
            </p:spPr>
            <p:txBody>
              <a:bodyPr wrap="none" lIns="0" rIns="0" tIns="0" bIns="0" anchor="t" anchorCtr="0">
                <a:noAutofit/>
              </a:bodyPr>
              <a:lstStyle/>
              <a:p>
                <a:pPr>
                  <a:lnSpc>
                    <a:spcPct val="100000"/>
                  </a:lnSpc>
                  <a:spcBef>
                    <a:spcPts val="0"/>
                  </a:spcBef>
                  <a:spcAft>
                    <a:spcPts val="0"/>
                  </a:spcAft>
                </a:pPr>
                <a:r>
                  <a:rPr sz="2016" b="0" i="0" lang="en-US" dirty="0">
                    <a:solidFill>
                      <a:srgbClr val="000000"/>
                    </a:solidFill>
                    <a:latin typeface="Times New Roman"/>
                    <a:ea typeface="Times New Roman"/>
                    <a:cs typeface="Times New Roman"/>
                  </a:rPr>
                  <a:t>2</a:t>
                </a:r>
              </a:p>
            </p:txBody>
          </p:sp>
          <p:sp>
            <p:nvSpPr>
              <p:cNvPr id="46" name="Prediction accent"/>
              <p:cNvSpPr/>
              <p:nvPr/>
            </p:nvSpPr>
            <p:spPr>
              <a:xfrm>
                <a:off x="3401568" y="3355848"/>
                <a:ext cx="91440" cy="45720"/>
              </a:xfrm>
              <a:custGeom>
                <a:avLst/>
                <a:gdLst/>
                <a:ahLst/>
                <a:cxnLst/>
                <a:rect l="0" t="0" r="r" b="b"/>
                <a:pathLst>
                  <a:path w="91440" h="45720">
                    <a:moveTo>
                      <a:pt x="0" y="45720"/>
                    </a:moveTo>
                    <a:lnTo>
                      <a:pt x="45720" y="0"/>
                    </a:lnTo>
                    <a:lnTo>
                      <a:pt x="91440" y="45720"/>
                    </a:lnTo>
                  </a:path>
                </a:pathLst>
              </a:custGeom>
              <a:noFill/>
              <a:ln w="20117" cap="flat">
                <a:solidFill>
                  <a:srgbClr val="000000"/>
                </a:solidFill>
                <a:round/>
              </a:ln>
              <a:effectLst/>
            </p:spPr>
            <p:txBody>
              <a:bodyPr rtlCol="0" anchor="ctr"/>
              <a:lstStyle/>
              <a:p>
                <a:pPr algn="ctr"/>
              </a:p>
            </p:txBody>
          </p:sp>
        </p:grpSp>
        <p:sp>
          <p:nvSpPr>
            <p:cNvPr id="47" name="Real trajectory node 4"/>
            <p:cNvSpPr/>
            <p:nvPr/>
          </p:nvSpPr>
          <p:spPr>
            <a:xfrm>
              <a:off x="4489704" y="1920240"/>
              <a:ext cx="658368" cy="658368"/>
            </a:xfrm>
            <a:custGeom>
              <a:avLst/>
              <a:gdLst/>
              <a:ahLst/>
              <a:cxnLst/>
              <a:rect l="0" t="0" r="r" b="b"/>
              <a:pathLst>
                <a:path w="658368" h="658368">
                  <a:moveTo>
                    <a:pt x="658368" y="329184"/>
                  </a:moveTo>
                  <a:cubicBezTo>
                    <a:pt x="658368" y="510987"/>
                    <a:pt x="510987" y="658368"/>
                    <a:pt x="329184" y="658368"/>
                  </a:cubicBezTo>
                  <a:cubicBezTo>
                    <a:pt x="147381" y="658368"/>
                    <a:pt x="0" y="510987"/>
                    <a:pt x="0" y="329184"/>
                  </a:cubicBezTo>
                  <a:cubicBezTo>
                    <a:pt x="0" y="147381"/>
                    <a:pt x="147381" y="0"/>
                    <a:pt x="329184" y="0"/>
                  </a:cubicBezTo>
                  <a:cubicBezTo>
                    <a:pt x="510987" y="0"/>
                    <a:pt x="658368" y="147381"/>
                    <a:pt x="658368" y="329184"/>
                  </a:cubicBezTo>
                  <a:close/>
                </a:path>
              </a:pathLst>
            </a:custGeom>
            <a:solidFill>
              <a:srgbClr val="FFFFFF"/>
            </a:solidFill>
            <a:ln w="32004" cap="flat">
              <a:solidFill>
                <a:srgbClr val="000000"/>
              </a:solidFill>
              <a:round/>
            </a:ln>
            <a:effectLst/>
          </p:spPr>
          <p:txBody>
            <a:bodyPr rtlCol="0" anchor="ctr"/>
            <a:lstStyle/>
            <a:p>
              <a:pPr algn="ctr"/>
            </a:p>
          </p:txBody>
        </p:sp>
        <p:grpSp>
          <p:nvGrpSpPr>
            <p:cNvPr id="48" name="Real o_t"/>
            <p:cNvGrpSpPr/>
            <p:nvPr/>
          </p:nvGrpSpPr>
          <p:grpSpPr>
            <a:xfrm>
              <a:off x="4654296" y="1863456"/>
              <a:ext cx="318023" cy="529163"/>
              <a:chOff x="4654296" y="1863456"/>
              <a:chExt cx="318023" cy="529163"/>
            </a:xfrm>
          </p:grpSpPr>
          <p:sp>
            <p:nvSpPr>
              <p:cNvPr id="49" name="o"/>
              <p:cNvSpPr txBox="1"/>
              <p:nvPr/>
            </p:nvSpPr>
            <p:spPr>
              <a:xfrm>
                <a:off x="4654296" y="1863456"/>
                <a:ext cx="265176" cy="518465"/>
              </a:xfrm>
              <a:prstGeom prst="rect">
                <a:avLst/>
              </a:prstGeom>
              <a:noFill/>
            </p:spPr>
            <p:txBody>
              <a:bodyPr wrap="none" lIns="0" rIns="0" tIns="0" bIns="0" anchor="t" anchorCtr="0">
                <a:noAutofit/>
              </a:bodyPr>
              <a:lstStyle/>
              <a:p>
                <a:pPr>
                  <a:lnSpc>
                    <a:spcPct val="100000"/>
                  </a:lnSpc>
                  <a:spcBef>
                    <a:spcPts val="0"/>
                  </a:spcBef>
                  <a:spcAft>
                    <a:spcPts val="0"/>
                  </a:spcAft>
                </a:pPr>
                <a:r>
                  <a:rPr sz="3024" b="0" i="1" lang="en-US" dirty="0">
                    <a:solidFill>
                      <a:srgbClr val="000000"/>
                    </a:solidFill>
                    <a:latin typeface="Times New Roman"/>
                    <a:ea typeface="Times New Roman"/>
                    <a:cs typeface="Times New Roman"/>
                  </a:rPr>
                  <a:t>o</a:t>
                </a:r>
              </a:p>
            </p:txBody>
          </p:sp>
          <p:sp>
            <p:nvSpPr>
              <p:cNvPr id="50" name="t"/>
              <p:cNvSpPr txBox="1"/>
              <p:nvPr/>
            </p:nvSpPr>
            <p:spPr>
              <a:xfrm>
                <a:off x="4828032" y="2046976"/>
                <a:ext cx="144287" cy="345643"/>
              </a:xfrm>
              <a:prstGeom prst="rect">
                <a:avLst/>
              </a:prstGeom>
              <a:noFill/>
            </p:spPr>
            <p:txBody>
              <a:bodyPr wrap="none" lIns="0" rIns="0" tIns="0" bIns="0" anchor="t" anchorCtr="0">
                <a:noAutofit/>
              </a:bodyPr>
              <a:lstStyle/>
              <a:p>
                <a:pPr>
                  <a:lnSpc>
                    <a:spcPct val="100000"/>
                  </a:lnSpc>
                  <a:spcBef>
                    <a:spcPts val="0"/>
                  </a:spcBef>
                  <a:spcAft>
                    <a:spcPts val="0"/>
                  </a:spcAft>
                </a:pPr>
                <a:r>
                  <a:rPr sz="2016" b="0" i="1" lang="en-US" dirty="0">
                    <a:solidFill>
                      <a:srgbClr val="000000"/>
                    </a:solidFill>
                    <a:latin typeface="Times New Roman"/>
                    <a:ea typeface="Times New Roman"/>
                    <a:cs typeface="Times New Roman"/>
                  </a:rPr>
                  <a:t>t</a:t>
                </a:r>
              </a:p>
            </p:txBody>
          </p:sp>
        </p:grpSp>
        <p:sp>
          <p:nvSpPr>
            <p:cNvPr id="51" name="Predicted trajectory node 4"/>
            <p:cNvSpPr/>
            <p:nvPr/>
          </p:nvSpPr>
          <p:spPr>
            <a:xfrm>
              <a:off x="4489704" y="3227832"/>
              <a:ext cx="658368" cy="658368"/>
            </a:xfrm>
            <a:custGeom>
              <a:avLst/>
              <a:gdLst/>
              <a:ahLst/>
              <a:cxnLst/>
              <a:rect l="0" t="0" r="r" b="b"/>
              <a:pathLst>
                <a:path w="658368" h="658368">
                  <a:moveTo>
                    <a:pt x="658368" y="329184"/>
                  </a:moveTo>
                  <a:cubicBezTo>
                    <a:pt x="658368" y="510987"/>
                    <a:pt x="510987" y="658368"/>
                    <a:pt x="329184" y="658368"/>
                  </a:cubicBezTo>
                  <a:cubicBezTo>
                    <a:pt x="147381" y="658368"/>
                    <a:pt x="0" y="510987"/>
                    <a:pt x="0" y="329184"/>
                  </a:cubicBezTo>
                  <a:cubicBezTo>
                    <a:pt x="0" y="147381"/>
                    <a:pt x="147381" y="0"/>
                    <a:pt x="329184" y="0"/>
                  </a:cubicBezTo>
                  <a:cubicBezTo>
                    <a:pt x="510987" y="0"/>
                    <a:pt x="658368" y="147381"/>
                    <a:pt x="658368" y="329184"/>
                  </a:cubicBezTo>
                  <a:close/>
                </a:path>
              </a:pathLst>
            </a:custGeom>
            <a:solidFill>
              <a:srgbClr val="FF67B4"/>
            </a:solidFill>
            <a:ln w="32004" cap="flat">
              <a:solidFill>
                <a:srgbClr val="000000"/>
              </a:solidFill>
              <a:round/>
            </a:ln>
            <a:effectLst/>
          </p:spPr>
          <p:txBody>
            <a:bodyPr rtlCol="0" anchor="ctr"/>
            <a:lstStyle/>
            <a:p>
              <a:pPr algn="ctr"/>
            </a:p>
          </p:txBody>
        </p:sp>
        <p:grpSp>
          <p:nvGrpSpPr>
            <p:cNvPr id="52" name="Predicted o_t"/>
            <p:cNvGrpSpPr/>
            <p:nvPr/>
          </p:nvGrpSpPr>
          <p:grpSpPr>
            <a:xfrm>
              <a:off x="4654296" y="3225912"/>
              <a:ext cx="318023" cy="529163"/>
              <a:chOff x="4654296" y="3225912"/>
              <a:chExt cx="318023" cy="529163"/>
            </a:xfrm>
          </p:grpSpPr>
          <p:sp>
            <p:nvSpPr>
              <p:cNvPr id="53" name="o"/>
              <p:cNvSpPr txBox="1"/>
              <p:nvPr/>
            </p:nvSpPr>
            <p:spPr>
              <a:xfrm>
                <a:off x="4654296" y="3225912"/>
                <a:ext cx="265176" cy="518465"/>
              </a:xfrm>
              <a:prstGeom prst="rect">
                <a:avLst/>
              </a:prstGeom>
              <a:noFill/>
            </p:spPr>
            <p:txBody>
              <a:bodyPr wrap="none" lIns="0" rIns="0" tIns="0" bIns="0" anchor="t" anchorCtr="0">
                <a:noAutofit/>
              </a:bodyPr>
              <a:lstStyle/>
              <a:p>
                <a:pPr>
                  <a:lnSpc>
                    <a:spcPct val="100000"/>
                  </a:lnSpc>
                  <a:spcBef>
                    <a:spcPts val="0"/>
                  </a:spcBef>
                  <a:spcAft>
                    <a:spcPts val="0"/>
                  </a:spcAft>
                </a:pPr>
                <a:r>
                  <a:rPr sz="3024" b="0" i="1" lang="en-US" dirty="0">
                    <a:solidFill>
                      <a:srgbClr val="000000"/>
                    </a:solidFill>
                    <a:latin typeface="Times New Roman"/>
                    <a:ea typeface="Times New Roman"/>
                    <a:cs typeface="Times New Roman"/>
                  </a:rPr>
                  <a:t>o</a:t>
                </a:r>
              </a:p>
            </p:txBody>
          </p:sp>
          <p:sp>
            <p:nvSpPr>
              <p:cNvPr id="54" name="t"/>
              <p:cNvSpPr txBox="1"/>
              <p:nvPr/>
            </p:nvSpPr>
            <p:spPr>
              <a:xfrm>
                <a:off x="4828032" y="3409432"/>
                <a:ext cx="144287" cy="345643"/>
              </a:xfrm>
              <a:prstGeom prst="rect">
                <a:avLst/>
              </a:prstGeom>
              <a:noFill/>
            </p:spPr>
            <p:txBody>
              <a:bodyPr wrap="none" lIns="0" rIns="0" tIns="0" bIns="0" anchor="t" anchorCtr="0">
                <a:noAutofit/>
              </a:bodyPr>
              <a:lstStyle/>
              <a:p>
                <a:pPr>
                  <a:lnSpc>
                    <a:spcPct val="100000"/>
                  </a:lnSpc>
                  <a:spcBef>
                    <a:spcPts val="0"/>
                  </a:spcBef>
                  <a:spcAft>
                    <a:spcPts val="0"/>
                  </a:spcAft>
                </a:pPr>
                <a:r>
                  <a:rPr sz="2016" b="0" i="1" lang="en-US" dirty="0">
                    <a:solidFill>
                      <a:srgbClr val="000000"/>
                    </a:solidFill>
                    <a:latin typeface="Times New Roman"/>
                    <a:ea typeface="Times New Roman"/>
                    <a:cs typeface="Times New Roman"/>
                  </a:rPr>
                  <a:t>t</a:t>
                </a:r>
              </a:p>
            </p:txBody>
          </p:sp>
          <p:sp>
            <p:nvSpPr>
              <p:cNvPr id="55" name="Prediction accent"/>
              <p:cNvSpPr/>
              <p:nvPr/>
            </p:nvSpPr>
            <p:spPr>
              <a:xfrm>
                <a:off x="4700016" y="3355848"/>
                <a:ext cx="91440" cy="45720"/>
              </a:xfrm>
              <a:custGeom>
                <a:avLst/>
                <a:gdLst/>
                <a:ahLst/>
                <a:cxnLst/>
                <a:rect l="0" t="0" r="r" b="b"/>
                <a:pathLst>
                  <a:path w="91440" h="45720">
                    <a:moveTo>
                      <a:pt x="0" y="45720"/>
                    </a:moveTo>
                    <a:lnTo>
                      <a:pt x="45720" y="0"/>
                    </a:lnTo>
                    <a:lnTo>
                      <a:pt x="91440" y="45720"/>
                    </a:lnTo>
                  </a:path>
                </a:pathLst>
              </a:custGeom>
              <a:noFill/>
              <a:ln w="20117" cap="flat">
                <a:solidFill>
                  <a:srgbClr val="000000"/>
                </a:solidFill>
                <a:round/>
              </a:ln>
              <a:effectLst/>
            </p:spPr>
            <p:txBody>
              <a:bodyPr rtlCol="0" anchor="ctr"/>
              <a:lstStyle/>
              <a:p>
                <a:pPr algn="ctr"/>
              </a:p>
            </p:txBody>
          </p:sp>
        </p:grpSp>
        <p:sp>
          <p:nvSpPr>
            <p:cNvPr id="56" name="..."/>
            <p:cNvSpPr txBox="1"/>
            <p:nvPr/>
          </p:nvSpPr>
          <p:spPr>
            <a:xfrm>
              <a:off x="4005803" y="1866062"/>
              <a:ext cx="400874" cy="530809"/>
            </a:xfrm>
            <a:prstGeom prst="rect">
              <a:avLst/>
            </a:prstGeom>
            <a:noFill/>
          </p:spPr>
          <p:txBody>
            <a:bodyPr wrap="none" lIns="0" rIns="0" tIns="0" bIns="0" anchor="t" anchorCtr="0">
              <a:noAutofit/>
            </a:bodyPr>
            <a:lstStyle/>
            <a:p>
              <a:pPr>
                <a:lnSpc>
                  <a:spcPct val="100000"/>
                </a:lnSpc>
                <a:spcBef>
                  <a:spcPts val="0"/>
                </a:spcBef>
                <a:spcAft>
                  <a:spcPts val="0"/>
                </a:spcAft>
              </a:pPr>
              <a:r>
                <a:rPr sz="3095" b="1" i="0" lang="en-US" dirty="0">
                  <a:solidFill>
                    <a:srgbClr val="000000"/>
                  </a:solidFill>
                  <a:latin typeface="Arial"/>
                  <a:ea typeface="Arial"/>
                  <a:cs typeface="Arial"/>
                </a:rPr>
                <a:t>...</a:t>
              </a:r>
            </a:p>
          </p:txBody>
        </p:sp>
        <p:sp>
          <p:nvSpPr>
            <p:cNvPr id="57" name="..."/>
            <p:cNvSpPr txBox="1"/>
            <p:nvPr/>
          </p:nvSpPr>
          <p:spPr>
            <a:xfrm>
              <a:off x="4005803" y="3173654"/>
              <a:ext cx="400874" cy="530809"/>
            </a:xfrm>
            <a:prstGeom prst="rect">
              <a:avLst/>
            </a:prstGeom>
            <a:noFill/>
          </p:spPr>
          <p:txBody>
            <a:bodyPr wrap="none" lIns="0" rIns="0" tIns="0" bIns="0" anchor="t" anchorCtr="0">
              <a:noAutofit/>
            </a:bodyPr>
            <a:lstStyle/>
            <a:p>
              <a:pPr>
                <a:lnSpc>
                  <a:spcPct val="100000"/>
                </a:lnSpc>
                <a:spcBef>
                  <a:spcPts val="0"/>
                </a:spcBef>
                <a:spcAft>
                  <a:spcPts val="0"/>
                </a:spcAft>
              </a:pPr>
              <a:r>
                <a:rPr sz="3095" b="1" i="0" lang="en-US" dirty="0">
                  <a:solidFill>
                    <a:srgbClr val="000000"/>
                  </a:solidFill>
                  <a:latin typeface="Arial"/>
                  <a:ea typeface="Arial"/>
                  <a:cs typeface="Arial"/>
                </a:rPr>
                <a:t>...</a:t>
              </a:r>
            </a:p>
          </p:txBody>
        </p:sp>
        <p:sp>
          <p:nvSpPr>
            <p:cNvPr id="58" name="Comparison upward arrow shaft"/>
            <p:cNvSpPr/>
            <p:nvPr/>
          </p:nvSpPr>
          <p:spPr>
            <a:xfrm>
              <a:off x="1737360" y="2709367"/>
              <a:ext cx="91" cy="207569"/>
            </a:xfrm>
            <a:custGeom>
              <a:avLst/>
              <a:gdLst/>
              <a:ahLst/>
              <a:cxnLst/>
              <a:rect l="0" t="0" r="r" b="b"/>
              <a:pathLst>
                <a:path w="91" h="207569">
                  <a:moveTo>
                    <a:pt x="0" y="207569"/>
                  </a:moveTo>
                  <a:lnTo>
                    <a:pt x="0" y="0"/>
                  </a:lnTo>
                </a:path>
              </a:pathLst>
            </a:custGeom>
            <a:noFill/>
            <a:ln w="41148" cap="flat">
              <a:solidFill>
                <a:srgbClr val="00DA00"/>
              </a:solidFill>
              <a:round/>
            </a:ln>
            <a:effectLst/>
          </p:spPr>
          <p:txBody>
            <a:bodyPr rtlCol="0" anchor="ctr"/>
            <a:lstStyle/>
            <a:p>
              <a:pPr algn="ctr"/>
            </a:p>
          </p:txBody>
        </p:sp>
        <p:sp>
          <p:nvSpPr>
            <p:cNvPr id="59" name="Comparison upward arrow head"/>
            <p:cNvSpPr/>
            <p:nvPr/>
          </p:nvSpPr>
          <p:spPr>
            <a:xfrm>
              <a:off x="1636776" y="2578608"/>
              <a:ext cx="201168" cy="201168"/>
            </a:xfrm>
            <a:custGeom>
              <a:avLst/>
              <a:gdLst/>
              <a:ahLst/>
              <a:cxnLst/>
              <a:rect l="0" t="0" r="r" b="b"/>
              <a:pathLst>
                <a:path w="201168" h="201168">
                  <a:moveTo>
                    <a:pt x="100584" y="0"/>
                  </a:moveTo>
                  <a:lnTo>
                    <a:pt x="201168" y="201168"/>
                  </a:lnTo>
                  <a:lnTo>
                    <a:pt x="100584" y="146853"/>
                  </a:lnTo>
                  <a:lnTo>
                    <a:pt x="0" y="201168"/>
                  </a:lnTo>
                  <a:close/>
                </a:path>
              </a:pathLst>
            </a:custGeom>
            <a:solidFill>
              <a:srgbClr val="00DA00"/>
            </a:solidFill>
            <a:ln>
              <a:noFill/>
            </a:ln>
            <a:effectLst/>
          </p:spPr>
          <p:txBody>
            <a:bodyPr rtlCol="0" anchor="ctr"/>
            <a:lstStyle/>
            <a:p>
              <a:pPr algn="ctr"/>
            </a:p>
          </p:txBody>
        </p:sp>
        <p:sp>
          <p:nvSpPr>
            <p:cNvPr id="60" name="Comparison downward arrow shaft"/>
            <p:cNvSpPr/>
            <p:nvPr/>
          </p:nvSpPr>
          <p:spPr>
            <a:xfrm>
              <a:off x="1737360" y="2889504"/>
              <a:ext cx="91" cy="207569"/>
            </a:xfrm>
            <a:custGeom>
              <a:avLst/>
              <a:gdLst/>
              <a:ahLst/>
              <a:cxnLst/>
              <a:rect l="0" t="0" r="r" b="b"/>
              <a:pathLst>
                <a:path w="91" h="207569">
                  <a:moveTo>
                    <a:pt x="0" y="0"/>
                  </a:moveTo>
                  <a:lnTo>
                    <a:pt x="0" y="207569"/>
                  </a:lnTo>
                </a:path>
              </a:pathLst>
            </a:custGeom>
            <a:noFill/>
            <a:ln w="41148" cap="flat">
              <a:solidFill>
                <a:srgbClr val="00DA00"/>
              </a:solidFill>
              <a:round/>
            </a:ln>
            <a:effectLst/>
          </p:spPr>
          <p:txBody>
            <a:bodyPr rtlCol="0" anchor="ctr"/>
            <a:lstStyle/>
            <a:p>
              <a:pPr algn="ctr"/>
            </a:p>
          </p:txBody>
        </p:sp>
        <p:sp>
          <p:nvSpPr>
            <p:cNvPr id="61" name="Comparison downward arrow head"/>
            <p:cNvSpPr/>
            <p:nvPr/>
          </p:nvSpPr>
          <p:spPr>
            <a:xfrm>
              <a:off x="1636776" y="3026664"/>
              <a:ext cx="201168" cy="201168"/>
            </a:xfrm>
            <a:custGeom>
              <a:avLst/>
              <a:gdLst/>
              <a:ahLst/>
              <a:cxnLst/>
              <a:rect l="0" t="0" r="r" b="b"/>
              <a:pathLst>
                <a:path w="201168" h="201168">
                  <a:moveTo>
                    <a:pt x="100584" y="201168"/>
                  </a:moveTo>
                  <a:lnTo>
                    <a:pt x="0" y="0"/>
                  </a:lnTo>
                  <a:lnTo>
                    <a:pt x="100584" y="54315"/>
                  </a:lnTo>
                  <a:lnTo>
                    <a:pt x="201168" y="0"/>
                  </a:lnTo>
                  <a:close/>
                </a:path>
              </a:pathLst>
            </a:custGeom>
            <a:solidFill>
              <a:srgbClr val="00DA00"/>
            </a:solidFill>
            <a:ln>
              <a:noFill/>
            </a:ln>
            <a:effectLst/>
          </p:spPr>
          <p:txBody>
            <a:bodyPr rtlCol="0" anchor="ctr"/>
            <a:lstStyle/>
            <a:p>
              <a:pPr algn="ctr"/>
            </a:p>
          </p:txBody>
        </p:sp>
        <p:sp>
          <p:nvSpPr>
            <p:cNvPr id="62" name="Comparison upward arrow shaft"/>
            <p:cNvSpPr/>
            <p:nvPr/>
          </p:nvSpPr>
          <p:spPr>
            <a:xfrm>
              <a:off x="3520440" y="2709367"/>
              <a:ext cx="91" cy="207569"/>
            </a:xfrm>
            <a:custGeom>
              <a:avLst/>
              <a:gdLst/>
              <a:ahLst/>
              <a:cxnLst/>
              <a:rect l="0" t="0" r="r" b="b"/>
              <a:pathLst>
                <a:path w="91" h="207569">
                  <a:moveTo>
                    <a:pt x="0" y="207569"/>
                  </a:moveTo>
                  <a:lnTo>
                    <a:pt x="0" y="0"/>
                  </a:lnTo>
                </a:path>
              </a:pathLst>
            </a:custGeom>
            <a:noFill/>
            <a:ln w="41148" cap="flat">
              <a:solidFill>
                <a:srgbClr val="F00000"/>
              </a:solidFill>
              <a:round/>
            </a:ln>
            <a:effectLst/>
          </p:spPr>
          <p:txBody>
            <a:bodyPr rtlCol="0" anchor="ctr"/>
            <a:lstStyle/>
            <a:p>
              <a:pPr algn="ctr"/>
            </a:p>
          </p:txBody>
        </p:sp>
        <p:sp>
          <p:nvSpPr>
            <p:cNvPr id="63" name="Comparison upward arrow head"/>
            <p:cNvSpPr/>
            <p:nvPr/>
          </p:nvSpPr>
          <p:spPr>
            <a:xfrm>
              <a:off x="3419856" y="2578608"/>
              <a:ext cx="201168" cy="201168"/>
            </a:xfrm>
            <a:custGeom>
              <a:avLst/>
              <a:gdLst/>
              <a:ahLst/>
              <a:cxnLst/>
              <a:rect l="0" t="0" r="r" b="b"/>
              <a:pathLst>
                <a:path w="201168" h="201168">
                  <a:moveTo>
                    <a:pt x="100584" y="0"/>
                  </a:moveTo>
                  <a:lnTo>
                    <a:pt x="201168" y="201168"/>
                  </a:lnTo>
                  <a:lnTo>
                    <a:pt x="100584" y="146853"/>
                  </a:lnTo>
                  <a:lnTo>
                    <a:pt x="0" y="201168"/>
                  </a:lnTo>
                  <a:close/>
                </a:path>
              </a:pathLst>
            </a:custGeom>
            <a:solidFill>
              <a:srgbClr val="F00000"/>
            </a:solidFill>
            <a:ln>
              <a:noFill/>
            </a:ln>
            <a:effectLst/>
          </p:spPr>
          <p:txBody>
            <a:bodyPr rtlCol="0" anchor="ctr"/>
            <a:lstStyle/>
            <a:p>
              <a:pPr algn="ctr"/>
            </a:p>
          </p:txBody>
        </p:sp>
        <p:sp>
          <p:nvSpPr>
            <p:cNvPr id="64" name="Comparison downward arrow shaft"/>
            <p:cNvSpPr/>
            <p:nvPr/>
          </p:nvSpPr>
          <p:spPr>
            <a:xfrm>
              <a:off x="3520440" y="2889504"/>
              <a:ext cx="91" cy="207569"/>
            </a:xfrm>
            <a:custGeom>
              <a:avLst/>
              <a:gdLst/>
              <a:ahLst/>
              <a:cxnLst/>
              <a:rect l="0" t="0" r="r" b="b"/>
              <a:pathLst>
                <a:path w="91" h="207569">
                  <a:moveTo>
                    <a:pt x="0" y="0"/>
                  </a:moveTo>
                  <a:lnTo>
                    <a:pt x="0" y="207569"/>
                  </a:lnTo>
                </a:path>
              </a:pathLst>
            </a:custGeom>
            <a:noFill/>
            <a:ln w="41148" cap="flat">
              <a:solidFill>
                <a:srgbClr val="F00000"/>
              </a:solidFill>
              <a:round/>
            </a:ln>
            <a:effectLst/>
          </p:spPr>
          <p:txBody>
            <a:bodyPr rtlCol="0" anchor="ctr"/>
            <a:lstStyle/>
            <a:p>
              <a:pPr algn="ctr"/>
            </a:p>
          </p:txBody>
        </p:sp>
        <p:sp>
          <p:nvSpPr>
            <p:cNvPr id="65" name="Comparison downward arrow head"/>
            <p:cNvSpPr/>
            <p:nvPr/>
          </p:nvSpPr>
          <p:spPr>
            <a:xfrm>
              <a:off x="3419856" y="3026664"/>
              <a:ext cx="201168" cy="201168"/>
            </a:xfrm>
            <a:custGeom>
              <a:avLst/>
              <a:gdLst/>
              <a:ahLst/>
              <a:cxnLst/>
              <a:rect l="0" t="0" r="r" b="b"/>
              <a:pathLst>
                <a:path w="201168" h="201168">
                  <a:moveTo>
                    <a:pt x="100584" y="201168"/>
                  </a:moveTo>
                  <a:lnTo>
                    <a:pt x="0" y="0"/>
                  </a:lnTo>
                  <a:lnTo>
                    <a:pt x="100584" y="54315"/>
                  </a:lnTo>
                  <a:lnTo>
                    <a:pt x="201168" y="0"/>
                  </a:lnTo>
                  <a:close/>
                </a:path>
              </a:pathLst>
            </a:custGeom>
            <a:solidFill>
              <a:srgbClr val="F00000"/>
            </a:solidFill>
            <a:ln>
              <a:noFill/>
            </a:ln>
            <a:effectLst/>
          </p:spPr>
          <p:txBody>
            <a:bodyPr rtlCol="0" anchor="ctr"/>
            <a:lstStyle/>
            <a:p>
              <a:pPr algn="ctr"/>
            </a:p>
          </p:txBody>
        </p:sp>
        <p:sp>
          <p:nvSpPr>
            <p:cNvPr id="66" name="Comparison upward arrow shaft"/>
            <p:cNvSpPr/>
            <p:nvPr/>
          </p:nvSpPr>
          <p:spPr>
            <a:xfrm>
              <a:off x="4818888" y="2709367"/>
              <a:ext cx="91" cy="207569"/>
            </a:xfrm>
            <a:custGeom>
              <a:avLst/>
              <a:gdLst/>
              <a:ahLst/>
              <a:cxnLst/>
              <a:rect l="0" t="0" r="r" b="b"/>
              <a:pathLst>
                <a:path w="91" h="207569">
                  <a:moveTo>
                    <a:pt x="0" y="207569"/>
                  </a:moveTo>
                  <a:lnTo>
                    <a:pt x="0" y="0"/>
                  </a:lnTo>
                </a:path>
              </a:pathLst>
            </a:custGeom>
            <a:noFill/>
            <a:ln w="41148" cap="flat">
              <a:solidFill>
                <a:srgbClr val="F00000"/>
              </a:solidFill>
              <a:round/>
            </a:ln>
            <a:effectLst/>
          </p:spPr>
          <p:txBody>
            <a:bodyPr rtlCol="0" anchor="ctr"/>
            <a:lstStyle/>
            <a:p>
              <a:pPr algn="ctr"/>
            </a:p>
          </p:txBody>
        </p:sp>
        <p:sp>
          <p:nvSpPr>
            <p:cNvPr id="67" name="Comparison upward arrow head"/>
            <p:cNvSpPr/>
            <p:nvPr/>
          </p:nvSpPr>
          <p:spPr>
            <a:xfrm>
              <a:off x="4718304" y="2578608"/>
              <a:ext cx="201168" cy="201168"/>
            </a:xfrm>
            <a:custGeom>
              <a:avLst/>
              <a:gdLst/>
              <a:ahLst/>
              <a:cxnLst/>
              <a:rect l="0" t="0" r="r" b="b"/>
              <a:pathLst>
                <a:path w="201168" h="201168">
                  <a:moveTo>
                    <a:pt x="100584" y="0"/>
                  </a:moveTo>
                  <a:lnTo>
                    <a:pt x="201168" y="201168"/>
                  </a:lnTo>
                  <a:lnTo>
                    <a:pt x="100584" y="146853"/>
                  </a:lnTo>
                  <a:lnTo>
                    <a:pt x="0" y="201168"/>
                  </a:lnTo>
                  <a:close/>
                </a:path>
              </a:pathLst>
            </a:custGeom>
            <a:solidFill>
              <a:srgbClr val="F00000"/>
            </a:solidFill>
            <a:ln>
              <a:noFill/>
            </a:ln>
            <a:effectLst/>
          </p:spPr>
          <p:txBody>
            <a:bodyPr rtlCol="0" anchor="ctr"/>
            <a:lstStyle/>
            <a:p>
              <a:pPr algn="ctr"/>
            </a:p>
          </p:txBody>
        </p:sp>
        <p:sp>
          <p:nvSpPr>
            <p:cNvPr id="68" name="Comparison downward arrow shaft"/>
            <p:cNvSpPr/>
            <p:nvPr/>
          </p:nvSpPr>
          <p:spPr>
            <a:xfrm>
              <a:off x="4818888" y="2889504"/>
              <a:ext cx="91" cy="207569"/>
            </a:xfrm>
            <a:custGeom>
              <a:avLst/>
              <a:gdLst/>
              <a:ahLst/>
              <a:cxnLst/>
              <a:rect l="0" t="0" r="r" b="b"/>
              <a:pathLst>
                <a:path w="91" h="207569">
                  <a:moveTo>
                    <a:pt x="0" y="0"/>
                  </a:moveTo>
                  <a:lnTo>
                    <a:pt x="0" y="207569"/>
                  </a:lnTo>
                </a:path>
              </a:pathLst>
            </a:custGeom>
            <a:noFill/>
            <a:ln w="41148" cap="flat">
              <a:solidFill>
                <a:srgbClr val="F00000"/>
              </a:solidFill>
              <a:round/>
            </a:ln>
            <a:effectLst/>
          </p:spPr>
          <p:txBody>
            <a:bodyPr rtlCol="0" anchor="ctr"/>
            <a:lstStyle/>
            <a:p>
              <a:pPr algn="ctr"/>
            </a:p>
          </p:txBody>
        </p:sp>
        <p:sp>
          <p:nvSpPr>
            <p:cNvPr id="69" name="Comparison downward arrow head"/>
            <p:cNvSpPr/>
            <p:nvPr/>
          </p:nvSpPr>
          <p:spPr>
            <a:xfrm>
              <a:off x="4718304" y="3026664"/>
              <a:ext cx="201168" cy="201168"/>
            </a:xfrm>
            <a:custGeom>
              <a:avLst/>
              <a:gdLst/>
              <a:ahLst/>
              <a:cxnLst/>
              <a:rect l="0" t="0" r="r" b="b"/>
              <a:pathLst>
                <a:path w="201168" h="201168">
                  <a:moveTo>
                    <a:pt x="100584" y="201168"/>
                  </a:moveTo>
                  <a:lnTo>
                    <a:pt x="0" y="0"/>
                  </a:lnTo>
                  <a:lnTo>
                    <a:pt x="100584" y="54315"/>
                  </a:lnTo>
                  <a:lnTo>
                    <a:pt x="201168" y="0"/>
                  </a:lnTo>
                  <a:close/>
                </a:path>
              </a:pathLst>
            </a:custGeom>
            <a:solidFill>
              <a:srgbClr val="F00000"/>
            </a:solidFill>
            <a:ln>
              <a:noFill/>
            </a:ln>
            <a:effectLst/>
          </p:spPr>
          <p:txBody>
            <a:bodyPr rtlCol="0" anchor="ctr"/>
            <a:lstStyle/>
            <a:p>
              <a:pPr algn="ctr"/>
            </a:p>
          </p:txBody>
        </p:sp>
        <p:grpSp>
          <p:nvGrpSpPr>
            <p:cNvPr id="70" name="Correct prediction check mark"/>
            <p:cNvGrpSpPr/>
            <p:nvPr/>
          </p:nvGrpSpPr>
          <p:grpSpPr>
            <a:xfrm>
              <a:off x="1874520" y="2734056"/>
              <a:ext cx="237744" cy="237744"/>
              <a:chOff x="1874520" y="2734056"/>
              <a:chExt cx="237744" cy="237744"/>
            </a:xfrm>
          </p:grpSpPr>
          <p:sp>
            <p:nvSpPr>
              <p:cNvPr id="71" name="Green check background"/>
              <p:cNvSpPr/>
              <p:nvPr/>
            </p:nvSpPr>
            <p:spPr>
              <a:xfrm>
                <a:off x="1874520" y="2734056"/>
                <a:ext cx="237744" cy="237744"/>
              </a:xfrm>
              <a:custGeom>
                <a:avLst/>
                <a:gdLst/>
                <a:ahLst/>
                <a:cxnLst/>
                <a:rect l="0" t="0" r="r" b="b"/>
                <a:pathLst>
                  <a:path w="237744" h="237744">
                    <a:moveTo>
                      <a:pt x="45720" y="0"/>
                    </a:moveTo>
                    <a:lnTo>
                      <a:pt x="192024" y="0"/>
                    </a:lnTo>
                    <a:cubicBezTo>
                      <a:pt x="217274" y="0"/>
                      <a:pt x="237744" y="20470"/>
                      <a:pt x="237744" y="45720"/>
                    </a:cubicBezTo>
                    <a:lnTo>
                      <a:pt x="237744" y="192024"/>
                    </a:lnTo>
                    <a:cubicBezTo>
                      <a:pt x="237744" y="217274"/>
                      <a:pt x="217274" y="237744"/>
                      <a:pt x="192024" y="237744"/>
                    </a:cubicBezTo>
                    <a:lnTo>
                      <a:pt x="45720" y="237744"/>
                    </a:lnTo>
                    <a:cubicBezTo>
                      <a:pt x="20470" y="237744"/>
                      <a:pt x="0" y="217274"/>
                      <a:pt x="0" y="192024"/>
                    </a:cubicBezTo>
                    <a:lnTo>
                      <a:pt x="0" y="45720"/>
                    </a:lnTo>
                    <a:cubicBezTo>
                      <a:pt x="0" y="20470"/>
                      <a:pt x="20470" y="0"/>
                      <a:pt x="45720" y="0"/>
                    </a:cubicBezTo>
                    <a:close/>
                  </a:path>
                </a:pathLst>
              </a:custGeom>
              <a:solidFill>
                <a:srgbClr val="05C809"/>
              </a:solidFill>
              <a:ln w="9144" cap="flat">
                <a:solidFill>
                  <a:srgbClr val="05B209"/>
                </a:solidFill>
                <a:round/>
              </a:ln>
              <a:effectLst/>
            </p:spPr>
            <p:txBody>
              <a:bodyPr rtlCol="0" anchor="ctr"/>
              <a:lstStyle/>
              <a:p>
                <a:pPr algn="ctr"/>
              </a:p>
            </p:txBody>
          </p:sp>
          <p:sp>
            <p:nvSpPr>
              <p:cNvPr id="72" name="Check highlight"/>
              <p:cNvSpPr/>
              <p:nvPr/>
            </p:nvSpPr>
            <p:spPr>
              <a:xfrm>
                <a:off x="1892808" y="2743200"/>
                <a:ext cx="201168" cy="54864"/>
              </a:xfrm>
              <a:custGeom>
                <a:avLst/>
                <a:gdLst/>
                <a:ahLst/>
                <a:cxnLst/>
                <a:rect l="0" t="0" r="r" b="b"/>
                <a:pathLst>
                  <a:path w="201168" h="54864">
                    <a:moveTo>
                      <a:pt x="27432" y="0"/>
                    </a:moveTo>
                    <a:lnTo>
                      <a:pt x="173736" y="0"/>
                    </a:lnTo>
                    <a:cubicBezTo>
                      <a:pt x="188886" y="0"/>
                      <a:pt x="201168" y="12282"/>
                      <a:pt x="201168" y="27432"/>
                    </a:cubicBezTo>
                    <a:lnTo>
                      <a:pt x="201168" y="27432"/>
                    </a:lnTo>
                    <a:cubicBezTo>
                      <a:pt x="201168" y="42582"/>
                      <a:pt x="188886" y="54864"/>
                      <a:pt x="173736" y="54864"/>
                    </a:cubicBezTo>
                    <a:lnTo>
                      <a:pt x="27432" y="54864"/>
                    </a:lnTo>
                    <a:cubicBezTo>
                      <a:pt x="12282" y="54864"/>
                      <a:pt x="0" y="42582"/>
                      <a:pt x="0" y="27432"/>
                    </a:cubicBezTo>
                    <a:lnTo>
                      <a:pt x="0" y="27432"/>
                    </a:lnTo>
                    <a:cubicBezTo>
                      <a:pt x="0" y="12282"/>
                      <a:pt x="12282" y="0"/>
                      <a:pt x="27432" y="0"/>
                    </a:cubicBezTo>
                    <a:close/>
                  </a:path>
                </a:pathLst>
              </a:custGeom>
              <a:solidFill>
                <a:srgbClr val="55E55D"/>
              </a:solidFill>
              <a:ln>
                <a:noFill/>
              </a:ln>
              <a:effectLst/>
            </p:spPr>
            <p:txBody>
              <a:bodyPr rtlCol="0" anchor="ctr"/>
              <a:lstStyle/>
              <a:p>
                <a:pPr algn="ctr"/>
              </a:p>
            </p:txBody>
          </p:sp>
          <p:sp>
            <p:nvSpPr>
              <p:cNvPr id="73" name="White check"/>
              <p:cNvSpPr/>
              <p:nvPr/>
            </p:nvSpPr>
            <p:spPr>
              <a:xfrm>
                <a:off x="1929384" y="2779776"/>
                <a:ext cx="137160" cy="137160"/>
              </a:xfrm>
              <a:custGeom>
                <a:avLst/>
                <a:gdLst/>
                <a:ahLst/>
                <a:cxnLst/>
                <a:rect l="0" t="0" r="r" b="b"/>
                <a:pathLst>
                  <a:path w="137160" h="137160">
                    <a:moveTo>
                      <a:pt x="0" y="73152"/>
                    </a:moveTo>
                    <a:lnTo>
                      <a:pt x="45720" y="137160"/>
                    </a:lnTo>
                    <a:lnTo>
                      <a:pt x="137160" y="0"/>
                    </a:lnTo>
                  </a:path>
                </a:pathLst>
              </a:custGeom>
              <a:noFill/>
              <a:ln w="30175" cap="flat">
                <a:solidFill>
                  <a:srgbClr val="FFFFFF"/>
                </a:solidFill>
                <a:round/>
              </a:ln>
              <a:effectLst/>
            </p:spPr>
            <p:txBody>
              <a:bodyPr rtlCol="0" anchor="ctr"/>
              <a:lstStyle/>
              <a:p>
                <a:pPr algn="ctr"/>
              </a:p>
            </p:txBody>
          </p:sp>
        </p:grpSp>
        <p:sp>
          <p:nvSpPr>
            <p:cNvPr id="74" name="Prediction mismatch slash"/>
            <p:cNvSpPr/>
            <p:nvPr/>
          </p:nvSpPr>
          <p:spPr>
            <a:xfrm>
              <a:off x="3685032" y="2761488"/>
              <a:ext cx="182880" cy="182880"/>
            </a:xfrm>
            <a:custGeom>
              <a:avLst/>
              <a:gdLst/>
              <a:ahLst/>
              <a:cxnLst/>
              <a:rect l="0" t="0" r="r" b="b"/>
              <a:pathLst>
                <a:path w="182880" h="182880">
                  <a:moveTo>
                    <a:pt x="0" y="0"/>
                  </a:moveTo>
                  <a:lnTo>
                    <a:pt x="182880" y="182880"/>
                  </a:lnTo>
                </a:path>
              </a:pathLst>
            </a:custGeom>
            <a:noFill/>
            <a:ln w="54864" cap="flat">
              <a:solidFill>
                <a:srgbClr val="EF0000"/>
              </a:solidFill>
              <a:round/>
            </a:ln>
            <a:effectLst/>
          </p:spPr>
          <p:txBody>
            <a:bodyPr rtlCol="0" anchor="ctr"/>
            <a:lstStyle/>
            <a:p>
              <a:pPr algn="ctr"/>
            </a:p>
          </p:txBody>
        </p:sp>
        <p:sp>
          <p:nvSpPr>
            <p:cNvPr id="75" name="Prediction mismatch slash"/>
            <p:cNvSpPr/>
            <p:nvPr/>
          </p:nvSpPr>
          <p:spPr>
            <a:xfrm>
              <a:off x="3685032" y="2761488"/>
              <a:ext cx="182880" cy="182880"/>
            </a:xfrm>
            <a:custGeom>
              <a:avLst/>
              <a:gdLst/>
              <a:ahLst/>
              <a:cxnLst/>
              <a:rect l="0" t="0" r="r" b="b"/>
              <a:pathLst>
                <a:path w="182880" h="182880">
                  <a:moveTo>
                    <a:pt x="0" y="182880"/>
                  </a:moveTo>
                  <a:lnTo>
                    <a:pt x="182880" y="0"/>
                  </a:lnTo>
                </a:path>
              </a:pathLst>
            </a:custGeom>
            <a:noFill/>
            <a:ln w="54864" cap="flat">
              <a:solidFill>
                <a:srgbClr val="EF0000"/>
              </a:solidFill>
              <a:round/>
            </a:ln>
            <a:effectLst/>
          </p:spPr>
          <p:txBody>
            <a:bodyPr rtlCol="0" anchor="ctr"/>
            <a:lstStyle/>
            <a:p>
              <a:pPr algn="ctr"/>
            </a:p>
          </p:txBody>
        </p:sp>
        <p:sp>
          <p:nvSpPr>
            <p:cNvPr id="76" name="Prediction mismatch slash"/>
            <p:cNvSpPr/>
            <p:nvPr/>
          </p:nvSpPr>
          <p:spPr>
            <a:xfrm>
              <a:off x="4983480" y="2798064"/>
              <a:ext cx="182880" cy="182880"/>
            </a:xfrm>
            <a:custGeom>
              <a:avLst/>
              <a:gdLst/>
              <a:ahLst/>
              <a:cxnLst/>
              <a:rect l="0" t="0" r="r" b="b"/>
              <a:pathLst>
                <a:path w="182880" h="182880">
                  <a:moveTo>
                    <a:pt x="0" y="0"/>
                  </a:moveTo>
                  <a:lnTo>
                    <a:pt x="182880" y="182880"/>
                  </a:lnTo>
                </a:path>
              </a:pathLst>
            </a:custGeom>
            <a:noFill/>
            <a:ln w="54864" cap="flat">
              <a:solidFill>
                <a:srgbClr val="EF0000"/>
              </a:solidFill>
              <a:round/>
            </a:ln>
            <a:effectLst/>
          </p:spPr>
          <p:txBody>
            <a:bodyPr rtlCol="0" anchor="ctr"/>
            <a:lstStyle/>
            <a:p>
              <a:pPr algn="ctr"/>
            </a:p>
          </p:txBody>
        </p:sp>
        <p:sp>
          <p:nvSpPr>
            <p:cNvPr id="77" name="Prediction mismatch slash"/>
            <p:cNvSpPr/>
            <p:nvPr/>
          </p:nvSpPr>
          <p:spPr>
            <a:xfrm>
              <a:off x="4983480" y="2798064"/>
              <a:ext cx="182880" cy="182880"/>
            </a:xfrm>
            <a:custGeom>
              <a:avLst/>
              <a:gdLst/>
              <a:ahLst/>
              <a:cxnLst/>
              <a:rect l="0" t="0" r="r" b="b"/>
              <a:pathLst>
                <a:path w="182880" h="182880">
                  <a:moveTo>
                    <a:pt x="0" y="182880"/>
                  </a:moveTo>
                  <a:lnTo>
                    <a:pt x="182880" y="0"/>
                  </a:lnTo>
                </a:path>
              </a:pathLst>
            </a:custGeom>
            <a:noFill/>
            <a:ln w="54864" cap="flat">
              <a:solidFill>
                <a:srgbClr val="EF0000"/>
              </a:solidFill>
              <a:round/>
            </a:ln>
            <a:effectLst/>
          </p:spPr>
          <p:txBody>
            <a:bodyPr rtlCol="0" anchor="ctr"/>
            <a:lstStyle/>
            <a:p>
              <a:pPr algn="ctr"/>
            </a:p>
          </p:txBody>
        </p:sp>
      </p:grpSp>
      <p:grpSp>
        <p:nvGrpSpPr>
          <p:cNvPr id="78" name="02 Stage 2 - Learning Symbolic Knowledge"/>
          <p:cNvGrpSpPr/>
          <p:nvPr/>
        </p:nvGrpSpPr>
        <p:grpSpPr>
          <a:xfrm>
            <a:off x="5861304" y="822960"/>
            <a:ext cx="11567160" cy="3703320"/>
            <a:chOff x="5861304" y="822960"/>
            <a:chExt cx="11567160" cy="3703320"/>
          </a:xfrm>
        </p:grpSpPr>
        <p:sp>
          <p:nvSpPr>
            <p:cNvPr id="79" name="Stage 2 panel"/>
            <p:cNvSpPr/>
            <p:nvPr/>
          </p:nvSpPr>
          <p:spPr>
            <a:xfrm>
              <a:off x="5861304" y="822960"/>
              <a:ext cx="11567160" cy="3703320"/>
            </a:xfrm>
            <a:custGeom>
              <a:avLst/>
              <a:gdLst/>
              <a:ahLst/>
              <a:cxnLst/>
              <a:rect l="0" t="0" r="r" b="b"/>
              <a:pathLst>
                <a:path w="11567160" h="3703320">
                  <a:moveTo>
                    <a:pt x="265176" y="0"/>
                  </a:moveTo>
                  <a:lnTo>
                    <a:pt x="11301984" y="0"/>
                  </a:lnTo>
                  <a:cubicBezTo>
                    <a:pt x="11448437" y="0"/>
                    <a:pt x="11567160" y="118723"/>
                    <a:pt x="11567160" y="265176"/>
                  </a:cubicBezTo>
                  <a:lnTo>
                    <a:pt x="11567160" y="3438144"/>
                  </a:lnTo>
                  <a:cubicBezTo>
                    <a:pt x="11567160" y="3584597"/>
                    <a:pt x="11448437" y="3703320"/>
                    <a:pt x="11301984" y="3703320"/>
                  </a:cubicBezTo>
                  <a:lnTo>
                    <a:pt x="265176" y="3703320"/>
                  </a:lnTo>
                  <a:cubicBezTo>
                    <a:pt x="118723" y="3703320"/>
                    <a:pt x="0" y="3584597"/>
                    <a:pt x="0" y="3438144"/>
                  </a:cubicBezTo>
                  <a:lnTo>
                    <a:pt x="0" y="265176"/>
                  </a:lnTo>
                  <a:cubicBezTo>
                    <a:pt x="0" y="118723"/>
                    <a:pt x="118723" y="0"/>
                    <a:pt x="265176" y="0"/>
                  </a:cubicBezTo>
                  <a:close/>
                </a:path>
              </a:pathLst>
            </a:custGeom>
            <a:solidFill>
              <a:srgbClr val="E6E6E6"/>
            </a:solidFill>
            <a:ln w="32004" cap="flat">
              <a:solidFill>
                <a:srgbClr val="000000"/>
              </a:solidFill>
              <a:round/>
            </a:ln>
            <a:effectLst/>
          </p:spPr>
          <p:txBody>
            <a:bodyPr rtlCol="0" anchor="ctr"/>
            <a:lstStyle/>
            <a:p>
              <a:pPr algn="ctr"/>
            </a:p>
          </p:txBody>
        </p:sp>
        <p:sp>
          <p:nvSpPr>
            <p:cNvPr id="80" name="Stage 2. Learning Symbolic Knowledge"/>
            <p:cNvSpPr txBox="1"/>
            <p:nvPr/>
          </p:nvSpPr>
          <p:spPr>
            <a:xfrm>
              <a:off x="9420920" y="856336"/>
              <a:ext cx="4511935"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Arial"/>
                  <a:ea typeface="Arial"/>
                  <a:cs typeface="Arial"/>
                </a:rPr>
                <a:t>Stage 2. Learning Symbolic Knowledge</a:t>
              </a:r>
            </a:p>
          </p:txBody>
        </p:sp>
        <p:sp>
          <p:nvSpPr>
            <p:cNvPr id="81" name="Real trajectory input"/>
            <p:cNvSpPr/>
            <p:nvPr/>
          </p:nvSpPr>
          <p:spPr>
            <a:xfrm>
              <a:off x="5989320" y="1344168"/>
              <a:ext cx="7470648" cy="301752"/>
            </a:xfrm>
            <a:custGeom>
              <a:avLst/>
              <a:gdLst/>
              <a:ahLst/>
              <a:cxnLst/>
              <a:rect l="0" t="0" r="r" b="b"/>
              <a:pathLst>
                <a:path w="7470648" h="301752">
                  <a:moveTo>
                    <a:pt x="54864" y="0"/>
                  </a:moveTo>
                  <a:lnTo>
                    <a:pt x="7415784" y="0"/>
                  </a:lnTo>
                  <a:cubicBezTo>
                    <a:pt x="7446085" y="0"/>
                    <a:pt x="7470648" y="24563"/>
                    <a:pt x="7470648" y="54864"/>
                  </a:cubicBezTo>
                  <a:lnTo>
                    <a:pt x="7470648" y="246888"/>
                  </a:lnTo>
                  <a:cubicBezTo>
                    <a:pt x="7470648" y="277189"/>
                    <a:pt x="7446085" y="301752"/>
                    <a:pt x="7415784" y="301752"/>
                  </a:cubicBezTo>
                  <a:lnTo>
                    <a:pt x="54864" y="301752"/>
                  </a:lnTo>
                  <a:cubicBezTo>
                    <a:pt x="24563" y="301752"/>
                    <a:pt x="0" y="277189"/>
                    <a:pt x="0" y="246888"/>
                  </a:cubicBezTo>
                  <a:lnTo>
                    <a:pt x="0" y="54864"/>
                  </a:lnTo>
                  <a:cubicBezTo>
                    <a:pt x="0" y="24563"/>
                    <a:pt x="24563" y="0"/>
                    <a:pt x="54864" y="0"/>
                  </a:cubicBezTo>
                  <a:close/>
                </a:path>
              </a:pathLst>
            </a:custGeom>
            <a:solidFill>
              <a:srgbClr val="FFFFFF"/>
            </a:solidFill>
            <a:ln w="32004" cap="flat">
              <a:solidFill>
                <a:srgbClr val="000000"/>
              </a:solidFill>
              <a:round/>
              <a:custDash>
                <a:ds d="314286" sp="314286"/>
              </a:custDash>
            </a:ln>
            <a:effectLst/>
          </p:spPr>
          <p:txBody>
            <a:bodyPr rtlCol="0" anchor="ctr"/>
            <a:lstStyle/>
            <a:p>
              <a:pPr algn="ctr"/>
            </a:p>
          </p:txBody>
        </p:sp>
        <p:sp>
          <p:nvSpPr>
            <p:cNvPr id="82" name="Observation input"/>
            <p:cNvSpPr/>
            <p:nvPr/>
          </p:nvSpPr>
          <p:spPr>
            <a:xfrm>
              <a:off x="13642848" y="1344168"/>
              <a:ext cx="3611880" cy="301752"/>
            </a:xfrm>
            <a:custGeom>
              <a:avLst/>
              <a:gdLst/>
              <a:ahLst/>
              <a:cxnLst/>
              <a:rect l="0" t="0" r="r" b="b"/>
              <a:pathLst>
                <a:path w="3611880" h="301752">
                  <a:moveTo>
                    <a:pt x="45720" y="0"/>
                  </a:moveTo>
                  <a:lnTo>
                    <a:pt x="3566160" y="0"/>
                  </a:lnTo>
                  <a:cubicBezTo>
                    <a:pt x="3591410" y="0"/>
                    <a:pt x="3611880" y="20470"/>
                    <a:pt x="3611880" y="45720"/>
                  </a:cubicBezTo>
                  <a:lnTo>
                    <a:pt x="3611880" y="256032"/>
                  </a:lnTo>
                  <a:cubicBezTo>
                    <a:pt x="3611880" y="281282"/>
                    <a:pt x="3591410" y="301752"/>
                    <a:pt x="3566160" y="301752"/>
                  </a:cubicBezTo>
                  <a:lnTo>
                    <a:pt x="45720" y="301752"/>
                  </a:lnTo>
                  <a:cubicBezTo>
                    <a:pt x="20470" y="301752"/>
                    <a:pt x="0" y="281282"/>
                    <a:pt x="0" y="256032"/>
                  </a:cubicBezTo>
                  <a:lnTo>
                    <a:pt x="0" y="45720"/>
                  </a:lnTo>
                  <a:cubicBezTo>
                    <a:pt x="0" y="20470"/>
                    <a:pt x="20470" y="0"/>
                    <a:pt x="45720" y="0"/>
                  </a:cubicBezTo>
                  <a:close/>
                </a:path>
              </a:pathLst>
            </a:custGeom>
            <a:solidFill>
              <a:srgbClr val="FFFFFF"/>
            </a:solidFill>
            <a:ln w="32004" cap="flat">
              <a:solidFill>
                <a:srgbClr val="000000"/>
              </a:solidFill>
              <a:round/>
              <a:custDash>
                <a:ds d="314286" sp="314286"/>
              </a:custDash>
            </a:ln>
            <a:effectLst/>
          </p:spPr>
          <p:txBody>
            <a:bodyPr rtlCol="0" anchor="ctr"/>
            <a:lstStyle/>
            <a:p>
              <a:pPr algn="ctr"/>
            </a:p>
          </p:txBody>
        </p:sp>
        <p:grpSp>
          <p:nvGrpSpPr>
            <p:cNvPr id="83" name="Trajectory input label"/>
            <p:cNvGrpSpPr/>
            <p:nvPr/>
          </p:nvGrpSpPr>
          <p:grpSpPr>
            <a:xfrm>
              <a:off x="8339328" y="1269553"/>
              <a:ext cx="2644759" cy="395021"/>
              <a:chOff x="8339328" y="1269553"/>
              <a:chExt cx="2644759" cy="395021"/>
            </a:xfrm>
          </p:grpSpPr>
          <p:sp>
            <p:nvSpPr>
              <p:cNvPr id="84" name="Real trajectory"/>
              <p:cNvSpPr txBox="1"/>
              <p:nvPr/>
            </p:nvSpPr>
            <p:spPr>
              <a:xfrm>
                <a:off x="8339328" y="1286561"/>
                <a:ext cx="1723741" cy="345643"/>
              </a:xfrm>
              <a:prstGeom prst="rect">
                <a:avLst/>
              </a:prstGeom>
              <a:noFill/>
            </p:spPr>
            <p:txBody>
              <a:bodyPr wrap="none" lIns="0" rIns="0" tIns="0" bIns="0" anchor="t" anchorCtr="0">
                <a:noAutofit/>
              </a:bodyPr>
              <a:lstStyle/>
              <a:p>
                <a:pPr>
                  <a:lnSpc>
                    <a:spcPct val="100000"/>
                  </a:lnSpc>
                  <a:spcBef>
                    <a:spcPts val="0"/>
                  </a:spcBef>
                  <a:spcAft>
                    <a:spcPts val="0"/>
                  </a:spcAft>
                </a:pPr>
                <a:r>
                  <a:rPr sz="2016" b="0" i="0" lang="en-US" dirty="0">
                    <a:solidFill>
                      <a:srgbClr val="000000"/>
                    </a:solidFill>
                    <a:latin typeface="Arial"/>
                    <a:ea typeface="Arial"/>
                    <a:cs typeface="Arial"/>
                  </a:rPr>
                  <a:t>Real trajectory</a:t>
                </a:r>
              </a:p>
            </p:txBody>
          </p:sp>
          <p:sp>
            <p:nvSpPr>
              <p:cNvPr id="85" name="t − k : t"/>
              <p:cNvSpPr txBox="1"/>
              <p:nvPr/>
            </p:nvSpPr>
            <p:spPr>
              <a:xfrm>
                <a:off x="10030968" y="1269553"/>
                <a:ext cx="953119" cy="395021"/>
              </a:xfrm>
              <a:prstGeom prst="rect">
                <a:avLst/>
              </a:prstGeom>
              <a:noFill/>
            </p:spPr>
            <p:txBody>
              <a:bodyPr wrap="none" lIns="0" rIns="0" tIns="0" bIns="0" anchor="t" anchorCtr="0">
                <a:noAutofit/>
              </a:bodyPr>
              <a:lstStyle/>
              <a:p>
                <a:pPr>
                  <a:lnSpc>
                    <a:spcPct val="100000"/>
                  </a:lnSpc>
                  <a:spcBef>
                    <a:spcPts val="0"/>
                  </a:spcBef>
                  <a:spcAft>
                    <a:spcPts val="0"/>
                  </a:spcAft>
                </a:pPr>
                <a:r>
                  <a:rPr sz="2304" b="0" i="1" lang="en-US" dirty="0">
                    <a:solidFill>
                      <a:srgbClr val="000000"/>
                    </a:solidFill>
                    <a:latin typeface="Times New Roman"/>
                    <a:ea typeface="Times New Roman"/>
                    <a:cs typeface="Times New Roman"/>
                  </a:rPr>
                  <a:t>t − k : t</a:t>
                </a:r>
              </a:p>
            </p:txBody>
          </p:sp>
        </p:grpSp>
        <p:grpSp>
          <p:nvGrpSpPr>
            <p:cNvPr id="86" name="Observation input label"/>
            <p:cNvGrpSpPr/>
            <p:nvPr/>
          </p:nvGrpSpPr>
          <p:grpSpPr>
            <a:xfrm>
              <a:off x="14264640" y="1269553"/>
              <a:ext cx="2641610" cy="427482"/>
              <a:chOff x="14264640" y="1269553"/>
              <a:chExt cx="2641610" cy="427482"/>
            </a:xfrm>
          </p:grpSpPr>
          <p:sp>
            <p:nvSpPr>
              <p:cNvPr id="87" name="o"/>
              <p:cNvSpPr txBox="1"/>
              <p:nvPr/>
            </p:nvSpPr>
            <p:spPr>
              <a:xfrm>
                <a:off x="14264640" y="1269553"/>
                <a:ext cx="219456" cy="395021"/>
              </a:xfrm>
              <a:prstGeom prst="rect">
                <a:avLst/>
              </a:prstGeom>
              <a:noFill/>
            </p:spPr>
            <p:txBody>
              <a:bodyPr wrap="none" lIns="0" rIns="0" tIns="0" bIns="0" anchor="t" anchorCtr="0">
                <a:noAutofit/>
              </a:bodyPr>
              <a:lstStyle/>
              <a:p>
                <a:pPr>
                  <a:lnSpc>
                    <a:spcPct val="100000"/>
                  </a:lnSpc>
                  <a:spcBef>
                    <a:spcPts val="0"/>
                  </a:spcBef>
                  <a:spcAft>
                    <a:spcPts val="0"/>
                  </a:spcAft>
                </a:pPr>
                <a:r>
                  <a:rPr sz="2304" b="0" i="1" lang="en-US" dirty="0">
                    <a:solidFill>
                      <a:srgbClr val="000000"/>
                    </a:solidFill>
                    <a:latin typeface="Times New Roman"/>
                    <a:ea typeface="Times New Roman"/>
                    <a:cs typeface="Times New Roman"/>
                  </a:rPr>
                  <a:t>o</a:t>
                </a:r>
              </a:p>
            </p:txBody>
          </p:sp>
          <p:sp>
            <p:nvSpPr>
              <p:cNvPr id="88" name="t"/>
              <p:cNvSpPr txBox="1"/>
              <p:nvPr/>
            </p:nvSpPr>
            <p:spPr>
              <a:xfrm>
                <a:off x="14401800" y="1425458"/>
                <a:ext cx="129043" cy="271577"/>
              </a:xfrm>
              <a:prstGeom prst="rect">
                <a:avLst/>
              </a:prstGeom>
              <a:noFill/>
            </p:spPr>
            <p:txBody>
              <a:bodyPr wrap="none" lIns="0" rIns="0" tIns="0" bIns="0" anchor="t" anchorCtr="0">
                <a:noAutofit/>
              </a:bodyPr>
              <a:lstStyle/>
              <a:p>
                <a:pPr>
                  <a:lnSpc>
                    <a:spcPct val="100000"/>
                  </a:lnSpc>
                  <a:spcBef>
                    <a:spcPts val="0"/>
                  </a:spcBef>
                  <a:spcAft>
                    <a:spcPts val="0"/>
                  </a:spcAft>
                </a:pPr>
                <a:r>
                  <a:rPr sz="1584" b="0" i="1" lang="en-US" dirty="0">
                    <a:solidFill>
                      <a:srgbClr val="000000"/>
                    </a:solidFill>
                    <a:latin typeface="Times New Roman"/>
                    <a:ea typeface="Times New Roman"/>
                    <a:cs typeface="Times New Roman"/>
                  </a:rPr>
                  <a:t>t</a:t>
                </a:r>
              </a:p>
            </p:txBody>
          </p:sp>
          <p:sp>
            <p:nvSpPr>
              <p:cNvPr id="89" name="in the real trajectory"/>
              <p:cNvSpPr txBox="1"/>
              <p:nvPr/>
            </p:nvSpPr>
            <p:spPr>
              <a:xfrm>
                <a:off x="14584680" y="1286561"/>
                <a:ext cx="2321570" cy="345643"/>
              </a:xfrm>
              <a:prstGeom prst="rect">
                <a:avLst/>
              </a:prstGeom>
              <a:noFill/>
            </p:spPr>
            <p:txBody>
              <a:bodyPr wrap="none" lIns="0" rIns="0" tIns="0" bIns="0" anchor="t" anchorCtr="0">
                <a:noAutofit/>
              </a:bodyPr>
              <a:lstStyle/>
              <a:p>
                <a:pPr>
                  <a:lnSpc>
                    <a:spcPct val="100000"/>
                  </a:lnSpc>
                  <a:spcBef>
                    <a:spcPts val="0"/>
                  </a:spcBef>
                  <a:spcAft>
                    <a:spcPts val="0"/>
                  </a:spcAft>
                </a:pPr>
                <a:r>
                  <a:rPr sz="2016" b="0" i="0" lang="en-US" dirty="0">
                    <a:solidFill>
                      <a:srgbClr val="000000"/>
                    </a:solidFill>
                    <a:latin typeface="Arial"/>
                    <a:ea typeface="Arial"/>
                    <a:cs typeface="Arial"/>
                  </a:rPr>
                  <a:t>in the real trajectory</a:t>
                </a:r>
              </a:p>
            </p:txBody>
          </p:sp>
        </p:grpSp>
        <p:sp>
          <p:nvSpPr>
            <p:cNvPr id="90" name="Trajectory to LLM"/>
            <p:cNvSpPr/>
            <p:nvPr/>
          </p:nvSpPr>
          <p:spPr>
            <a:xfrm>
              <a:off x="9729216" y="1645920"/>
              <a:ext cx="91" cy="237744"/>
            </a:xfrm>
            <a:custGeom>
              <a:avLst/>
              <a:gdLst/>
              <a:ahLst/>
              <a:cxnLst/>
              <a:rect l="0" t="0" r="r" b="b"/>
              <a:pathLst>
                <a:path w="91" h="237744">
                  <a:moveTo>
                    <a:pt x="0" y="0"/>
                  </a:moveTo>
                  <a:lnTo>
                    <a:pt x="0" y="237744"/>
                  </a:lnTo>
                </a:path>
              </a:pathLst>
            </a:custGeom>
            <a:noFill/>
            <a:ln w="32004" cap="flat">
              <a:solidFill>
                <a:srgbClr val="000000"/>
              </a:solidFill>
              <a:round/>
            </a:ln>
            <a:effectLst/>
          </p:spPr>
          <p:txBody>
            <a:bodyPr rtlCol="0" anchor="ctr"/>
            <a:lstStyle/>
            <a:p>
              <a:pPr algn="ctr"/>
            </a:p>
          </p:txBody>
        </p:sp>
        <p:sp>
          <p:nvSpPr>
            <p:cNvPr id="91" name="Observation to Program"/>
            <p:cNvSpPr/>
            <p:nvPr/>
          </p:nvSpPr>
          <p:spPr>
            <a:xfrm>
              <a:off x="15453360" y="1645920"/>
              <a:ext cx="91" cy="237744"/>
            </a:xfrm>
            <a:custGeom>
              <a:avLst/>
              <a:gdLst/>
              <a:ahLst/>
              <a:cxnLst/>
              <a:rect l="0" t="0" r="r" b="b"/>
              <a:pathLst>
                <a:path w="91" h="237744">
                  <a:moveTo>
                    <a:pt x="0" y="0"/>
                  </a:moveTo>
                  <a:lnTo>
                    <a:pt x="0" y="237744"/>
                  </a:lnTo>
                </a:path>
              </a:pathLst>
            </a:custGeom>
            <a:noFill/>
            <a:ln w="32004" cap="flat">
              <a:solidFill>
                <a:srgbClr val="000000"/>
              </a:solidFill>
              <a:round/>
            </a:ln>
            <a:effectLst/>
          </p:spPr>
          <p:txBody>
            <a:bodyPr rtlCol="0" anchor="ctr"/>
            <a:lstStyle/>
            <a:p>
              <a:pPr algn="ctr"/>
            </a:p>
          </p:txBody>
        </p:sp>
        <p:sp>
          <p:nvSpPr>
            <p:cNvPr id="92" name="Stage 2 LLM bar"/>
            <p:cNvSpPr/>
            <p:nvPr/>
          </p:nvSpPr>
          <p:spPr>
            <a:xfrm>
              <a:off x="5989320" y="1883664"/>
              <a:ext cx="7470648" cy="420624"/>
            </a:xfrm>
            <a:custGeom>
              <a:avLst/>
              <a:gdLst/>
              <a:ahLst/>
              <a:cxnLst/>
              <a:rect l="0" t="0" r="r" b="b"/>
              <a:pathLst>
                <a:path w="7470648" h="420624">
                  <a:moveTo>
                    <a:pt x="64008" y="0"/>
                  </a:moveTo>
                  <a:lnTo>
                    <a:pt x="7406640" y="0"/>
                  </a:lnTo>
                  <a:cubicBezTo>
                    <a:pt x="7441991" y="0"/>
                    <a:pt x="7470648" y="28657"/>
                    <a:pt x="7470648" y="64008"/>
                  </a:cubicBezTo>
                  <a:lnTo>
                    <a:pt x="7470648" y="356616"/>
                  </a:lnTo>
                  <a:cubicBezTo>
                    <a:pt x="7470648" y="391967"/>
                    <a:pt x="7441991" y="420624"/>
                    <a:pt x="7406640" y="420624"/>
                  </a:cubicBezTo>
                  <a:lnTo>
                    <a:pt x="64008" y="420624"/>
                  </a:lnTo>
                  <a:cubicBezTo>
                    <a:pt x="28657" y="420624"/>
                    <a:pt x="0" y="391967"/>
                    <a:pt x="0" y="356616"/>
                  </a:cubicBezTo>
                  <a:lnTo>
                    <a:pt x="0" y="64008"/>
                  </a:lnTo>
                  <a:cubicBezTo>
                    <a:pt x="0" y="28657"/>
                    <a:pt x="28657" y="0"/>
                    <a:pt x="64008" y="0"/>
                  </a:cubicBezTo>
                  <a:close/>
                </a:path>
              </a:pathLst>
            </a:custGeom>
            <a:solidFill>
              <a:srgbClr val="FECCCB"/>
            </a:solidFill>
            <a:ln w="32004" cap="flat">
              <a:solidFill>
                <a:srgbClr val="000000"/>
              </a:solidFill>
              <a:round/>
            </a:ln>
            <a:effectLst/>
          </p:spPr>
          <p:txBody>
            <a:bodyPr rtlCol="0" anchor="ctr"/>
            <a:lstStyle/>
            <a:p>
              <a:pPr algn="ctr"/>
            </a:p>
          </p:txBody>
        </p:sp>
        <p:sp>
          <p:nvSpPr>
            <p:cNvPr id="93" name="Program bar"/>
            <p:cNvSpPr/>
            <p:nvPr/>
          </p:nvSpPr>
          <p:spPr>
            <a:xfrm>
              <a:off x="13633704" y="1883664"/>
              <a:ext cx="3639312" cy="420624"/>
            </a:xfrm>
            <a:custGeom>
              <a:avLst/>
              <a:gdLst/>
              <a:ahLst/>
              <a:cxnLst/>
              <a:rect l="0" t="0" r="r" b="b"/>
              <a:pathLst>
                <a:path w="3639312" h="420624">
                  <a:moveTo>
                    <a:pt x="64008" y="0"/>
                  </a:moveTo>
                  <a:lnTo>
                    <a:pt x="3575304" y="0"/>
                  </a:lnTo>
                  <a:cubicBezTo>
                    <a:pt x="3610655" y="0"/>
                    <a:pt x="3639312" y="28657"/>
                    <a:pt x="3639312" y="64008"/>
                  </a:cubicBezTo>
                  <a:lnTo>
                    <a:pt x="3639312" y="356616"/>
                  </a:lnTo>
                  <a:cubicBezTo>
                    <a:pt x="3639312" y="391967"/>
                    <a:pt x="3610655" y="420624"/>
                    <a:pt x="3575304" y="420624"/>
                  </a:cubicBezTo>
                  <a:lnTo>
                    <a:pt x="64008" y="420624"/>
                  </a:lnTo>
                  <a:cubicBezTo>
                    <a:pt x="28657" y="420624"/>
                    <a:pt x="0" y="391967"/>
                    <a:pt x="0" y="356616"/>
                  </a:cubicBezTo>
                  <a:lnTo>
                    <a:pt x="0" y="64008"/>
                  </a:lnTo>
                  <a:cubicBezTo>
                    <a:pt x="0" y="28657"/>
                    <a:pt x="28657" y="0"/>
                    <a:pt x="64008" y="0"/>
                  </a:cubicBezTo>
                  <a:close/>
                </a:path>
              </a:pathLst>
            </a:custGeom>
            <a:solidFill>
              <a:srgbClr val="E2D5E7"/>
            </a:solidFill>
            <a:ln w="32004" cap="flat">
              <a:solidFill>
                <a:srgbClr val="000000"/>
              </a:solidFill>
              <a:round/>
            </a:ln>
            <a:effectLst/>
          </p:spPr>
          <p:txBody>
            <a:bodyPr rtlCol="0" anchor="ctr"/>
            <a:lstStyle/>
            <a:p>
              <a:pPr algn="ctr"/>
            </a:p>
          </p:txBody>
        </p:sp>
        <p:sp>
          <p:nvSpPr>
            <p:cNvPr id="94" name="LLM"/>
            <p:cNvSpPr txBox="1"/>
            <p:nvPr/>
          </p:nvSpPr>
          <p:spPr>
            <a:xfrm>
              <a:off x="9453253" y="1917954"/>
              <a:ext cx="606790" cy="370332"/>
            </a:xfrm>
            <a:prstGeom prst="rect">
              <a:avLst/>
            </a:prstGeom>
            <a:noFill/>
          </p:spPr>
          <p:txBody>
            <a:bodyPr wrap="none" lIns="0" rIns="0" tIns="0" bIns="0" anchor="t" anchorCtr="0">
              <a:noAutofit/>
            </a:bodyPr>
            <a:lstStyle/>
            <a:p>
              <a:pPr>
                <a:lnSpc>
                  <a:spcPct val="100000"/>
                </a:lnSpc>
                <a:spcBef>
                  <a:spcPts val="0"/>
                </a:spcBef>
                <a:spcAft>
                  <a:spcPts val="0"/>
                </a:spcAft>
              </a:pPr>
              <a:r>
                <a:rPr sz="2160" b="0" i="0" lang="en-US" dirty="0">
                  <a:solidFill>
                    <a:srgbClr val="000000"/>
                  </a:solidFill>
                  <a:latin typeface="Arial"/>
                  <a:ea typeface="Arial"/>
                  <a:cs typeface="Arial"/>
                </a:rPr>
                <a:t>LLM</a:t>
              </a:r>
            </a:p>
          </p:txBody>
        </p:sp>
        <p:sp>
          <p:nvSpPr>
            <p:cNvPr id="95" name="Program"/>
            <p:cNvSpPr txBox="1"/>
            <p:nvPr/>
          </p:nvSpPr>
          <p:spPr>
            <a:xfrm>
              <a:off x="14927423" y="1917954"/>
              <a:ext cx="1125026" cy="370332"/>
            </a:xfrm>
            <a:prstGeom prst="rect">
              <a:avLst/>
            </a:prstGeom>
            <a:noFill/>
          </p:spPr>
          <p:txBody>
            <a:bodyPr wrap="none" lIns="0" rIns="0" tIns="0" bIns="0" anchor="t" anchorCtr="0">
              <a:noAutofit/>
            </a:bodyPr>
            <a:lstStyle/>
            <a:p>
              <a:pPr>
                <a:lnSpc>
                  <a:spcPct val="100000"/>
                </a:lnSpc>
                <a:spcBef>
                  <a:spcPts val="0"/>
                </a:spcBef>
                <a:spcAft>
                  <a:spcPts val="0"/>
                </a:spcAft>
              </a:pPr>
              <a:r>
                <a:rPr sz="2160" b="0" i="0" lang="en-US" dirty="0">
                  <a:solidFill>
                    <a:srgbClr val="000000"/>
                  </a:solidFill>
                  <a:latin typeface="Arial"/>
                  <a:ea typeface="Arial"/>
                  <a:cs typeface="Arial"/>
                </a:rPr>
                <a:t>Program</a:t>
              </a:r>
            </a:p>
          </p:txBody>
        </p:sp>
        <p:sp>
          <p:nvSpPr>
            <p:cNvPr id="96" name="Arrow shaft"/>
            <p:cNvSpPr/>
            <p:nvPr/>
          </p:nvSpPr>
          <p:spPr>
            <a:xfrm>
              <a:off x="7818120" y="2304288"/>
              <a:ext cx="91" cy="145847"/>
            </a:xfrm>
            <a:custGeom>
              <a:avLst/>
              <a:gdLst/>
              <a:ahLst/>
              <a:cxnLst/>
              <a:rect l="0" t="0" r="r" b="b"/>
              <a:pathLst>
                <a:path w="91" h="145847">
                  <a:moveTo>
                    <a:pt x="0" y="0"/>
                  </a:moveTo>
                  <a:lnTo>
                    <a:pt x="0" y="145847"/>
                  </a:lnTo>
                </a:path>
              </a:pathLst>
            </a:custGeom>
            <a:noFill/>
            <a:ln w="32004" cap="flat">
              <a:solidFill>
                <a:srgbClr val="000000"/>
              </a:solidFill>
              <a:round/>
            </a:ln>
            <a:effectLst/>
          </p:spPr>
          <p:txBody>
            <a:bodyPr rtlCol="0" anchor="ctr"/>
            <a:lstStyle/>
            <a:p>
              <a:pPr algn="ctr"/>
            </a:p>
          </p:txBody>
        </p:sp>
        <p:sp>
          <p:nvSpPr>
            <p:cNvPr id="97" name="Arrow head"/>
            <p:cNvSpPr/>
            <p:nvPr/>
          </p:nvSpPr>
          <p:spPr>
            <a:xfrm>
              <a:off x="7726680" y="2395728"/>
              <a:ext cx="182880" cy="155448"/>
            </a:xfrm>
            <a:custGeom>
              <a:avLst/>
              <a:gdLst/>
              <a:ahLst/>
              <a:cxnLst/>
              <a:rect l="0" t="0" r="r" b="b"/>
              <a:pathLst>
                <a:path w="182880" h="155448">
                  <a:moveTo>
                    <a:pt x="91440" y="155448"/>
                  </a:moveTo>
                  <a:lnTo>
                    <a:pt x="0" y="0"/>
                  </a:lnTo>
                  <a:lnTo>
                    <a:pt x="91440" y="41971"/>
                  </a:lnTo>
                  <a:lnTo>
                    <a:pt x="182880" y="0"/>
                  </a:lnTo>
                  <a:close/>
                </a:path>
              </a:pathLst>
            </a:custGeom>
            <a:solidFill>
              <a:srgbClr val="000000"/>
            </a:solidFill>
            <a:ln>
              <a:noFill/>
            </a:ln>
            <a:effectLst/>
          </p:spPr>
          <p:txBody>
            <a:bodyPr rtlCol="0" anchor="ctr"/>
            <a:lstStyle/>
            <a:p>
              <a:pPr algn="ctr"/>
            </a:p>
          </p:txBody>
        </p:sp>
        <p:sp>
          <p:nvSpPr>
            <p:cNvPr id="98" name="Arrow shaft"/>
            <p:cNvSpPr/>
            <p:nvPr/>
          </p:nvSpPr>
          <p:spPr>
            <a:xfrm>
              <a:off x="11631168" y="2304288"/>
              <a:ext cx="91" cy="145847"/>
            </a:xfrm>
            <a:custGeom>
              <a:avLst/>
              <a:gdLst/>
              <a:ahLst/>
              <a:cxnLst/>
              <a:rect l="0" t="0" r="r" b="b"/>
              <a:pathLst>
                <a:path w="91" h="145847">
                  <a:moveTo>
                    <a:pt x="0" y="0"/>
                  </a:moveTo>
                  <a:lnTo>
                    <a:pt x="0" y="145847"/>
                  </a:lnTo>
                </a:path>
              </a:pathLst>
            </a:custGeom>
            <a:noFill/>
            <a:ln w="32004" cap="flat">
              <a:solidFill>
                <a:srgbClr val="000000"/>
              </a:solidFill>
              <a:round/>
            </a:ln>
            <a:effectLst/>
          </p:spPr>
          <p:txBody>
            <a:bodyPr rtlCol="0" anchor="ctr"/>
            <a:lstStyle/>
            <a:p>
              <a:pPr algn="ctr"/>
            </a:p>
          </p:txBody>
        </p:sp>
        <p:sp>
          <p:nvSpPr>
            <p:cNvPr id="99" name="Arrow head"/>
            <p:cNvSpPr/>
            <p:nvPr/>
          </p:nvSpPr>
          <p:spPr>
            <a:xfrm>
              <a:off x="11539728" y="2395728"/>
              <a:ext cx="182880" cy="155448"/>
            </a:xfrm>
            <a:custGeom>
              <a:avLst/>
              <a:gdLst/>
              <a:ahLst/>
              <a:cxnLst/>
              <a:rect l="0" t="0" r="r" b="b"/>
              <a:pathLst>
                <a:path w="182880" h="155448">
                  <a:moveTo>
                    <a:pt x="91440" y="155448"/>
                  </a:moveTo>
                  <a:lnTo>
                    <a:pt x="0" y="0"/>
                  </a:lnTo>
                  <a:lnTo>
                    <a:pt x="91440" y="41971"/>
                  </a:lnTo>
                  <a:lnTo>
                    <a:pt x="182880" y="0"/>
                  </a:lnTo>
                  <a:close/>
                </a:path>
              </a:pathLst>
            </a:custGeom>
            <a:solidFill>
              <a:srgbClr val="000000"/>
            </a:solidFill>
            <a:ln>
              <a:noFill/>
            </a:ln>
            <a:effectLst/>
          </p:spPr>
          <p:txBody>
            <a:bodyPr rtlCol="0" anchor="ctr"/>
            <a:lstStyle/>
            <a:p>
              <a:pPr algn="ctr"/>
            </a:p>
          </p:txBody>
        </p:sp>
        <p:sp>
          <p:nvSpPr>
            <p:cNvPr id="100" name="Arrow shaft"/>
            <p:cNvSpPr/>
            <p:nvPr/>
          </p:nvSpPr>
          <p:spPr>
            <a:xfrm>
              <a:off x="15453360" y="2304288"/>
              <a:ext cx="91" cy="145847"/>
            </a:xfrm>
            <a:custGeom>
              <a:avLst/>
              <a:gdLst/>
              <a:ahLst/>
              <a:cxnLst/>
              <a:rect l="0" t="0" r="r" b="b"/>
              <a:pathLst>
                <a:path w="91" h="145847">
                  <a:moveTo>
                    <a:pt x="0" y="0"/>
                  </a:moveTo>
                  <a:lnTo>
                    <a:pt x="0" y="145847"/>
                  </a:lnTo>
                </a:path>
              </a:pathLst>
            </a:custGeom>
            <a:noFill/>
            <a:ln w="32004" cap="flat">
              <a:solidFill>
                <a:srgbClr val="000000"/>
              </a:solidFill>
              <a:round/>
            </a:ln>
            <a:effectLst/>
          </p:spPr>
          <p:txBody>
            <a:bodyPr rtlCol="0" anchor="ctr"/>
            <a:lstStyle/>
            <a:p>
              <a:pPr algn="ctr"/>
            </a:p>
          </p:txBody>
        </p:sp>
        <p:sp>
          <p:nvSpPr>
            <p:cNvPr id="101" name="Arrow head"/>
            <p:cNvSpPr/>
            <p:nvPr/>
          </p:nvSpPr>
          <p:spPr>
            <a:xfrm>
              <a:off x="15361920" y="2395728"/>
              <a:ext cx="182880" cy="155448"/>
            </a:xfrm>
            <a:custGeom>
              <a:avLst/>
              <a:gdLst/>
              <a:ahLst/>
              <a:cxnLst/>
              <a:rect l="0" t="0" r="r" b="b"/>
              <a:pathLst>
                <a:path w="182880" h="155448">
                  <a:moveTo>
                    <a:pt x="91440" y="155448"/>
                  </a:moveTo>
                  <a:lnTo>
                    <a:pt x="0" y="0"/>
                  </a:lnTo>
                  <a:lnTo>
                    <a:pt x="91440" y="41971"/>
                  </a:lnTo>
                  <a:lnTo>
                    <a:pt x="182880" y="0"/>
                  </a:lnTo>
                  <a:close/>
                </a:path>
              </a:pathLst>
            </a:custGeom>
            <a:solidFill>
              <a:srgbClr val="000000"/>
            </a:solidFill>
            <a:ln>
              <a:noFill/>
            </a:ln>
            <a:effectLst/>
          </p:spPr>
          <p:txBody>
            <a:bodyPr rtlCol="0" anchor="ctr"/>
            <a:lstStyle/>
            <a:p>
              <a:pPr algn="ctr"/>
            </a:p>
          </p:txBody>
        </p:sp>
        <p:sp>
          <p:nvSpPr>
            <p:cNvPr id="102" name="Action Rules box"/>
            <p:cNvSpPr/>
            <p:nvPr/>
          </p:nvSpPr>
          <p:spPr>
            <a:xfrm>
              <a:off x="5989320" y="2560320"/>
              <a:ext cx="3657600" cy="1828800"/>
            </a:xfrm>
            <a:custGeom>
              <a:avLst/>
              <a:gdLst/>
              <a:ahLst/>
              <a:cxnLst/>
              <a:rect l="0" t="0" r="r" b="b"/>
              <a:pathLst>
                <a:path w="3657600" h="1828800">
                  <a:moveTo>
                    <a:pt x="146304" y="0"/>
                  </a:moveTo>
                  <a:lnTo>
                    <a:pt x="3511296" y="0"/>
                  </a:lnTo>
                  <a:cubicBezTo>
                    <a:pt x="3592097" y="0"/>
                    <a:pt x="3657600" y="65503"/>
                    <a:pt x="3657600" y="146304"/>
                  </a:cubicBezTo>
                  <a:lnTo>
                    <a:pt x="3657600" y="1682496"/>
                  </a:lnTo>
                  <a:cubicBezTo>
                    <a:pt x="3657600" y="1763297"/>
                    <a:pt x="3592097" y="1828800"/>
                    <a:pt x="3511296" y="1828800"/>
                  </a:cubicBezTo>
                  <a:lnTo>
                    <a:pt x="146304" y="1828800"/>
                  </a:lnTo>
                  <a:cubicBezTo>
                    <a:pt x="65503" y="1828800"/>
                    <a:pt x="0" y="1763297"/>
                    <a:pt x="0" y="1682496"/>
                  </a:cubicBezTo>
                  <a:lnTo>
                    <a:pt x="0" y="146304"/>
                  </a:lnTo>
                  <a:cubicBezTo>
                    <a:pt x="0" y="65503"/>
                    <a:pt x="65503" y="0"/>
                    <a:pt x="146304" y="0"/>
                  </a:cubicBezTo>
                  <a:close/>
                </a:path>
              </a:pathLst>
            </a:custGeom>
            <a:solidFill>
              <a:srgbClr val="FFFFFF"/>
            </a:solidFill>
            <a:ln w="32004" cap="flat">
              <a:solidFill>
                <a:srgbClr val="000000"/>
              </a:solidFill>
              <a:round/>
            </a:ln>
            <a:effectLst/>
          </p:spPr>
          <p:txBody>
            <a:bodyPr rtlCol="0" anchor="ctr"/>
            <a:lstStyle/>
            <a:p>
              <a:pPr algn="ctr"/>
            </a:p>
          </p:txBody>
        </p:sp>
        <p:sp>
          <p:nvSpPr>
            <p:cNvPr id="103" name="Knowledge Graph box"/>
            <p:cNvSpPr/>
            <p:nvPr/>
          </p:nvSpPr>
          <p:spPr>
            <a:xfrm>
              <a:off x="9802368" y="2560320"/>
              <a:ext cx="3657600" cy="1828800"/>
            </a:xfrm>
            <a:custGeom>
              <a:avLst/>
              <a:gdLst/>
              <a:ahLst/>
              <a:cxnLst/>
              <a:rect l="0" t="0" r="r" b="b"/>
              <a:pathLst>
                <a:path w="3657600" h="1828800">
                  <a:moveTo>
                    <a:pt x="146304" y="0"/>
                  </a:moveTo>
                  <a:lnTo>
                    <a:pt x="3511296" y="0"/>
                  </a:lnTo>
                  <a:cubicBezTo>
                    <a:pt x="3592097" y="0"/>
                    <a:pt x="3657600" y="65503"/>
                    <a:pt x="3657600" y="146304"/>
                  </a:cubicBezTo>
                  <a:lnTo>
                    <a:pt x="3657600" y="1682496"/>
                  </a:lnTo>
                  <a:cubicBezTo>
                    <a:pt x="3657600" y="1763297"/>
                    <a:pt x="3592097" y="1828800"/>
                    <a:pt x="3511296" y="1828800"/>
                  </a:cubicBezTo>
                  <a:lnTo>
                    <a:pt x="146304" y="1828800"/>
                  </a:lnTo>
                  <a:cubicBezTo>
                    <a:pt x="65503" y="1828800"/>
                    <a:pt x="0" y="1763297"/>
                    <a:pt x="0" y="1682496"/>
                  </a:cubicBezTo>
                  <a:lnTo>
                    <a:pt x="0" y="146304"/>
                  </a:lnTo>
                  <a:cubicBezTo>
                    <a:pt x="0" y="65503"/>
                    <a:pt x="65503" y="0"/>
                    <a:pt x="146304" y="0"/>
                  </a:cubicBezTo>
                  <a:close/>
                </a:path>
              </a:pathLst>
            </a:custGeom>
            <a:solidFill>
              <a:srgbClr val="FFFFFF"/>
            </a:solidFill>
            <a:ln w="32004" cap="flat">
              <a:solidFill>
                <a:srgbClr val="000000"/>
              </a:solidFill>
              <a:round/>
            </a:ln>
            <a:effectLst/>
          </p:spPr>
          <p:txBody>
            <a:bodyPr rtlCol="0" anchor="ctr"/>
            <a:lstStyle/>
            <a:p>
              <a:pPr algn="ctr"/>
            </a:p>
          </p:txBody>
        </p:sp>
        <p:sp>
          <p:nvSpPr>
            <p:cNvPr id="104" name="Scene Graph box"/>
            <p:cNvSpPr/>
            <p:nvPr/>
          </p:nvSpPr>
          <p:spPr>
            <a:xfrm>
              <a:off x="13615416" y="2560320"/>
              <a:ext cx="3675888" cy="1828800"/>
            </a:xfrm>
            <a:custGeom>
              <a:avLst/>
              <a:gdLst/>
              <a:ahLst/>
              <a:cxnLst/>
              <a:rect l="0" t="0" r="r" b="b"/>
              <a:pathLst>
                <a:path w="3675888" h="1828800">
                  <a:moveTo>
                    <a:pt x="146304" y="0"/>
                  </a:moveTo>
                  <a:lnTo>
                    <a:pt x="3529584" y="0"/>
                  </a:lnTo>
                  <a:cubicBezTo>
                    <a:pt x="3610385" y="0"/>
                    <a:pt x="3675888" y="65503"/>
                    <a:pt x="3675888" y="146304"/>
                  </a:cubicBezTo>
                  <a:lnTo>
                    <a:pt x="3675888" y="1682496"/>
                  </a:lnTo>
                  <a:cubicBezTo>
                    <a:pt x="3675888" y="1763297"/>
                    <a:pt x="3610385" y="1828800"/>
                    <a:pt x="3529584" y="1828800"/>
                  </a:cubicBezTo>
                  <a:lnTo>
                    <a:pt x="146304" y="1828800"/>
                  </a:lnTo>
                  <a:cubicBezTo>
                    <a:pt x="65503" y="1828800"/>
                    <a:pt x="0" y="1763297"/>
                    <a:pt x="0" y="1682496"/>
                  </a:cubicBezTo>
                  <a:lnTo>
                    <a:pt x="0" y="146304"/>
                  </a:lnTo>
                  <a:cubicBezTo>
                    <a:pt x="0" y="65503"/>
                    <a:pt x="65503" y="0"/>
                    <a:pt x="146304" y="0"/>
                  </a:cubicBezTo>
                  <a:close/>
                </a:path>
              </a:pathLst>
            </a:custGeom>
            <a:solidFill>
              <a:srgbClr val="FFFFFF"/>
            </a:solidFill>
            <a:ln w="32004" cap="flat">
              <a:solidFill>
                <a:srgbClr val="000000"/>
              </a:solidFill>
              <a:round/>
            </a:ln>
            <a:effectLst/>
          </p:spPr>
          <p:txBody>
            <a:bodyPr rtlCol="0" anchor="ctr"/>
            <a:lstStyle/>
            <a:p>
              <a:pPr algn="ctr"/>
            </a:p>
          </p:txBody>
        </p:sp>
        <p:sp>
          <p:nvSpPr>
            <p:cNvPr id="105" name="Action Rules"/>
            <p:cNvSpPr txBox="1"/>
            <p:nvPr/>
          </p:nvSpPr>
          <p:spPr>
            <a:xfrm>
              <a:off x="7009299" y="2566264"/>
              <a:ext cx="1526202"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Arial"/>
                  <a:ea typeface="Arial"/>
                  <a:cs typeface="Arial"/>
                </a:rPr>
                <a:t>Action Rules</a:t>
              </a:r>
            </a:p>
          </p:txBody>
        </p:sp>
        <p:sp>
          <p:nvSpPr>
            <p:cNvPr id="106" name="Knowledge Graph"/>
            <p:cNvSpPr txBox="1"/>
            <p:nvPr/>
          </p:nvSpPr>
          <p:spPr>
            <a:xfrm>
              <a:off x="10614080" y="2566264"/>
              <a:ext cx="2107328"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Arial"/>
                  <a:ea typeface="Arial"/>
                  <a:cs typeface="Arial"/>
                </a:rPr>
                <a:t>Knowledge Graph</a:t>
              </a:r>
            </a:p>
          </p:txBody>
        </p:sp>
        <p:sp>
          <p:nvSpPr>
            <p:cNvPr id="107" name="Scene Graph"/>
            <p:cNvSpPr txBox="1"/>
            <p:nvPr/>
          </p:nvSpPr>
          <p:spPr>
            <a:xfrm>
              <a:off x="14720044" y="2566264"/>
              <a:ext cx="1539784"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Arial"/>
                  <a:ea typeface="Arial"/>
                  <a:cs typeface="Arial"/>
                </a:rPr>
                <a:t>Scene Graph</a:t>
              </a:r>
            </a:p>
          </p:txBody>
        </p:sp>
        <p:grpSp>
          <p:nvGrpSpPr>
            <p:cNvPr id="108" name="Learned action rules editable text"/>
            <p:cNvGrpSpPr/>
            <p:nvPr/>
          </p:nvGrpSpPr>
          <p:grpSpPr>
            <a:xfrm>
              <a:off x="6080760" y="2862200"/>
              <a:ext cx="3523000" cy="1475567"/>
              <a:chOff x="6080760" y="2862200"/>
              <a:chExt cx="3523000" cy="1475567"/>
            </a:xfrm>
          </p:grpSpPr>
          <p:sp>
            <p:nvSpPr>
              <p:cNvPr id="109" name="1. For action 'craft',"/>
              <p:cNvSpPr txBox="1"/>
              <p:nvPr/>
            </p:nvSpPr>
            <p:spPr>
              <a:xfrm>
                <a:off x="6080760" y="2862200"/>
                <a:ext cx="3235513"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1. For action 'craft',</a:t>
                </a:r>
              </a:p>
            </p:txBody>
          </p:sp>
          <p:sp>
            <p:nvSpPr>
              <p:cNvPr id="110" name="if the player does not"/>
              <p:cNvSpPr txBox="1"/>
              <p:nvPr/>
            </p:nvSpPr>
            <p:spPr>
              <a:xfrm>
                <a:off x="6080760" y="3145664"/>
                <a:ext cx="3235513"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if the player does not</a:t>
                </a:r>
              </a:p>
            </p:txBody>
          </p:sp>
          <p:sp>
            <p:nvSpPr>
              <p:cNvPr id="111" name="have enough materials..."/>
              <p:cNvSpPr txBox="1"/>
              <p:nvPr/>
            </p:nvSpPr>
            <p:spPr>
              <a:xfrm>
                <a:off x="6080760" y="3438272"/>
                <a:ext cx="3523000"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have enough materials...</a:t>
                </a:r>
              </a:p>
            </p:txBody>
          </p:sp>
          <p:sp>
            <p:nvSpPr>
              <p:cNvPr id="112" name="the action will fail"/>
              <p:cNvSpPr txBox="1"/>
              <p:nvPr/>
            </p:nvSpPr>
            <p:spPr>
              <a:xfrm>
                <a:off x="6080760" y="3721736"/>
                <a:ext cx="2948026"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the action will fail</a:t>
                </a:r>
              </a:p>
            </p:txBody>
          </p:sp>
          <p:sp>
            <p:nvSpPr>
              <p:cNvPr id="113" name="2. For action ..."/>
              <p:cNvSpPr txBox="1"/>
              <p:nvPr/>
            </p:nvSpPr>
            <p:spPr>
              <a:xfrm>
                <a:off x="6080760" y="4014344"/>
                <a:ext cx="2516795"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2. For action ...</a:t>
                </a:r>
              </a:p>
            </p:txBody>
          </p:sp>
        </p:grpSp>
        <p:grpSp>
          <p:nvGrpSpPr>
            <p:cNvPr id="114" name="Knowledge graph with editable icons and edges"/>
            <p:cNvGrpSpPr/>
            <p:nvPr/>
          </p:nvGrpSpPr>
          <p:grpSpPr>
            <a:xfrm>
              <a:off x="10467594" y="2907792"/>
              <a:ext cx="2205990" cy="850392"/>
              <a:chOff x="10467594" y="2907792"/>
              <a:chExt cx="2205990" cy="850392"/>
            </a:xfrm>
          </p:grpSpPr>
          <p:sp>
            <p:nvSpPr>
              <p:cNvPr id="115" name="Wood to crafting table shaft"/>
              <p:cNvSpPr/>
              <p:nvPr/>
            </p:nvSpPr>
            <p:spPr>
              <a:xfrm>
                <a:off x="11585448" y="3127943"/>
                <a:ext cx="650600" cy="8449"/>
              </a:xfrm>
              <a:custGeom>
                <a:avLst/>
                <a:gdLst/>
                <a:ahLst/>
                <a:cxnLst/>
                <a:rect l="0" t="0" r="r" b="b"/>
                <a:pathLst>
                  <a:path w="650600" h="8449">
                    <a:moveTo>
                      <a:pt x="0" y="8449"/>
                    </a:moveTo>
                    <a:lnTo>
                      <a:pt x="650600" y="0"/>
                    </a:lnTo>
                  </a:path>
                </a:pathLst>
              </a:custGeom>
              <a:noFill/>
              <a:ln w="15545" cap="flat">
                <a:solidFill>
                  <a:srgbClr val="000000"/>
                </a:solidFill>
                <a:round/>
              </a:ln>
              <a:effectLst/>
            </p:spPr>
            <p:txBody>
              <a:bodyPr rtlCol="0" anchor="ctr"/>
              <a:lstStyle/>
              <a:p>
                <a:pPr algn="ctr"/>
              </a:p>
            </p:txBody>
          </p:sp>
          <p:sp>
            <p:nvSpPr>
              <p:cNvPr id="116" name="Wood to crafting table head"/>
              <p:cNvSpPr/>
              <p:nvPr/>
            </p:nvSpPr>
            <p:spPr>
              <a:xfrm>
                <a:off x="12206713" y="3087172"/>
                <a:ext cx="82823" cy="82289"/>
              </a:xfrm>
              <a:custGeom>
                <a:avLst/>
                <a:gdLst/>
                <a:ahLst/>
                <a:cxnLst/>
                <a:rect l="0" t="0" r="r" b="b"/>
                <a:pathLst>
                  <a:path w="82823" h="82289">
                    <a:moveTo>
                      <a:pt x="82823" y="40076"/>
                    </a:moveTo>
                    <a:lnTo>
                      <a:pt x="1069" y="82289"/>
                    </a:lnTo>
                    <a:lnTo>
                      <a:pt x="22752" y="40856"/>
                    </a:lnTo>
                    <a:lnTo>
                      <a:pt x="0" y="0"/>
                    </a:lnTo>
                    <a:close/>
                  </a:path>
                </a:pathLst>
              </a:custGeom>
              <a:solidFill>
                <a:srgbClr val="000000"/>
              </a:solidFill>
              <a:ln>
                <a:noFill/>
              </a:ln>
              <a:effectLst/>
            </p:spPr>
            <p:txBody>
              <a:bodyPr rtlCol="0" anchor="ctr"/>
              <a:lstStyle/>
              <a:p>
                <a:pPr algn="ctr"/>
              </a:p>
            </p:txBody>
          </p:sp>
          <p:sp>
            <p:nvSpPr>
              <p:cNvPr id="117" name="Wood to pickaxe shaft"/>
              <p:cNvSpPr/>
              <p:nvPr/>
            </p:nvSpPr>
            <p:spPr>
              <a:xfrm>
                <a:off x="10911770" y="3246120"/>
                <a:ext cx="253054" cy="115025"/>
              </a:xfrm>
              <a:custGeom>
                <a:avLst/>
                <a:gdLst/>
                <a:ahLst/>
                <a:cxnLst/>
                <a:rect l="0" t="0" r="r" b="b"/>
                <a:pathLst>
                  <a:path w="253054" h="115025">
                    <a:moveTo>
                      <a:pt x="253054" y="0"/>
                    </a:moveTo>
                    <a:lnTo>
                      <a:pt x="0" y="115025"/>
                    </a:lnTo>
                  </a:path>
                </a:pathLst>
              </a:custGeom>
              <a:noFill/>
              <a:ln w="15545" cap="flat">
                <a:solidFill>
                  <a:srgbClr val="000000"/>
                </a:solidFill>
                <a:round/>
              </a:ln>
              <a:effectLst/>
            </p:spPr>
            <p:txBody>
              <a:bodyPr rtlCol="0" anchor="ctr"/>
              <a:lstStyle/>
              <a:p>
                <a:pPr algn="ctr"/>
              </a:p>
            </p:txBody>
          </p:sp>
          <p:sp>
            <p:nvSpPr>
              <p:cNvPr id="118" name="Wood to pickaxe head"/>
              <p:cNvSpPr/>
              <p:nvPr/>
            </p:nvSpPr>
            <p:spPr>
              <a:xfrm>
                <a:off x="10863072" y="3311766"/>
                <a:ext cx="91947" cy="74920"/>
              </a:xfrm>
              <a:custGeom>
                <a:avLst/>
                <a:gdLst/>
                <a:ahLst/>
                <a:cxnLst/>
                <a:rect l="0" t="0" r="r" b="b"/>
                <a:pathLst>
                  <a:path w="91947" h="74920">
                    <a:moveTo>
                      <a:pt x="0" y="71514"/>
                    </a:moveTo>
                    <a:lnTo>
                      <a:pt x="57892" y="0"/>
                    </a:lnTo>
                    <a:lnTo>
                      <a:pt x="54691" y="46654"/>
                    </a:lnTo>
                    <a:lnTo>
                      <a:pt x="91947" y="74920"/>
                    </a:lnTo>
                    <a:close/>
                  </a:path>
                </a:pathLst>
              </a:custGeom>
              <a:solidFill>
                <a:srgbClr val="000000"/>
              </a:solidFill>
              <a:ln>
                <a:noFill/>
              </a:ln>
              <a:effectLst/>
            </p:spPr>
            <p:txBody>
              <a:bodyPr rtlCol="0" anchor="ctr"/>
              <a:lstStyle/>
              <a:p>
                <a:pPr algn="ctr"/>
              </a:p>
            </p:txBody>
          </p:sp>
          <p:sp>
            <p:nvSpPr>
              <p:cNvPr id="119" name="Crafting table to pickaxe shaft"/>
              <p:cNvSpPr/>
              <p:nvPr/>
            </p:nvSpPr>
            <p:spPr>
              <a:xfrm>
                <a:off x="10915686" y="3227832"/>
                <a:ext cx="1392138" cy="255519"/>
              </a:xfrm>
              <a:custGeom>
                <a:avLst/>
                <a:gdLst/>
                <a:ahLst/>
                <a:cxnLst/>
                <a:rect l="0" t="0" r="r" b="b"/>
                <a:pathLst>
                  <a:path w="1392138" h="255519">
                    <a:moveTo>
                      <a:pt x="1392138" y="0"/>
                    </a:moveTo>
                    <a:lnTo>
                      <a:pt x="0" y="255519"/>
                    </a:lnTo>
                  </a:path>
                </a:pathLst>
              </a:custGeom>
              <a:noFill/>
              <a:ln w="15545" cap="flat">
                <a:solidFill>
                  <a:srgbClr val="000000"/>
                </a:solidFill>
                <a:round/>
              </a:ln>
              <a:effectLst/>
            </p:spPr>
            <p:txBody>
              <a:bodyPr rtlCol="0" anchor="ctr"/>
              <a:lstStyle/>
              <a:p>
                <a:pPr algn="ctr"/>
              </a:p>
            </p:txBody>
          </p:sp>
          <p:sp>
            <p:nvSpPr>
              <p:cNvPr id="120" name="Crafting table to pickaxe head"/>
              <p:cNvSpPr/>
              <p:nvPr/>
            </p:nvSpPr>
            <p:spPr>
              <a:xfrm>
                <a:off x="10863072" y="3437679"/>
                <a:ext cx="88372" cy="80944"/>
              </a:xfrm>
              <a:custGeom>
                <a:avLst/>
                <a:gdLst/>
                <a:ahLst/>
                <a:cxnLst/>
                <a:rect l="0" t="0" r="r" b="b"/>
                <a:pathLst>
                  <a:path w="88372" h="80944">
                    <a:moveTo>
                      <a:pt x="0" y="55329"/>
                    </a:moveTo>
                    <a:lnTo>
                      <a:pt x="73515" y="0"/>
                    </a:lnTo>
                    <a:lnTo>
                      <a:pt x="59089" y="44483"/>
                    </a:lnTo>
                    <a:lnTo>
                      <a:pt x="88372" y="80944"/>
                    </a:lnTo>
                    <a:close/>
                  </a:path>
                </a:pathLst>
              </a:custGeom>
              <a:solidFill>
                <a:srgbClr val="000000"/>
              </a:solidFill>
              <a:ln>
                <a:noFill/>
              </a:ln>
              <a:effectLst/>
            </p:spPr>
            <p:txBody>
              <a:bodyPr rtlCol="0" anchor="ctr"/>
              <a:lstStyle/>
              <a:p>
                <a:pPr algn="ctr"/>
              </a:p>
            </p:txBody>
          </p:sp>
          <p:sp>
            <p:nvSpPr>
              <p:cNvPr id="121" name="Pickaxe to cobblestone shaft"/>
              <p:cNvSpPr/>
              <p:nvPr/>
            </p:nvSpPr>
            <p:spPr>
              <a:xfrm>
                <a:off x="10863072" y="3566717"/>
                <a:ext cx="824335" cy="8587"/>
              </a:xfrm>
              <a:custGeom>
                <a:avLst/>
                <a:gdLst/>
                <a:ahLst/>
                <a:cxnLst/>
                <a:rect l="0" t="0" r="r" b="b"/>
                <a:pathLst>
                  <a:path w="824335" h="8587">
                    <a:moveTo>
                      <a:pt x="0" y="8587"/>
                    </a:moveTo>
                    <a:lnTo>
                      <a:pt x="824335" y="0"/>
                    </a:lnTo>
                  </a:path>
                </a:pathLst>
              </a:custGeom>
              <a:noFill/>
              <a:ln w="15545" cap="flat">
                <a:solidFill>
                  <a:srgbClr val="000000"/>
                </a:solidFill>
                <a:round/>
              </a:ln>
              <a:effectLst/>
            </p:spPr>
            <p:txBody>
              <a:bodyPr rtlCol="0" anchor="ctr"/>
              <a:lstStyle/>
              <a:p>
                <a:pPr algn="ctr"/>
              </a:p>
            </p:txBody>
          </p:sp>
          <p:sp>
            <p:nvSpPr>
              <p:cNvPr id="122" name="Pickaxe to cobblestone head"/>
              <p:cNvSpPr/>
              <p:nvPr/>
            </p:nvSpPr>
            <p:spPr>
              <a:xfrm>
                <a:off x="11658176" y="3525871"/>
                <a:ext cx="82720" cy="82292"/>
              </a:xfrm>
              <a:custGeom>
                <a:avLst/>
                <a:gdLst/>
                <a:ahLst/>
                <a:cxnLst/>
                <a:rect l="0" t="0" r="r" b="b"/>
                <a:pathLst>
                  <a:path w="82720" h="82292">
                    <a:moveTo>
                      <a:pt x="82720" y="40289"/>
                    </a:moveTo>
                    <a:lnTo>
                      <a:pt x="857" y="82292"/>
                    </a:lnTo>
                    <a:lnTo>
                      <a:pt x="22647" y="40914"/>
                    </a:lnTo>
                    <a:lnTo>
                      <a:pt x="0" y="0"/>
                    </a:lnTo>
                    <a:close/>
                  </a:path>
                </a:pathLst>
              </a:custGeom>
              <a:solidFill>
                <a:srgbClr val="000000"/>
              </a:solidFill>
              <a:ln>
                <a:noFill/>
              </a:ln>
              <a:effectLst/>
            </p:spPr>
            <p:txBody>
              <a:bodyPr rtlCol="0" anchor="ctr"/>
              <a:lstStyle/>
              <a:p>
                <a:pPr algn="ctr"/>
              </a:p>
            </p:txBody>
          </p:sp>
          <p:grpSp>
            <p:nvGrpSpPr>
              <p:cNvPr id="123" name="Wood editable pixel-art block"/>
              <p:cNvGrpSpPr/>
              <p:nvPr/>
            </p:nvGrpSpPr>
            <p:grpSpPr>
              <a:xfrm>
                <a:off x="11173968" y="2907792"/>
                <a:ext cx="365760" cy="411480"/>
                <a:chOff x="11173968" y="2907792"/>
                <a:chExt cx="365760" cy="411480"/>
              </a:xfrm>
            </p:grpSpPr>
            <p:sp>
              <p:nvSpPr>
                <p:cNvPr id="124" name="Wood top ring 0,0"/>
                <p:cNvSpPr/>
                <p:nvPr/>
              </p:nvSpPr>
              <p:spPr>
                <a:xfrm>
                  <a:off x="11335715" y="290779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25" name="Wood top ring 1,0"/>
                <p:cNvSpPr/>
                <p:nvPr/>
              </p:nvSpPr>
              <p:spPr>
                <a:xfrm>
                  <a:off x="11356035" y="291795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26" name="Wood top ring 2,0"/>
                <p:cNvSpPr/>
                <p:nvPr/>
              </p:nvSpPr>
              <p:spPr>
                <a:xfrm>
                  <a:off x="11376355" y="292811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27" name="Wood top ring 3,0"/>
                <p:cNvSpPr/>
                <p:nvPr/>
              </p:nvSpPr>
              <p:spPr>
                <a:xfrm>
                  <a:off x="11396675" y="293827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28" name="Wood top ring 4,0"/>
                <p:cNvSpPr/>
                <p:nvPr/>
              </p:nvSpPr>
              <p:spPr>
                <a:xfrm>
                  <a:off x="11416995" y="294843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29" name="Wood top ring 5,0"/>
                <p:cNvSpPr/>
                <p:nvPr/>
              </p:nvSpPr>
              <p:spPr>
                <a:xfrm>
                  <a:off x="11437315" y="295859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30" name="Wood top ring 6,0"/>
                <p:cNvSpPr/>
                <p:nvPr/>
              </p:nvSpPr>
              <p:spPr>
                <a:xfrm>
                  <a:off x="11457635" y="296875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31" name="Wood top ring 7,0"/>
                <p:cNvSpPr/>
                <p:nvPr/>
              </p:nvSpPr>
              <p:spPr>
                <a:xfrm>
                  <a:off x="11477955" y="297891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32" name="Wood top ring 8,0"/>
                <p:cNvSpPr/>
                <p:nvPr/>
              </p:nvSpPr>
              <p:spPr>
                <a:xfrm>
                  <a:off x="11498275" y="2989072"/>
                  <a:ext cx="41453" cy="20726"/>
                </a:xfrm>
                <a:custGeom>
                  <a:avLst/>
                  <a:gdLst/>
                  <a:ahLst/>
                  <a:cxnLst/>
                  <a:rect l="0" t="0" r="r" b="b"/>
                  <a:pathLst>
                    <a:path w="41453" h="20726">
                      <a:moveTo>
                        <a:pt x="21133" y="0"/>
                      </a:moveTo>
                      <a:lnTo>
                        <a:pt x="41453" y="10160"/>
                      </a:lnTo>
                      <a:lnTo>
                        <a:pt x="20320" y="20726"/>
                      </a:lnTo>
                      <a:lnTo>
                        <a:pt x="0" y="10566"/>
                      </a:lnTo>
                      <a:close/>
                    </a:path>
                  </a:pathLst>
                </a:custGeom>
                <a:solidFill>
                  <a:srgbClr val="76613A"/>
                </a:solidFill>
                <a:ln>
                  <a:noFill/>
                </a:ln>
                <a:effectLst/>
              </p:spPr>
              <p:txBody>
                <a:bodyPr rtlCol="0" anchor="ctr"/>
                <a:lstStyle/>
                <a:p>
                  <a:pPr algn="ctr"/>
                </a:p>
              </p:txBody>
            </p:sp>
            <p:sp>
              <p:nvSpPr>
                <p:cNvPr id="133" name="Wood top ring 0,1"/>
                <p:cNvSpPr/>
                <p:nvPr/>
              </p:nvSpPr>
              <p:spPr>
                <a:xfrm>
                  <a:off x="11315395" y="291795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34" name="Wood top ring 1,1"/>
                <p:cNvSpPr/>
                <p:nvPr/>
              </p:nvSpPr>
              <p:spPr>
                <a:xfrm>
                  <a:off x="11335715" y="292811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35" name="Wood top ring 2,1"/>
                <p:cNvSpPr/>
                <p:nvPr/>
              </p:nvSpPr>
              <p:spPr>
                <a:xfrm>
                  <a:off x="11356035" y="293827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36" name="Wood top ring 3,1"/>
                <p:cNvSpPr/>
                <p:nvPr/>
              </p:nvSpPr>
              <p:spPr>
                <a:xfrm>
                  <a:off x="11376355" y="294843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37" name="Wood top ring 4,1"/>
                <p:cNvSpPr/>
                <p:nvPr/>
              </p:nvSpPr>
              <p:spPr>
                <a:xfrm>
                  <a:off x="11396675" y="295859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38" name="Wood top ring 5,1"/>
                <p:cNvSpPr/>
                <p:nvPr/>
              </p:nvSpPr>
              <p:spPr>
                <a:xfrm>
                  <a:off x="11416995" y="296875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39" name="Wood top ring 6,1"/>
                <p:cNvSpPr/>
                <p:nvPr/>
              </p:nvSpPr>
              <p:spPr>
                <a:xfrm>
                  <a:off x="11437315" y="297891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40" name="Wood top ring 7,1"/>
                <p:cNvSpPr/>
                <p:nvPr/>
              </p:nvSpPr>
              <p:spPr>
                <a:xfrm>
                  <a:off x="11457635" y="298907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41" name="Wood top ring 8,1"/>
                <p:cNvSpPr/>
                <p:nvPr/>
              </p:nvSpPr>
              <p:spPr>
                <a:xfrm>
                  <a:off x="11477955" y="2999232"/>
                  <a:ext cx="41453" cy="20726"/>
                </a:xfrm>
                <a:custGeom>
                  <a:avLst/>
                  <a:gdLst/>
                  <a:ahLst/>
                  <a:cxnLst/>
                  <a:rect l="0" t="0" r="r" b="b"/>
                  <a:pathLst>
                    <a:path w="41453" h="20726">
                      <a:moveTo>
                        <a:pt x="21133" y="0"/>
                      </a:moveTo>
                      <a:lnTo>
                        <a:pt x="41453" y="10160"/>
                      </a:lnTo>
                      <a:lnTo>
                        <a:pt x="20320" y="20726"/>
                      </a:lnTo>
                      <a:lnTo>
                        <a:pt x="0" y="10566"/>
                      </a:lnTo>
                      <a:close/>
                    </a:path>
                  </a:pathLst>
                </a:custGeom>
                <a:solidFill>
                  <a:srgbClr val="76613A"/>
                </a:solidFill>
                <a:ln>
                  <a:noFill/>
                </a:ln>
                <a:effectLst/>
              </p:spPr>
              <p:txBody>
                <a:bodyPr rtlCol="0" anchor="ctr"/>
                <a:lstStyle/>
                <a:p>
                  <a:pPr algn="ctr"/>
                </a:p>
              </p:txBody>
            </p:sp>
            <p:sp>
              <p:nvSpPr>
                <p:cNvPr id="142" name="Wood top ring 0,2"/>
                <p:cNvSpPr/>
                <p:nvPr/>
              </p:nvSpPr>
              <p:spPr>
                <a:xfrm>
                  <a:off x="11295075" y="292811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43" name="Wood top ring 1,2"/>
                <p:cNvSpPr/>
                <p:nvPr/>
              </p:nvSpPr>
              <p:spPr>
                <a:xfrm>
                  <a:off x="11315395" y="293827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44" name="Wood top ring 2,2"/>
                <p:cNvSpPr/>
                <p:nvPr/>
              </p:nvSpPr>
              <p:spPr>
                <a:xfrm>
                  <a:off x="11335715" y="294843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45" name="Wood top ring 3,2"/>
                <p:cNvSpPr/>
                <p:nvPr/>
              </p:nvSpPr>
              <p:spPr>
                <a:xfrm>
                  <a:off x="11356035" y="295859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46" name="Wood top ring 4,2"/>
                <p:cNvSpPr/>
                <p:nvPr/>
              </p:nvSpPr>
              <p:spPr>
                <a:xfrm>
                  <a:off x="11376355" y="296875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47" name="Wood top ring 5,2"/>
                <p:cNvSpPr/>
                <p:nvPr/>
              </p:nvSpPr>
              <p:spPr>
                <a:xfrm>
                  <a:off x="11396675" y="297891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48" name="Wood top ring 6,2"/>
                <p:cNvSpPr/>
                <p:nvPr/>
              </p:nvSpPr>
              <p:spPr>
                <a:xfrm>
                  <a:off x="11416995" y="298907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49" name="Wood top ring 7,2"/>
                <p:cNvSpPr/>
                <p:nvPr/>
              </p:nvSpPr>
              <p:spPr>
                <a:xfrm>
                  <a:off x="11437315" y="299923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50" name="Wood top ring 8,2"/>
                <p:cNvSpPr/>
                <p:nvPr/>
              </p:nvSpPr>
              <p:spPr>
                <a:xfrm>
                  <a:off x="11457635" y="3009392"/>
                  <a:ext cx="41453" cy="20726"/>
                </a:xfrm>
                <a:custGeom>
                  <a:avLst/>
                  <a:gdLst/>
                  <a:ahLst/>
                  <a:cxnLst/>
                  <a:rect l="0" t="0" r="r" b="b"/>
                  <a:pathLst>
                    <a:path w="41453" h="20726">
                      <a:moveTo>
                        <a:pt x="21133" y="0"/>
                      </a:moveTo>
                      <a:lnTo>
                        <a:pt x="41453" y="10160"/>
                      </a:lnTo>
                      <a:lnTo>
                        <a:pt x="20320" y="20726"/>
                      </a:lnTo>
                      <a:lnTo>
                        <a:pt x="0" y="10566"/>
                      </a:lnTo>
                      <a:close/>
                    </a:path>
                  </a:pathLst>
                </a:custGeom>
                <a:solidFill>
                  <a:srgbClr val="76613A"/>
                </a:solidFill>
                <a:ln>
                  <a:noFill/>
                </a:ln>
                <a:effectLst/>
              </p:spPr>
              <p:txBody>
                <a:bodyPr rtlCol="0" anchor="ctr"/>
                <a:lstStyle/>
                <a:p>
                  <a:pPr algn="ctr"/>
                </a:p>
              </p:txBody>
            </p:sp>
            <p:sp>
              <p:nvSpPr>
                <p:cNvPr id="151" name="Wood top ring 0,3"/>
                <p:cNvSpPr/>
                <p:nvPr/>
              </p:nvSpPr>
              <p:spPr>
                <a:xfrm>
                  <a:off x="11274755" y="293827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52" name="Wood top ring 1,3"/>
                <p:cNvSpPr/>
                <p:nvPr/>
              </p:nvSpPr>
              <p:spPr>
                <a:xfrm>
                  <a:off x="11295075" y="294843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53" name="Wood top ring 2,3"/>
                <p:cNvSpPr/>
                <p:nvPr/>
              </p:nvSpPr>
              <p:spPr>
                <a:xfrm>
                  <a:off x="11315395" y="295859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54" name="Wood top ring 3,3"/>
                <p:cNvSpPr/>
                <p:nvPr/>
              </p:nvSpPr>
              <p:spPr>
                <a:xfrm>
                  <a:off x="11335715" y="296875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84928"/>
                </a:solidFill>
                <a:ln>
                  <a:noFill/>
                </a:ln>
                <a:effectLst/>
              </p:spPr>
              <p:txBody>
                <a:bodyPr rtlCol="0" anchor="ctr"/>
                <a:lstStyle/>
                <a:p>
                  <a:pPr algn="ctr"/>
                </a:p>
              </p:txBody>
            </p:sp>
            <p:sp>
              <p:nvSpPr>
                <p:cNvPr id="155" name="Wood top ring 4,3"/>
                <p:cNvSpPr/>
                <p:nvPr/>
              </p:nvSpPr>
              <p:spPr>
                <a:xfrm>
                  <a:off x="11356035" y="297891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84928"/>
                </a:solidFill>
                <a:ln>
                  <a:noFill/>
                </a:ln>
                <a:effectLst/>
              </p:spPr>
              <p:txBody>
                <a:bodyPr rtlCol="0" anchor="ctr"/>
                <a:lstStyle/>
                <a:p>
                  <a:pPr algn="ctr"/>
                </a:p>
              </p:txBody>
            </p:sp>
            <p:sp>
              <p:nvSpPr>
                <p:cNvPr id="156" name="Wood top ring 5,3"/>
                <p:cNvSpPr/>
                <p:nvPr/>
              </p:nvSpPr>
              <p:spPr>
                <a:xfrm>
                  <a:off x="11376355" y="298907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84928"/>
                </a:solidFill>
                <a:ln>
                  <a:noFill/>
                </a:ln>
                <a:effectLst/>
              </p:spPr>
              <p:txBody>
                <a:bodyPr rtlCol="0" anchor="ctr"/>
                <a:lstStyle/>
                <a:p>
                  <a:pPr algn="ctr"/>
                </a:p>
              </p:txBody>
            </p:sp>
            <p:sp>
              <p:nvSpPr>
                <p:cNvPr id="157" name="Wood top ring 6,3"/>
                <p:cNvSpPr/>
                <p:nvPr/>
              </p:nvSpPr>
              <p:spPr>
                <a:xfrm>
                  <a:off x="11396675" y="299923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58" name="Wood top ring 7,3"/>
                <p:cNvSpPr/>
                <p:nvPr/>
              </p:nvSpPr>
              <p:spPr>
                <a:xfrm>
                  <a:off x="11416995" y="300939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59" name="Wood top ring 8,3"/>
                <p:cNvSpPr/>
                <p:nvPr/>
              </p:nvSpPr>
              <p:spPr>
                <a:xfrm>
                  <a:off x="11437315" y="3019552"/>
                  <a:ext cx="41453" cy="20726"/>
                </a:xfrm>
                <a:custGeom>
                  <a:avLst/>
                  <a:gdLst/>
                  <a:ahLst/>
                  <a:cxnLst/>
                  <a:rect l="0" t="0" r="r" b="b"/>
                  <a:pathLst>
                    <a:path w="41453" h="20726">
                      <a:moveTo>
                        <a:pt x="21133" y="0"/>
                      </a:moveTo>
                      <a:lnTo>
                        <a:pt x="41453" y="10160"/>
                      </a:lnTo>
                      <a:lnTo>
                        <a:pt x="20320" y="20726"/>
                      </a:lnTo>
                      <a:lnTo>
                        <a:pt x="0" y="10566"/>
                      </a:lnTo>
                      <a:close/>
                    </a:path>
                  </a:pathLst>
                </a:custGeom>
                <a:solidFill>
                  <a:srgbClr val="76613A"/>
                </a:solidFill>
                <a:ln>
                  <a:noFill/>
                </a:ln>
                <a:effectLst/>
              </p:spPr>
              <p:txBody>
                <a:bodyPr rtlCol="0" anchor="ctr"/>
                <a:lstStyle/>
                <a:p>
                  <a:pPr algn="ctr"/>
                </a:p>
              </p:txBody>
            </p:sp>
            <p:sp>
              <p:nvSpPr>
                <p:cNvPr id="160" name="Wood top ring 0,4"/>
                <p:cNvSpPr/>
                <p:nvPr/>
              </p:nvSpPr>
              <p:spPr>
                <a:xfrm>
                  <a:off x="11254435" y="294843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61" name="Wood top ring 1,4"/>
                <p:cNvSpPr/>
                <p:nvPr/>
              </p:nvSpPr>
              <p:spPr>
                <a:xfrm>
                  <a:off x="11274755" y="295859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62" name="Wood top ring 2,4"/>
                <p:cNvSpPr/>
                <p:nvPr/>
              </p:nvSpPr>
              <p:spPr>
                <a:xfrm>
                  <a:off x="11295075" y="296875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63" name="Wood top ring 3,4"/>
                <p:cNvSpPr/>
                <p:nvPr/>
              </p:nvSpPr>
              <p:spPr>
                <a:xfrm>
                  <a:off x="11315395" y="297891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84928"/>
                </a:solidFill>
                <a:ln>
                  <a:noFill/>
                </a:ln>
                <a:effectLst/>
              </p:spPr>
              <p:txBody>
                <a:bodyPr rtlCol="0" anchor="ctr"/>
                <a:lstStyle/>
                <a:p>
                  <a:pPr algn="ctr"/>
                </a:p>
              </p:txBody>
            </p:sp>
            <p:sp>
              <p:nvSpPr>
                <p:cNvPr id="164" name="Wood top ring 4,4"/>
                <p:cNvSpPr/>
                <p:nvPr/>
              </p:nvSpPr>
              <p:spPr>
                <a:xfrm>
                  <a:off x="11335715" y="298907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967C4B"/>
                </a:solidFill>
                <a:ln>
                  <a:noFill/>
                </a:ln>
                <a:effectLst/>
              </p:spPr>
              <p:txBody>
                <a:bodyPr rtlCol="0" anchor="ctr"/>
                <a:lstStyle/>
                <a:p>
                  <a:pPr algn="ctr"/>
                </a:p>
              </p:txBody>
            </p:sp>
            <p:sp>
              <p:nvSpPr>
                <p:cNvPr id="165" name="Wood top ring 5,4"/>
                <p:cNvSpPr/>
                <p:nvPr/>
              </p:nvSpPr>
              <p:spPr>
                <a:xfrm>
                  <a:off x="11356035" y="299923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84928"/>
                </a:solidFill>
                <a:ln>
                  <a:noFill/>
                </a:ln>
                <a:effectLst/>
              </p:spPr>
              <p:txBody>
                <a:bodyPr rtlCol="0" anchor="ctr"/>
                <a:lstStyle/>
                <a:p>
                  <a:pPr algn="ctr"/>
                </a:p>
              </p:txBody>
            </p:sp>
            <p:sp>
              <p:nvSpPr>
                <p:cNvPr id="166" name="Wood top ring 6,4"/>
                <p:cNvSpPr/>
                <p:nvPr/>
              </p:nvSpPr>
              <p:spPr>
                <a:xfrm>
                  <a:off x="11376355" y="300939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67" name="Wood top ring 7,4"/>
                <p:cNvSpPr/>
                <p:nvPr/>
              </p:nvSpPr>
              <p:spPr>
                <a:xfrm>
                  <a:off x="11396675" y="301955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68" name="Wood top ring 8,4"/>
                <p:cNvSpPr/>
                <p:nvPr/>
              </p:nvSpPr>
              <p:spPr>
                <a:xfrm>
                  <a:off x="11416995" y="3029712"/>
                  <a:ext cx="41453" cy="20726"/>
                </a:xfrm>
                <a:custGeom>
                  <a:avLst/>
                  <a:gdLst/>
                  <a:ahLst/>
                  <a:cxnLst/>
                  <a:rect l="0" t="0" r="r" b="b"/>
                  <a:pathLst>
                    <a:path w="41453" h="20726">
                      <a:moveTo>
                        <a:pt x="21133" y="0"/>
                      </a:moveTo>
                      <a:lnTo>
                        <a:pt x="41453" y="10160"/>
                      </a:lnTo>
                      <a:lnTo>
                        <a:pt x="20320" y="20726"/>
                      </a:lnTo>
                      <a:lnTo>
                        <a:pt x="0" y="10566"/>
                      </a:lnTo>
                      <a:close/>
                    </a:path>
                  </a:pathLst>
                </a:custGeom>
                <a:solidFill>
                  <a:srgbClr val="76613A"/>
                </a:solidFill>
                <a:ln>
                  <a:noFill/>
                </a:ln>
                <a:effectLst/>
              </p:spPr>
              <p:txBody>
                <a:bodyPr rtlCol="0" anchor="ctr"/>
                <a:lstStyle/>
                <a:p>
                  <a:pPr algn="ctr"/>
                </a:p>
              </p:txBody>
            </p:sp>
            <p:sp>
              <p:nvSpPr>
                <p:cNvPr id="169" name="Wood top ring 0,5"/>
                <p:cNvSpPr/>
                <p:nvPr/>
              </p:nvSpPr>
              <p:spPr>
                <a:xfrm>
                  <a:off x="11234115" y="295859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70" name="Wood top ring 1,5"/>
                <p:cNvSpPr/>
                <p:nvPr/>
              </p:nvSpPr>
              <p:spPr>
                <a:xfrm>
                  <a:off x="11254435" y="296875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71" name="Wood top ring 2,5"/>
                <p:cNvSpPr/>
                <p:nvPr/>
              </p:nvSpPr>
              <p:spPr>
                <a:xfrm>
                  <a:off x="11274755" y="297891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72" name="Wood top ring 3,5"/>
                <p:cNvSpPr/>
                <p:nvPr/>
              </p:nvSpPr>
              <p:spPr>
                <a:xfrm>
                  <a:off x="11295075" y="298907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84928"/>
                </a:solidFill>
                <a:ln>
                  <a:noFill/>
                </a:ln>
                <a:effectLst/>
              </p:spPr>
              <p:txBody>
                <a:bodyPr rtlCol="0" anchor="ctr"/>
                <a:lstStyle/>
                <a:p>
                  <a:pPr algn="ctr"/>
                </a:p>
              </p:txBody>
            </p:sp>
            <p:sp>
              <p:nvSpPr>
                <p:cNvPr id="173" name="Wood top ring 4,5"/>
                <p:cNvSpPr/>
                <p:nvPr/>
              </p:nvSpPr>
              <p:spPr>
                <a:xfrm>
                  <a:off x="11315395" y="299923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84928"/>
                </a:solidFill>
                <a:ln>
                  <a:noFill/>
                </a:ln>
                <a:effectLst/>
              </p:spPr>
              <p:txBody>
                <a:bodyPr rtlCol="0" anchor="ctr"/>
                <a:lstStyle/>
                <a:p>
                  <a:pPr algn="ctr"/>
                </a:p>
              </p:txBody>
            </p:sp>
            <p:sp>
              <p:nvSpPr>
                <p:cNvPr id="174" name="Wood top ring 5,5"/>
                <p:cNvSpPr/>
                <p:nvPr/>
              </p:nvSpPr>
              <p:spPr>
                <a:xfrm>
                  <a:off x="11335715" y="300939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84928"/>
                </a:solidFill>
                <a:ln>
                  <a:noFill/>
                </a:ln>
                <a:effectLst/>
              </p:spPr>
              <p:txBody>
                <a:bodyPr rtlCol="0" anchor="ctr"/>
                <a:lstStyle/>
                <a:p>
                  <a:pPr algn="ctr"/>
                </a:p>
              </p:txBody>
            </p:sp>
            <p:sp>
              <p:nvSpPr>
                <p:cNvPr id="175" name="Wood top ring 6,5"/>
                <p:cNvSpPr/>
                <p:nvPr/>
              </p:nvSpPr>
              <p:spPr>
                <a:xfrm>
                  <a:off x="11356035" y="301955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76" name="Wood top ring 7,5"/>
                <p:cNvSpPr/>
                <p:nvPr/>
              </p:nvSpPr>
              <p:spPr>
                <a:xfrm>
                  <a:off x="11376355" y="302971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77" name="Wood top ring 8,5"/>
                <p:cNvSpPr/>
                <p:nvPr/>
              </p:nvSpPr>
              <p:spPr>
                <a:xfrm>
                  <a:off x="11396675" y="3039872"/>
                  <a:ext cx="41453" cy="20726"/>
                </a:xfrm>
                <a:custGeom>
                  <a:avLst/>
                  <a:gdLst/>
                  <a:ahLst/>
                  <a:cxnLst/>
                  <a:rect l="0" t="0" r="r" b="b"/>
                  <a:pathLst>
                    <a:path w="41453" h="20726">
                      <a:moveTo>
                        <a:pt x="21133" y="0"/>
                      </a:moveTo>
                      <a:lnTo>
                        <a:pt x="41453" y="10160"/>
                      </a:lnTo>
                      <a:lnTo>
                        <a:pt x="20320" y="20726"/>
                      </a:lnTo>
                      <a:lnTo>
                        <a:pt x="0" y="10566"/>
                      </a:lnTo>
                      <a:close/>
                    </a:path>
                  </a:pathLst>
                </a:custGeom>
                <a:solidFill>
                  <a:srgbClr val="76613A"/>
                </a:solidFill>
                <a:ln>
                  <a:noFill/>
                </a:ln>
                <a:effectLst/>
              </p:spPr>
              <p:txBody>
                <a:bodyPr rtlCol="0" anchor="ctr"/>
                <a:lstStyle/>
                <a:p>
                  <a:pPr algn="ctr"/>
                </a:p>
              </p:txBody>
            </p:sp>
            <p:sp>
              <p:nvSpPr>
                <p:cNvPr id="178" name="Wood top ring 0,6"/>
                <p:cNvSpPr/>
                <p:nvPr/>
              </p:nvSpPr>
              <p:spPr>
                <a:xfrm>
                  <a:off x="11213795" y="296875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79" name="Wood top ring 1,6"/>
                <p:cNvSpPr/>
                <p:nvPr/>
              </p:nvSpPr>
              <p:spPr>
                <a:xfrm>
                  <a:off x="11234115" y="297891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80" name="Wood top ring 2,6"/>
                <p:cNvSpPr/>
                <p:nvPr/>
              </p:nvSpPr>
              <p:spPr>
                <a:xfrm>
                  <a:off x="11254435" y="298907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81" name="Wood top ring 3,6"/>
                <p:cNvSpPr/>
                <p:nvPr/>
              </p:nvSpPr>
              <p:spPr>
                <a:xfrm>
                  <a:off x="11274755" y="299923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82" name="Wood top ring 4,6"/>
                <p:cNvSpPr/>
                <p:nvPr/>
              </p:nvSpPr>
              <p:spPr>
                <a:xfrm>
                  <a:off x="11295075" y="300939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83" name="Wood top ring 5,6"/>
                <p:cNvSpPr/>
                <p:nvPr/>
              </p:nvSpPr>
              <p:spPr>
                <a:xfrm>
                  <a:off x="11315395" y="301955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84" name="Wood top ring 6,6"/>
                <p:cNvSpPr/>
                <p:nvPr/>
              </p:nvSpPr>
              <p:spPr>
                <a:xfrm>
                  <a:off x="11335715" y="302971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8D7548"/>
                </a:solidFill>
                <a:ln>
                  <a:noFill/>
                </a:ln>
                <a:effectLst/>
              </p:spPr>
              <p:txBody>
                <a:bodyPr rtlCol="0" anchor="ctr"/>
                <a:lstStyle/>
                <a:p>
                  <a:pPr algn="ctr"/>
                </a:p>
              </p:txBody>
            </p:sp>
            <p:sp>
              <p:nvSpPr>
                <p:cNvPr id="185" name="Wood top ring 7,6"/>
                <p:cNvSpPr/>
                <p:nvPr/>
              </p:nvSpPr>
              <p:spPr>
                <a:xfrm>
                  <a:off x="11356035" y="303987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86" name="Wood top ring 8,6"/>
                <p:cNvSpPr/>
                <p:nvPr/>
              </p:nvSpPr>
              <p:spPr>
                <a:xfrm>
                  <a:off x="11376355" y="3050032"/>
                  <a:ext cx="41453" cy="20726"/>
                </a:xfrm>
                <a:custGeom>
                  <a:avLst/>
                  <a:gdLst/>
                  <a:ahLst/>
                  <a:cxnLst/>
                  <a:rect l="0" t="0" r="r" b="b"/>
                  <a:pathLst>
                    <a:path w="41453" h="20726">
                      <a:moveTo>
                        <a:pt x="21133" y="0"/>
                      </a:moveTo>
                      <a:lnTo>
                        <a:pt x="41453" y="10160"/>
                      </a:lnTo>
                      <a:lnTo>
                        <a:pt x="20320" y="20726"/>
                      </a:lnTo>
                      <a:lnTo>
                        <a:pt x="0" y="10566"/>
                      </a:lnTo>
                      <a:close/>
                    </a:path>
                  </a:pathLst>
                </a:custGeom>
                <a:solidFill>
                  <a:srgbClr val="76613A"/>
                </a:solidFill>
                <a:ln>
                  <a:noFill/>
                </a:ln>
                <a:effectLst/>
              </p:spPr>
              <p:txBody>
                <a:bodyPr rtlCol="0" anchor="ctr"/>
                <a:lstStyle/>
                <a:p>
                  <a:pPr algn="ctr"/>
                </a:p>
              </p:txBody>
            </p:sp>
            <p:sp>
              <p:nvSpPr>
                <p:cNvPr id="187" name="Wood top ring 0,7"/>
                <p:cNvSpPr/>
                <p:nvPr/>
              </p:nvSpPr>
              <p:spPr>
                <a:xfrm>
                  <a:off x="11193475" y="297891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76613A"/>
                </a:solidFill>
                <a:ln>
                  <a:noFill/>
                </a:ln>
                <a:effectLst/>
              </p:spPr>
              <p:txBody>
                <a:bodyPr rtlCol="0" anchor="ctr"/>
                <a:lstStyle/>
                <a:p>
                  <a:pPr algn="ctr"/>
                </a:p>
              </p:txBody>
            </p:sp>
            <p:sp>
              <p:nvSpPr>
                <p:cNvPr id="188" name="Wood top ring 1,7"/>
                <p:cNvSpPr/>
                <p:nvPr/>
              </p:nvSpPr>
              <p:spPr>
                <a:xfrm>
                  <a:off x="11213795" y="298907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89" name="Wood top ring 2,7"/>
                <p:cNvSpPr/>
                <p:nvPr/>
              </p:nvSpPr>
              <p:spPr>
                <a:xfrm>
                  <a:off x="11234115" y="299923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90" name="Wood top ring 3,7"/>
                <p:cNvSpPr/>
                <p:nvPr/>
              </p:nvSpPr>
              <p:spPr>
                <a:xfrm>
                  <a:off x="11254435" y="300939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91" name="Wood top ring 4,7"/>
                <p:cNvSpPr/>
                <p:nvPr/>
              </p:nvSpPr>
              <p:spPr>
                <a:xfrm>
                  <a:off x="11274755" y="301955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92" name="Wood top ring 5,7"/>
                <p:cNvSpPr/>
                <p:nvPr/>
              </p:nvSpPr>
              <p:spPr>
                <a:xfrm>
                  <a:off x="11295075" y="302971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93" name="Wood top ring 6,7"/>
                <p:cNvSpPr/>
                <p:nvPr/>
              </p:nvSpPr>
              <p:spPr>
                <a:xfrm>
                  <a:off x="11315395" y="303987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94" name="Wood top ring 7,7"/>
                <p:cNvSpPr/>
                <p:nvPr/>
              </p:nvSpPr>
              <p:spPr>
                <a:xfrm>
                  <a:off x="11335715" y="3050032"/>
                  <a:ext cx="42266" cy="21133"/>
                </a:xfrm>
                <a:custGeom>
                  <a:avLst/>
                  <a:gdLst/>
                  <a:ahLst/>
                  <a:cxnLst/>
                  <a:rect l="0" t="0" r="r" b="b"/>
                  <a:pathLst>
                    <a:path w="42266" h="21133">
                      <a:moveTo>
                        <a:pt x="21133" y="0"/>
                      </a:moveTo>
                      <a:lnTo>
                        <a:pt x="42266" y="10566"/>
                      </a:lnTo>
                      <a:lnTo>
                        <a:pt x="21133" y="21133"/>
                      </a:lnTo>
                      <a:lnTo>
                        <a:pt x="0" y="10566"/>
                      </a:lnTo>
                      <a:close/>
                    </a:path>
                  </a:pathLst>
                </a:custGeom>
                <a:solidFill>
                  <a:srgbClr val="5D4D2E"/>
                </a:solidFill>
                <a:ln>
                  <a:noFill/>
                </a:ln>
                <a:effectLst/>
              </p:spPr>
              <p:txBody>
                <a:bodyPr rtlCol="0" anchor="ctr"/>
                <a:lstStyle/>
                <a:p>
                  <a:pPr algn="ctr"/>
                </a:p>
              </p:txBody>
            </p:sp>
            <p:sp>
              <p:nvSpPr>
                <p:cNvPr id="195" name="Wood top ring 8,7"/>
                <p:cNvSpPr/>
                <p:nvPr/>
              </p:nvSpPr>
              <p:spPr>
                <a:xfrm>
                  <a:off x="11356035" y="3060192"/>
                  <a:ext cx="41453" cy="20726"/>
                </a:xfrm>
                <a:custGeom>
                  <a:avLst/>
                  <a:gdLst/>
                  <a:ahLst/>
                  <a:cxnLst/>
                  <a:rect l="0" t="0" r="r" b="b"/>
                  <a:pathLst>
                    <a:path w="41453" h="20726">
                      <a:moveTo>
                        <a:pt x="21133" y="0"/>
                      </a:moveTo>
                      <a:lnTo>
                        <a:pt x="41453" y="10160"/>
                      </a:lnTo>
                      <a:lnTo>
                        <a:pt x="20320" y="20726"/>
                      </a:lnTo>
                      <a:lnTo>
                        <a:pt x="0" y="10566"/>
                      </a:lnTo>
                      <a:close/>
                    </a:path>
                  </a:pathLst>
                </a:custGeom>
                <a:solidFill>
                  <a:srgbClr val="76613A"/>
                </a:solidFill>
                <a:ln>
                  <a:noFill/>
                </a:ln>
                <a:effectLst/>
              </p:spPr>
              <p:txBody>
                <a:bodyPr rtlCol="0" anchor="ctr"/>
                <a:lstStyle/>
                <a:p>
                  <a:pPr algn="ctr"/>
                </a:p>
              </p:txBody>
            </p:sp>
            <p:sp>
              <p:nvSpPr>
                <p:cNvPr id="196" name="Wood top ring 0,8"/>
                <p:cNvSpPr/>
                <p:nvPr/>
              </p:nvSpPr>
              <p:spPr>
                <a:xfrm>
                  <a:off x="11173968" y="2989072"/>
                  <a:ext cx="41453" cy="20726"/>
                </a:xfrm>
                <a:custGeom>
                  <a:avLst/>
                  <a:gdLst/>
                  <a:ahLst/>
                  <a:cxnLst/>
                  <a:rect l="0" t="0" r="r" b="b"/>
                  <a:pathLst>
                    <a:path w="41453" h="20726">
                      <a:moveTo>
                        <a:pt x="20320" y="0"/>
                      </a:moveTo>
                      <a:lnTo>
                        <a:pt x="41453" y="10566"/>
                      </a:lnTo>
                      <a:lnTo>
                        <a:pt x="21133" y="20726"/>
                      </a:lnTo>
                      <a:lnTo>
                        <a:pt x="0" y="10160"/>
                      </a:lnTo>
                      <a:close/>
                    </a:path>
                  </a:pathLst>
                </a:custGeom>
                <a:solidFill>
                  <a:srgbClr val="76613A"/>
                </a:solidFill>
                <a:ln>
                  <a:noFill/>
                </a:ln>
                <a:effectLst/>
              </p:spPr>
              <p:txBody>
                <a:bodyPr rtlCol="0" anchor="ctr"/>
                <a:lstStyle/>
                <a:p>
                  <a:pPr algn="ctr"/>
                </a:p>
              </p:txBody>
            </p:sp>
            <p:sp>
              <p:nvSpPr>
                <p:cNvPr id="197" name="Wood top ring 1,8"/>
                <p:cNvSpPr/>
                <p:nvPr/>
              </p:nvSpPr>
              <p:spPr>
                <a:xfrm>
                  <a:off x="11194288" y="2999232"/>
                  <a:ext cx="41453" cy="20726"/>
                </a:xfrm>
                <a:custGeom>
                  <a:avLst/>
                  <a:gdLst/>
                  <a:ahLst/>
                  <a:cxnLst/>
                  <a:rect l="0" t="0" r="r" b="b"/>
                  <a:pathLst>
                    <a:path w="41453" h="20726">
                      <a:moveTo>
                        <a:pt x="20320" y="0"/>
                      </a:moveTo>
                      <a:lnTo>
                        <a:pt x="41453" y="10566"/>
                      </a:lnTo>
                      <a:lnTo>
                        <a:pt x="21133" y="20726"/>
                      </a:lnTo>
                      <a:lnTo>
                        <a:pt x="0" y="10160"/>
                      </a:lnTo>
                      <a:close/>
                    </a:path>
                  </a:pathLst>
                </a:custGeom>
                <a:solidFill>
                  <a:srgbClr val="76613A"/>
                </a:solidFill>
                <a:ln>
                  <a:noFill/>
                </a:ln>
                <a:effectLst/>
              </p:spPr>
              <p:txBody>
                <a:bodyPr rtlCol="0" anchor="ctr"/>
                <a:lstStyle/>
                <a:p>
                  <a:pPr algn="ctr"/>
                </a:p>
              </p:txBody>
            </p:sp>
            <p:sp>
              <p:nvSpPr>
                <p:cNvPr id="198" name="Wood top ring 2,8"/>
                <p:cNvSpPr/>
                <p:nvPr/>
              </p:nvSpPr>
              <p:spPr>
                <a:xfrm>
                  <a:off x="11214608" y="3009392"/>
                  <a:ext cx="41453" cy="20726"/>
                </a:xfrm>
                <a:custGeom>
                  <a:avLst/>
                  <a:gdLst/>
                  <a:ahLst/>
                  <a:cxnLst/>
                  <a:rect l="0" t="0" r="r" b="b"/>
                  <a:pathLst>
                    <a:path w="41453" h="20726">
                      <a:moveTo>
                        <a:pt x="20320" y="0"/>
                      </a:moveTo>
                      <a:lnTo>
                        <a:pt x="41453" y="10566"/>
                      </a:lnTo>
                      <a:lnTo>
                        <a:pt x="21133" y="20726"/>
                      </a:lnTo>
                      <a:lnTo>
                        <a:pt x="0" y="10160"/>
                      </a:lnTo>
                      <a:close/>
                    </a:path>
                  </a:pathLst>
                </a:custGeom>
                <a:solidFill>
                  <a:srgbClr val="76613A"/>
                </a:solidFill>
                <a:ln>
                  <a:noFill/>
                </a:ln>
                <a:effectLst/>
              </p:spPr>
              <p:txBody>
                <a:bodyPr rtlCol="0" anchor="ctr"/>
                <a:lstStyle/>
                <a:p>
                  <a:pPr algn="ctr"/>
                </a:p>
              </p:txBody>
            </p:sp>
            <p:sp>
              <p:nvSpPr>
                <p:cNvPr id="199" name="Wood top ring 3,8"/>
                <p:cNvSpPr/>
                <p:nvPr/>
              </p:nvSpPr>
              <p:spPr>
                <a:xfrm>
                  <a:off x="11234928" y="3019552"/>
                  <a:ext cx="41453" cy="20726"/>
                </a:xfrm>
                <a:custGeom>
                  <a:avLst/>
                  <a:gdLst/>
                  <a:ahLst/>
                  <a:cxnLst/>
                  <a:rect l="0" t="0" r="r" b="b"/>
                  <a:pathLst>
                    <a:path w="41453" h="20726">
                      <a:moveTo>
                        <a:pt x="20320" y="0"/>
                      </a:moveTo>
                      <a:lnTo>
                        <a:pt x="41453" y="10566"/>
                      </a:lnTo>
                      <a:lnTo>
                        <a:pt x="21133" y="20726"/>
                      </a:lnTo>
                      <a:lnTo>
                        <a:pt x="0" y="10160"/>
                      </a:lnTo>
                      <a:close/>
                    </a:path>
                  </a:pathLst>
                </a:custGeom>
                <a:solidFill>
                  <a:srgbClr val="76613A"/>
                </a:solidFill>
                <a:ln>
                  <a:noFill/>
                </a:ln>
                <a:effectLst/>
              </p:spPr>
              <p:txBody>
                <a:bodyPr rtlCol="0" anchor="ctr"/>
                <a:lstStyle/>
                <a:p>
                  <a:pPr algn="ctr"/>
                </a:p>
              </p:txBody>
            </p:sp>
            <p:sp>
              <p:nvSpPr>
                <p:cNvPr id="200" name="Wood top ring 4,8"/>
                <p:cNvSpPr/>
                <p:nvPr/>
              </p:nvSpPr>
              <p:spPr>
                <a:xfrm>
                  <a:off x="11255248" y="3029712"/>
                  <a:ext cx="41453" cy="20726"/>
                </a:xfrm>
                <a:custGeom>
                  <a:avLst/>
                  <a:gdLst/>
                  <a:ahLst/>
                  <a:cxnLst/>
                  <a:rect l="0" t="0" r="r" b="b"/>
                  <a:pathLst>
                    <a:path w="41453" h="20726">
                      <a:moveTo>
                        <a:pt x="20320" y="0"/>
                      </a:moveTo>
                      <a:lnTo>
                        <a:pt x="41453" y="10566"/>
                      </a:lnTo>
                      <a:lnTo>
                        <a:pt x="21133" y="20726"/>
                      </a:lnTo>
                      <a:lnTo>
                        <a:pt x="0" y="10160"/>
                      </a:lnTo>
                      <a:close/>
                    </a:path>
                  </a:pathLst>
                </a:custGeom>
                <a:solidFill>
                  <a:srgbClr val="76613A"/>
                </a:solidFill>
                <a:ln>
                  <a:noFill/>
                </a:ln>
                <a:effectLst/>
              </p:spPr>
              <p:txBody>
                <a:bodyPr rtlCol="0" anchor="ctr"/>
                <a:lstStyle/>
                <a:p>
                  <a:pPr algn="ctr"/>
                </a:p>
              </p:txBody>
            </p:sp>
            <p:sp>
              <p:nvSpPr>
                <p:cNvPr id="201" name="Wood top ring 5,8"/>
                <p:cNvSpPr/>
                <p:nvPr/>
              </p:nvSpPr>
              <p:spPr>
                <a:xfrm>
                  <a:off x="11275568" y="3039872"/>
                  <a:ext cx="41453" cy="20726"/>
                </a:xfrm>
                <a:custGeom>
                  <a:avLst/>
                  <a:gdLst/>
                  <a:ahLst/>
                  <a:cxnLst/>
                  <a:rect l="0" t="0" r="r" b="b"/>
                  <a:pathLst>
                    <a:path w="41453" h="20726">
                      <a:moveTo>
                        <a:pt x="20320" y="0"/>
                      </a:moveTo>
                      <a:lnTo>
                        <a:pt x="41453" y="10566"/>
                      </a:lnTo>
                      <a:lnTo>
                        <a:pt x="21133" y="20726"/>
                      </a:lnTo>
                      <a:lnTo>
                        <a:pt x="0" y="10160"/>
                      </a:lnTo>
                      <a:close/>
                    </a:path>
                  </a:pathLst>
                </a:custGeom>
                <a:solidFill>
                  <a:srgbClr val="76613A"/>
                </a:solidFill>
                <a:ln>
                  <a:noFill/>
                </a:ln>
                <a:effectLst/>
              </p:spPr>
              <p:txBody>
                <a:bodyPr rtlCol="0" anchor="ctr"/>
                <a:lstStyle/>
                <a:p>
                  <a:pPr algn="ctr"/>
                </a:p>
              </p:txBody>
            </p:sp>
            <p:sp>
              <p:nvSpPr>
                <p:cNvPr id="202" name="Wood top ring 6,8"/>
                <p:cNvSpPr/>
                <p:nvPr/>
              </p:nvSpPr>
              <p:spPr>
                <a:xfrm>
                  <a:off x="11295888" y="3050032"/>
                  <a:ext cx="41453" cy="20726"/>
                </a:xfrm>
                <a:custGeom>
                  <a:avLst/>
                  <a:gdLst/>
                  <a:ahLst/>
                  <a:cxnLst/>
                  <a:rect l="0" t="0" r="r" b="b"/>
                  <a:pathLst>
                    <a:path w="41453" h="20726">
                      <a:moveTo>
                        <a:pt x="20320" y="0"/>
                      </a:moveTo>
                      <a:lnTo>
                        <a:pt x="41453" y="10566"/>
                      </a:lnTo>
                      <a:lnTo>
                        <a:pt x="21133" y="20726"/>
                      </a:lnTo>
                      <a:lnTo>
                        <a:pt x="0" y="10160"/>
                      </a:lnTo>
                      <a:close/>
                    </a:path>
                  </a:pathLst>
                </a:custGeom>
                <a:solidFill>
                  <a:srgbClr val="76613A"/>
                </a:solidFill>
                <a:ln>
                  <a:noFill/>
                </a:ln>
                <a:effectLst/>
              </p:spPr>
              <p:txBody>
                <a:bodyPr rtlCol="0" anchor="ctr"/>
                <a:lstStyle/>
                <a:p>
                  <a:pPr algn="ctr"/>
                </a:p>
              </p:txBody>
            </p:sp>
            <p:sp>
              <p:nvSpPr>
                <p:cNvPr id="203" name="Wood top ring 7,8"/>
                <p:cNvSpPr/>
                <p:nvPr/>
              </p:nvSpPr>
              <p:spPr>
                <a:xfrm>
                  <a:off x="11316208" y="3060192"/>
                  <a:ext cx="41453" cy="20726"/>
                </a:xfrm>
                <a:custGeom>
                  <a:avLst/>
                  <a:gdLst/>
                  <a:ahLst/>
                  <a:cxnLst/>
                  <a:rect l="0" t="0" r="r" b="b"/>
                  <a:pathLst>
                    <a:path w="41453" h="20726">
                      <a:moveTo>
                        <a:pt x="20320" y="0"/>
                      </a:moveTo>
                      <a:lnTo>
                        <a:pt x="41453" y="10566"/>
                      </a:lnTo>
                      <a:lnTo>
                        <a:pt x="21133" y="20726"/>
                      </a:lnTo>
                      <a:lnTo>
                        <a:pt x="0" y="10160"/>
                      </a:lnTo>
                      <a:close/>
                    </a:path>
                  </a:pathLst>
                </a:custGeom>
                <a:solidFill>
                  <a:srgbClr val="76613A"/>
                </a:solidFill>
                <a:ln>
                  <a:noFill/>
                </a:ln>
                <a:effectLst/>
              </p:spPr>
              <p:txBody>
                <a:bodyPr rtlCol="0" anchor="ctr"/>
                <a:lstStyle/>
                <a:p>
                  <a:pPr algn="ctr"/>
                </a:p>
              </p:txBody>
            </p:sp>
            <p:sp>
              <p:nvSpPr>
                <p:cNvPr id="204" name="Wood top ring 8,8"/>
                <p:cNvSpPr/>
                <p:nvPr/>
              </p:nvSpPr>
              <p:spPr>
                <a:xfrm>
                  <a:off x="11336528" y="3070352"/>
                  <a:ext cx="40640" cy="20320"/>
                </a:xfrm>
                <a:custGeom>
                  <a:avLst/>
                  <a:gdLst/>
                  <a:ahLst/>
                  <a:cxnLst/>
                  <a:rect l="0" t="0" r="r" b="b"/>
                  <a:pathLst>
                    <a:path w="40640" h="20320">
                      <a:moveTo>
                        <a:pt x="20320" y="0"/>
                      </a:moveTo>
                      <a:lnTo>
                        <a:pt x="40640" y="10160"/>
                      </a:lnTo>
                      <a:lnTo>
                        <a:pt x="20320" y="20320"/>
                      </a:lnTo>
                      <a:lnTo>
                        <a:pt x="0" y="10160"/>
                      </a:lnTo>
                      <a:close/>
                    </a:path>
                  </a:pathLst>
                </a:custGeom>
                <a:solidFill>
                  <a:srgbClr val="76613A"/>
                </a:solidFill>
                <a:ln>
                  <a:noFill/>
                </a:ln>
                <a:effectLst/>
              </p:spPr>
              <p:txBody>
                <a:bodyPr rtlCol="0" anchor="ctr"/>
                <a:lstStyle/>
                <a:p>
                  <a:pPr algn="ctr"/>
                </a:p>
              </p:txBody>
            </p:sp>
            <p:sp>
              <p:nvSpPr>
                <p:cNvPr id="205" name="Wood left grain 0,0"/>
                <p:cNvSpPr/>
                <p:nvPr/>
              </p:nvSpPr>
              <p:spPr>
                <a:xfrm>
                  <a:off x="11173968" y="299923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584927"/>
                </a:solidFill>
                <a:ln>
                  <a:noFill/>
                </a:ln>
                <a:effectLst/>
              </p:spPr>
              <p:txBody>
                <a:bodyPr rtlCol="0" anchor="ctr"/>
                <a:lstStyle/>
                <a:p>
                  <a:pPr algn="ctr"/>
                </a:p>
              </p:txBody>
            </p:sp>
            <p:sp>
              <p:nvSpPr>
                <p:cNvPr id="206" name="Wood left grain 1,0"/>
                <p:cNvSpPr/>
                <p:nvPr/>
              </p:nvSpPr>
              <p:spPr>
                <a:xfrm>
                  <a:off x="11192256" y="300837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8D7648"/>
                </a:solidFill>
                <a:ln>
                  <a:noFill/>
                </a:ln>
                <a:effectLst/>
              </p:spPr>
              <p:txBody>
                <a:bodyPr rtlCol="0" anchor="ctr"/>
                <a:lstStyle/>
                <a:p>
                  <a:pPr algn="ctr"/>
                </a:p>
              </p:txBody>
            </p:sp>
            <p:sp>
              <p:nvSpPr>
                <p:cNvPr id="207" name="Wood left grain 2,0"/>
                <p:cNvSpPr/>
                <p:nvPr/>
              </p:nvSpPr>
              <p:spPr>
                <a:xfrm>
                  <a:off x="11210544" y="301752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08" name="Wood left grain 3,0"/>
                <p:cNvSpPr/>
                <p:nvPr/>
              </p:nvSpPr>
              <p:spPr>
                <a:xfrm>
                  <a:off x="11228832" y="302666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09" name="Wood left grain 4,0"/>
                <p:cNvSpPr/>
                <p:nvPr/>
              </p:nvSpPr>
              <p:spPr>
                <a:xfrm>
                  <a:off x="11247120" y="3035808"/>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10" name="Wood left grain 5,0"/>
                <p:cNvSpPr/>
                <p:nvPr/>
              </p:nvSpPr>
              <p:spPr>
                <a:xfrm>
                  <a:off x="11265408" y="304495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786439"/>
                </a:solidFill>
                <a:ln>
                  <a:noFill/>
                </a:ln>
                <a:effectLst/>
              </p:spPr>
              <p:txBody>
                <a:bodyPr rtlCol="0" anchor="ctr"/>
                <a:lstStyle/>
                <a:p>
                  <a:pPr algn="ctr"/>
                </a:p>
              </p:txBody>
            </p:sp>
            <p:sp>
              <p:nvSpPr>
                <p:cNvPr id="211" name="Wood left grain 6,0"/>
                <p:cNvSpPr/>
                <p:nvPr/>
              </p:nvSpPr>
              <p:spPr>
                <a:xfrm>
                  <a:off x="11283696" y="305409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12" name="Wood left grain 7,0"/>
                <p:cNvSpPr/>
                <p:nvPr/>
              </p:nvSpPr>
              <p:spPr>
                <a:xfrm>
                  <a:off x="11301984" y="306324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786439"/>
                </a:solidFill>
                <a:ln>
                  <a:noFill/>
                </a:ln>
                <a:effectLst/>
              </p:spPr>
              <p:txBody>
                <a:bodyPr rtlCol="0" anchor="ctr"/>
                <a:lstStyle/>
                <a:p>
                  <a:pPr algn="ctr"/>
                </a:p>
              </p:txBody>
            </p:sp>
            <p:sp>
              <p:nvSpPr>
                <p:cNvPr id="213" name="Wood left grain 8,0"/>
                <p:cNvSpPr/>
                <p:nvPr/>
              </p:nvSpPr>
              <p:spPr>
                <a:xfrm>
                  <a:off x="11320272" y="307238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14" name="Wood left grain 9,0"/>
                <p:cNvSpPr/>
                <p:nvPr/>
              </p:nvSpPr>
              <p:spPr>
                <a:xfrm>
                  <a:off x="11338560" y="3081528"/>
                  <a:ext cx="18288" cy="32918"/>
                </a:xfrm>
                <a:custGeom>
                  <a:avLst/>
                  <a:gdLst/>
                  <a:ahLst/>
                  <a:cxnLst/>
                  <a:rect l="0" t="0" r="r" b="b"/>
                  <a:pathLst>
                    <a:path w="18288" h="32918">
                      <a:moveTo>
                        <a:pt x="0" y="0"/>
                      </a:moveTo>
                      <a:lnTo>
                        <a:pt x="18288" y="9144"/>
                      </a:lnTo>
                      <a:lnTo>
                        <a:pt x="18288" y="32918"/>
                      </a:lnTo>
                      <a:lnTo>
                        <a:pt x="0" y="23774"/>
                      </a:lnTo>
                      <a:close/>
                    </a:path>
                  </a:pathLst>
                </a:custGeom>
                <a:solidFill>
                  <a:srgbClr val="8D7648"/>
                </a:solidFill>
                <a:ln>
                  <a:noFill/>
                </a:ln>
                <a:effectLst/>
              </p:spPr>
              <p:txBody>
                <a:bodyPr rtlCol="0" anchor="ctr"/>
                <a:lstStyle/>
                <a:p>
                  <a:pPr algn="ctr"/>
                </a:p>
              </p:txBody>
            </p:sp>
            <p:sp>
              <p:nvSpPr>
                <p:cNvPr id="215" name="Wood left grain 0,1"/>
                <p:cNvSpPr/>
                <p:nvPr/>
              </p:nvSpPr>
              <p:spPr>
                <a:xfrm>
                  <a:off x="11173968" y="302209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584927"/>
                </a:solidFill>
                <a:ln>
                  <a:noFill/>
                </a:ln>
                <a:effectLst/>
              </p:spPr>
              <p:txBody>
                <a:bodyPr rtlCol="0" anchor="ctr"/>
                <a:lstStyle/>
                <a:p>
                  <a:pPr algn="ctr"/>
                </a:p>
              </p:txBody>
            </p:sp>
            <p:sp>
              <p:nvSpPr>
                <p:cNvPr id="216" name="Wood left grain 1,1"/>
                <p:cNvSpPr/>
                <p:nvPr/>
              </p:nvSpPr>
              <p:spPr>
                <a:xfrm>
                  <a:off x="11192256" y="303123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17" name="Wood left grain 2,1"/>
                <p:cNvSpPr/>
                <p:nvPr/>
              </p:nvSpPr>
              <p:spPr>
                <a:xfrm>
                  <a:off x="11210544" y="304038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18" name="Wood left grain 3,1"/>
                <p:cNvSpPr/>
                <p:nvPr/>
              </p:nvSpPr>
              <p:spPr>
                <a:xfrm>
                  <a:off x="11228832" y="304952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19" name="Wood left grain 4,1"/>
                <p:cNvSpPr/>
                <p:nvPr/>
              </p:nvSpPr>
              <p:spPr>
                <a:xfrm>
                  <a:off x="11247120" y="3058668"/>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8D7648"/>
                </a:solidFill>
                <a:ln>
                  <a:noFill/>
                </a:ln>
                <a:effectLst/>
              </p:spPr>
              <p:txBody>
                <a:bodyPr rtlCol="0" anchor="ctr"/>
                <a:lstStyle/>
                <a:p>
                  <a:pPr algn="ctr"/>
                </a:p>
              </p:txBody>
            </p:sp>
            <p:sp>
              <p:nvSpPr>
                <p:cNvPr id="220" name="Wood left grain 5,1"/>
                <p:cNvSpPr/>
                <p:nvPr/>
              </p:nvSpPr>
              <p:spPr>
                <a:xfrm>
                  <a:off x="11265408" y="306781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786439"/>
                </a:solidFill>
                <a:ln>
                  <a:noFill/>
                </a:ln>
                <a:effectLst/>
              </p:spPr>
              <p:txBody>
                <a:bodyPr rtlCol="0" anchor="ctr"/>
                <a:lstStyle/>
                <a:p>
                  <a:pPr algn="ctr"/>
                </a:p>
              </p:txBody>
            </p:sp>
            <p:sp>
              <p:nvSpPr>
                <p:cNvPr id="221" name="Wood left grain 6,1"/>
                <p:cNvSpPr/>
                <p:nvPr/>
              </p:nvSpPr>
              <p:spPr>
                <a:xfrm>
                  <a:off x="11283696" y="307695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22" name="Wood left grain 7,1"/>
                <p:cNvSpPr/>
                <p:nvPr/>
              </p:nvSpPr>
              <p:spPr>
                <a:xfrm>
                  <a:off x="11301984" y="308610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23" name="Wood left grain 8,1"/>
                <p:cNvSpPr/>
                <p:nvPr/>
              </p:nvSpPr>
              <p:spPr>
                <a:xfrm>
                  <a:off x="11320272" y="309524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24" name="Wood left grain 9,1"/>
                <p:cNvSpPr/>
                <p:nvPr/>
              </p:nvSpPr>
              <p:spPr>
                <a:xfrm>
                  <a:off x="11338560" y="3104388"/>
                  <a:ext cx="18288" cy="32918"/>
                </a:xfrm>
                <a:custGeom>
                  <a:avLst/>
                  <a:gdLst/>
                  <a:ahLst/>
                  <a:cxnLst/>
                  <a:rect l="0" t="0" r="r" b="b"/>
                  <a:pathLst>
                    <a:path w="18288" h="32918">
                      <a:moveTo>
                        <a:pt x="0" y="0"/>
                      </a:moveTo>
                      <a:lnTo>
                        <a:pt x="18288" y="9144"/>
                      </a:lnTo>
                      <a:lnTo>
                        <a:pt x="18288" y="32918"/>
                      </a:lnTo>
                      <a:lnTo>
                        <a:pt x="0" y="23774"/>
                      </a:lnTo>
                      <a:close/>
                    </a:path>
                  </a:pathLst>
                </a:custGeom>
                <a:solidFill>
                  <a:srgbClr val="6B5931"/>
                </a:solidFill>
                <a:ln>
                  <a:noFill/>
                </a:ln>
                <a:effectLst/>
              </p:spPr>
              <p:txBody>
                <a:bodyPr rtlCol="0" anchor="ctr"/>
                <a:lstStyle/>
                <a:p>
                  <a:pPr algn="ctr"/>
                </a:p>
              </p:txBody>
            </p:sp>
            <p:sp>
              <p:nvSpPr>
                <p:cNvPr id="225" name="Wood left grain 0,2"/>
                <p:cNvSpPr/>
                <p:nvPr/>
              </p:nvSpPr>
              <p:spPr>
                <a:xfrm>
                  <a:off x="11173968" y="304495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786439"/>
                </a:solidFill>
                <a:ln>
                  <a:noFill/>
                </a:ln>
                <a:effectLst/>
              </p:spPr>
              <p:txBody>
                <a:bodyPr rtlCol="0" anchor="ctr"/>
                <a:lstStyle/>
                <a:p>
                  <a:pPr algn="ctr"/>
                </a:p>
              </p:txBody>
            </p:sp>
            <p:sp>
              <p:nvSpPr>
                <p:cNvPr id="226" name="Wood left grain 1,2"/>
                <p:cNvSpPr/>
                <p:nvPr/>
              </p:nvSpPr>
              <p:spPr>
                <a:xfrm>
                  <a:off x="11192256" y="305409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27" name="Wood left grain 2,2"/>
                <p:cNvSpPr/>
                <p:nvPr/>
              </p:nvSpPr>
              <p:spPr>
                <a:xfrm>
                  <a:off x="11210544" y="306324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28" name="Wood left grain 3,2"/>
                <p:cNvSpPr/>
                <p:nvPr/>
              </p:nvSpPr>
              <p:spPr>
                <a:xfrm>
                  <a:off x="11228832" y="307238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584927"/>
                </a:solidFill>
                <a:ln>
                  <a:noFill/>
                </a:ln>
                <a:effectLst/>
              </p:spPr>
              <p:txBody>
                <a:bodyPr rtlCol="0" anchor="ctr"/>
                <a:lstStyle/>
                <a:p>
                  <a:pPr algn="ctr"/>
                </a:p>
              </p:txBody>
            </p:sp>
            <p:sp>
              <p:nvSpPr>
                <p:cNvPr id="229" name="Wood left grain 4,2"/>
                <p:cNvSpPr/>
                <p:nvPr/>
              </p:nvSpPr>
              <p:spPr>
                <a:xfrm>
                  <a:off x="11247120" y="3081528"/>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30" name="Wood left grain 5,2"/>
                <p:cNvSpPr/>
                <p:nvPr/>
              </p:nvSpPr>
              <p:spPr>
                <a:xfrm>
                  <a:off x="11265408" y="309067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786439"/>
                </a:solidFill>
                <a:ln>
                  <a:noFill/>
                </a:ln>
                <a:effectLst/>
              </p:spPr>
              <p:txBody>
                <a:bodyPr rtlCol="0" anchor="ctr"/>
                <a:lstStyle/>
                <a:p>
                  <a:pPr algn="ctr"/>
                </a:p>
              </p:txBody>
            </p:sp>
            <p:sp>
              <p:nvSpPr>
                <p:cNvPr id="231" name="Wood left grain 6,2"/>
                <p:cNvSpPr/>
                <p:nvPr/>
              </p:nvSpPr>
              <p:spPr>
                <a:xfrm>
                  <a:off x="11283696" y="309981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8D7648"/>
                </a:solidFill>
                <a:ln>
                  <a:noFill/>
                </a:ln>
                <a:effectLst/>
              </p:spPr>
              <p:txBody>
                <a:bodyPr rtlCol="0" anchor="ctr"/>
                <a:lstStyle/>
                <a:p>
                  <a:pPr algn="ctr"/>
                </a:p>
              </p:txBody>
            </p:sp>
            <p:sp>
              <p:nvSpPr>
                <p:cNvPr id="232" name="Wood left grain 7,2"/>
                <p:cNvSpPr/>
                <p:nvPr/>
              </p:nvSpPr>
              <p:spPr>
                <a:xfrm>
                  <a:off x="11301984" y="310896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33" name="Wood left grain 8,2"/>
                <p:cNvSpPr/>
                <p:nvPr/>
              </p:nvSpPr>
              <p:spPr>
                <a:xfrm>
                  <a:off x="11320272" y="311810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34" name="Wood left grain 9,2"/>
                <p:cNvSpPr/>
                <p:nvPr/>
              </p:nvSpPr>
              <p:spPr>
                <a:xfrm>
                  <a:off x="11338560" y="3127248"/>
                  <a:ext cx="18288" cy="32918"/>
                </a:xfrm>
                <a:custGeom>
                  <a:avLst/>
                  <a:gdLst/>
                  <a:ahLst/>
                  <a:cxnLst/>
                  <a:rect l="0" t="0" r="r" b="b"/>
                  <a:pathLst>
                    <a:path w="18288" h="32918">
                      <a:moveTo>
                        <a:pt x="0" y="0"/>
                      </a:moveTo>
                      <a:lnTo>
                        <a:pt x="18288" y="9144"/>
                      </a:lnTo>
                      <a:lnTo>
                        <a:pt x="18288" y="32918"/>
                      </a:lnTo>
                      <a:lnTo>
                        <a:pt x="0" y="23774"/>
                      </a:lnTo>
                      <a:close/>
                    </a:path>
                  </a:pathLst>
                </a:custGeom>
                <a:solidFill>
                  <a:srgbClr val="6B5931"/>
                </a:solidFill>
                <a:ln>
                  <a:noFill/>
                </a:ln>
                <a:effectLst/>
              </p:spPr>
              <p:txBody>
                <a:bodyPr rtlCol="0" anchor="ctr"/>
                <a:lstStyle/>
                <a:p>
                  <a:pPr algn="ctr"/>
                </a:p>
              </p:txBody>
            </p:sp>
            <p:sp>
              <p:nvSpPr>
                <p:cNvPr id="235" name="Wood left grain 0,3"/>
                <p:cNvSpPr/>
                <p:nvPr/>
              </p:nvSpPr>
              <p:spPr>
                <a:xfrm>
                  <a:off x="11173968" y="306781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786439"/>
                </a:solidFill>
                <a:ln>
                  <a:noFill/>
                </a:ln>
                <a:effectLst/>
              </p:spPr>
              <p:txBody>
                <a:bodyPr rtlCol="0" anchor="ctr"/>
                <a:lstStyle/>
                <a:p>
                  <a:pPr algn="ctr"/>
                </a:p>
              </p:txBody>
            </p:sp>
            <p:sp>
              <p:nvSpPr>
                <p:cNvPr id="236" name="Wood left grain 1,3"/>
                <p:cNvSpPr/>
                <p:nvPr/>
              </p:nvSpPr>
              <p:spPr>
                <a:xfrm>
                  <a:off x="11192256" y="307695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584927"/>
                </a:solidFill>
                <a:ln>
                  <a:noFill/>
                </a:ln>
                <a:effectLst/>
              </p:spPr>
              <p:txBody>
                <a:bodyPr rtlCol="0" anchor="ctr"/>
                <a:lstStyle/>
                <a:p>
                  <a:pPr algn="ctr"/>
                </a:p>
              </p:txBody>
            </p:sp>
            <p:sp>
              <p:nvSpPr>
                <p:cNvPr id="237" name="Wood left grain 2,3"/>
                <p:cNvSpPr/>
                <p:nvPr/>
              </p:nvSpPr>
              <p:spPr>
                <a:xfrm>
                  <a:off x="11210544" y="308610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38" name="Wood left grain 3,3"/>
                <p:cNvSpPr/>
                <p:nvPr/>
              </p:nvSpPr>
              <p:spPr>
                <a:xfrm>
                  <a:off x="11228832" y="309524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786439"/>
                </a:solidFill>
                <a:ln>
                  <a:noFill/>
                </a:ln>
                <a:effectLst/>
              </p:spPr>
              <p:txBody>
                <a:bodyPr rtlCol="0" anchor="ctr"/>
                <a:lstStyle/>
                <a:p>
                  <a:pPr algn="ctr"/>
                </a:p>
              </p:txBody>
            </p:sp>
            <p:sp>
              <p:nvSpPr>
                <p:cNvPr id="239" name="Wood left grain 4,3"/>
                <p:cNvSpPr/>
                <p:nvPr/>
              </p:nvSpPr>
              <p:spPr>
                <a:xfrm>
                  <a:off x="11247120" y="3104388"/>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8D7648"/>
                </a:solidFill>
                <a:ln>
                  <a:noFill/>
                </a:ln>
                <a:effectLst/>
              </p:spPr>
              <p:txBody>
                <a:bodyPr rtlCol="0" anchor="ctr"/>
                <a:lstStyle/>
                <a:p>
                  <a:pPr algn="ctr"/>
                </a:p>
              </p:txBody>
            </p:sp>
            <p:sp>
              <p:nvSpPr>
                <p:cNvPr id="240" name="Wood left grain 5,3"/>
                <p:cNvSpPr/>
                <p:nvPr/>
              </p:nvSpPr>
              <p:spPr>
                <a:xfrm>
                  <a:off x="11265408" y="311353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41" name="Wood left grain 6,3"/>
                <p:cNvSpPr/>
                <p:nvPr/>
              </p:nvSpPr>
              <p:spPr>
                <a:xfrm>
                  <a:off x="11283696" y="312267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42" name="Wood left grain 7,3"/>
                <p:cNvSpPr/>
                <p:nvPr/>
              </p:nvSpPr>
              <p:spPr>
                <a:xfrm>
                  <a:off x="11301984" y="313182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8D7648"/>
                </a:solidFill>
                <a:ln>
                  <a:noFill/>
                </a:ln>
                <a:effectLst/>
              </p:spPr>
              <p:txBody>
                <a:bodyPr rtlCol="0" anchor="ctr"/>
                <a:lstStyle/>
                <a:p>
                  <a:pPr algn="ctr"/>
                </a:p>
              </p:txBody>
            </p:sp>
            <p:sp>
              <p:nvSpPr>
                <p:cNvPr id="243" name="Wood left grain 8,3"/>
                <p:cNvSpPr/>
                <p:nvPr/>
              </p:nvSpPr>
              <p:spPr>
                <a:xfrm>
                  <a:off x="11320272" y="314096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584927"/>
                </a:solidFill>
                <a:ln>
                  <a:noFill/>
                </a:ln>
                <a:effectLst/>
              </p:spPr>
              <p:txBody>
                <a:bodyPr rtlCol="0" anchor="ctr"/>
                <a:lstStyle/>
                <a:p>
                  <a:pPr algn="ctr"/>
                </a:p>
              </p:txBody>
            </p:sp>
            <p:sp>
              <p:nvSpPr>
                <p:cNvPr id="244" name="Wood left grain 9,3"/>
                <p:cNvSpPr/>
                <p:nvPr/>
              </p:nvSpPr>
              <p:spPr>
                <a:xfrm>
                  <a:off x="11338560" y="3150108"/>
                  <a:ext cx="18288" cy="32918"/>
                </a:xfrm>
                <a:custGeom>
                  <a:avLst/>
                  <a:gdLst/>
                  <a:ahLst/>
                  <a:cxnLst/>
                  <a:rect l="0" t="0" r="r" b="b"/>
                  <a:pathLst>
                    <a:path w="18288" h="32918">
                      <a:moveTo>
                        <a:pt x="0" y="0"/>
                      </a:moveTo>
                      <a:lnTo>
                        <a:pt x="18288" y="9144"/>
                      </a:lnTo>
                      <a:lnTo>
                        <a:pt x="18288" y="32918"/>
                      </a:lnTo>
                      <a:lnTo>
                        <a:pt x="0" y="23774"/>
                      </a:lnTo>
                      <a:close/>
                    </a:path>
                  </a:pathLst>
                </a:custGeom>
                <a:solidFill>
                  <a:srgbClr val="453B22"/>
                </a:solidFill>
                <a:ln>
                  <a:noFill/>
                </a:ln>
                <a:effectLst/>
              </p:spPr>
              <p:txBody>
                <a:bodyPr rtlCol="0" anchor="ctr"/>
                <a:lstStyle/>
                <a:p>
                  <a:pPr algn="ctr"/>
                </a:p>
              </p:txBody>
            </p:sp>
            <p:sp>
              <p:nvSpPr>
                <p:cNvPr id="245" name="Wood left grain 0,4"/>
                <p:cNvSpPr/>
                <p:nvPr/>
              </p:nvSpPr>
              <p:spPr>
                <a:xfrm>
                  <a:off x="11173968" y="309067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46" name="Wood left grain 1,4"/>
                <p:cNvSpPr/>
                <p:nvPr/>
              </p:nvSpPr>
              <p:spPr>
                <a:xfrm>
                  <a:off x="11192256" y="309981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47" name="Wood left grain 2,4"/>
                <p:cNvSpPr/>
                <p:nvPr/>
              </p:nvSpPr>
              <p:spPr>
                <a:xfrm>
                  <a:off x="11210544" y="310896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8D7648"/>
                </a:solidFill>
                <a:ln>
                  <a:noFill/>
                </a:ln>
                <a:effectLst/>
              </p:spPr>
              <p:txBody>
                <a:bodyPr rtlCol="0" anchor="ctr"/>
                <a:lstStyle/>
                <a:p>
                  <a:pPr algn="ctr"/>
                </a:p>
              </p:txBody>
            </p:sp>
            <p:sp>
              <p:nvSpPr>
                <p:cNvPr id="248" name="Wood left grain 3,4"/>
                <p:cNvSpPr/>
                <p:nvPr/>
              </p:nvSpPr>
              <p:spPr>
                <a:xfrm>
                  <a:off x="11228832" y="311810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584927"/>
                </a:solidFill>
                <a:ln>
                  <a:noFill/>
                </a:ln>
                <a:effectLst/>
              </p:spPr>
              <p:txBody>
                <a:bodyPr rtlCol="0" anchor="ctr"/>
                <a:lstStyle/>
                <a:p>
                  <a:pPr algn="ctr"/>
                </a:p>
              </p:txBody>
            </p:sp>
            <p:sp>
              <p:nvSpPr>
                <p:cNvPr id="249" name="Wood left grain 4,4"/>
                <p:cNvSpPr/>
                <p:nvPr/>
              </p:nvSpPr>
              <p:spPr>
                <a:xfrm>
                  <a:off x="11247120" y="3127248"/>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8D7648"/>
                </a:solidFill>
                <a:ln>
                  <a:noFill/>
                </a:ln>
                <a:effectLst/>
              </p:spPr>
              <p:txBody>
                <a:bodyPr rtlCol="0" anchor="ctr"/>
                <a:lstStyle/>
                <a:p>
                  <a:pPr algn="ctr"/>
                </a:p>
              </p:txBody>
            </p:sp>
            <p:sp>
              <p:nvSpPr>
                <p:cNvPr id="250" name="Wood left grain 5,4"/>
                <p:cNvSpPr/>
                <p:nvPr/>
              </p:nvSpPr>
              <p:spPr>
                <a:xfrm>
                  <a:off x="11265408" y="313639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786439"/>
                </a:solidFill>
                <a:ln>
                  <a:noFill/>
                </a:ln>
                <a:effectLst/>
              </p:spPr>
              <p:txBody>
                <a:bodyPr rtlCol="0" anchor="ctr"/>
                <a:lstStyle/>
                <a:p>
                  <a:pPr algn="ctr"/>
                </a:p>
              </p:txBody>
            </p:sp>
            <p:sp>
              <p:nvSpPr>
                <p:cNvPr id="251" name="Wood left grain 6,4"/>
                <p:cNvSpPr/>
                <p:nvPr/>
              </p:nvSpPr>
              <p:spPr>
                <a:xfrm>
                  <a:off x="11283696" y="314553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52" name="Wood left grain 7,4"/>
                <p:cNvSpPr/>
                <p:nvPr/>
              </p:nvSpPr>
              <p:spPr>
                <a:xfrm>
                  <a:off x="11301984" y="315468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53" name="Wood left grain 8,4"/>
                <p:cNvSpPr/>
                <p:nvPr/>
              </p:nvSpPr>
              <p:spPr>
                <a:xfrm>
                  <a:off x="11320272" y="316382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584927"/>
                </a:solidFill>
                <a:ln>
                  <a:noFill/>
                </a:ln>
                <a:effectLst/>
              </p:spPr>
              <p:txBody>
                <a:bodyPr rtlCol="0" anchor="ctr"/>
                <a:lstStyle/>
                <a:p>
                  <a:pPr algn="ctr"/>
                </a:p>
              </p:txBody>
            </p:sp>
            <p:sp>
              <p:nvSpPr>
                <p:cNvPr id="254" name="Wood left grain 9,4"/>
                <p:cNvSpPr/>
                <p:nvPr/>
              </p:nvSpPr>
              <p:spPr>
                <a:xfrm>
                  <a:off x="11338560" y="3172968"/>
                  <a:ext cx="18288" cy="32918"/>
                </a:xfrm>
                <a:custGeom>
                  <a:avLst/>
                  <a:gdLst/>
                  <a:ahLst/>
                  <a:cxnLst/>
                  <a:rect l="0" t="0" r="r" b="b"/>
                  <a:pathLst>
                    <a:path w="18288" h="32918">
                      <a:moveTo>
                        <a:pt x="0" y="0"/>
                      </a:moveTo>
                      <a:lnTo>
                        <a:pt x="18288" y="9144"/>
                      </a:lnTo>
                      <a:lnTo>
                        <a:pt x="18288" y="32918"/>
                      </a:lnTo>
                      <a:lnTo>
                        <a:pt x="0" y="23774"/>
                      </a:lnTo>
                      <a:close/>
                    </a:path>
                  </a:pathLst>
                </a:custGeom>
                <a:solidFill>
                  <a:srgbClr val="8D7648"/>
                </a:solidFill>
                <a:ln>
                  <a:noFill/>
                </a:ln>
                <a:effectLst/>
              </p:spPr>
              <p:txBody>
                <a:bodyPr rtlCol="0" anchor="ctr"/>
                <a:lstStyle/>
                <a:p>
                  <a:pPr algn="ctr"/>
                </a:p>
              </p:txBody>
            </p:sp>
            <p:sp>
              <p:nvSpPr>
                <p:cNvPr id="255" name="Wood left grain 0,5"/>
                <p:cNvSpPr/>
                <p:nvPr/>
              </p:nvSpPr>
              <p:spPr>
                <a:xfrm>
                  <a:off x="11173968" y="311353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56" name="Wood left grain 1,5"/>
                <p:cNvSpPr/>
                <p:nvPr/>
              </p:nvSpPr>
              <p:spPr>
                <a:xfrm>
                  <a:off x="11192256" y="312267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584927"/>
                </a:solidFill>
                <a:ln>
                  <a:noFill/>
                </a:ln>
                <a:effectLst/>
              </p:spPr>
              <p:txBody>
                <a:bodyPr rtlCol="0" anchor="ctr"/>
                <a:lstStyle/>
                <a:p>
                  <a:pPr algn="ctr"/>
                </a:p>
              </p:txBody>
            </p:sp>
            <p:sp>
              <p:nvSpPr>
                <p:cNvPr id="257" name="Wood left grain 2,5"/>
                <p:cNvSpPr/>
                <p:nvPr/>
              </p:nvSpPr>
              <p:spPr>
                <a:xfrm>
                  <a:off x="11210544" y="313182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58" name="Wood left grain 3,5"/>
                <p:cNvSpPr/>
                <p:nvPr/>
              </p:nvSpPr>
              <p:spPr>
                <a:xfrm>
                  <a:off x="11228832" y="314096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786439"/>
                </a:solidFill>
                <a:ln>
                  <a:noFill/>
                </a:ln>
                <a:effectLst/>
              </p:spPr>
              <p:txBody>
                <a:bodyPr rtlCol="0" anchor="ctr"/>
                <a:lstStyle/>
                <a:p>
                  <a:pPr algn="ctr"/>
                </a:p>
              </p:txBody>
            </p:sp>
            <p:sp>
              <p:nvSpPr>
                <p:cNvPr id="259" name="Wood left grain 4,5"/>
                <p:cNvSpPr/>
                <p:nvPr/>
              </p:nvSpPr>
              <p:spPr>
                <a:xfrm>
                  <a:off x="11247120" y="3150108"/>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8D7648"/>
                </a:solidFill>
                <a:ln>
                  <a:noFill/>
                </a:ln>
                <a:effectLst/>
              </p:spPr>
              <p:txBody>
                <a:bodyPr rtlCol="0" anchor="ctr"/>
                <a:lstStyle/>
                <a:p>
                  <a:pPr algn="ctr"/>
                </a:p>
              </p:txBody>
            </p:sp>
            <p:sp>
              <p:nvSpPr>
                <p:cNvPr id="260" name="Wood left grain 5,5"/>
                <p:cNvSpPr/>
                <p:nvPr/>
              </p:nvSpPr>
              <p:spPr>
                <a:xfrm>
                  <a:off x="11265408" y="315925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786439"/>
                </a:solidFill>
                <a:ln>
                  <a:noFill/>
                </a:ln>
                <a:effectLst/>
              </p:spPr>
              <p:txBody>
                <a:bodyPr rtlCol="0" anchor="ctr"/>
                <a:lstStyle/>
                <a:p>
                  <a:pPr algn="ctr"/>
                </a:p>
              </p:txBody>
            </p:sp>
            <p:sp>
              <p:nvSpPr>
                <p:cNvPr id="261" name="Wood left grain 6,5"/>
                <p:cNvSpPr/>
                <p:nvPr/>
              </p:nvSpPr>
              <p:spPr>
                <a:xfrm>
                  <a:off x="11283696" y="316839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62" name="Wood left grain 7,5"/>
                <p:cNvSpPr/>
                <p:nvPr/>
              </p:nvSpPr>
              <p:spPr>
                <a:xfrm>
                  <a:off x="11301984" y="317754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63" name="Wood left grain 8,5"/>
                <p:cNvSpPr/>
                <p:nvPr/>
              </p:nvSpPr>
              <p:spPr>
                <a:xfrm>
                  <a:off x="11320272" y="318668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786439"/>
                </a:solidFill>
                <a:ln>
                  <a:noFill/>
                </a:ln>
                <a:effectLst/>
              </p:spPr>
              <p:txBody>
                <a:bodyPr rtlCol="0" anchor="ctr"/>
                <a:lstStyle/>
                <a:p>
                  <a:pPr algn="ctr"/>
                </a:p>
              </p:txBody>
            </p:sp>
            <p:sp>
              <p:nvSpPr>
                <p:cNvPr id="264" name="Wood left grain 9,5"/>
                <p:cNvSpPr/>
                <p:nvPr/>
              </p:nvSpPr>
              <p:spPr>
                <a:xfrm>
                  <a:off x="11338560" y="3195828"/>
                  <a:ext cx="18288" cy="32918"/>
                </a:xfrm>
                <a:custGeom>
                  <a:avLst/>
                  <a:gdLst/>
                  <a:ahLst/>
                  <a:cxnLst/>
                  <a:rect l="0" t="0" r="r" b="b"/>
                  <a:pathLst>
                    <a:path w="18288" h="32918">
                      <a:moveTo>
                        <a:pt x="0" y="0"/>
                      </a:moveTo>
                      <a:lnTo>
                        <a:pt x="18288" y="9144"/>
                      </a:lnTo>
                      <a:lnTo>
                        <a:pt x="18288" y="32918"/>
                      </a:lnTo>
                      <a:lnTo>
                        <a:pt x="0" y="23774"/>
                      </a:lnTo>
                      <a:close/>
                    </a:path>
                  </a:pathLst>
                </a:custGeom>
                <a:solidFill>
                  <a:srgbClr val="8D7648"/>
                </a:solidFill>
                <a:ln>
                  <a:noFill/>
                </a:ln>
                <a:effectLst/>
              </p:spPr>
              <p:txBody>
                <a:bodyPr rtlCol="0" anchor="ctr"/>
                <a:lstStyle/>
                <a:p>
                  <a:pPr algn="ctr"/>
                </a:p>
              </p:txBody>
            </p:sp>
            <p:sp>
              <p:nvSpPr>
                <p:cNvPr id="265" name="Wood left grain 0,6"/>
                <p:cNvSpPr/>
                <p:nvPr/>
              </p:nvSpPr>
              <p:spPr>
                <a:xfrm>
                  <a:off x="11173968" y="313639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66" name="Wood left grain 1,6"/>
                <p:cNvSpPr/>
                <p:nvPr/>
              </p:nvSpPr>
              <p:spPr>
                <a:xfrm>
                  <a:off x="11192256" y="314553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786439"/>
                </a:solidFill>
                <a:ln>
                  <a:noFill/>
                </a:ln>
                <a:effectLst/>
              </p:spPr>
              <p:txBody>
                <a:bodyPr rtlCol="0" anchor="ctr"/>
                <a:lstStyle/>
                <a:p>
                  <a:pPr algn="ctr"/>
                </a:p>
              </p:txBody>
            </p:sp>
            <p:sp>
              <p:nvSpPr>
                <p:cNvPr id="267" name="Wood left grain 2,6"/>
                <p:cNvSpPr/>
                <p:nvPr/>
              </p:nvSpPr>
              <p:spPr>
                <a:xfrm>
                  <a:off x="11210544" y="315468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68" name="Wood left grain 3,6"/>
                <p:cNvSpPr/>
                <p:nvPr/>
              </p:nvSpPr>
              <p:spPr>
                <a:xfrm>
                  <a:off x="11228832" y="316382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69" name="Wood left grain 4,6"/>
                <p:cNvSpPr/>
                <p:nvPr/>
              </p:nvSpPr>
              <p:spPr>
                <a:xfrm>
                  <a:off x="11247120" y="3172968"/>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584927"/>
                </a:solidFill>
                <a:ln>
                  <a:noFill/>
                </a:ln>
                <a:effectLst/>
              </p:spPr>
              <p:txBody>
                <a:bodyPr rtlCol="0" anchor="ctr"/>
                <a:lstStyle/>
                <a:p>
                  <a:pPr algn="ctr"/>
                </a:p>
              </p:txBody>
            </p:sp>
            <p:sp>
              <p:nvSpPr>
                <p:cNvPr id="270" name="Wood left grain 5,6"/>
                <p:cNvSpPr/>
                <p:nvPr/>
              </p:nvSpPr>
              <p:spPr>
                <a:xfrm>
                  <a:off x="11265408" y="318211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8D7648"/>
                </a:solidFill>
                <a:ln>
                  <a:noFill/>
                </a:ln>
                <a:effectLst/>
              </p:spPr>
              <p:txBody>
                <a:bodyPr rtlCol="0" anchor="ctr"/>
                <a:lstStyle/>
                <a:p>
                  <a:pPr algn="ctr"/>
                </a:p>
              </p:txBody>
            </p:sp>
            <p:sp>
              <p:nvSpPr>
                <p:cNvPr id="271" name="Wood left grain 6,6"/>
                <p:cNvSpPr/>
                <p:nvPr/>
              </p:nvSpPr>
              <p:spPr>
                <a:xfrm>
                  <a:off x="11283696" y="319125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786439"/>
                </a:solidFill>
                <a:ln>
                  <a:noFill/>
                </a:ln>
                <a:effectLst/>
              </p:spPr>
              <p:txBody>
                <a:bodyPr rtlCol="0" anchor="ctr"/>
                <a:lstStyle/>
                <a:p>
                  <a:pPr algn="ctr"/>
                </a:p>
              </p:txBody>
            </p:sp>
            <p:sp>
              <p:nvSpPr>
                <p:cNvPr id="272" name="Wood left grain 7,6"/>
                <p:cNvSpPr/>
                <p:nvPr/>
              </p:nvSpPr>
              <p:spPr>
                <a:xfrm>
                  <a:off x="11301984" y="320040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8D7648"/>
                </a:solidFill>
                <a:ln>
                  <a:noFill/>
                </a:ln>
                <a:effectLst/>
              </p:spPr>
              <p:txBody>
                <a:bodyPr rtlCol="0" anchor="ctr"/>
                <a:lstStyle/>
                <a:p>
                  <a:pPr algn="ctr"/>
                </a:p>
              </p:txBody>
            </p:sp>
            <p:sp>
              <p:nvSpPr>
                <p:cNvPr id="273" name="Wood left grain 8,6"/>
                <p:cNvSpPr/>
                <p:nvPr/>
              </p:nvSpPr>
              <p:spPr>
                <a:xfrm>
                  <a:off x="11320272" y="320954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786439"/>
                </a:solidFill>
                <a:ln>
                  <a:noFill/>
                </a:ln>
                <a:effectLst/>
              </p:spPr>
              <p:txBody>
                <a:bodyPr rtlCol="0" anchor="ctr"/>
                <a:lstStyle/>
                <a:p>
                  <a:pPr algn="ctr"/>
                </a:p>
              </p:txBody>
            </p:sp>
            <p:sp>
              <p:nvSpPr>
                <p:cNvPr id="274" name="Wood left grain 9,6"/>
                <p:cNvSpPr/>
                <p:nvPr/>
              </p:nvSpPr>
              <p:spPr>
                <a:xfrm>
                  <a:off x="11338560" y="3218688"/>
                  <a:ext cx="18288" cy="32918"/>
                </a:xfrm>
                <a:custGeom>
                  <a:avLst/>
                  <a:gdLst/>
                  <a:ahLst/>
                  <a:cxnLst/>
                  <a:rect l="0" t="0" r="r" b="b"/>
                  <a:pathLst>
                    <a:path w="18288" h="32918">
                      <a:moveTo>
                        <a:pt x="0" y="0"/>
                      </a:moveTo>
                      <a:lnTo>
                        <a:pt x="18288" y="9144"/>
                      </a:lnTo>
                      <a:lnTo>
                        <a:pt x="18288" y="32918"/>
                      </a:lnTo>
                      <a:lnTo>
                        <a:pt x="0" y="23774"/>
                      </a:lnTo>
                      <a:close/>
                    </a:path>
                  </a:pathLst>
                </a:custGeom>
                <a:solidFill>
                  <a:srgbClr val="453B22"/>
                </a:solidFill>
                <a:ln>
                  <a:noFill/>
                </a:ln>
                <a:effectLst/>
              </p:spPr>
              <p:txBody>
                <a:bodyPr rtlCol="0" anchor="ctr"/>
                <a:lstStyle/>
                <a:p>
                  <a:pPr algn="ctr"/>
                </a:p>
              </p:txBody>
            </p:sp>
            <p:sp>
              <p:nvSpPr>
                <p:cNvPr id="275" name="Wood left grain 0,7"/>
                <p:cNvSpPr/>
                <p:nvPr/>
              </p:nvSpPr>
              <p:spPr>
                <a:xfrm>
                  <a:off x="11173968" y="315925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8D7648"/>
                </a:solidFill>
                <a:ln>
                  <a:noFill/>
                </a:ln>
                <a:effectLst/>
              </p:spPr>
              <p:txBody>
                <a:bodyPr rtlCol="0" anchor="ctr"/>
                <a:lstStyle/>
                <a:p>
                  <a:pPr algn="ctr"/>
                </a:p>
              </p:txBody>
            </p:sp>
            <p:sp>
              <p:nvSpPr>
                <p:cNvPr id="276" name="Wood left grain 1,7"/>
                <p:cNvSpPr/>
                <p:nvPr/>
              </p:nvSpPr>
              <p:spPr>
                <a:xfrm>
                  <a:off x="11192256" y="316839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584927"/>
                </a:solidFill>
                <a:ln>
                  <a:noFill/>
                </a:ln>
                <a:effectLst/>
              </p:spPr>
              <p:txBody>
                <a:bodyPr rtlCol="0" anchor="ctr"/>
                <a:lstStyle/>
                <a:p>
                  <a:pPr algn="ctr"/>
                </a:p>
              </p:txBody>
            </p:sp>
            <p:sp>
              <p:nvSpPr>
                <p:cNvPr id="277" name="Wood left grain 2,7"/>
                <p:cNvSpPr/>
                <p:nvPr/>
              </p:nvSpPr>
              <p:spPr>
                <a:xfrm>
                  <a:off x="11210544" y="317754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78" name="Wood left grain 3,7"/>
                <p:cNvSpPr/>
                <p:nvPr/>
              </p:nvSpPr>
              <p:spPr>
                <a:xfrm>
                  <a:off x="11228832" y="318668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79" name="Wood left grain 4,7"/>
                <p:cNvSpPr/>
                <p:nvPr/>
              </p:nvSpPr>
              <p:spPr>
                <a:xfrm>
                  <a:off x="11247120" y="3195828"/>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80" name="Wood left grain 5,7"/>
                <p:cNvSpPr/>
                <p:nvPr/>
              </p:nvSpPr>
              <p:spPr>
                <a:xfrm>
                  <a:off x="11265408" y="320497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81" name="Wood left grain 6,7"/>
                <p:cNvSpPr/>
                <p:nvPr/>
              </p:nvSpPr>
              <p:spPr>
                <a:xfrm>
                  <a:off x="11283696" y="321411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584927"/>
                </a:solidFill>
                <a:ln>
                  <a:noFill/>
                </a:ln>
                <a:effectLst/>
              </p:spPr>
              <p:txBody>
                <a:bodyPr rtlCol="0" anchor="ctr"/>
                <a:lstStyle/>
                <a:p>
                  <a:pPr algn="ctr"/>
                </a:p>
              </p:txBody>
            </p:sp>
            <p:sp>
              <p:nvSpPr>
                <p:cNvPr id="282" name="Wood left grain 7,7"/>
                <p:cNvSpPr/>
                <p:nvPr/>
              </p:nvSpPr>
              <p:spPr>
                <a:xfrm>
                  <a:off x="11301984" y="322326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83" name="Wood left grain 8,7"/>
                <p:cNvSpPr/>
                <p:nvPr/>
              </p:nvSpPr>
              <p:spPr>
                <a:xfrm>
                  <a:off x="11320272" y="323240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84" name="Wood left grain 9,7"/>
                <p:cNvSpPr/>
                <p:nvPr/>
              </p:nvSpPr>
              <p:spPr>
                <a:xfrm>
                  <a:off x="11338560" y="3241548"/>
                  <a:ext cx="18288" cy="32918"/>
                </a:xfrm>
                <a:custGeom>
                  <a:avLst/>
                  <a:gdLst/>
                  <a:ahLst/>
                  <a:cxnLst/>
                  <a:rect l="0" t="0" r="r" b="b"/>
                  <a:pathLst>
                    <a:path w="18288" h="32918">
                      <a:moveTo>
                        <a:pt x="0" y="0"/>
                      </a:moveTo>
                      <a:lnTo>
                        <a:pt x="18288" y="9144"/>
                      </a:lnTo>
                      <a:lnTo>
                        <a:pt x="18288" y="32918"/>
                      </a:lnTo>
                      <a:lnTo>
                        <a:pt x="0" y="23774"/>
                      </a:lnTo>
                      <a:close/>
                    </a:path>
                  </a:pathLst>
                </a:custGeom>
                <a:solidFill>
                  <a:srgbClr val="453B22"/>
                </a:solidFill>
                <a:ln>
                  <a:noFill/>
                </a:ln>
                <a:effectLst/>
              </p:spPr>
              <p:txBody>
                <a:bodyPr rtlCol="0" anchor="ctr"/>
                <a:lstStyle/>
                <a:p>
                  <a:pPr algn="ctr"/>
                </a:p>
              </p:txBody>
            </p:sp>
            <p:sp>
              <p:nvSpPr>
                <p:cNvPr id="285" name="Wood left grain 0,8"/>
                <p:cNvSpPr/>
                <p:nvPr/>
              </p:nvSpPr>
              <p:spPr>
                <a:xfrm>
                  <a:off x="11173968" y="318211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86" name="Wood left grain 1,8"/>
                <p:cNvSpPr/>
                <p:nvPr/>
              </p:nvSpPr>
              <p:spPr>
                <a:xfrm>
                  <a:off x="11192256" y="319125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584927"/>
                </a:solidFill>
                <a:ln>
                  <a:noFill/>
                </a:ln>
                <a:effectLst/>
              </p:spPr>
              <p:txBody>
                <a:bodyPr rtlCol="0" anchor="ctr"/>
                <a:lstStyle/>
                <a:p>
                  <a:pPr algn="ctr"/>
                </a:p>
              </p:txBody>
            </p:sp>
            <p:sp>
              <p:nvSpPr>
                <p:cNvPr id="287" name="Wood left grain 2,8"/>
                <p:cNvSpPr/>
                <p:nvPr/>
              </p:nvSpPr>
              <p:spPr>
                <a:xfrm>
                  <a:off x="11210544" y="320040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88" name="Wood left grain 3,8"/>
                <p:cNvSpPr/>
                <p:nvPr/>
              </p:nvSpPr>
              <p:spPr>
                <a:xfrm>
                  <a:off x="11228832" y="320954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89" name="Wood left grain 4,8"/>
                <p:cNvSpPr/>
                <p:nvPr/>
              </p:nvSpPr>
              <p:spPr>
                <a:xfrm>
                  <a:off x="11247120" y="3218688"/>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584927"/>
                </a:solidFill>
                <a:ln>
                  <a:noFill/>
                </a:ln>
                <a:effectLst/>
              </p:spPr>
              <p:txBody>
                <a:bodyPr rtlCol="0" anchor="ctr"/>
                <a:lstStyle/>
                <a:p>
                  <a:pPr algn="ctr"/>
                </a:p>
              </p:txBody>
            </p:sp>
            <p:sp>
              <p:nvSpPr>
                <p:cNvPr id="290" name="Wood left grain 5,8"/>
                <p:cNvSpPr/>
                <p:nvPr/>
              </p:nvSpPr>
              <p:spPr>
                <a:xfrm>
                  <a:off x="11265408" y="3227832"/>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91" name="Wood left grain 6,8"/>
                <p:cNvSpPr/>
                <p:nvPr/>
              </p:nvSpPr>
              <p:spPr>
                <a:xfrm>
                  <a:off x="11283696" y="3236976"/>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584927"/>
                </a:solidFill>
                <a:ln>
                  <a:noFill/>
                </a:ln>
                <a:effectLst/>
              </p:spPr>
              <p:txBody>
                <a:bodyPr rtlCol="0" anchor="ctr"/>
                <a:lstStyle/>
                <a:p>
                  <a:pPr algn="ctr"/>
                </a:p>
              </p:txBody>
            </p:sp>
            <p:sp>
              <p:nvSpPr>
                <p:cNvPr id="292" name="Wood left grain 7,8"/>
                <p:cNvSpPr/>
                <p:nvPr/>
              </p:nvSpPr>
              <p:spPr>
                <a:xfrm>
                  <a:off x="11301984" y="3246120"/>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453B22"/>
                </a:solidFill>
                <a:ln>
                  <a:noFill/>
                </a:ln>
                <a:effectLst/>
              </p:spPr>
              <p:txBody>
                <a:bodyPr rtlCol="0" anchor="ctr"/>
                <a:lstStyle/>
                <a:p>
                  <a:pPr algn="ctr"/>
                </a:p>
              </p:txBody>
            </p:sp>
            <p:sp>
              <p:nvSpPr>
                <p:cNvPr id="293" name="Wood left grain 8,8"/>
                <p:cNvSpPr/>
                <p:nvPr/>
              </p:nvSpPr>
              <p:spPr>
                <a:xfrm>
                  <a:off x="11320272" y="3255264"/>
                  <a:ext cx="19020" cy="33284"/>
                </a:xfrm>
                <a:custGeom>
                  <a:avLst/>
                  <a:gdLst/>
                  <a:ahLst/>
                  <a:cxnLst/>
                  <a:rect l="0" t="0" r="r" b="b"/>
                  <a:pathLst>
                    <a:path w="19020" h="33284">
                      <a:moveTo>
                        <a:pt x="0" y="0"/>
                      </a:moveTo>
                      <a:lnTo>
                        <a:pt x="19020" y="9510"/>
                      </a:lnTo>
                      <a:lnTo>
                        <a:pt x="19020" y="33284"/>
                      </a:lnTo>
                      <a:lnTo>
                        <a:pt x="0" y="23774"/>
                      </a:lnTo>
                      <a:close/>
                    </a:path>
                  </a:pathLst>
                </a:custGeom>
                <a:solidFill>
                  <a:srgbClr val="6B5931"/>
                </a:solidFill>
                <a:ln>
                  <a:noFill/>
                </a:ln>
                <a:effectLst/>
              </p:spPr>
              <p:txBody>
                <a:bodyPr rtlCol="0" anchor="ctr"/>
                <a:lstStyle/>
                <a:p>
                  <a:pPr algn="ctr"/>
                </a:p>
              </p:txBody>
            </p:sp>
            <p:sp>
              <p:nvSpPr>
                <p:cNvPr id="294" name="Wood left grain 9,8"/>
                <p:cNvSpPr/>
                <p:nvPr/>
              </p:nvSpPr>
              <p:spPr>
                <a:xfrm>
                  <a:off x="11338560" y="3264408"/>
                  <a:ext cx="18288" cy="32918"/>
                </a:xfrm>
                <a:custGeom>
                  <a:avLst/>
                  <a:gdLst/>
                  <a:ahLst/>
                  <a:cxnLst/>
                  <a:rect l="0" t="0" r="r" b="b"/>
                  <a:pathLst>
                    <a:path w="18288" h="32918">
                      <a:moveTo>
                        <a:pt x="0" y="0"/>
                      </a:moveTo>
                      <a:lnTo>
                        <a:pt x="18288" y="9144"/>
                      </a:lnTo>
                      <a:lnTo>
                        <a:pt x="18288" y="32918"/>
                      </a:lnTo>
                      <a:lnTo>
                        <a:pt x="0" y="23774"/>
                      </a:lnTo>
                      <a:close/>
                    </a:path>
                  </a:pathLst>
                </a:custGeom>
                <a:solidFill>
                  <a:srgbClr val="584927"/>
                </a:solidFill>
                <a:ln>
                  <a:noFill/>
                </a:ln>
                <a:effectLst/>
              </p:spPr>
              <p:txBody>
                <a:bodyPr rtlCol="0" anchor="ctr"/>
                <a:lstStyle/>
                <a:p>
                  <a:pPr algn="ctr"/>
                </a:p>
              </p:txBody>
            </p:sp>
            <p:sp>
              <p:nvSpPr>
                <p:cNvPr id="295" name="Wood left grain 0,9"/>
                <p:cNvSpPr/>
                <p:nvPr/>
              </p:nvSpPr>
              <p:spPr>
                <a:xfrm>
                  <a:off x="11173968" y="3204972"/>
                  <a:ext cx="19020" cy="32370"/>
                </a:xfrm>
                <a:custGeom>
                  <a:avLst/>
                  <a:gdLst/>
                  <a:ahLst/>
                  <a:cxnLst/>
                  <a:rect l="0" t="0" r="r" b="b"/>
                  <a:pathLst>
                    <a:path w="19020" h="32370">
                      <a:moveTo>
                        <a:pt x="0" y="0"/>
                      </a:moveTo>
                      <a:lnTo>
                        <a:pt x="19020" y="9510"/>
                      </a:lnTo>
                      <a:lnTo>
                        <a:pt x="19020" y="32370"/>
                      </a:lnTo>
                      <a:lnTo>
                        <a:pt x="0" y="22860"/>
                      </a:lnTo>
                      <a:close/>
                    </a:path>
                  </a:pathLst>
                </a:custGeom>
                <a:solidFill>
                  <a:srgbClr val="8D7648"/>
                </a:solidFill>
                <a:ln>
                  <a:noFill/>
                </a:ln>
                <a:effectLst/>
              </p:spPr>
              <p:txBody>
                <a:bodyPr rtlCol="0" anchor="ctr"/>
                <a:lstStyle/>
                <a:p>
                  <a:pPr algn="ctr"/>
                </a:p>
              </p:txBody>
            </p:sp>
            <p:sp>
              <p:nvSpPr>
                <p:cNvPr id="296" name="Wood left grain 1,9"/>
                <p:cNvSpPr/>
                <p:nvPr/>
              </p:nvSpPr>
              <p:spPr>
                <a:xfrm>
                  <a:off x="11192256" y="3214116"/>
                  <a:ext cx="19020" cy="32370"/>
                </a:xfrm>
                <a:custGeom>
                  <a:avLst/>
                  <a:gdLst/>
                  <a:ahLst/>
                  <a:cxnLst/>
                  <a:rect l="0" t="0" r="r" b="b"/>
                  <a:pathLst>
                    <a:path w="19020" h="32370">
                      <a:moveTo>
                        <a:pt x="0" y="0"/>
                      </a:moveTo>
                      <a:lnTo>
                        <a:pt x="19020" y="9510"/>
                      </a:lnTo>
                      <a:lnTo>
                        <a:pt x="19020" y="32370"/>
                      </a:lnTo>
                      <a:lnTo>
                        <a:pt x="0" y="22860"/>
                      </a:lnTo>
                      <a:close/>
                    </a:path>
                  </a:pathLst>
                </a:custGeom>
                <a:solidFill>
                  <a:srgbClr val="786439"/>
                </a:solidFill>
                <a:ln>
                  <a:noFill/>
                </a:ln>
                <a:effectLst/>
              </p:spPr>
              <p:txBody>
                <a:bodyPr rtlCol="0" anchor="ctr"/>
                <a:lstStyle/>
                <a:p>
                  <a:pPr algn="ctr"/>
                </a:p>
              </p:txBody>
            </p:sp>
            <p:sp>
              <p:nvSpPr>
                <p:cNvPr id="297" name="Wood left grain 2,9"/>
                <p:cNvSpPr/>
                <p:nvPr/>
              </p:nvSpPr>
              <p:spPr>
                <a:xfrm>
                  <a:off x="11210544" y="3223260"/>
                  <a:ext cx="19020" cy="32370"/>
                </a:xfrm>
                <a:custGeom>
                  <a:avLst/>
                  <a:gdLst/>
                  <a:ahLst/>
                  <a:cxnLst/>
                  <a:rect l="0" t="0" r="r" b="b"/>
                  <a:pathLst>
                    <a:path w="19020" h="32370">
                      <a:moveTo>
                        <a:pt x="0" y="0"/>
                      </a:moveTo>
                      <a:lnTo>
                        <a:pt x="19020" y="9510"/>
                      </a:lnTo>
                      <a:lnTo>
                        <a:pt x="19020" y="32370"/>
                      </a:lnTo>
                      <a:lnTo>
                        <a:pt x="0" y="22860"/>
                      </a:lnTo>
                      <a:close/>
                    </a:path>
                  </a:pathLst>
                </a:custGeom>
                <a:solidFill>
                  <a:srgbClr val="584927"/>
                </a:solidFill>
                <a:ln>
                  <a:noFill/>
                </a:ln>
                <a:effectLst/>
              </p:spPr>
              <p:txBody>
                <a:bodyPr rtlCol="0" anchor="ctr"/>
                <a:lstStyle/>
                <a:p>
                  <a:pPr algn="ctr"/>
                </a:p>
              </p:txBody>
            </p:sp>
            <p:sp>
              <p:nvSpPr>
                <p:cNvPr id="298" name="Wood left grain 3,9"/>
                <p:cNvSpPr/>
                <p:nvPr/>
              </p:nvSpPr>
              <p:spPr>
                <a:xfrm>
                  <a:off x="11228832" y="3232404"/>
                  <a:ext cx="19020" cy="32370"/>
                </a:xfrm>
                <a:custGeom>
                  <a:avLst/>
                  <a:gdLst/>
                  <a:ahLst/>
                  <a:cxnLst/>
                  <a:rect l="0" t="0" r="r" b="b"/>
                  <a:pathLst>
                    <a:path w="19020" h="32370">
                      <a:moveTo>
                        <a:pt x="0" y="0"/>
                      </a:moveTo>
                      <a:lnTo>
                        <a:pt x="19020" y="9510"/>
                      </a:lnTo>
                      <a:lnTo>
                        <a:pt x="19020" y="32370"/>
                      </a:lnTo>
                      <a:lnTo>
                        <a:pt x="0" y="22860"/>
                      </a:lnTo>
                      <a:close/>
                    </a:path>
                  </a:pathLst>
                </a:custGeom>
                <a:solidFill>
                  <a:srgbClr val="6B5931"/>
                </a:solidFill>
                <a:ln>
                  <a:noFill/>
                </a:ln>
                <a:effectLst/>
              </p:spPr>
              <p:txBody>
                <a:bodyPr rtlCol="0" anchor="ctr"/>
                <a:lstStyle/>
                <a:p>
                  <a:pPr algn="ctr"/>
                </a:p>
              </p:txBody>
            </p:sp>
            <p:sp>
              <p:nvSpPr>
                <p:cNvPr id="299" name="Wood left grain 4,9"/>
                <p:cNvSpPr/>
                <p:nvPr/>
              </p:nvSpPr>
              <p:spPr>
                <a:xfrm>
                  <a:off x="11247120" y="3241548"/>
                  <a:ext cx="19020" cy="32370"/>
                </a:xfrm>
                <a:custGeom>
                  <a:avLst/>
                  <a:gdLst/>
                  <a:ahLst/>
                  <a:cxnLst/>
                  <a:rect l="0" t="0" r="r" b="b"/>
                  <a:pathLst>
                    <a:path w="19020" h="32370">
                      <a:moveTo>
                        <a:pt x="0" y="0"/>
                      </a:moveTo>
                      <a:lnTo>
                        <a:pt x="19020" y="9510"/>
                      </a:lnTo>
                      <a:lnTo>
                        <a:pt x="19020" y="32370"/>
                      </a:lnTo>
                      <a:lnTo>
                        <a:pt x="0" y="22860"/>
                      </a:lnTo>
                      <a:close/>
                    </a:path>
                  </a:pathLst>
                </a:custGeom>
                <a:solidFill>
                  <a:srgbClr val="584927"/>
                </a:solidFill>
                <a:ln>
                  <a:noFill/>
                </a:ln>
                <a:effectLst/>
              </p:spPr>
              <p:txBody>
                <a:bodyPr rtlCol="0" anchor="ctr"/>
                <a:lstStyle/>
                <a:p>
                  <a:pPr algn="ctr"/>
                </a:p>
              </p:txBody>
            </p:sp>
            <p:sp>
              <p:nvSpPr>
                <p:cNvPr id="300" name="Wood left grain 5,9"/>
                <p:cNvSpPr/>
                <p:nvPr/>
              </p:nvSpPr>
              <p:spPr>
                <a:xfrm>
                  <a:off x="11265408" y="3250692"/>
                  <a:ext cx="19020" cy="32370"/>
                </a:xfrm>
                <a:custGeom>
                  <a:avLst/>
                  <a:gdLst/>
                  <a:ahLst/>
                  <a:cxnLst/>
                  <a:rect l="0" t="0" r="r" b="b"/>
                  <a:pathLst>
                    <a:path w="19020" h="32370">
                      <a:moveTo>
                        <a:pt x="0" y="0"/>
                      </a:moveTo>
                      <a:lnTo>
                        <a:pt x="19020" y="9510"/>
                      </a:lnTo>
                      <a:lnTo>
                        <a:pt x="19020" y="32370"/>
                      </a:lnTo>
                      <a:lnTo>
                        <a:pt x="0" y="22860"/>
                      </a:lnTo>
                      <a:close/>
                    </a:path>
                  </a:pathLst>
                </a:custGeom>
                <a:solidFill>
                  <a:srgbClr val="8D7648"/>
                </a:solidFill>
                <a:ln>
                  <a:noFill/>
                </a:ln>
                <a:effectLst/>
              </p:spPr>
              <p:txBody>
                <a:bodyPr rtlCol="0" anchor="ctr"/>
                <a:lstStyle/>
                <a:p>
                  <a:pPr algn="ctr"/>
                </a:p>
              </p:txBody>
            </p:sp>
            <p:sp>
              <p:nvSpPr>
                <p:cNvPr id="301" name="Wood left grain 6,9"/>
                <p:cNvSpPr/>
                <p:nvPr/>
              </p:nvSpPr>
              <p:spPr>
                <a:xfrm>
                  <a:off x="11283696" y="3259836"/>
                  <a:ext cx="19020" cy="32370"/>
                </a:xfrm>
                <a:custGeom>
                  <a:avLst/>
                  <a:gdLst/>
                  <a:ahLst/>
                  <a:cxnLst/>
                  <a:rect l="0" t="0" r="r" b="b"/>
                  <a:pathLst>
                    <a:path w="19020" h="32370">
                      <a:moveTo>
                        <a:pt x="0" y="0"/>
                      </a:moveTo>
                      <a:lnTo>
                        <a:pt x="19020" y="9510"/>
                      </a:lnTo>
                      <a:lnTo>
                        <a:pt x="19020" y="32370"/>
                      </a:lnTo>
                      <a:lnTo>
                        <a:pt x="0" y="22860"/>
                      </a:lnTo>
                      <a:close/>
                    </a:path>
                  </a:pathLst>
                </a:custGeom>
                <a:solidFill>
                  <a:srgbClr val="6B5931"/>
                </a:solidFill>
                <a:ln>
                  <a:noFill/>
                </a:ln>
                <a:effectLst/>
              </p:spPr>
              <p:txBody>
                <a:bodyPr rtlCol="0" anchor="ctr"/>
                <a:lstStyle/>
                <a:p>
                  <a:pPr algn="ctr"/>
                </a:p>
              </p:txBody>
            </p:sp>
            <p:sp>
              <p:nvSpPr>
                <p:cNvPr id="302" name="Wood left grain 7,9"/>
                <p:cNvSpPr/>
                <p:nvPr/>
              </p:nvSpPr>
              <p:spPr>
                <a:xfrm>
                  <a:off x="11301984" y="3268980"/>
                  <a:ext cx="19020" cy="32370"/>
                </a:xfrm>
                <a:custGeom>
                  <a:avLst/>
                  <a:gdLst/>
                  <a:ahLst/>
                  <a:cxnLst/>
                  <a:rect l="0" t="0" r="r" b="b"/>
                  <a:pathLst>
                    <a:path w="19020" h="32370">
                      <a:moveTo>
                        <a:pt x="0" y="0"/>
                      </a:moveTo>
                      <a:lnTo>
                        <a:pt x="19020" y="9510"/>
                      </a:lnTo>
                      <a:lnTo>
                        <a:pt x="19020" y="32370"/>
                      </a:lnTo>
                      <a:lnTo>
                        <a:pt x="0" y="22860"/>
                      </a:lnTo>
                      <a:close/>
                    </a:path>
                  </a:pathLst>
                </a:custGeom>
                <a:solidFill>
                  <a:srgbClr val="584927"/>
                </a:solidFill>
                <a:ln>
                  <a:noFill/>
                </a:ln>
                <a:effectLst/>
              </p:spPr>
              <p:txBody>
                <a:bodyPr rtlCol="0" anchor="ctr"/>
                <a:lstStyle/>
                <a:p>
                  <a:pPr algn="ctr"/>
                </a:p>
              </p:txBody>
            </p:sp>
            <p:sp>
              <p:nvSpPr>
                <p:cNvPr id="303" name="Wood left grain 8,9"/>
                <p:cNvSpPr/>
                <p:nvPr/>
              </p:nvSpPr>
              <p:spPr>
                <a:xfrm>
                  <a:off x="11320272" y="3278124"/>
                  <a:ext cx="19020" cy="32370"/>
                </a:xfrm>
                <a:custGeom>
                  <a:avLst/>
                  <a:gdLst/>
                  <a:ahLst/>
                  <a:cxnLst/>
                  <a:rect l="0" t="0" r="r" b="b"/>
                  <a:pathLst>
                    <a:path w="19020" h="32370">
                      <a:moveTo>
                        <a:pt x="0" y="0"/>
                      </a:moveTo>
                      <a:lnTo>
                        <a:pt x="19020" y="9510"/>
                      </a:lnTo>
                      <a:lnTo>
                        <a:pt x="19020" y="32370"/>
                      </a:lnTo>
                      <a:lnTo>
                        <a:pt x="0" y="22860"/>
                      </a:lnTo>
                      <a:close/>
                    </a:path>
                  </a:pathLst>
                </a:custGeom>
                <a:solidFill>
                  <a:srgbClr val="8D7648"/>
                </a:solidFill>
                <a:ln>
                  <a:noFill/>
                </a:ln>
                <a:effectLst/>
              </p:spPr>
              <p:txBody>
                <a:bodyPr rtlCol="0" anchor="ctr"/>
                <a:lstStyle/>
                <a:p>
                  <a:pPr algn="ctr"/>
                </a:p>
              </p:txBody>
            </p:sp>
            <p:sp>
              <p:nvSpPr>
                <p:cNvPr id="304" name="Wood left grain 9,9"/>
                <p:cNvSpPr/>
                <p:nvPr/>
              </p:nvSpPr>
              <p:spPr>
                <a:xfrm>
                  <a:off x="11338560" y="3287268"/>
                  <a:ext cx="18288" cy="32004"/>
                </a:xfrm>
                <a:custGeom>
                  <a:avLst/>
                  <a:gdLst/>
                  <a:ahLst/>
                  <a:cxnLst/>
                  <a:rect l="0" t="0" r="r" b="b"/>
                  <a:pathLst>
                    <a:path w="18288" h="32004">
                      <a:moveTo>
                        <a:pt x="0" y="0"/>
                      </a:moveTo>
                      <a:lnTo>
                        <a:pt x="18288" y="9144"/>
                      </a:lnTo>
                      <a:lnTo>
                        <a:pt x="18288" y="32004"/>
                      </a:lnTo>
                      <a:lnTo>
                        <a:pt x="0" y="22860"/>
                      </a:lnTo>
                      <a:close/>
                    </a:path>
                  </a:pathLst>
                </a:custGeom>
                <a:solidFill>
                  <a:srgbClr val="584927"/>
                </a:solidFill>
                <a:ln>
                  <a:noFill/>
                </a:ln>
                <a:effectLst/>
              </p:spPr>
              <p:txBody>
                <a:bodyPr rtlCol="0" anchor="ctr"/>
                <a:lstStyle/>
                <a:p>
                  <a:pPr algn="ctr"/>
                </a:p>
              </p:txBody>
            </p:sp>
            <p:sp>
              <p:nvSpPr>
                <p:cNvPr id="305" name="Wood right grain 0,0"/>
                <p:cNvSpPr/>
                <p:nvPr/>
              </p:nvSpPr>
              <p:spPr>
                <a:xfrm>
                  <a:off x="11356848" y="308116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06" name="Wood right grain 1,0"/>
                <p:cNvSpPr/>
                <p:nvPr/>
              </p:nvSpPr>
              <p:spPr>
                <a:xfrm>
                  <a:off x="11375136" y="307201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07" name="Wood right grain 2,0"/>
                <p:cNvSpPr/>
                <p:nvPr/>
              </p:nvSpPr>
              <p:spPr>
                <a:xfrm>
                  <a:off x="11393424" y="306287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776439"/>
                </a:solidFill>
                <a:ln>
                  <a:noFill/>
                </a:ln>
                <a:effectLst/>
              </p:spPr>
              <p:txBody>
                <a:bodyPr rtlCol="0" anchor="ctr"/>
                <a:lstStyle/>
                <a:p>
                  <a:pPr algn="ctr"/>
                </a:p>
              </p:txBody>
            </p:sp>
            <p:sp>
              <p:nvSpPr>
                <p:cNvPr id="308" name="Wood right grain 3,0"/>
                <p:cNvSpPr/>
                <p:nvPr/>
              </p:nvSpPr>
              <p:spPr>
                <a:xfrm>
                  <a:off x="11411712" y="305373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09" name="Wood right grain 4,0"/>
                <p:cNvSpPr/>
                <p:nvPr/>
              </p:nvSpPr>
              <p:spPr>
                <a:xfrm>
                  <a:off x="11430000" y="3044586"/>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10" name="Wood right grain 5,0"/>
                <p:cNvSpPr/>
                <p:nvPr/>
              </p:nvSpPr>
              <p:spPr>
                <a:xfrm>
                  <a:off x="11448288" y="303544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11" name="Wood right grain 6,0"/>
                <p:cNvSpPr/>
                <p:nvPr/>
              </p:nvSpPr>
              <p:spPr>
                <a:xfrm>
                  <a:off x="11466576" y="302629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12" name="Wood right grain 7,0"/>
                <p:cNvSpPr/>
                <p:nvPr/>
              </p:nvSpPr>
              <p:spPr>
                <a:xfrm>
                  <a:off x="11484864" y="301715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13" name="Wood right grain 8,0"/>
                <p:cNvSpPr/>
                <p:nvPr/>
              </p:nvSpPr>
              <p:spPr>
                <a:xfrm>
                  <a:off x="11503152" y="300801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14" name="Wood right grain 9,0"/>
                <p:cNvSpPr/>
                <p:nvPr/>
              </p:nvSpPr>
              <p:spPr>
                <a:xfrm>
                  <a:off x="11521440" y="2999232"/>
                  <a:ext cx="18288" cy="32918"/>
                </a:xfrm>
                <a:custGeom>
                  <a:avLst/>
                  <a:gdLst/>
                  <a:ahLst/>
                  <a:cxnLst/>
                  <a:rect l="0" t="0" r="r" b="b"/>
                  <a:pathLst>
                    <a:path w="18288" h="32918">
                      <a:moveTo>
                        <a:pt x="0" y="9144"/>
                      </a:moveTo>
                      <a:lnTo>
                        <a:pt x="18288" y="0"/>
                      </a:lnTo>
                      <a:lnTo>
                        <a:pt x="18288" y="23774"/>
                      </a:lnTo>
                      <a:lnTo>
                        <a:pt x="0" y="32918"/>
                      </a:lnTo>
                      <a:close/>
                    </a:path>
                  </a:pathLst>
                </a:custGeom>
                <a:solidFill>
                  <a:srgbClr val="776439"/>
                </a:solidFill>
                <a:ln>
                  <a:noFill/>
                </a:ln>
                <a:effectLst/>
              </p:spPr>
              <p:txBody>
                <a:bodyPr rtlCol="0" anchor="ctr"/>
                <a:lstStyle/>
                <a:p>
                  <a:pPr algn="ctr"/>
                </a:p>
              </p:txBody>
            </p:sp>
            <p:sp>
              <p:nvSpPr>
                <p:cNvPr id="315" name="Wood right grain 0,1"/>
                <p:cNvSpPr/>
                <p:nvPr/>
              </p:nvSpPr>
              <p:spPr>
                <a:xfrm>
                  <a:off x="11356848" y="310402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16" name="Wood right grain 1,1"/>
                <p:cNvSpPr/>
                <p:nvPr/>
              </p:nvSpPr>
              <p:spPr>
                <a:xfrm>
                  <a:off x="11375136" y="309487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17" name="Wood right grain 2,1"/>
                <p:cNvSpPr/>
                <p:nvPr/>
              </p:nvSpPr>
              <p:spPr>
                <a:xfrm>
                  <a:off x="11393424" y="308573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18" name="Wood right grain 3,1"/>
                <p:cNvSpPr/>
                <p:nvPr/>
              </p:nvSpPr>
              <p:spPr>
                <a:xfrm>
                  <a:off x="11411712" y="307659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19" name="Wood right grain 4,1"/>
                <p:cNvSpPr/>
                <p:nvPr/>
              </p:nvSpPr>
              <p:spPr>
                <a:xfrm>
                  <a:off x="11430000" y="3067446"/>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20" name="Wood right grain 5,1"/>
                <p:cNvSpPr/>
                <p:nvPr/>
              </p:nvSpPr>
              <p:spPr>
                <a:xfrm>
                  <a:off x="11448288" y="305830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21" name="Wood right grain 6,1"/>
                <p:cNvSpPr/>
                <p:nvPr/>
              </p:nvSpPr>
              <p:spPr>
                <a:xfrm>
                  <a:off x="11466576" y="304915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22" name="Wood right grain 7,1"/>
                <p:cNvSpPr/>
                <p:nvPr/>
              </p:nvSpPr>
              <p:spPr>
                <a:xfrm>
                  <a:off x="11484864" y="304001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23" name="Wood right grain 8,1"/>
                <p:cNvSpPr/>
                <p:nvPr/>
              </p:nvSpPr>
              <p:spPr>
                <a:xfrm>
                  <a:off x="11503152" y="303087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24" name="Wood right grain 9,1"/>
                <p:cNvSpPr/>
                <p:nvPr/>
              </p:nvSpPr>
              <p:spPr>
                <a:xfrm>
                  <a:off x="11521440" y="3022092"/>
                  <a:ext cx="18288" cy="32918"/>
                </a:xfrm>
                <a:custGeom>
                  <a:avLst/>
                  <a:gdLst/>
                  <a:ahLst/>
                  <a:cxnLst/>
                  <a:rect l="0" t="0" r="r" b="b"/>
                  <a:pathLst>
                    <a:path w="18288" h="32918">
                      <a:moveTo>
                        <a:pt x="0" y="9144"/>
                      </a:moveTo>
                      <a:lnTo>
                        <a:pt x="18288" y="0"/>
                      </a:lnTo>
                      <a:lnTo>
                        <a:pt x="18288" y="23774"/>
                      </a:lnTo>
                      <a:lnTo>
                        <a:pt x="0" y="32918"/>
                      </a:lnTo>
                      <a:close/>
                    </a:path>
                  </a:pathLst>
                </a:custGeom>
                <a:solidFill>
                  <a:srgbClr val="776439"/>
                </a:solidFill>
                <a:ln>
                  <a:noFill/>
                </a:ln>
                <a:effectLst/>
              </p:spPr>
              <p:txBody>
                <a:bodyPr rtlCol="0" anchor="ctr"/>
                <a:lstStyle/>
                <a:p>
                  <a:pPr algn="ctr"/>
                </a:p>
              </p:txBody>
            </p:sp>
            <p:sp>
              <p:nvSpPr>
                <p:cNvPr id="325" name="Wood right grain 0,2"/>
                <p:cNvSpPr/>
                <p:nvPr/>
              </p:nvSpPr>
              <p:spPr>
                <a:xfrm>
                  <a:off x="11356848" y="312688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26" name="Wood right grain 1,2"/>
                <p:cNvSpPr/>
                <p:nvPr/>
              </p:nvSpPr>
              <p:spPr>
                <a:xfrm>
                  <a:off x="11375136" y="311773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27" name="Wood right grain 2,2"/>
                <p:cNvSpPr/>
                <p:nvPr/>
              </p:nvSpPr>
              <p:spPr>
                <a:xfrm>
                  <a:off x="11393424" y="310859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28" name="Wood right grain 3,2"/>
                <p:cNvSpPr/>
                <p:nvPr/>
              </p:nvSpPr>
              <p:spPr>
                <a:xfrm>
                  <a:off x="11411712" y="309945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29" name="Wood right grain 4,2"/>
                <p:cNvSpPr/>
                <p:nvPr/>
              </p:nvSpPr>
              <p:spPr>
                <a:xfrm>
                  <a:off x="11430000" y="3090306"/>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776439"/>
                </a:solidFill>
                <a:ln>
                  <a:noFill/>
                </a:ln>
                <a:effectLst/>
              </p:spPr>
              <p:txBody>
                <a:bodyPr rtlCol="0" anchor="ctr"/>
                <a:lstStyle/>
                <a:p>
                  <a:pPr algn="ctr"/>
                </a:p>
              </p:txBody>
            </p:sp>
            <p:sp>
              <p:nvSpPr>
                <p:cNvPr id="330" name="Wood right grain 5,2"/>
                <p:cNvSpPr/>
                <p:nvPr/>
              </p:nvSpPr>
              <p:spPr>
                <a:xfrm>
                  <a:off x="11448288" y="308116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31" name="Wood right grain 6,2"/>
                <p:cNvSpPr/>
                <p:nvPr/>
              </p:nvSpPr>
              <p:spPr>
                <a:xfrm>
                  <a:off x="11466576" y="307201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32" name="Wood right grain 7,2"/>
                <p:cNvSpPr/>
                <p:nvPr/>
              </p:nvSpPr>
              <p:spPr>
                <a:xfrm>
                  <a:off x="11484864" y="306287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776439"/>
                </a:solidFill>
                <a:ln>
                  <a:noFill/>
                </a:ln>
                <a:effectLst/>
              </p:spPr>
              <p:txBody>
                <a:bodyPr rtlCol="0" anchor="ctr"/>
                <a:lstStyle/>
                <a:p>
                  <a:pPr algn="ctr"/>
                </a:p>
              </p:txBody>
            </p:sp>
            <p:sp>
              <p:nvSpPr>
                <p:cNvPr id="333" name="Wood right grain 8,2"/>
                <p:cNvSpPr/>
                <p:nvPr/>
              </p:nvSpPr>
              <p:spPr>
                <a:xfrm>
                  <a:off x="11503152" y="305373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34" name="Wood right grain 9,2"/>
                <p:cNvSpPr/>
                <p:nvPr/>
              </p:nvSpPr>
              <p:spPr>
                <a:xfrm>
                  <a:off x="11521440" y="3044952"/>
                  <a:ext cx="18288" cy="32918"/>
                </a:xfrm>
                <a:custGeom>
                  <a:avLst/>
                  <a:gdLst/>
                  <a:ahLst/>
                  <a:cxnLst/>
                  <a:rect l="0" t="0" r="r" b="b"/>
                  <a:pathLst>
                    <a:path w="18288" h="32918">
                      <a:moveTo>
                        <a:pt x="0" y="9144"/>
                      </a:moveTo>
                      <a:lnTo>
                        <a:pt x="18288" y="0"/>
                      </a:lnTo>
                      <a:lnTo>
                        <a:pt x="18288" y="23774"/>
                      </a:lnTo>
                      <a:lnTo>
                        <a:pt x="0" y="32918"/>
                      </a:lnTo>
                      <a:close/>
                    </a:path>
                  </a:pathLst>
                </a:custGeom>
                <a:solidFill>
                  <a:srgbClr val="776439"/>
                </a:solidFill>
                <a:ln>
                  <a:noFill/>
                </a:ln>
                <a:effectLst/>
              </p:spPr>
              <p:txBody>
                <a:bodyPr rtlCol="0" anchor="ctr"/>
                <a:lstStyle/>
                <a:p>
                  <a:pPr algn="ctr"/>
                </a:p>
              </p:txBody>
            </p:sp>
            <p:sp>
              <p:nvSpPr>
                <p:cNvPr id="335" name="Wood right grain 0,3"/>
                <p:cNvSpPr/>
                <p:nvPr/>
              </p:nvSpPr>
              <p:spPr>
                <a:xfrm>
                  <a:off x="11356848" y="314974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776439"/>
                </a:solidFill>
                <a:ln>
                  <a:noFill/>
                </a:ln>
                <a:effectLst/>
              </p:spPr>
              <p:txBody>
                <a:bodyPr rtlCol="0" anchor="ctr"/>
                <a:lstStyle/>
                <a:p>
                  <a:pPr algn="ctr"/>
                </a:p>
              </p:txBody>
            </p:sp>
            <p:sp>
              <p:nvSpPr>
                <p:cNvPr id="336" name="Wood right grain 1,3"/>
                <p:cNvSpPr/>
                <p:nvPr/>
              </p:nvSpPr>
              <p:spPr>
                <a:xfrm>
                  <a:off x="11375136" y="314059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37" name="Wood right grain 2,3"/>
                <p:cNvSpPr/>
                <p:nvPr/>
              </p:nvSpPr>
              <p:spPr>
                <a:xfrm>
                  <a:off x="11393424" y="313145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776439"/>
                </a:solidFill>
                <a:ln>
                  <a:noFill/>
                </a:ln>
                <a:effectLst/>
              </p:spPr>
              <p:txBody>
                <a:bodyPr rtlCol="0" anchor="ctr"/>
                <a:lstStyle/>
                <a:p>
                  <a:pPr algn="ctr"/>
                </a:p>
              </p:txBody>
            </p:sp>
            <p:sp>
              <p:nvSpPr>
                <p:cNvPr id="338" name="Wood right grain 3,3"/>
                <p:cNvSpPr/>
                <p:nvPr/>
              </p:nvSpPr>
              <p:spPr>
                <a:xfrm>
                  <a:off x="11411712" y="312231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39" name="Wood right grain 4,3"/>
                <p:cNvSpPr/>
                <p:nvPr/>
              </p:nvSpPr>
              <p:spPr>
                <a:xfrm>
                  <a:off x="11430000" y="3113166"/>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40" name="Wood right grain 5,3"/>
                <p:cNvSpPr/>
                <p:nvPr/>
              </p:nvSpPr>
              <p:spPr>
                <a:xfrm>
                  <a:off x="11448288" y="310402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41" name="Wood right grain 6,3"/>
                <p:cNvSpPr/>
                <p:nvPr/>
              </p:nvSpPr>
              <p:spPr>
                <a:xfrm>
                  <a:off x="11466576" y="309487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42" name="Wood right grain 7,3"/>
                <p:cNvSpPr/>
                <p:nvPr/>
              </p:nvSpPr>
              <p:spPr>
                <a:xfrm>
                  <a:off x="11484864" y="308573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43" name="Wood right grain 8,3"/>
                <p:cNvSpPr/>
                <p:nvPr/>
              </p:nvSpPr>
              <p:spPr>
                <a:xfrm>
                  <a:off x="11503152" y="307659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44" name="Wood right grain 9,3"/>
                <p:cNvSpPr/>
                <p:nvPr/>
              </p:nvSpPr>
              <p:spPr>
                <a:xfrm>
                  <a:off x="11521440" y="3067812"/>
                  <a:ext cx="18288" cy="32918"/>
                </a:xfrm>
                <a:custGeom>
                  <a:avLst/>
                  <a:gdLst/>
                  <a:ahLst/>
                  <a:cxnLst/>
                  <a:rect l="0" t="0" r="r" b="b"/>
                  <a:pathLst>
                    <a:path w="18288" h="32918">
                      <a:moveTo>
                        <a:pt x="0" y="9144"/>
                      </a:moveTo>
                      <a:lnTo>
                        <a:pt x="18288" y="0"/>
                      </a:lnTo>
                      <a:lnTo>
                        <a:pt x="18288" y="23774"/>
                      </a:lnTo>
                      <a:lnTo>
                        <a:pt x="0" y="32918"/>
                      </a:lnTo>
                      <a:close/>
                    </a:path>
                  </a:pathLst>
                </a:custGeom>
                <a:solidFill>
                  <a:srgbClr val="56482A"/>
                </a:solidFill>
                <a:ln>
                  <a:noFill/>
                </a:ln>
                <a:effectLst/>
              </p:spPr>
              <p:txBody>
                <a:bodyPr rtlCol="0" anchor="ctr"/>
                <a:lstStyle/>
                <a:p>
                  <a:pPr algn="ctr"/>
                </a:p>
              </p:txBody>
            </p:sp>
            <p:sp>
              <p:nvSpPr>
                <p:cNvPr id="345" name="Wood right grain 0,4"/>
                <p:cNvSpPr/>
                <p:nvPr/>
              </p:nvSpPr>
              <p:spPr>
                <a:xfrm>
                  <a:off x="11356848" y="317260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46" name="Wood right grain 1,4"/>
                <p:cNvSpPr/>
                <p:nvPr/>
              </p:nvSpPr>
              <p:spPr>
                <a:xfrm>
                  <a:off x="11375136" y="316345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47" name="Wood right grain 2,4"/>
                <p:cNvSpPr/>
                <p:nvPr/>
              </p:nvSpPr>
              <p:spPr>
                <a:xfrm>
                  <a:off x="11393424" y="315431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776439"/>
                </a:solidFill>
                <a:ln>
                  <a:noFill/>
                </a:ln>
                <a:effectLst/>
              </p:spPr>
              <p:txBody>
                <a:bodyPr rtlCol="0" anchor="ctr"/>
                <a:lstStyle/>
                <a:p>
                  <a:pPr algn="ctr"/>
                </a:p>
              </p:txBody>
            </p:sp>
            <p:sp>
              <p:nvSpPr>
                <p:cNvPr id="348" name="Wood right grain 3,4"/>
                <p:cNvSpPr/>
                <p:nvPr/>
              </p:nvSpPr>
              <p:spPr>
                <a:xfrm>
                  <a:off x="11411712" y="314517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49" name="Wood right grain 4,4"/>
                <p:cNvSpPr/>
                <p:nvPr/>
              </p:nvSpPr>
              <p:spPr>
                <a:xfrm>
                  <a:off x="11430000" y="3136026"/>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50" name="Wood right grain 5,4"/>
                <p:cNvSpPr/>
                <p:nvPr/>
              </p:nvSpPr>
              <p:spPr>
                <a:xfrm>
                  <a:off x="11448288" y="312688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51" name="Wood right grain 6,4"/>
                <p:cNvSpPr/>
                <p:nvPr/>
              </p:nvSpPr>
              <p:spPr>
                <a:xfrm>
                  <a:off x="11466576" y="311773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52" name="Wood right grain 7,4"/>
                <p:cNvSpPr/>
                <p:nvPr/>
              </p:nvSpPr>
              <p:spPr>
                <a:xfrm>
                  <a:off x="11484864" y="310859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776439"/>
                </a:solidFill>
                <a:ln>
                  <a:noFill/>
                </a:ln>
                <a:effectLst/>
              </p:spPr>
              <p:txBody>
                <a:bodyPr rtlCol="0" anchor="ctr"/>
                <a:lstStyle/>
                <a:p>
                  <a:pPr algn="ctr"/>
                </a:p>
              </p:txBody>
            </p:sp>
            <p:sp>
              <p:nvSpPr>
                <p:cNvPr id="353" name="Wood right grain 8,4"/>
                <p:cNvSpPr/>
                <p:nvPr/>
              </p:nvSpPr>
              <p:spPr>
                <a:xfrm>
                  <a:off x="11503152" y="309945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54" name="Wood right grain 9,4"/>
                <p:cNvSpPr/>
                <p:nvPr/>
              </p:nvSpPr>
              <p:spPr>
                <a:xfrm>
                  <a:off x="11521440" y="3090672"/>
                  <a:ext cx="18288" cy="32918"/>
                </a:xfrm>
                <a:custGeom>
                  <a:avLst/>
                  <a:gdLst/>
                  <a:ahLst/>
                  <a:cxnLst/>
                  <a:rect l="0" t="0" r="r" b="b"/>
                  <a:pathLst>
                    <a:path w="18288" h="32918">
                      <a:moveTo>
                        <a:pt x="0" y="9144"/>
                      </a:moveTo>
                      <a:lnTo>
                        <a:pt x="18288" y="0"/>
                      </a:lnTo>
                      <a:lnTo>
                        <a:pt x="18288" y="23774"/>
                      </a:lnTo>
                      <a:lnTo>
                        <a:pt x="0" y="32918"/>
                      </a:lnTo>
                      <a:close/>
                    </a:path>
                  </a:pathLst>
                </a:custGeom>
                <a:solidFill>
                  <a:srgbClr val="3F3722"/>
                </a:solidFill>
                <a:ln>
                  <a:noFill/>
                </a:ln>
                <a:effectLst/>
              </p:spPr>
              <p:txBody>
                <a:bodyPr rtlCol="0" anchor="ctr"/>
                <a:lstStyle/>
                <a:p>
                  <a:pPr algn="ctr"/>
                </a:p>
              </p:txBody>
            </p:sp>
            <p:sp>
              <p:nvSpPr>
                <p:cNvPr id="355" name="Wood right grain 0,5"/>
                <p:cNvSpPr/>
                <p:nvPr/>
              </p:nvSpPr>
              <p:spPr>
                <a:xfrm>
                  <a:off x="11356848" y="319546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56" name="Wood right grain 1,5"/>
                <p:cNvSpPr/>
                <p:nvPr/>
              </p:nvSpPr>
              <p:spPr>
                <a:xfrm>
                  <a:off x="11375136" y="318631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57" name="Wood right grain 2,5"/>
                <p:cNvSpPr/>
                <p:nvPr/>
              </p:nvSpPr>
              <p:spPr>
                <a:xfrm>
                  <a:off x="11393424" y="317717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58" name="Wood right grain 3,5"/>
                <p:cNvSpPr/>
                <p:nvPr/>
              </p:nvSpPr>
              <p:spPr>
                <a:xfrm>
                  <a:off x="11411712" y="316803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59" name="Wood right grain 4,5"/>
                <p:cNvSpPr/>
                <p:nvPr/>
              </p:nvSpPr>
              <p:spPr>
                <a:xfrm>
                  <a:off x="11430000" y="3158886"/>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60" name="Wood right grain 5,5"/>
                <p:cNvSpPr/>
                <p:nvPr/>
              </p:nvSpPr>
              <p:spPr>
                <a:xfrm>
                  <a:off x="11448288" y="314974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776439"/>
                </a:solidFill>
                <a:ln>
                  <a:noFill/>
                </a:ln>
                <a:effectLst/>
              </p:spPr>
              <p:txBody>
                <a:bodyPr rtlCol="0" anchor="ctr"/>
                <a:lstStyle/>
                <a:p>
                  <a:pPr algn="ctr"/>
                </a:p>
              </p:txBody>
            </p:sp>
            <p:sp>
              <p:nvSpPr>
                <p:cNvPr id="361" name="Wood right grain 6,5"/>
                <p:cNvSpPr/>
                <p:nvPr/>
              </p:nvSpPr>
              <p:spPr>
                <a:xfrm>
                  <a:off x="11466576" y="314059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62" name="Wood right grain 7,5"/>
                <p:cNvSpPr/>
                <p:nvPr/>
              </p:nvSpPr>
              <p:spPr>
                <a:xfrm>
                  <a:off x="11484864" y="313145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63" name="Wood right grain 8,5"/>
                <p:cNvSpPr/>
                <p:nvPr/>
              </p:nvSpPr>
              <p:spPr>
                <a:xfrm>
                  <a:off x="11503152" y="312231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64" name="Wood right grain 9,5"/>
                <p:cNvSpPr/>
                <p:nvPr/>
              </p:nvSpPr>
              <p:spPr>
                <a:xfrm>
                  <a:off x="11521440" y="3113532"/>
                  <a:ext cx="18288" cy="32918"/>
                </a:xfrm>
                <a:custGeom>
                  <a:avLst/>
                  <a:gdLst/>
                  <a:ahLst/>
                  <a:cxnLst/>
                  <a:rect l="0" t="0" r="r" b="b"/>
                  <a:pathLst>
                    <a:path w="18288" h="32918">
                      <a:moveTo>
                        <a:pt x="0" y="9144"/>
                      </a:moveTo>
                      <a:lnTo>
                        <a:pt x="18288" y="0"/>
                      </a:lnTo>
                      <a:lnTo>
                        <a:pt x="18288" y="23774"/>
                      </a:lnTo>
                      <a:lnTo>
                        <a:pt x="0" y="32918"/>
                      </a:lnTo>
                      <a:close/>
                    </a:path>
                  </a:pathLst>
                </a:custGeom>
                <a:solidFill>
                  <a:srgbClr val="56482A"/>
                </a:solidFill>
                <a:ln>
                  <a:noFill/>
                </a:ln>
                <a:effectLst/>
              </p:spPr>
              <p:txBody>
                <a:bodyPr rtlCol="0" anchor="ctr"/>
                <a:lstStyle/>
                <a:p>
                  <a:pPr algn="ctr"/>
                </a:p>
              </p:txBody>
            </p:sp>
            <p:sp>
              <p:nvSpPr>
                <p:cNvPr id="365" name="Wood right grain 0,6"/>
                <p:cNvSpPr/>
                <p:nvPr/>
              </p:nvSpPr>
              <p:spPr>
                <a:xfrm>
                  <a:off x="11356848" y="321832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66" name="Wood right grain 1,6"/>
                <p:cNvSpPr/>
                <p:nvPr/>
              </p:nvSpPr>
              <p:spPr>
                <a:xfrm>
                  <a:off x="11375136" y="320917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67" name="Wood right grain 2,6"/>
                <p:cNvSpPr/>
                <p:nvPr/>
              </p:nvSpPr>
              <p:spPr>
                <a:xfrm>
                  <a:off x="11393424" y="320003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68" name="Wood right grain 3,6"/>
                <p:cNvSpPr/>
                <p:nvPr/>
              </p:nvSpPr>
              <p:spPr>
                <a:xfrm>
                  <a:off x="11411712" y="319089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776439"/>
                </a:solidFill>
                <a:ln>
                  <a:noFill/>
                </a:ln>
                <a:effectLst/>
              </p:spPr>
              <p:txBody>
                <a:bodyPr rtlCol="0" anchor="ctr"/>
                <a:lstStyle/>
                <a:p>
                  <a:pPr algn="ctr"/>
                </a:p>
              </p:txBody>
            </p:sp>
            <p:sp>
              <p:nvSpPr>
                <p:cNvPr id="369" name="Wood right grain 4,6"/>
                <p:cNvSpPr/>
                <p:nvPr/>
              </p:nvSpPr>
              <p:spPr>
                <a:xfrm>
                  <a:off x="11430000" y="3181746"/>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70" name="Wood right grain 5,6"/>
                <p:cNvSpPr/>
                <p:nvPr/>
              </p:nvSpPr>
              <p:spPr>
                <a:xfrm>
                  <a:off x="11448288" y="317260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776439"/>
                </a:solidFill>
                <a:ln>
                  <a:noFill/>
                </a:ln>
                <a:effectLst/>
              </p:spPr>
              <p:txBody>
                <a:bodyPr rtlCol="0" anchor="ctr"/>
                <a:lstStyle/>
                <a:p>
                  <a:pPr algn="ctr"/>
                </a:p>
              </p:txBody>
            </p:sp>
            <p:sp>
              <p:nvSpPr>
                <p:cNvPr id="371" name="Wood right grain 6,6"/>
                <p:cNvSpPr/>
                <p:nvPr/>
              </p:nvSpPr>
              <p:spPr>
                <a:xfrm>
                  <a:off x="11466576" y="316345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72" name="Wood right grain 7,6"/>
                <p:cNvSpPr/>
                <p:nvPr/>
              </p:nvSpPr>
              <p:spPr>
                <a:xfrm>
                  <a:off x="11484864" y="315431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73" name="Wood right grain 8,6"/>
                <p:cNvSpPr/>
                <p:nvPr/>
              </p:nvSpPr>
              <p:spPr>
                <a:xfrm>
                  <a:off x="11503152" y="314517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74" name="Wood right grain 9,6"/>
                <p:cNvSpPr/>
                <p:nvPr/>
              </p:nvSpPr>
              <p:spPr>
                <a:xfrm>
                  <a:off x="11521440" y="3136392"/>
                  <a:ext cx="18288" cy="32918"/>
                </a:xfrm>
                <a:custGeom>
                  <a:avLst/>
                  <a:gdLst/>
                  <a:ahLst/>
                  <a:cxnLst/>
                  <a:rect l="0" t="0" r="r" b="b"/>
                  <a:pathLst>
                    <a:path w="18288" h="32918">
                      <a:moveTo>
                        <a:pt x="0" y="9144"/>
                      </a:moveTo>
                      <a:lnTo>
                        <a:pt x="18288" y="0"/>
                      </a:lnTo>
                      <a:lnTo>
                        <a:pt x="18288" y="23774"/>
                      </a:lnTo>
                      <a:lnTo>
                        <a:pt x="0" y="32918"/>
                      </a:lnTo>
                      <a:close/>
                    </a:path>
                  </a:pathLst>
                </a:custGeom>
                <a:solidFill>
                  <a:srgbClr val="493E25"/>
                </a:solidFill>
                <a:ln>
                  <a:noFill/>
                </a:ln>
                <a:effectLst/>
              </p:spPr>
              <p:txBody>
                <a:bodyPr rtlCol="0" anchor="ctr"/>
                <a:lstStyle/>
                <a:p>
                  <a:pPr algn="ctr"/>
                </a:p>
              </p:txBody>
            </p:sp>
            <p:sp>
              <p:nvSpPr>
                <p:cNvPr id="375" name="Wood right grain 0,7"/>
                <p:cNvSpPr/>
                <p:nvPr/>
              </p:nvSpPr>
              <p:spPr>
                <a:xfrm>
                  <a:off x="11356848" y="324118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56482A"/>
                </a:solidFill>
                <a:ln>
                  <a:noFill/>
                </a:ln>
                <a:effectLst/>
              </p:spPr>
              <p:txBody>
                <a:bodyPr rtlCol="0" anchor="ctr"/>
                <a:lstStyle/>
                <a:p>
                  <a:pPr algn="ctr"/>
                </a:p>
              </p:txBody>
            </p:sp>
            <p:sp>
              <p:nvSpPr>
                <p:cNvPr id="376" name="Wood right grain 1,7"/>
                <p:cNvSpPr/>
                <p:nvPr/>
              </p:nvSpPr>
              <p:spPr>
                <a:xfrm>
                  <a:off x="11375136" y="323203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77" name="Wood right grain 2,7"/>
                <p:cNvSpPr/>
                <p:nvPr/>
              </p:nvSpPr>
              <p:spPr>
                <a:xfrm>
                  <a:off x="11393424" y="322289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78" name="Wood right grain 3,7"/>
                <p:cNvSpPr/>
                <p:nvPr/>
              </p:nvSpPr>
              <p:spPr>
                <a:xfrm>
                  <a:off x="11411712" y="321375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79" name="Wood right grain 4,7"/>
                <p:cNvSpPr/>
                <p:nvPr/>
              </p:nvSpPr>
              <p:spPr>
                <a:xfrm>
                  <a:off x="11430000" y="3204606"/>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80" name="Wood right grain 5,7"/>
                <p:cNvSpPr/>
                <p:nvPr/>
              </p:nvSpPr>
              <p:spPr>
                <a:xfrm>
                  <a:off x="11448288" y="319546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776439"/>
                </a:solidFill>
                <a:ln>
                  <a:noFill/>
                </a:ln>
                <a:effectLst/>
              </p:spPr>
              <p:txBody>
                <a:bodyPr rtlCol="0" anchor="ctr"/>
                <a:lstStyle/>
                <a:p>
                  <a:pPr algn="ctr"/>
                </a:p>
              </p:txBody>
            </p:sp>
            <p:sp>
              <p:nvSpPr>
                <p:cNvPr id="381" name="Wood right grain 6,7"/>
                <p:cNvSpPr/>
                <p:nvPr/>
              </p:nvSpPr>
              <p:spPr>
                <a:xfrm>
                  <a:off x="11466576" y="318631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82" name="Wood right grain 7,7"/>
                <p:cNvSpPr/>
                <p:nvPr/>
              </p:nvSpPr>
              <p:spPr>
                <a:xfrm>
                  <a:off x="11484864" y="317717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83" name="Wood right grain 8,7"/>
                <p:cNvSpPr/>
                <p:nvPr/>
              </p:nvSpPr>
              <p:spPr>
                <a:xfrm>
                  <a:off x="11503152" y="316803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84" name="Wood right grain 9,7"/>
                <p:cNvSpPr/>
                <p:nvPr/>
              </p:nvSpPr>
              <p:spPr>
                <a:xfrm>
                  <a:off x="11521440" y="3159252"/>
                  <a:ext cx="18288" cy="32918"/>
                </a:xfrm>
                <a:custGeom>
                  <a:avLst/>
                  <a:gdLst/>
                  <a:ahLst/>
                  <a:cxnLst/>
                  <a:rect l="0" t="0" r="r" b="b"/>
                  <a:pathLst>
                    <a:path w="18288" h="32918">
                      <a:moveTo>
                        <a:pt x="0" y="9144"/>
                      </a:moveTo>
                      <a:lnTo>
                        <a:pt x="18288" y="0"/>
                      </a:lnTo>
                      <a:lnTo>
                        <a:pt x="18288" y="23774"/>
                      </a:lnTo>
                      <a:lnTo>
                        <a:pt x="0" y="32918"/>
                      </a:lnTo>
                      <a:close/>
                    </a:path>
                  </a:pathLst>
                </a:custGeom>
                <a:solidFill>
                  <a:srgbClr val="493E25"/>
                </a:solidFill>
                <a:ln>
                  <a:noFill/>
                </a:ln>
                <a:effectLst/>
              </p:spPr>
              <p:txBody>
                <a:bodyPr rtlCol="0" anchor="ctr"/>
                <a:lstStyle/>
                <a:p>
                  <a:pPr algn="ctr"/>
                </a:p>
              </p:txBody>
            </p:sp>
            <p:sp>
              <p:nvSpPr>
                <p:cNvPr id="385" name="Wood right grain 0,8"/>
                <p:cNvSpPr/>
                <p:nvPr/>
              </p:nvSpPr>
              <p:spPr>
                <a:xfrm>
                  <a:off x="11356848" y="326404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776439"/>
                </a:solidFill>
                <a:ln>
                  <a:noFill/>
                </a:ln>
                <a:effectLst/>
              </p:spPr>
              <p:txBody>
                <a:bodyPr rtlCol="0" anchor="ctr"/>
                <a:lstStyle/>
                <a:p>
                  <a:pPr algn="ctr"/>
                </a:p>
              </p:txBody>
            </p:sp>
            <p:sp>
              <p:nvSpPr>
                <p:cNvPr id="386" name="Wood right grain 1,8"/>
                <p:cNvSpPr/>
                <p:nvPr/>
              </p:nvSpPr>
              <p:spPr>
                <a:xfrm>
                  <a:off x="11375136" y="325489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87" name="Wood right grain 2,8"/>
                <p:cNvSpPr/>
                <p:nvPr/>
              </p:nvSpPr>
              <p:spPr>
                <a:xfrm>
                  <a:off x="11393424" y="324575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88" name="Wood right grain 3,8"/>
                <p:cNvSpPr/>
                <p:nvPr/>
              </p:nvSpPr>
              <p:spPr>
                <a:xfrm>
                  <a:off x="11411712" y="323661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66552E"/>
                </a:solidFill>
                <a:ln>
                  <a:noFill/>
                </a:ln>
                <a:effectLst/>
              </p:spPr>
              <p:txBody>
                <a:bodyPr rtlCol="0" anchor="ctr"/>
                <a:lstStyle/>
                <a:p>
                  <a:pPr algn="ctr"/>
                </a:p>
              </p:txBody>
            </p:sp>
            <p:sp>
              <p:nvSpPr>
                <p:cNvPr id="389" name="Wood right grain 4,8"/>
                <p:cNvSpPr/>
                <p:nvPr/>
              </p:nvSpPr>
              <p:spPr>
                <a:xfrm>
                  <a:off x="11430000" y="3227466"/>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90" name="Wood right grain 5,8"/>
                <p:cNvSpPr/>
                <p:nvPr/>
              </p:nvSpPr>
              <p:spPr>
                <a:xfrm>
                  <a:off x="11448288" y="3218322"/>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776439"/>
                </a:solidFill>
                <a:ln>
                  <a:noFill/>
                </a:ln>
                <a:effectLst/>
              </p:spPr>
              <p:txBody>
                <a:bodyPr rtlCol="0" anchor="ctr"/>
                <a:lstStyle/>
                <a:p>
                  <a:pPr algn="ctr"/>
                </a:p>
              </p:txBody>
            </p:sp>
            <p:sp>
              <p:nvSpPr>
                <p:cNvPr id="391" name="Wood right grain 6,8"/>
                <p:cNvSpPr/>
                <p:nvPr/>
              </p:nvSpPr>
              <p:spPr>
                <a:xfrm>
                  <a:off x="11466576" y="3209178"/>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493E25"/>
                </a:solidFill>
                <a:ln>
                  <a:noFill/>
                </a:ln>
                <a:effectLst/>
              </p:spPr>
              <p:txBody>
                <a:bodyPr rtlCol="0" anchor="ctr"/>
                <a:lstStyle/>
                <a:p>
                  <a:pPr algn="ctr"/>
                </a:p>
              </p:txBody>
            </p:sp>
            <p:sp>
              <p:nvSpPr>
                <p:cNvPr id="392" name="Wood right grain 7,8"/>
                <p:cNvSpPr/>
                <p:nvPr/>
              </p:nvSpPr>
              <p:spPr>
                <a:xfrm>
                  <a:off x="11484864" y="3200034"/>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3F3722"/>
                </a:solidFill>
                <a:ln>
                  <a:noFill/>
                </a:ln>
                <a:effectLst/>
              </p:spPr>
              <p:txBody>
                <a:bodyPr rtlCol="0" anchor="ctr"/>
                <a:lstStyle/>
                <a:p>
                  <a:pPr algn="ctr"/>
                </a:p>
              </p:txBody>
            </p:sp>
            <p:sp>
              <p:nvSpPr>
                <p:cNvPr id="393" name="Wood right grain 8,8"/>
                <p:cNvSpPr/>
                <p:nvPr/>
              </p:nvSpPr>
              <p:spPr>
                <a:xfrm>
                  <a:off x="11503152" y="3190890"/>
                  <a:ext cx="19020" cy="33284"/>
                </a:xfrm>
                <a:custGeom>
                  <a:avLst/>
                  <a:gdLst/>
                  <a:ahLst/>
                  <a:cxnLst/>
                  <a:rect l="0" t="0" r="r" b="b"/>
                  <a:pathLst>
                    <a:path w="19020" h="33284">
                      <a:moveTo>
                        <a:pt x="0" y="9510"/>
                      </a:moveTo>
                      <a:lnTo>
                        <a:pt x="19020" y="0"/>
                      </a:lnTo>
                      <a:lnTo>
                        <a:pt x="19020" y="23774"/>
                      </a:lnTo>
                      <a:lnTo>
                        <a:pt x="0" y="33284"/>
                      </a:lnTo>
                      <a:close/>
                    </a:path>
                  </a:pathLst>
                </a:custGeom>
                <a:solidFill>
                  <a:srgbClr val="776439"/>
                </a:solidFill>
                <a:ln>
                  <a:noFill/>
                </a:ln>
                <a:effectLst/>
              </p:spPr>
              <p:txBody>
                <a:bodyPr rtlCol="0" anchor="ctr"/>
                <a:lstStyle/>
                <a:p>
                  <a:pPr algn="ctr"/>
                </a:p>
              </p:txBody>
            </p:sp>
            <p:sp>
              <p:nvSpPr>
                <p:cNvPr id="394" name="Wood right grain 9,8"/>
                <p:cNvSpPr/>
                <p:nvPr/>
              </p:nvSpPr>
              <p:spPr>
                <a:xfrm>
                  <a:off x="11521440" y="3182112"/>
                  <a:ext cx="18288" cy="32918"/>
                </a:xfrm>
                <a:custGeom>
                  <a:avLst/>
                  <a:gdLst/>
                  <a:ahLst/>
                  <a:cxnLst/>
                  <a:rect l="0" t="0" r="r" b="b"/>
                  <a:pathLst>
                    <a:path w="18288" h="32918">
                      <a:moveTo>
                        <a:pt x="0" y="9144"/>
                      </a:moveTo>
                      <a:lnTo>
                        <a:pt x="18288" y="0"/>
                      </a:lnTo>
                      <a:lnTo>
                        <a:pt x="18288" y="23774"/>
                      </a:lnTo>
                      <a:lnTo>
                        <a:pt x="0" y="32918"/>
                      </a:lnTo>
                      <a:close/>
                    </a:path>
                  </a:pathLst>
                </a:custGeom>
                <a:solidFill>
                  <a:srgbClr val="493E25"/>
                </a:solidFill>
                <a:ln>
                  <a:noFill/>
                </a:ln>
                <a:effectLst/>
              </p:spPr>
              <p:txBody>
                <a:bodyPr rtlCol="0" anchor="ctr"/>
                <a:lstStyle/>
                <a:p>
                  <a:pPr algn="ctr"/>
                </a:p>
              </p:txBody>
            </p:sp>
            <p:sp>
              <p:nvSpPr>
                <p:cNvPr id="395" name="Wood right grain 0,9"/>
                <p:cNvSpPr/>
                <p:nvPr/>
              </p:nvSpPr>
              <p:spPr>
                <a:xfrm>
                  <a:off x="11356848" y="3286902"/>
                  <a:ext cx="19020" cy="32370"/>
                </a:xfrm>
                <a:custGeom>
                  <a:avLst/>
                  <a:gdLst/>
                  <a:ahLst/>
                  <a:cxnLst/>
                  <a:rect l="0" t="0" r="r" b="b"/>
                  <a:pathLst>
                    <a:path w="19020" h="32370">
                      <a:moveTo>
                        <a:pt x="0" y="9510"/>
                      </a:moveTo>
                      <a:lnTo>
                        <a:pt x="19020" y="0"/>
                      </a:lnTo>
                      <a:lnTo>
                        <a:pt x="19020" y="22860"/>
                      </a:lnTo>
                      <a:lnTo>
                        <a:pt x="0" y="32370"/>
                      </a:lnTo>
                      <a:close/>
                    </a:path>
                  </a:pathLst>
                </a:custGeom>
                <a:solidFill>
                  <a:srgbClr val="3F3722"/>
                </a:solidFill>
                <a:ln>
                  <a:noFill/>
                </a:ln>
                <a:effectLst/>
              </p:spPr>
              <p:txBody>
                <a:bodyPr rtlCol="0" anchor="ctr"/>
                <a:lstStyle/>
                <a:p>
                  <a:pPr algn="ctr"/>
                </a:p>
              </p:txBody>
            </p:sp>
            <p:sp>
              <p:nvSpPr>
                <p:cNvPr id="396" name="Wood right grain 1,9"/>
                <p:cNvSpPr/>
                <p:nvPr/>
              </p:nvSpPr>
              <p:spPr>
                <a:xfrm>
                  <a:off x="11375136" y="3277758"/>
                  <a:ext cx="19020" cy="32370"/>
                </a:xfrm>
                <a:custGeom>
                  <a:avLst/>
                  <a:gdLst/>
                  <a:ahLst/>
                  <a:cxnLst/>
                  <a:rect l="0" t="0" r="r" b="b"/>
                  <a:pathLst>
                    <a:path w="19020" h="32370">
                      <a:moveTo>
                        <a:pt x="0" y="9510"/>
                      </a:moveTo>
                      <a:lnTo>
                        <a:pt x="19020" y="0"/>
                      </a:lnTo>
                      <a:lnTo>
                        <a:pt x="19020" y="22860"/>
                      </a:lnTo>
                      <a:lnTo>
                        <a:pt x="0" y="32370"/>
                      </a:lnTo>
                      <a:close/>
                    </a:path>
                  </a:pathLst>
                </a:custGeom>
                <a:solidFill>
                  <a:srgbClr val="776439"/>
                </a:solidFill>
                <a:ln>
                  <a:noFill/>
                </a:ln>
                <a:effectLst/>
              </p:spPr>
              <p:txBody>
                <a:bodyPr rtlCol="0" anchor="ctr"/>
                <a:lstStyle/>
                <a:p>
                  <a:pPr algn="ctr"/>
                </a:p>
              </p:txBody>
            </p:sp>
            <p:sp>
              <p:nvSpPr>
                <p:cNvPr id="397" name="Wood right grain 2,9"/>
                <p:cNvSpPr/>
                <p:nvPr/>
              </p:nvSpPr>
              <p:spPr>
                <a:xfrm>
                  <a:off x="11393424" y="3268614"/>
                  <a:ext cx="19020" cy="32370"/>
                </a:xfrm>
                <a:custGeom>
                  <a:avLst/>
                  <a:gdLst/>
                  <a:ahLst/>
                  <a:cxnLst/>
                  <a:rect l="0" t="0" r="r" b="b"/>
                  <a:pathLst>
                    <a:path w="19020" h="32370">
                      <a:moveTo>
                        <a:pt x="0" y="9510"/>
                      </a:moveTo>
                      <a:lnTo>
                        <a:pt x="19020" y="0"/>
                      </a:lnTo>
                      <a:lnTo>
                        <a:pt x="19020" y="22860"/>
                      </a:lnTo>
                      <a:lnTo>
                        <a:pt x="0" y="32370"/>
                      </a:lnTo>
                      <a:close/>
                    </a:path>
                  </a:pathLst>
                </a:custGeom>
                <a:solidFill>
                  <a:srgbClr val="3F3722"/>
                </a:solidFill>
                <a:ln>
                  <a:noFill/>
                </a:ln>
                <a:effectLst/>
              </p:spPr>
              <p:txBody>
                <a:bodyPr rtlCol="0" anchor="ctr"/>
                <a:lstStyle/>
                <a:p>
                  <a:pPr algn="ctr"/>
                </a:p>
              </p:txBody>
            </p:sp>
            <p:sp>
              <p:nvSpPr>
                <p:cNvPr id="398" name="Wood right grain 3,9"/>
                <p:cNvSpPr/>
                <p:nvPr/>
              </p:nvSpPr>
              <p:spPr>
                <a:xfrm>
                  <a:off x="11411712" y="3259470"/>
                  <a:ext cx="19020" cy="32370"/>
                </a:xfrm>
                <a:custGeom>
                  <a:avLst/>
                  <a:gdLst/>
                  <a:ahLst/>
                  <a:cxnLst/>
                  <a:rect l="0" t="0" r="r" b="b"/>
                  <a:pathLst>
                    <a:path w="19020" h="32370">
                      <a:moveTo>
                        <a:pt x="0" y="9510"/>
                      </a:moveTo>
                      <a:lnTo>
                        <a:pt x="19020" y="0"/>
                      </a:lnTo>
                      <a:lnTo>
                        <a:pt x="19020" y="22860"/>
                      </a:lnTo>
                      <a:lnTo>
                        <a:pt x="0" y="32370"/>
                      </a:lnTo>
                      <a:close/>
                    </a:path>
                  </a:pathLst>
                </a:custGeom>
                <a:solidFill>
                  <a:srgbClr val="56482A"/>
                </a:solidFill>
                <a:ln>
                  <a:noFill/>
                </a:ln>
                <a:effectLst/>
              </p:spPr>
              <p:txBody>
                <a:bodyPr rtlCol="0" anchor="ctr"/>
                <a:lstStyle/>
                <a:p>
                  <a:pPr algn="ctr"/>
                </a:p>
              </p:txBody>
            </p:sp>
            <p:sp>
              <p:nvSpPr>
                <p:cNvPr id="399" name="Wood right grain 4,9"/>
                <p:cNvSpPr/>
                <p:nvPr/>
              </p:nvSpPr>
              <p:spPr>
                <a:xfrm>
                  <a:off x="11430000" y="3250326"/>
                  <a:ext cx="19020" cy="32370"/>
                </a:xfrm>
                <a:custGeom>
                  <a:avLst/>
                  <a:gdLst/>
                  <a:ahLst/>
                  <a:cxnLst/>
                  <a:rect l="0" t="0" r="r" b="b"/>
                  <a:pathLst>
                    <a:path w="19020" h="32370">
                      <a:moveTo>
                        <a:pt x="0" y="9510"/>
                      </a:moveTo>
                      <a:lnTo>
                        <a:pt x="19020" y="0"/>
                      </a:lnTo>
                      <a:lnTo>
                        <a:pt x="19020" y="22860"/>
                      </a:lnTo>
                      <a:lnTo>
                        <a:pt x="0" y="32370"/>
                      </a:lnTo>
                      <a:close/>
                    </a:path>
                  </a:pathLst>
                </a:custGeom>
                <a:solidFill>
                  <a:srgbClr val="493E25"/>
                </a:solidFill>
                <a:ln>
                  <a:noFill/>
                </a:ln>
                <a:effectLst/>
              </p:spPr>
              <p:txBody>
                <a:bodyPr rtlCol="0" anchor="ctr"/>
                <a:lstStyle/>
                <a:p>
                  <a:pPr algn="ctr"/>
                </a:p>
              </p:txBody>
            </p:sp>
            <p:sp>
              <p:nvSpPr>
                <p:cNvPr id="400" name="Wood right grain 5,9"/>
                <p:cNvSpPr/>
                <p:nvPr/>
              </p:nvSpPr>
              <p:spPr>
                <a:xfrm>
                  <a:off x="11448288" y="3241182"/>
                  <a:ext cx="19020" cy="32370"/>
                </a:xfrm>
                <a:custGeom>
                  <a:avLst/>
                  <a:gdLst/>
                  <a:ahLst/>
                  <a:cxnLst/>
                  <a:rect l="0" t="0" r="r" b="b"/>
                  <a:pathLst>
                    <a:path w="19020" h="32370">
                      <a:moveTo>
                        <a:pt x="0" y="9510"/>
                      </a:moveTo>
                      <a:lnTo>
                        <a:pt x="19020" y="0"/>
                      </a:lnTo>
                      <a:lnTo>
                        <a:pt x="19020" y="22860"/>
                      </a:lnTo>
                      <a:lnTo>
                        <a:pt x="0" y="32370"/>
                      </a:lnTo>
                      <a:close/>
                    </a:path>
                  </a:pathLst>
                </a:custGeom>
                <a:solidFill>
                  <a:srgbClr val="56482A"/>
                </a:solidFill>
                <a:ln>
                  <a:noFill/>
                </a:ln>
                <a:effectLst/>
              </p:spPr>
              <p:txBody>
                <a:bodyPr rtlCol="0" anchor="ctr"/>
                <a:lstStyle/>
                <a:p>
                  <a:pPr algn="ctr"/>
                </a:p>
              </p:txBody>
            </p:sp>
            <p:sp>
              <p:nvSpPr>
                <p:cNvPr id="401" name="Wood right grain 6,9"/>
                <p:cNvSpPr/>
                <p:nvPr/>
              </p:nvSpPr>
              <p:spPr>
                <a:xfrm>
                  <a:off x="11466576" y="3232038"/>
                  <a:ext cx="19020" cy="32370"/>
                </a:xfrm>
                <a:custGeom>
                  <a:avLst/>
                  <a:gdLst/>
                  <a:ahLst/>
                  <a:cxnLst/>
                  <a:rect l="0" t="0" r="r" b="b"/>
                  <a:pathLst>
                    <a:path w="19020" h="32370">
                      <a:moveTo>
                        <a:pt x="0" y="9510"/>
                      </a:moveTo>
                      <a:lnTo>
                        <a:pt x="19020" y="0"/>
                      </a:lnTo>
                      <a:lnTo>
                        <a:pt x="19020" y="22860"/>
                      </a:lnTo>
                      <a:lnTo>
                        <a:pt x="0" y="32370"/>
                      </a:lnTo>
                      <a:close/>
                    </a:path>
                  </a:pathLst>
                </a:custGeom>
                <a:solidFill>
                  <a:srgbClr val="66552E"/>
                </a:solidFill>
                <a:ln>
                  <a:noFill/>
                </a:ln>
                <a:effectLst/>
              </p:spPr>
              <p:txBody>
                <a:bodyPr rtlCol="0" anchor="ctr"/>
                <a:lstStyle/>
                <a:p>
                  <a:pPr algn="ctr"/>
                </a:p>
              </p:txBody>
            </p:sp>
            <p:sp>
              <p:nvSpPr>
                <p:cNvPr id="402" name="Wood right grain 7,9"/>
                <p:cNvSpPr/>
                <p:nvPr/>
              </p:nvSpPr>
              <p:spPr>
                <a:xfrm>
                  <a:off x="11484864" y="3222894"/>
                  <a:ext cx="19020" cy="32370"/>
                </a:xfrm>
                <a:custGeom>
                  <a:avLst/>
                  <a:gdLst/>
                  <a:ahLst/>
                  <a:cxnLst/>
                  <a:rect l="0" t="0" r="r" b="b"/>
                  <a:pathLst>
                    <a:path w="19020" h="32370">
                      <a:moveTo>
                        <a:pt x="0" y="9510"/>
                      </a:moveTo>
                      <a:lnTo>
                        <a:pt x="19020" y="0"/>
                      </a:lnTo>
                      <a:lnTo>
                        <a:pt x="19020" y="22860"/>
                      </a:lnTo>
                      <a:lnTo>
                        <a:pt x="0" y="32370"/>
                      </a:lnTo>
                      <a:close/>
                    </a:path>
                  </a:pathLst>
                </a:custGeom>
                <a:solidFill>
                  <a:srgbClr val="3F3722"/>
                </a:solidFill>
                <a:ln>
                  <a:noFill/>
                </a:ln>
                <a:effectLst/>
              </p:spPr>
              <p:txBody>
                <a:bodyPr rtlCol="0" anchor="ctr"/>
                <a:lstStyle/>
                <a:p>
                  <a:pPr algn="ctr"/>
                </a:p>
              </p:txBody>
            </p:sp>
            <p:sp>
              <p:nvSpPr>
                <p:cNvPr id="403" name="Wood right grain 8,9"/>
                <p:cNvSpPr/>
                <p:nvPr/>
              </p:nvSpPr>
              <p:spPr>
                <a:xfrm>
                  <a:off x="11503152" y="3213750"/>
                  <a:ext cx="19020" cy="32370"/>
                </a:xfrm>
                <a:custGeom>
                  <a:avLst/>
                  <a:gdLst/>
                  <a:ahLst/>
                  <a:cxnLst/>
                  <a:rect l="0" t="0" r="r" b="b"/>
                  <a:pathLst>
                    <a:path w="19020" h="32370">
                      <a:moveTo>
                        <a:pt x="0" y="9510"/>
                      </a:moveTo>
                      <a:lnTo>
                        <a:pt x="19020" y="0"/>
                      </a:lnTo>
                      <a:lnTo>
                        <a:pt x="19020" y="22860"/>
                      </a:lnTo>
                      <a:lnTo>
                        <a:pt x="0" y="32370"/>
                      </a:lnTo>
                      <a:close/>
                    </a:path>
                  </a:pathLst>
                </a:custGeom>
                <a:solidFill>
                  <a:srgbClr val="776439"/>
                </a:solidFill>
                <a:ln>
                  <a:noFill/>
                </a:ln>
                <a:effectLst/>
              </p:spPr>
              <p:txBody>
                <a:bodyPr rtlCol="0" anchor="ctr"/>
                <a:lstStyle/>
                <a:p>
                  <a:pPr algn="ctr"/>
                </a:p>
              </p:txBody>
            </p:sp>
            <p:sp>
              <p:nvSpPr>
                <p:cNvPr id="404" name="Wood right grain 9,9"/>
                <p:cNvSpPr/>
                <p:nvPr/>
              </p:nvSpPr>
              <p:spPr>
                <a:xfrm>
                  <a:off x="11521440" y="3204972"/>
                  <a:ext cx="18288" cy="32004"/>
                </a:xfrm>
                <a:custGeom>
                  <a:avLst/>
                  <a:gdLst/>
                  <a:ahLst/>
                  <a:cxnLst/>
                  <a:rect l="0" t="0" r="r" b="b"/>
                  <a:pathLst>
                    <a:path w="18288" h="32004">
                      <a:moveTo>
                        <a:pt x="0" y="9144"/>
                      </a:moveTo>
                      <a:lnTo>
                        <a:pt x="18288" y="0"/>
                      </a:lnTo>
                      <a:lnTo>
                        <a:pt x="18288" y="22860"/>
                      </a:lnTo>
                      <a:lnTo>
                        <a:pt x="0" y="32004"/>
                      </a:lnTo>
                      <a:close/>
                    </a:path>
                  </a:pathLst>
                </a:custGeom>
                <a:solidFill>
                  <a:srgbClr val="493E25"/>
                </a:solidFill>
                <a:ln>
                  <a:noFill/>
                </a:ln>
                <a:effectLst/>
              </p:spPr>
              <p:txBody>
                <a:bodyPr rtlCol="0" anchor="ctr"/>
                <a:lstStyle/>
                <a:p>
                  <a:pPr algn="ctr"/>
                </a:p>
              </p:txBody>
            </p:sp>
            <p:sp>
              <p:nvSpPr>
                <p:cNvPr id="405" name="Block outline"/>
                <p:cNvSpPr/>
                <p:nvPr/>
              </p:nvSpPr>
              <p:spPr>
                <a:xfrm>
                  <a:off x="11173968" y="2907792"/>
                  <a:ext cx="365760" cy="182880"/>
                </a:xfrm>
                <a:custGeom>
                  <a:avLst/>
                  <a:gdLst/>
                  <a:ahLst/>
                  <a:cxnLst/>
                  <a:rect l="0" t="0" r="r" b="b"/>
                  <a:pathLst>
                    <a:path w="365760" h="182880">
                      <a:moveTo>
                        <a:pt x="182880" y="0"/>
                      </a:moveTo>
                      <a:lnTo>
                        <a:pt x="365760" y="91440"/>
                      </a:lnTo>
                      <a:lnTo>
                        <a:pt x="182880" y="182880"/>
                      </a:lnTo>
                      <a:lnTo>
                        <a:pt x="0" y="91440"/>
                      </a:lnTo>
                      <a:close/>
                    </a:path>
                  </a:pathLst>
                </a:custGeom>
                <a:noFill/>
                <a:ln w="7315" cap="flat">
                  <a:solidFill>
                    <a:srgbClr val="332B1A"/>
                  </a:solidFill>
                  <a:round/>
                </a:ln>
                <a:effectLst/>
              </p:spPr>
              <p:txBody>
                <a:bodyPr rtlCol="0" anchor="ctr"/>
                <a:lstStyle/>
                <a:p>
                  <a:pPr algn="ctr"/>
                </a:p>
              </p:txBody>
            </p:sp>
            <p:sp>
              <p:nvSpPr>
                <p:cNvPr id="406" name="Block outline"/>
                <p:cNvSpPr/>
                <p:nvPr/>
              </p:nvSpPr>
              <p:spPr>
                <a:xfrm>
                  <a:off x="11173968" y="2999232"/>
                  <a:ext cx="182880" cy="320040"/>
                </a:xfrm>
                <a:custGeom>
                  <a:avLst/>
                  <a:gdLst/>
                  <a:ahLst/>
                  <a:cxnLst/>
                  <a:rect l="0" t="0" r="r" b="b"/>
                  <a:pathLst>
                    <a:path w="182880" h="320040">
                      <a:moveTo>
                        <a:pt x="0" y="0"/>
                      </a:moveTo>
                      <a:lnTo>
                        <a:pt x="182880" y="91440"/>
                      </a:lnTo>
                      <a:lnTo>
                        <a:pt x="182880" y="320040"/>
                      </a:lnTo>
                      <a:lnTo>
                        <a:pt x="0" y="228600"/>
                      </a:lnTo>
                      <a:close/>
                    </a:path>
                  </a:pathLst>
                </a:custGeom>
                <a:noFill/>
                <a:ln w="7315" cap="flat">
                  <a:solidFill>
                    <a:srgbClr val="332B1A"/>
                  </a:solidFill>
                  <a:round/>
                </a:ln>
                <a:effectLst/>
              </p:spPr>
              <p:txBody>
                <a:bodyPr rtlCol="0" anchor="ctr"/>
                <a:lstStyle/>
                <a:p>
                  <a:pPr algn="ctr"/>
                </a:p>
              </p:txBody>
            </p:sp>
            <p:sp>
              <p:nvSpPr>
                <p:cNvPr id="407" name="Block outline"/>
                <p:cNvSpPr/>
                <p:nvPr/>
              </p:nvSpPr>
              <p:spPr>
                <a:xfrm>
                  <a:off x="11356848" y="2999232"/>
                  <a:ext cx="182880" cy="320040"/>
                </a:xfrm>
                <a:custGeom>
                  <a:avLst/>
                  <a:gdLst/>
                  <a:ahLst/>
                  <a:cxnLst/>
                  <a:rect l="0" t="0" r="r" b="b"/>
                  <a:pathLst>
                    <a:path w="182880" h="320040">
                      <a:moveTo>
                        <a:pt x="0" y="91440"/>
                      </a:moveTo>
                      <a:lnTo>
                        <a:pt x="182880" y="0"/>
                      </a:lnTo>
                      <a:lnTo>
                        <a:pt x="182880" y="228600"/>
                      </a:lnTo>
                      <a:lnTo>
                        <a:pt x="0" y="320040"/>
                      </a:lnTo>
                      <a:close/>
                    </a:path>
                  </a:pathLst>
                </a:custGeom>
                <a:noFill/>
                <a:ln w="7315" cap="flat">
                  <a:solidFill>
                    <a:srgbClr val="332B1A"/>
                  </a:solidFill>
                  <a:round/>
                </a:ln>
                <a:effectLst/>
              </p:spPr>
              <p:txBody>
                <a:bodyPr rtlCol="0" anchor="ctr"/>
                <a:lstStyle/>
                <a:p>
                  <a:pPr algn="ctr"/>
                </a:p>
              </p:txBody>
            </p:sp>
          </p:grpSp>
          <p:grpSp>
            <p:nvGrpSpPr>
              <p:cNvPr id="408" name="Crafting table editable pixel-art block"/>
              <p:cNvGrpSpPr/>
              <p:nvPr/>
            </p:nvGrpSpPr>
            <p:grpSpPr>
              <a:xfrm>
                <a:off x="12307824" y="2907792"/>
                <a:ext cx="365760" cy="411480"/>
                <a:chOff x="12307824" y="2907792"/>
                <a:chExt cx="365760" cy="411480"/>
              </a:xfrm>
            </p:grpSpPr>
            <p:sp>
              <p:nvSpPr>
                <p:cNvPr id="409" name="Table top grid 0,0"/>
                <p:cNvSpPr/>
                <p:nvPr/>
              </p:nvSpPr>
              <p:spPr>
                <a:xfrm>
                  <a:off x="12471684" y="290779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10" name="Table top grid 1,0"/>
                <p:cNvSpPr/>
                <p:nvPr/>
              </p:nvSpPr>
              <p:spPr>
                <a:xfrm>
                  <a:off x="12489972" y="291693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11" name="Table top grid 2,0"/>
                <p:cNvSpPr/>
                <p:nvPr/>
              </p:nvSpPr>
              <p:spPr>
                <a:xfrm>
                  <a:off x="12508260" y="292608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12" name="Table top grid 3,0"/>
                <p:cNvSpPr/>
                <p:nvPr/>
              </p:nvSpPr>
              <p:spPr>
                <a:xfrm>
                  <a:off x="12526548" y="293522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13" name="Table top grid 4,0"/>
                <p:cNvSpPr/>
                <p:nvPr/>
              </p:nvSpPr>
              <p:spPr>
                <a:xfrm>
                  <a:off x="12544836" y="294436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14" name="Table top grid 5,0"/>
                <p:cNvSpPr/>
                <p:nvPr/>
              </p:nvSpPr>
              <p:spPr>
                <a:xfrm>
                  <a:off x="12563124" y="295351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15" name="Table top grid 6,0"/>
                <p:cNvSpPr/>
                <p:nvPr/>
              </p:nvSpPr>
              <p:spPr>
                <a:xfrm>
                  <a:off x="12581412" y="296265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16" name="Table top grid 7,0"/>
                <p:cNvSpPr/>
                <p:nvPr/>
              </p:nvSpPr>
              <p:spPr>
                <a:xfrm>
                  <a:off x="12599700" y="297180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17" name="Table top grid 8,0"/>
                <p:cNvSpPr/>
                <p:nvPr/>
              </p:nvSpPr>
              <p:spPr>
                <a:xfrm>
                  <a:off x="12617988" y="298094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18" name="Table top grid 9,0"/>
                <p:cNvSpPr/>
                <p:nvPr/>
              </p:nvSpPr>
              <p:spPr>
                <a:xfrm>
                  <a:off x="12636276" y="2990088"/>
                  <a:ext cx="37308" cy="18654"/>
                </a:xfrm>
                <a:custGeom>
                  <a:avLst/>
                  <a:gdLst/>
                  <a:ahLst/>
                  <a:cxnLst/>
                  <a:rect l="0" t="0" r="r" b="b"/>
                  <a:pathLst>
                    <a:path w="37308" h="18654">
                      <a:moveTo>
                        <a:pt x="19020" y="0"/>
                      </a:moveTo>
                      <a:lnTo>
                        <a:pt x="37308" y="9144"/>
                      </a:lnTo>
                      <a:lnTo>
                        <a:pt x="18288" y="18654"/>
                      </a:lnTo>
                      <a:lnTo>
                        <a:pt x="0" y="9510"/>
                      </a:lnTo>
                      <a:close/>
                    </a:path>
                  </a:pathLst>
                </a:custGeom>
                <a:solidFill>
                  <a:srgbClr val="59361D"/>
                </a:solidFill>
                <a:ln>
                  <a:noFill/>
                </a:ln>
                <a:effectLst/>
              </p:spPr>
              <p:txBody>
                <a:bodyPr rtlCol="0" anchor="ctr"/>
                <a:lstStyle/>
                <a:p>
                  <a:pPr algn="ctr"/>
                </a:p>
              </p:txBody>
            </p:sp>
            <p:sp>
              <p:nvSpPr>
                <p:cNvPr id="419" name="Table top grid 0,1"/>
                <p:cNvSpPr/>
                <p:nvPr/>
              </p:nvSpPr>
              <p:spPr>
                <a:xfrm>
                  <a:off x="12453396" y="291693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20" name="Table top grid 1,1"/>
                <p:cNvSpPr/>
                <p:nvPr/>
              </p:nvSpPr>
              <p:spPr>
                <a:xfrm>
                  <a:off x="12471684" y="292608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976033"/>
                </a:solidFill>
                <a:ln>
                  <a:noFill/>
                </a:ln>
                <a:effectLst/>
              </p:spPr>
              <p:txBody>
                <a:bodyPr rtlCol="0" anchor="ctr"/>
                <a:lstStyle/>
                <a:p>
                  <a:pPr algn="ctr"/>
                </a:p>
              </p:txBody>
            </p:sp>
            <p:sp>
              <p:nvSpPr>
                <p:cNvPr id="421" name="Table top grid 2,1"/>
                <p:cNvSpPr/>
                <p:nvPr/>
              </p:nvSpPr>
              <p:spPr>
                <a:xfrm>
                  <a:off x="12489972" y="293522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A96E3C"/>
                </a:solidFill>
                <a:ln>
                  <a:noFill/>
                </a:ln>
                <a:effectLst/>
              </p:spPr>
              <p:txBody>
                <a:bodyPr rtlCol="0" anchor="ctr"/>
                <a:lstStyle/>
                <a:p>
                  <a:pPr algn="ctr"/>
                </a:p>
              </p:txBody>
            </p:sp>
            <p:sp>
              <p:nvSpPr>
                <p:cNvPr id="422" name="Table top grid 3,1"/>
                <p:cNvSpPr/>
                <p:nvPr/>
              </p:nvSpPr>
              <p:spPr>
                <a:xfrm>
                  <a:off x="12508260" y="294436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23" name="Table top grid 4,1"/>
                <p:cNvSpPr/>
                <p:nvPr/>
              </p:nvSpPr>
              <p:spPr>
                <a:xfrm>
                  <a:off x="12526548" y="295351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A96E3C"/>
                </a:solidFill>
                <a:ln>
                  <a:noFill/>
                </a:ln>
                <a:effectLst/>
              </p:spPr>
              <p:txBody>
                <a:bodyPr rtlCol="0" anchor="ctr"/>
                <a:lstStyle/>
                <a:p>
                  <a:pPr algn="ctr"/>
                </a:p>
              </p:txBody>
            </p:sp>
            <p:sp>
              <p:nvSpPr>
                <p:cNvPr id="424" name="Table top grid 5,1"/>
                <p:cNvSpPr/>
                <p:nvPr/>
              </p:nvSpPr>
              <p:spPr>
                <a:xfrm>
                  <a:off x="12544836" y="296265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976033"/>
                </a:solidFill>
                <a:ln>
                  <a:noFill/>
                </a:ln>
                <a:effectLst/>
              </p:spPr>
              <p:txBody>
                <a:bodyPr rtlCol="0" anchor="ctr"/>
                <a:lstStyle/>
                <a:p>
                  <a:pPr algn="ctr"/>
                </a:p>
              </p:txBody>
            </p:sp>
            <p:sp>
              <p:nvSpPr>
                <p:cNvPr id="425" name="Table top grid 6,1"/>
                <p:cNvSpPr/>
                <p:nvPr/>
              </p:nvSpPr>
              <p:spPr>
                <a:xfrm>
                  <a:off x="12563124" y="297180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26" name="Table top grid 7,1"/>
                <p:cNvSpPr/>
                <p:nvPr/>
              </p:nvSpPr>
              <p:spPr>
                <a:xfrm>
                  <a:off x="12581412" y="298094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BD8650"/>
                </a:solidFill>
                <a:ln>
                  <a:noFill/>
                </a:ln>
                <a:effectLst/>
              </p:spPr>
              <p:txBody>
                <a:bodyPr rtlCol="0" anchor="ctr"/>
                <a:lstStyle/>
                <a:p>
                  <a:pPr algn="ctr"/>
                </a:p>
              </p:txBody>
            </p:sp>
            <p:sp>
              <p:nvSpPr>
                <p:cNvPr id="427" name="Table top grid 8,1"/>
                <p:cNvSpPr/>
                <p:nvPr/>
              </p:nvSpPr>
              <p:spPr>
                <a:xfrm>
                  <a:off x="12599700" y="299008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BD8650"/>
                </a:solidFill>
                <a:ln>
                  <a:noFill/>
                </a:ln>
                <a:effectLst/>
              </p:spPr>
              <p:txBody>
                <a:bodyPr rtlCol="0" anchor="ctr"/>
                <a:lstStyle/>
                <a:p>
                  <a:pPr algn="ctr"/>
                </a:p>
              </p:txBody>
            </p:sp>
            <p:sp>
              <p:nvSpPr>
                <p:cNvPr id="428" name="Table top grid 9,1"/>
                <p:cNvSpPr/>
                <p:nvPr/>
              </p:nvSpPr>
              <p:spPr>
                <a:xfrm>
                  <a:off x="12617988" y="2999232"/>
                  <a:ext cx="37308" cy="18654"/>
                </a:xfrm>
                <a:custGeom>
                  <a:avLst/>
                  <a:gdLst/>
                  <a:ahLst/>
                  <a:cxnLst/>
                  <a:rect l="0" t="0" r="r" b="b"/>
                  <a:pathLst>
                    <a:path w="37308" h="18654">
                      <a:moveTo>
                        <a:pt x="19020" y="0"/>
                      </a:moveTo>
                      <a:lnTo>
                        <a:pt x="37308" y="9144"/>
                      </a:lnTo>
                      <a:lnTo>
                        <a:pt x="18288" y="18654"/>
                      </a:lnTo>
                      <a:lnTo>
                        <a:pt x="0" y="9510"/>
                      </a:lnTo>
                      <a:close/>
                    </a:path>
                  </a:pathLst>
                </a:custGeom>
                <a:solidFill>
                  <a:srgbClr val="59361D"/>
                </a:solidFill>
                <a:ln>
                  <a:noFill/>
                </a:ln>
                <a:effectLst/>
              </p:spPr>
              <p:txBody>
                <a:bodyPr rtlCol="0" anchor="ctr"/>
                <a:lstStyle/>
                <a:p>
                  <a:pPr algn="ctr"/>
                </a:p>
              </p:txBody>
            </p:sp>
            <p:sp>
              <p:nvSpPr>
                <p:cNvPr id="429" name="Table top grid 0,2"/>
                <p:cNvSpPr/>
                <p:nvPr/>
              </p:nvSpPr>
              <p:spPr>
                <a:xfrm>
                  <a:off x="12435108" y="292608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30" name="Table top grid 1,2"/>
                <p:cNvSpPr/>
                <p:nvPr/>
              </p:nvSpPr>
              <p:spPr>
                <a:xfrm>
                  <a:off x="12453396" y="293522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A96E3C"/>
                </a:solidFill>
                <a:ln>
                  <a:noFill/>
                </a:ln>
                <a:effectLst/>
              </p:spPr>
              <p:txBody>
                <a:bodyPr rtlCol="0" anchor="ctr"/>
                <a:lstStyle/>
                <a:p>
                  <a:pPr algn="ctr"/>
                </a:p>
              </p:txBody>
            </p:sp>
            <p:sp>
              <p:nvSpPr>
                <p:cNvPr id="431" name="Table top grid 2,2"/>
                <p:cNvSpPr/>
                <p:nvPr/>
              </p:nvSpPr>
              <p:spPr>
                <a:xfrm>
                  <a:off x="12471684" y="294436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976033"/>
                </a:solidFill>
                <a:ln>
                  <a:noFill/>
                </a:ln>
                <a:effectLst/>
              </p:spPr>
              <p:txBody>
                <a:bodyPr rtlCol="0" anchor="ctr"/>
                <a:lstStyle/>
                <a:p>
                  <a:pPr algn="ctr"/>
                </a:p>
              </p:txBody>
            </p:sp>
            <p:sp>
              <p:nvSpPr>
                <p:cNvPr id="432" name="Table top grid 3,2"/>
                <p:cNvSpPr/>
                <p:nvPr/>
              </p:nvSpPr>
              <p:spPr>
                <a:xfrm>
                  <a:off x="12489972" y="295351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33" name="Table top grid 4,2"/>
                <p:cNvSpPr/>
                <p:nvPr/>
              </p:nvSpPr>
              <p:spPr>
                <a:xfrm>
                  <a:off x="12508260" y="296265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976033"/>
                </a:solidFill>
                <a:ln>
                  <a:noFill/>
                </a:ln>
                <a:effectLst/>
              </p:spPr>
              <p:txBody>
                <a:bodyPr rtlCol="0" anchor="ctr"/>
                <a:lstStyle/>
                <a:p>
                  <a:pPr algn="ctr"/>
                </a:p>
              </p:txBody>
            </p:sp>
            <p:sp>
              <p:nvSpPr>
                <p:cNvPr id="434" name="Table top grid 5,2"/>
                <p:cNvSpPr/>
                <p:nvPr/>
              </p:nvSpPr>
              <p:spPr>
                <a:xfrm>
                  <a:off x="12526548" y="297180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976033"/>
                </a:solidFill>
                <a:ln>
                  <a:noFill/>
                </a:ln>
                <a:effectLst/>
              </p:spPr>
              <p:txBody>
                <a:bodyPr rtlCol="0" anchor="ctr"/>
                <a:lstStyle/>
                <a:p>
                  <a:pPr algn="ctr"/>
                </a:p>
              </p:txBody>
            </p:sp>
            <p:sp>
              <p:nvSpPr>
                <p:cNvPr id="435" name="Table top grid 6,2"/>
                <p:cNvSpPr/>
                <p:nvPr/>
              </p:nvSpPr>
              <p:spPr>
                <a:xfrm>
                  <a:off x="12544836" y="298094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36" name="Table top grid 7,2"/>
                <p:cNvSpPr/>
                <p:nvPr/>
              </p:nvSpPr>
              <p:spPr>
                <a:xfrm>
                  <a:off x="12563124" y="299008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BD8650"/>
                </a:solidFill>
                <a:ln>
                  <a:noFill/>
                </a:ln>
                <a:effectLst/>
              </p:spPr>
              <p:txBody>
                <a:bodyPr rtlCol="0" anchor="ctr"/>
                <a:lstStyle/>
                <a:p>
                  <a:pPr algn="ctr"/>
                </a:p>
              </p:txBody>
            </p:sp>
            <p:sp>
              <p:nvSpPr>
                <p:cNvPr id="437" name="Table top grid 8,2"/>
                <p:cNvSpPr/>
                <p:nvPr/>
              </p:nvSpPr>
              <p:spPr>
                <a:xfrm>
                  <a:off x="12581412" y="299923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BD8650"/>
                </a:solidFill>
                <a:ln>
                  <a:noFill/>
                </a:ln>
                <a:effectLst/>
              </p:spPr>
              <p:txBody>
                <a:bodyPr rtlCol="0" anchor="ctr"/>
                <a:lstStyle/>
                <a:p>
                  <a:pPr algn="ctr"/>
                </a:p>
              </p:txBody>
            </p:sp>
            <p:sp>
              <p:nvSpPr>
                <p:cNvPr id="438" name="Table top grid 9,2"/>
                <p:cNvSpPr/>
                <p:nvPr/>
              </p:nvSpPr>
              <p:spPr>
                <a:xfrm>
                  <a:off x="12599700" y="3008376"/>
                  <a:ext cx="37308" cy="18654"/>
                </a:xfrm>
                <a:custGeom>
                  <a:avLst/>
                  <a:gdLst/>
                  <a:ahLst/>
                  <a:cxnLst/>
                  <a:rect l="0" t="0" r="r" b="b"/>
                  <a:pathLst>
                    <a:path w="37308" h="18654">
                      <a:moveTo>
                        <a:pt x="19020" y="0"/>
                      </a:moveTo>
                      <a:lnTo>
                        <a:pt x="37308" y="9144"/>
                      </a:lnTo>
                      <a:lnTo>
                        <a:pt x="18288" y="18654"/>
                      </a:lnTo>
                      <a:lnTo>
                        <a:pt x="0" y="9510"/>
                      </a:lnTo>
                      <a:close/>
                    </a:path>
                  </a:pathLst>
                </a:custGeom>
                <a:solidFill>
                  <a:srgbClr val="59361D"/>
                </a:solidFill>
                <a:ln>
                  <a:noFill/>
                </a:ln>
                <a:effectLst/>
              </p:spPr>
              <p:txBody>
                <a:bodyPr rtlCol="0" anchor="ctr"/>
                <a:lstStyle/>
                <a:p>
                  <a:pPr algn="ctr"/>
                </a:p>
              </p:txBody>
            </p:sp>
            <p:sp>
              <p:nvSpPr>
                <p:cNvPr id="439" name="Table top grid 0,3"/>
                <p:cNvSpPr/>
                <p:nvPr/>
              </p:nvSpPr>
              <p:spPr>
                <a:xfrm>
                  <a:off x="12416820" y="293522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40" name="Table top grid 1,3"/>
                <p:cNvSpPr/>
                <p:nvPr/>
              </p:nvSpPr>
              <p:spPr>
                <a:xfrm>
                  <a:off x="12435108" y="294436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41" name="Table top grid 2,3"/>
                <p:cNvSpPr/>
                <p:nvPr/>
              </p:nvSpPr>
              <p:spPr>
                <a:xfrm>
                  <a:off x="12453396" y="295351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42" name="Table top grid 3,3"/>
                <p:cNvSpPr/>
                <p:nvPr/>
              </p:nvSpPr>
              <p:spPr>
                <a:xfrm>
                  <a:off x="12471684" y="296265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43" name="Table top grid 4,3"/>
                <p:cNvSpPr/>
                <p:nvPr/>
              </p:nvSpPr>
              <p:spPr>
                <a:xfrm>
                  <a:off x="12489972" y="297180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44" name="Table top grid 5,3"/>
                <p:cNvSpPr/>
                <p:nvPr/>
              </p:nvSpPr>
              <p:spPr>
                <a:xfrm>
                  <a:off x="12508260" y="298094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45" name="Table top grid 6,3"/>
                <p:cNvSpPr/>
                <p:nvPr/>
              </p:nvSpPr>
              <p:spPr>
                <a:xfrm>
                  <a:off x="12526548" y="299008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46" name="Table top grid 7,3"/>
                <p:cNvSpPr/>
                <p:nvPr/>
              </p:nvSpPr>
              <p:spPr>
                <a:xfrm>
                  <a:off x="12544836" y="299923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47" name="Table top grid 8,3"/>
                <p:cNvSpPr/>
                <p:nvPr/>
              </p:nvSpPr>
              <p:spPr>
                <a:xfrm>
                  <a:off x="12563124" y="300837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48" name="Table top grid 9,3"/>
                <p:cNvSpPr/>
                <p:nvPr/>
              </p:nvSpPr>
              <p:spPr>
                <a:xfrm>
                  <a:off x="12581412" y="3017520"/>
                  <a:ext cx="37308" cy="18654"/>
                </a:xfrm>
                <a:custGeom>
                  <a:avLst/>
                  <a:gdLst/>
                  <a:ahLst/>
                  <a:cxnLst/>
                  <a:rect l="0" t="0" r="r" b="b"/>
                  <a:pathLst>
                    <a:path w="37308" h="18654">
                      <a:moveTo>
                        <a:pt x="19020" y="0"/>
                      </a:moveTo>
                      <a:lnTo>
                        <a:pt x="37308" y="9144"/>
                      </a:lnTo>
                      <a:lnTo>
                        <a:pt x="18288" y="18654"/>
                      </a:lnTo>
                      <a:lnTo>
                        <a:pt x="0" y="9510"/>
                      </a:lnTo>
                      <a:close/>
                    </a:path>
                  </a:pathLst>
                </a:custGeom>
                <a:solidFill>
                  <a:srgbClr val="59361D"/>
                </a:solidFill>
                <a:ln>
                  <a:noFill/>
                </a:ln>
                <a:effectLst/>
              </p:spPr>
              <p:txBody>
                <a:bodyPr rtlCol="0" anchor="ctr"/>
                <a:lstStyle/>
                <a:p>
                  <a:pPr algn="ctr"/>
                </a:p>
              </p:txBody>
            </p:sp>
            <p:sp>
              <p:nvSpPr>
                <p:cNvPr id="449" name="Table top grid 0,4"/>
                <p:cNvSpPr/>
                <p:nvPr/>
              </p:nvSpPr>
              <p:spPr>
                <a:xfrm>
                  <a:off x="12398532" y="294436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50" name="Table top grid 1,4"/>
                <p:cNvSpPr/>
                <p:nvPr/>
              </p:nvSpPr>
              <p:spPr>
                <a:xfrm>
                  <a:off x="12416820" y="295351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BD8650"/>
                </a:solidFill>
                <a:ln>
                  <a:noFill/>
                </a:ln>
                <a:effectLst/>
              </p:spPr>
              <p:txBody>
                <a:bodyPr rtlCol="0" anchor="ctr"/>
                <a:lstStyle/>
                <a:p>
                  <a:pPr algn="ctr"/>
                </a:p>
              </p:txBody>
            </p:sp>
            <p:sp>
              <p:nvSpPr>
                <p:cNvPr id="451" name="Table top grid 2,4"/>
                <p:cNvSpPr/>
                <p:nvPr/>
              </p:nvSpPr>
              <p:spPr>
                <a:xfrm>
                  <a:off x="12435108" y="296265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976033"/>
                </a:solidFill>
                <a:ln>
                  <a:noFill/>
                </a:ln>
                <a:effectLst/>
              </p:spPr>
              <p:txBody>
                <a:bodyPr rtlCol="0" anchor="ctr"/>
                <a:lstStyle/>
                <a:p>
                  <a:pPr algn="ctr"/>
                </a:p>
              </p:txBody>
            </p:sp>
            <p:sp>
              <p:nvSpPr>
                <p:cNvPr id="452" name="Table top grid 3,4"/>
                <p:cNvSpPr/>
                <p:nvPr/>
              </p:nvSpPr>
              <p:spPr>
                <a:xfrm>
                  <a:off x="12453396" y="297180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53" name="Table top grid 4,4"/>
                <p:cNvSpPr/>
                <p:nvPr/>
              </p:nvSpPr>
              <p:spPr>
                <a:xfrm>
                  <a:off x="12471684" y="298094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976033"/>
                </a:solidFill>
                <a:ln>
                  <a:noFill/>
                </a:ln>
                <a:effectLst/>
              </p:spPr>
              <p:txBody>
                <a:bodyPr rtlCol="0" anchor="ctr"/>
                <a:lstStyle/>
                <a:p>
                  <a:pPr algn="ctr"/>
                </a:p>
              </p:txBody>
            </p:sp>
            <p:sp>
              <p:nvSpPr>
                <p:cNvPr id="454" name="Table top grid 5,4"/>
                <p:cNvSpPr/>
                <p:nvPr/>
              </p:nvSpPr>
              <p:spPr>
                <a:xfrm>
                  <a:off x="12489972" y="299008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A96E3C"/>
                </a:solidFill>
                <a:ln>
                  <a:noFill/>
                </a:ln>
                <a:effectLst/>
              </p:spPr>
              <p:txBody>
                <a:bodyPr rtlCol="0" anchor="ctr"/>
                <a:lstStyle/>
                <a:p>
                  <a:pPr algn="ctr"/>
                </a:p>
              </p:txBody>
            </p:sp>
            <p:sp>
              <p:nvSpPr>
                <p:cNvPr id="455" name="Table top grid 6,4"/>
                <p:cNvSpPr/>
                <p:nvPr/>
              </p:nvSpPr>
              <p:spPr>
                <a:xfrm>
                  <a:off x="12508260" y="299923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56" name="Table top grid 7,4"/>
                <p:cNvSpPr/>
                <p:nvPr/>
              </p:nvSpPr>
              <p:spPr>
                <a:xfrm>
                  <a:off x="12526548" y="300837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BD8650"/>
                </a:solidFill>
                <a:ln>
                  <a:noFill/>
                </a:ln>
                <a:effectLst/>
              </p:spPr>
              <p:txBody>
                <a:bodyPr rtlCol="0" anchor="ctr"/>
                <a:lstStyle/>
                <a:p>
                  <a:pPr algn="ctr"/>
                </a:p>
              </p:txBody>
            </p:sp>
            <p:sp>
              <p:nvSpPr>
                <p:cNvPr id="457" name="Table top grid 8,4"/>
                <p:cNvSpPr/>
                <p:nvPr/>
              </p:nvSpPr>
              <p:spPr>
                <a:xfrm>
                  <a:off x="12544836" y="301752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976033"/>
                </a:solidFill>
                <a:ln>
                  <a:noFill/>
                </a:ln>
                <a:effectLst/>
              </p:spPr>
              <p:txBody>
                <a:bodyPr rtlCol="0" anchor="ctr"/>
                <a:lstStyle/>
                <a:p>
                  <a:pPr algn="ctr"/>
                </a:p>
              </p:txBody>
            </p:sp>
            <p:sp>
              <p:nvSpPr>
                <p:cNvPr id="458" name="Table top grid 9,4"/>
                <p:cNvSpPr/>
                <p:nvPr/>
              </p:nvSpPr>
              <p:spPr>
                <a:xfrm>
                  <a:off x="12563124" y="3026664"/>
                  <a:ext cx="37308" cy="18654"/>
                </a:xfrm>
                <a:custGeom>
                  <a:avLst/>
                  <a:gdLst/>
                  <a:ahLst/>
                  <a:cxnLst/>
                  <a:rect l="0" t="0" r="r" b="b"/>
                  <a:pathLst>
                    <a:path w="37308" h="18654">
                      <a:moveTo>
                        <a:pt x="19020" y="0"/>
                      </a:moveTo>
                      <a:lnTo>
                        <a:pt x="37308" y="9144"/>
                      </a:lnTo>
                      <a:lnTo>
                        <a:pt x="18288" y="18654"/>
                      </a:lnTo>
                      <a:lnTo>
                        <a:pt x="0" y="9510"/>
                      </a:lnTo>
                      <a:close/>
                    </a:path>
                  </a:pathLst>
                </a:custGeom>
                <a:solidFill>
                  <a:srgbClr val="59361D"/>
                </a:solidFill>
                <a:ln>
                  <a:noFill/>
                </a:ln>
                <a:effectLst/>
              </p:spPr>
              <p:txBody>
                <a:bodyPr rtlCol="0" anchor="ctr"/>
                <a:lstStyle/>
                <a:p>
                  <a:pPr algn="ctr"/>
                </a:p>
              </p:txBody>
            </p:sp>
            <p:sp>
              <p:nvSpPr>
                <p:cNvPr id="459" name="Table top grid 0,5"/>
                <p:cNvSpPr/>
                <p:nvPr/>
              </p:nvSpPr>
              <p:spPr>
                <a:xfrm>
                  <a:off x="12380244" y="295351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60" name="Table top grid 1,5"/>
                <p:cNvSpPr/>
                <p:nvPr/>
              </p:nvSpPr>
              <p:spPr>
                <a:xfrm>
                  <a:off x="12398532" y="296265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976033"/>
                </a:solidFill>
                <a:ln>
                  <a:noFill/>
                </a:ln>
                <a:effectLst/>
              </p:spPr>
              <p:txBody>
                <a:bodyPr rtlCol="0" anchor="ctr"/>
                <a:lstStyle/>
                <a:p>
                  <a:pPr algn="ctr"/>
                </a:p>
              </p:txBody>
            </p:sp>
            <p:sp>
              <p:nvSpPr>
                <p:cNvPr id="461" name="Table top grid 2,5"/>
                <p:cNvSpPr/>
                <p:nvPr/>
              </p:nvSpPr>
              <p:spPr>
                <a:xfrm>
                  <a:off x="12416820" y="297180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BD8650"/>
                </a:solidFill>
                <a:ln>
                  <a:noFill/>
                </a:ln>
                <a:effectLst/>
              </p:spPr>
              <p:txBody>
                <a:bodyPr rtlCol="0" anchor="ctr"/>
                <a:lstStyle/>
                <a:p>
                  <a:pPr algn="ctr"/>
                </a:p>
              </p:txBody>
            </p:sp>
            <p:sp>
              <p:nvSpPr>
                <p:cNvPr id="462" name="Table top grid 3,5"/>
                <p:cNvSpPr/>
                <p:nvPr/>
              </p:nvSpPr>
              <p:spPr>
                <a:xfrm>
                  <a:off x="12435108" y="298094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63" name="Table top grid 4,5"/>
                <p:cNvSpPr/>
                <p:nvPr/>
              </p:nvSpPr>
              <p:spPr>
                <a:xfrm>
                  <a:off x="12453396" y="299008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976033"/>
                </a:solidFill>
                <a:ln>
                  <a:noFill/>
                </a:ln>
                <a:effectLst/>
              </p:spPr>
              <p:txBody>
                <a:bodyPr rtlCol="0" anchor="ctr"/>
                <a:lstStyle/>
                <a:p>
                  <a:pPr algn="ctr"/>
                </a:p>
              </p:txBody>
            </p:sp>
            <p:sp>
              <p:nvSpPr>
                <p:cNvPr id="464" name="Table top grid 5,5"/>
                <p:cNvSpPr/>
                <p:nvPr/>
              </p:nvSpPr>
              <p:spPr>
                <a:xfrm>
                  <a:off x="12471684" y="299923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A96E3C"/>
                </a:solidFill>
                <a:ln>
                  <a:noFill/>
                </a:ln>
                <a:effectLst/>
              </p:spPr>
              <p:txBody>
                <a:bodyPr rtlCol="0" anchor="ctr"/>
                <a:lstStyle/>
                <a:p>
                  <a:pPr algn="ctr"/>
                </a:p>
              </p:txBody>
            </p:sp>
            <p:sp>
              <p:nvSpPr>
                <p:cNvPr id="465" name="Table top grid 6,5"/>
                <p:cNvSpPr/>
                <p:nvPr/>
              </p:nvSpPr>
              <p:spPr>
                <a:xfrm>
                  <a:off x="12489972" y="300837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66" name="Table top grid 7,5"/>
                <p:cNvSpPr/>
                <p:nvPr/>
              </p:nvSpPr>
              <p:spPr>
                <a:xfrm>
                  <a:off x="12508260" y="301752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A96E3C"/>
                </a:solidFill>
                <a:ln>
                  <a:noFill/>
                </a:ln>
                <a:effectLst/>
              </p:spPr>
              <p:txBody>
                <a:bodyPr rtlCol="0" anchor="ctr"/>
                <a:lstStyle/>
                <a:p>
                  <a:pPr algn="ctr"/>
                </a:p>
              </p:txBody>
            </p:sp>
            <p:sp>
              <p:nvSpPr>
                <p:cNvPr id="467" name="Table top grid 8,5"/>
                <p:cNvSpPr/>
                <p:nvPr/>
              </p:nvSpPr>
              <p:spPr>
                <a:xfrm>
                  <a:off x="12526548" y="302666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976033"/>
                </a:solidFill>
                <a:ln>
                  <a:noFill/>
                </a:ln>
                <a:effectLst/>
              </p:spPr>
              <p:txBody>
                <a:bodyPr rtlCol="0" anchor="ctr"/>
                <a:lstStyle/>
                <a:p>
                  <a:pPr algn="ctr"/>
                </a:p>
              </p:txBody>
            </p:sp>
            <p:sp>
              <p:nvSpPr>
                <p:cNvPr id="468" name="Table top grid 9,5"/>
                <p:cNvSpPr/>
                <p:nvPr/>
              </p:nvSpPr>
              <p:spPr>
                <a:xfrm>
                  <a:off x="12544836" y="3035808"/>
                  <a:ext cx="37308" cy="18654"/>
                </a:xfrm>
                <a:custGeom>
                  <a:avLst/>
                  <a:gdLst/>
                  <a:ahLst/>
                  <a:cxnLst/>
                  <a:rect l="0" t="0" r="r" b="b"/>
                  <a:pathLst>
                    <a:path w="37308" h="18654">
                      <a:moveTo>
                        <a:pt x="19020" y="0"/>
                      </a:moveTo>
                      <a:lnTo>
                        <a:pt x="37308" y="9144"/>
                      </a:lnTo>
                      <a:lnTo>
                        <a:pt x="18288" y="18654"/>
                      </a:lnTo>
                      <a:lnTo>
                        <a:pt x="0" y="9510"/>
                      </a:lnTo>
                      <a:close/>
                    </a:path>
                  </a:pathLst>
                </a:custGeom>
                <a:solidFill>
                  <a:srgbClr val="59361D"/>
                </a:solidFill>
                <a:ln>
                  <a:noFill/>
                </a:ln>
                <a:effectLst/>
              </p:spPr>
              <p:txBody>
                <a:bodyPr rtlCol="0" anchor="ctr"/>
                <a:lstStyle/>
                <a:p>
                  <a:pPr algn="ctr"/>
                </a:p>
              </p:txBody>
            </p:sp>
            <p:sp>
              <p:nvSpPr>
                <p:cNvPr id="469" name="Table top grid 0,6"/>
                <p:cNvSpPr/>
                <p:nvPr/>
              </p:nvSpPr>
              <p:spPr>
                <a:xfrm>
                  <a:off x="12361956" y="296265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70" name="Table top grid 1,6"/>
                <p:cNvSpPr/>
                <p:nvPr/>
              </p:nvSpPr>
              <p:spPr>
                <a:xfrm>
                  <a:off x="12380244" y="297180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71" name="Table top grid 2,6"/>
                <p:cNvSpPr/>
                <p:nvPr/>
              </p:nvSpPr>
              <p:spPr>
                <a:xfrm>
                  <a:off x="12398532" y="298094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72" name="Table top grid 3,6"/>
                <p:cNvSpPr/>
                <p:nvPr/>
              </p:nvSpPr>
              <p:spPr>
                <a:xfrm>
                  <a:off x="12416820" y="299008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73" name="Table top grid 4,6"/>
                <p:cNvSpPr/>
                <p:nvPr/>
              </p:nvSpPr>
              <p:spPr>
                <a:xfrm>
                  <a:off x="12435108" y="299923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74" name="Table top grid 5,6"/>
                <p:cNvSpPr/>
                <p:nvPr/>
              </p:nvSpPr>
              <p:spPr>
                <a:xfrm>
                  <a:off x="12453396" y="300837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75" name="Table top grid 6,6"/>
                <p:cNvSpPr/>
                <p:nvPr/>
              </p:nvSpPr>
              <p:spPr>
                <a:xfrm>
                  <a:off x="12471684" y="301752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76" name="Table top grid 7,6"/>
                <p:cNvSpPr/>
                <p:nvPr/>
              </p:nvSpPr>
              <p:spPr>
                <a:xfrm>
                  <a:off x="12489972" y="302666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77" name="Table top grid 8,6"/>
                <p:cNvSpPr/>
                <p:nvPr/>
              </p:nvSpPr>
              <p:spPr>
                <a:xfrm>
                  <a:off x="12508260" y="303580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78" name="Table top grid 9,6"/>
                <p:cNvSpPr/>
                <p:nvPr/>
              </p:nvSpPr>
              <p:spPr>
                <a:xfrm>
                  <a:off x="12526548" y="3044952"/>
                  <a:ext cx="37308" cy="18654"/>
                </a:xfrm>
                <a:custGeom>
                  <a:avLst/>
                  <a:gdLst/>
                  <a:ahLst/>
                  <a:cxnLst/>
                  <a:rect l="0" t="0" r="r" b="b"/>
                  <a:pathLst>
                    <a:path w="37308" h="18654">
                      <a:moveTo>
                        <a:pt x="19020" y="0"/>
                      </a:moveTo>
                      <a:lnTo>
                        <a:pt x="37308" y="9144"/>
                      </a:lnTo>
                      <a:lnTo>
                        <a:pt x="18288" y="18654"/>
                      </a:lnTo>
                      <a:lnTo>
                        <a:pt x="0" y="9510"/>
                      </a:lnTo>
                      <a:close/>
                    </a:path>
                  </a:pathLst>
                </a:custGeom>
                <a:solidFill>
                  <a:srgbClr val="59361D"/>
                </a:solidFill>
                <a:ln>
                  <a:noFill/>
                </a:ln>
                <a:effectLst/>
              </p:spPr>
              <p:txBody>
                <a:bodyPr rtlCol="0" anchor="ctr"/>
                <a:lstStyle/>
                <a:p>
                  <a:pPr algn="ctr"/>
                </a:p>
              </p:txBody>
            </p:sp>
            <p:sp>
              <p:nvSpPr>
                <p:cNvPr id="479" name="Table top grid 0,7"/>
                <p:cNvSpPr/>
                <p:nvPr/>
              </p:nvSpPr>
              <p:spPr>
                <a:xfrm>
                  <a:off x="12343668" y="297180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80" name="Table top grid 1,7"/>
                <p:cNvSpPr/>
                <p:nvPr/>
              </p:nvSpPr>
              <p:spPr>
                <a:xfrm>
                  <a:off x="12361956" y="298094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A96E3C"/>
                </a:solidFill>
                <a:ln>
                  <a:noFill/>
                </a:ln>
                <a:effectLst/>
              </p:spPr>
              <p:txBody>
                <a:bodyPr rtlCol="0" anchor="ctr"/>
                <a:lstStyle/>
                <a:p>
                  <a:pPr algn="ctr"/>
                </a:p>
              </p:txBody>
            </p:sp>
            <p:sp>
              <p:nvSpPr>
                <p:cNvPr id="481" name="Table top grid 2,7"/>
                <p:cNvSpPr/>
                <p:nvPr/>
              </p:nvSpPr>
              <p:spPr>
                <a:xfrm>
                  <a:off x="12380244" y="299008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A96E3C"/>
                </a:solidFill>
                <a:ln>
                  <a:noFill/>
                </a:ln>
                <a:effectLst/>
              </p:spPr>
              <p:txBody>
                <a:bodyPr rtlCol="0" anchor="ctr"/>
                <a:lstStyle/>
                <a:p>
                  <a:pPr algn="ctr"/>
                </a:p>
              </p:txBody>
            </p:sp>
            <p:sp>
              <p:nvSpPr>
                <p:cNvPr id="482" name="Table top grid 3,7"/>
                <p:cNvSpPr/>
                <p:nvPr/>
              </p:nvSpPr>
              <p:spPr>
                <a:xfrm>
                  <a:off x="12398532" y="299923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83" name="Table top grid 4,7"/>
                <p:cNvSpPr/>
                <p:nvPr/>
              </p:nvSpPr>
              <p:spPr>
                <a:xfrm>
                  <a:off x="12416820" y="300837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A96E3C"/>
                </a:solidFill>
                <a:ln>
                  <a:noFill/>
                </a:ln>
                <a:effectLst/>
              </p:spPr>
              <p:txBody>
                <a:bodyPr rtlCol="0" anchor="ctr"/>
                <a:lstStyle/>
                <a:p>
                  <a:pPr algn="ctr"/>
                </a:p>
              </p:txBody>
            </p:sp>
            <p:sp>
              <p:nvSpPr>
                <p:cNvPr id="484" name="Table top grid 5,7"/>
                <p:cNvSpPr/>
                <p:nvPr/>
              </p:nvSpPr>
              <p:spPr>
                <a:xfrm>
                  <a:off x="12435108" y="301752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976033"/>
                </a:solidFill>
                <a:ln>
                  <a:noFill/>
                </a:ln>
                <a:effectLst/>
              </p:spPr>
              <p:txBody>
                <a:bodyPr rtlCol="0" anchor="ctr"/>
                <a:lstStyle/>
                <a:p>
                  <a:pPr algn="ctr"/>
                </a:p>
              </p:txBody>
            </p:sp>
            <p:sp>
              <p:nvSpPr>
                <p:cNvPr id="485" name="Table top grid 6,7"/>
                <p:cNvSpPr/>
                <p:nvPr/>
              </p:nvSpPr>
              <p:spPr>
                <a:xfrm>
                  <a:off x="12453396" y="302666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86" name="Table top grid 7,7"/>
                <p:cNvSpPr/>
                <p:nvPr/>
              </p:nvSpPr>
              <p:spPr>
                <a:xfrm>
                  <a:off x="12471684" y="303580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BD8650"/>
                </a:solidFill>
                <a:ln>
                  <a:noFill/>
                </a:ln>
                <a:effectLst/>
              </p:spPr>
              <p:txBody>
                <a:bodyPr rtlCol="0" anchor="ctr"/>
                <a:lstStyle/>
                <a:p>
                  <a:pPr algn="ctr"/>
                </a:p>
              </p:txBody>
            </p:sp>
            <p:sp>
              <p:nvSpPr>
                <p:cNvPr id="487" name="Table top grid 8,7"/>
                <p:cNvSpPr/>
                <p:nvPr/>
              </p:nvSpPr>
              <p:spPr>
                <a:xfrm>
                  <a:off x="12489972" y="304495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A96E3C"/>
                </a:solidFill>
                <a:ln>
                  <a:noFill/>
                </a:ln>
                <a:effectLst/>
              </p:spPr>
              <p:txBody>
                <a:bodyPr rtlCol="0" anchor="ctr"/>
                <a:lstStyle/>
                <a:p>
                  <a:pPr algn="ctr"/>
                </a:p>
              </p:txBody>
            </p:sp>
            <p:sp>
              <p:nvSpPr>
                <p:cNvPr id="488" name="Table top grid 9,7"/>
                <p:cNvSpPr/>
                <p:nvPr/>
              </p:nvSpPr>
              <p:spPr>
                <a:xfrm>
                  <a:off x="12508260" y="3054096"/>
                  <a:ext cx="37308" cy="18654"/>
                </a:xfrm>
                <a:custGeom>
                  <a:avLst/>
                  <a:gdLst/>
                  <a:ahLst/>
                  <a:cxnLst/>
                  <a:rect l="0" t="0" r="r" b="b"/>
                  <a:pathLst>
                    <a:path w="37308" h="18654">
                      <a:moveTo>
                        <a:pt x="19020" y="0"/>
                      </a:moveTo>
                      <a:lnTo>
                        <a:pt x="37308" y="9144"/>
                      </a:lnTo>
                      <a:lnTo>
                        <a:pt x="18288" y="18654"/>
                      </a:lnTo>
                      <a:lnTo>
                        <a:pt x="0" y="9510"/>
                      </a:lnTo>
                      <a:close/>
                    </a:path>
                  </a:pathLst>
                </a:custGeom>
                <a:solidFill>
                  <a:srgbClr val="59361D"/>
                </a:solidFill>
                <a:ln>
                  <a:noFill/>
                </a:ln>
                <a:effectLst/>
              </p:spPr>
              <p:txBody>
                <a:bodyPr rtlCol="0" anchor="ctr"/>
                <a:lstStyle/>
                <a:p>
                  <a:pPr algn="ctr"/>
                </a:p>
              </p:txBody>
            </p:sp>
            <p:sp>
              <p:nvSpPr>
                <p:cNvPr id="489" name="Table top grid 0,8"/>
                <p:cNvSpPr/>
                <p:nvPr/>
              </p:nvSpPr>
              <p:spPr>
                <a:xfrm>
                  <a:off x="12325380" y="298094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90" name="Table top grid 1,8"/>
                <p:cNvSpPr/>
                <p:nvPr/>
              </p:nvSpPr>
              <p:spPr>
                <a:xfrm>
                  <a:off x="12343668" y="299008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BD8650"/>
                </a:solidFill>
                <a:ln>
                  <a:noFill/>
                </a:ln>
                <a:effectLst/>
              </p:spPr>
              <p:txBody>
                <a:bodyPr rtlCol="0" anchor="ctr"/>
                <a:lstStyle/>
                <a:p>
                  <a:pPr algn="ctr"/>
                </a:p>
              </p:txBody>
            </p:sp>
            <p:sp>
              <p:nvSpPr>
                <p:cNvPr id="491" name="Table top grid 2,8"/>
                <p:cNvSpPr/>
                <p:nvPr/>
              </p:nvSpPr>
              <p:spPr>
                <a:xfrm>
                  <a:off x="12361956" y="299923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A96E3C"/>
                </a:solidFill>
                <a:ln>
                  <a:noFill/>
                </a:ln>
                <a:effectLst/>
              </p:spPr>
              <p:txBody>
                <a:bodyPr rtlCol="0" anchor="ctr"/>
                <a:lstStyle/>
                <a:p>
                  <a:pPr algn="ctr"/>
                </a:p>
              </p:txBody>
            </p:sp>
            <p:sp>
              <p:nvSpPr>
                <p:cNvPr id="492" name="Table top grid 3,8"/>
                <p:cNvSpPr/>
                <p:nvPr/>
              </p:nvSpPr>
              <p:spPr>
                <a:xfrm>
                  <a:off x="12380244" y="300837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93" name="Table top grid 4,8"/>
                <p:cNvSpPr/>
                <p:nvPr/>
              </p:nvSpPr>
              <p:spPr>
                <a:xfrm>
                  <a:off x="12398532" y="3017520"/>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BD8650"/>
                </a:solidFill>
                <a:ln>
                  <a:noFill/>
                </a:ln>
                <a:effectLst/>
              </p:spPr>
              <p:txBody>
                <a:bodyPr rtlCol="0" anchor="ctr"/>
                <a:lstStyle/>
                <a:p>
                  <a:pPr algn="ctr"/>
                </a:p>
              </p:txBody>
            </p:sp>
            <p:sp>
              <p:nvSpPr>
                <p:cNvPr id="494" name="Table top grid 5,8"/>
                <p:cNvSpPr/>
                <p:nvPr/>
              </p:nvSpPr>
              <p:spPr>
                <a:xfrm>
                  <a:off x="12416820" y="3026664"/>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BD8650"/>
                </a:solidFill>
                <a:ln>
                  <a:noFill/>
                </a:ln>
                <a:effectLst/>
              </p:spPr>
              <p:txBody>
                <a:bodyPr rtlCol="0" anchor="ctr"/>
                <a:lstStyle/>
                <a:p>
                  <a:pPr algn="ctr"/>
                </a:p>
              </p:txBody>
            </p:sp>
            <p:sp>
              <p:nvSpPr>
                <p:cNvPr id="495" name="Table top grid 6,8"/>
                <p:cNvSpPr/>
                <p:nvPr/>
              </p:nvSpPr>
              <p:spPr>
                <a:xfrm>
                  <a:off x="12435108" y="3035808"/>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59361D"/>
                </a:solidFill>
                <a:ln>
                  <a:noFill/>
                </a:ln>
                <a:effectLst/>
              </p:spPr>
              <p:txBody>
                <a:bodyPr rtlCol="0" anchor="ctr"/>
                <a:lstStyle/>
                <a:p>
                  <a:pPr algn="ctr"/>
                </a:p>
              </p:txBody>
            </p:sp>
            <p:sp>
              <p:nvSpPr>
                <p:cNvPr id="496" name="Table top grid 7,8"/>
                <p:cNvSpPr/>
                <p:nvPr/>
              </p:nvSpPr>
              <p:spPr>
                <a:xfrm>
                  <a:off x="12453396" y="3044952"/>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BD8650"/>
                </a:solidFill>
                <a:ln>
                  <a:noFill/>
                </a:ln>
                <a:effectLst/>
              </p:spPr>
              <p:txBody>
                <a:bodyPr rtlCol="0" anchor="ctr"/>
                <a:lstStyle/>
                <a:p>
                  <a:pPr algn="ctr"/>
                </a:p>
              </p:txBody>
            </p:sp>
            <p:sp>
              <p:nvSpPr>
                <p:cNvPr id="497" name="Table top grid 8,8"/>
                <p:cNvSpPr/>
                <p:nvPr/>
              </p:nvSpPr>
              <p:spPr>
                <a:xfrm>
                  <a:off x="12471684" y="3054096"/>
                  <a:ext cx="38039" cy="19020"/>
                </a:xfrm>
                <a:custGeom>
                  <a:avLst/>
                  <a:gdLst/>
                  <a:ahLst/>
                  <a:cxnLst/>
                  <a:rect l="0" t="0" r="r" b="b"/>
                  <a:pathLst>
                    <a:path w="38039" h="19020">
                      <a:moveTo>
                        <a:pt x="19020" y="0"/>
                      </a:moveTo>
                      <a:lnTo>
                        <a:pt x="38039" y="9510"/>
                      </a:lnTo>
                      <a:lnTo>
                        <a:pt x="19020" y="19020"/>
                      </a:lnTo>
                      <a:lnTo>
                        <a:pt x="0" y="9510"/>
                      </a:lnTo>
                      <a:close/>
                    </a:path>
                  </a:pathLst>
                </a:custGeom>
                <a:solidFill>
                  <a:srgbClr val="976033"/>
                </a:solidFill>
                <a:ln>
                  <a:noFill/>
                </a:ln>
                <a:effectLst/>
              </p:spPr>
              <p:txBody>
                <a:bodyPr rtlCol="0" anchor="ctr"/>
                <a:lstStyle/>
                <a:p>
                  <a:pPr algn="ctr"/>
                </a:p>
              </p:txBody>
            </p:sp>
            <p:sp>
              <p:nvSpPr>
                <p:cNvPr id="498" name="Table top grid 9,8"/>
                <p:cNvSpPr/>
                <p:nvPr/>
              </p:nvSpPr>
              <p:spPr>
                <a:xfrm>
                  <a:off x="12489972" y="3063240"/>
                  <a:ext cx="37308" cy="18654"/>
                </a:xfrm>
                <a:custGeom>
                  <a:avLst/>
                  <a:gdLst/>
                  <a:ahLst/>
                  <a:cxnLst/>
                  <a:rect l="0" t="0" r="r" b="b"/>
                  <a:pathLst>
                    <a:path w="37308" h="18654">
                      <a:moveTo>
                        <a:pt x="19020" y="0"/>
                      </a:moveTo>
                      <a:lnTo>
                        <a:pt x="37308" y="9144"/>
                      </a:lnTo>
                      <a:lnTo>
                        <a:pt x="18288" y="18654"/>
                      </a:lnTo>
                      <a:lnTo>
                        <a:pt x="0" y="9510"/>
                      </a:lnTo>
                      <a:close/>
                    </a:path>
                  </a:pathLst>
                </a:custGeom>
                <a:solidFill>
                  <a:srgbClr val="59361D"/>
                </a:solidFill>
                <a:ln>
                  <a:noFill/>
                </a:ln>
                <a:effectLst/>
              </p:spPr>
              <p:txBody>
                <a:bodyPr rtlCol="0" anchor="ctr"/>
                <a:lstStyle/>
                <a:p>
                  <a:pPr algn="ctr"/>
                </a:p>
              </p:txBody>
            </p:sp>
            <p:sp>
              <p:nvSpPr>
                <p:cNvPr id="499" name="Table top grid 0,9"/>
                <p:cNvSpPr/>
                <p:nvPr/>
              </p:nvSpPr>
              <p:spPr>
                <a:xfrm>
                  <a:off x="12307824" y="2990088"/>
                  <a:ext cx="37308" cy="18654"/>
                </a:xfrm>
                <a:custGeom>
                  <a:avLst/>
                  <a:gdLst/>
                  <a:ahLst/>
                  <a:cxnLst/>
                  <a:rect l="0" t="0" r="r" b="b"/>
                  <a:pathLst>
                    <a:path w="37308" h="18654">
                      <a:moveTo>
                        <a:pt x="18288" y="0"/>
                      </a:moveTo>
                      <a:lnTo>
                        <a:pt x="37308" y="9510"/>
                      </a:lnTo>
                      <a:lnTo>
                        <a:pt x="19020" y="18654"/>
                      </a:lnTo>
                      <a:lnTo>
                        <a:pt x="0" y="9144"/>
                      </a:lnTo>
                      <a:close/>
                    </a:path>
                  </a:pathLst>
                </a:custGeom>
                <a:solidFill>
                  <a:srgbClr val="59361D"/>
                </a:solidFill>
                <a:ln>
                  <a:noFill/>
                </a:ln>
                <a:effectLst/>
              </p:spPr>
              <p:txBody>
                <a:bodyPr rtlCol="0" anchor="ctr"/>
                <a:lstStyle/>
                <a:p>
                  <a:pPr algn="ctr"/>
                </a:p>
              </p:txBody>
            </p:sp>
            <p:sp>
              <p:nvSpPr>
                <p:cNvPr id="500" name="Table top grid 1,9"/>
                <p:cNvSpPr/>
                <p:nvPr/>
              </p:nvSpPr>
              <p:spPr>
                <a:xfrm>
                  <a:off x="12326112" y="2999232"/>
                  <a:ext cx="37308" cy="18654"/>
                </a:xfrm>
                <a:custGeom>
                  <a:avLst/>
                  <a:gdLst/>
                  <a:ahLst/>
                  <a:cxnLst/>
                  <a:rect l="0" t="0" r="r" b="b"/>
                  <a:pathLst>
                    <a:path w="37308" h="18654">
                      <a:moveTo>
                        <a:pt x="18288" y="0"/>
                      </a:moveTo>
                      <a:lnTo>
                        <a:pt x="37308" y="9510"/>
                      </a:lnTo>
                      <a:lnTo>
                        <a:pt x="19020" y="18654"/>
                      </a:lnTo>
                      <a:lnTo>
                        <a:pt x="0" y="9144"/>
                      </a:lnTo>
                      <a:close/>
                    </a:path>
                  </a:pathLst>
                </a:custGeom>
                <a:solidFill>
                  <a:srgbClr val="59361D"/>
                </a:solidFill>
                <a:ln>
                  <a:noFill/>
                </a:ln>
                <a:effectLst/>
              </p:spPr>
              <p:txBody>
                <a:bodyPr rtlCol="0" anchor="ctr"/>
                <a:lstStyle/>
                <a:p>
                  <a:pPr algn="ctr"/>
                </a:p>
              </p:txBody>
            </p:sp>
            <p:sp>
              <p:nvSpPr>
                <p:cNvPr id="501" name="Table top grid 2,9"/>
                <p:cNvSpPr/>
                <p:nvPr/>
              </p:nvSpPr>
              <p:spPr>
                <a:xfrm>
                  <a:off x="12344400" y="3008376"/>
                  <a:ext cx="37308" cy="18654"/>
                </a:xfrm>
                <a:custGeom>
                  <a:avLst/>
                  <a:gdLst/>
                  <a:ahLst/>
                  <a:cxnLst/>
                  <a:rect l="0" t="0" r="r" b="b"/>
                  <a:pathLst>
                    <a:path w="37308" h="18654">
                      <a:moveTo>
                        <a:pt x="18288" y="0"/>
                      </a:moveTo>
                      <a:lnTo>
                        <a:pt x="37308" y="9510"/>
                      </a:lnTo>
                      <a:lnTo>
                        <a:pt x="19020" y="18654"/>
                      </a:lnTo>
                      <a:lnTo>
                        <a:pt x="0" y="9144"/>
                      </a:lnTo>
                      <a:close/>
                    </a:path>
                  </a:pathLst>
                </a:custGeom>
                <a:solidFill>
                  <a:srgbClr val="59361D"/>
                </a:solidFill>
                <a:ln>
                  <a:noFill/>
                </a:ln>
                <a:effectLst/>
              </p:spPr>
              <p:txBody>
                <a:bodyPr rtlCol="0" anchor="ctr"/>
                <a:lstStyle/>
                <a:p>
                  <a:pPr algn="ctr"/>
                </a:p>
              </p:txBody>
            </p:sp>
            <p:sp>
              <p:nvSpPr>
                <p:cNvPr id="502" name="Table top grid 3,9"/>
                <p:cNvSpPr/>
                <p:nvPr/>
              </p:nvSpPr>
              <p:spPr>
                <a:xfrm>
                  <a:off x="12362688" y="3017520"/>
                  <a:ext cx="37308" cy="18654"/>
                </a:xfrm>
                <a:custGeom>
                  <a:avLst/>
                  <a:gdLst/>
                  <a:ahLst/>
                  <a:cxnLst/>
                  <a:rect l="0" t="0" r="r" b="b"/>
                  <a:pathLst>
                    <a:path w="37308" h="18654">
                      <a:moveTo>
                        <a:pt x="18288" y="0"/>
                      </a:moveTo>
                      <a:lnTo>
                        <a:pt x="37308" y="9510"/>
                      </a:lnTo>
                      <a:lnTo>
                        <a:pt x="19020" y="18654"/>
                      </a:lnTo>
                      <a:lnTo>
                        <a:pt x="0" y="9144"/>
                      </a:lnTo>
                      <a:close/>
                    </a:path>
                  </a:pathLst>
                </a:custGeom>
                <a:solidFill>
                  <a:srgbClr val="59361D"/>
                </a:solidFill>
                <a:ln>
                  <a:noFill/>
                </a:ln>
                <a:effectLst/>
              </p:spPr>
              <p:txBody>
                <a:bodyPr rtlCol="0" anchor="ctr"/>
                <a:lstStyle/>
                <a:p>
                  <a:pPr algn="ctr"/>
                </a:p>
              </p:txBody>
            </p:sp>
            <p:sp>
              <p:nvSpPr>
                <p:cNvPr id="503" name="Table top grid 4,9"/>
                <p:cNvSpPr/>
                <p:nvPr/>
              </p:nvSpPr>
              <p:spPr>
                <a:xfrm>
                  <a:off x="12380976" y="3026664"/>
                  <a:ext cx="37308" cy="18654"/>
                </a:xfrm>
                <a:custGeom>
                  <a:avLst/>
                  <a:gdLst/>
                  <a:ahLst/>
                  <a:cxnLst/>
                  <a:rect l="0" t="0" r="r" b="b"/>
                  <a:pathLst>
                    <a:path w="37308" h="18654">
                      <a:moveTo>
                        <a:pt x="18288" y="0"/>
                      </a:moveTo>
                      <a:lnTo>
                        <a:pt x="37308" y="9510"/>
                      </a:lnTo>
                      <a:lnTo>
                        <a:pt x="19020" y="18654"/>
                      </a:lnTo>
                      <a:lnTo>
                        <a:pt x="0" y="9144"/>
                      </a:lnTo>
                      <a:close/>
                    </a:path>
                  </a:pathLst>
                </a:custGeom>
                <a:solidFill>
                  <a:srgbClr val="59361D"/>
                </a:solidFill>
                <a:ln>
                  <a:noFill/>
                </a:ln>
                <a:effectLst/>
              </p:spPr>
              <p:txBody>
                <a:bodyPr rtlCol="0" anchor="ctr"/>
                <a:lstStyle/>
                <a:p>
                  <a:pPr algn="ctr"/>
                </a:p>
              </p:txBody>
            </p:sp>
            <p:sp>
              <p:nvSpPr>
                <p:cNvPr id="504" name="Table top grid 5,9"/>
                <p:cNvSpPr/>
                <p:nvPr/>
              </p:nvSpPr>
              <p:spPr>
                <a:xfrm>
                  <a:off x="12399264" y="3035808"/>
                  <a:ext cx="37308" cy="18654"/>
                </a:xfrm>
                <a:custGeom>
                  <a:avLst/>
                  <a:gdLst/>
                  <a:ahLst/>
                  <a:cxnLst/>
                  <a:rect l="0" t="0" r="r" b="b"/>
                  <a:pathLst>
                    <a:path w="37308" h="18654">
                      <a:moveTo>
                        <a:pt x="18288" y="0"/>
                      </a:moveTo>
                      <a:lnTo>
                        <a:pt x="37308" y="9510"/>
                      </a:lnTo>
                      <a:lnTo>
                        <a:pt x="19020" y="18654"/>
                      </a:lnTo>
                      <a:lnTo>
                        <a:pt x="0" y="9144"/>
                      </a:lnTo>
                      <a:close/>
                    </a:path>
                  </a:pathLst>
                </a:custGeom>
                <a:solidFill>
                  <a:srgbClr val="59361D"/>
                </a:solidFill>
                <a:ln>
                  <a:noFill/>
                </a:ln>
                <a:effectLst/>
              </p:spPr>
              <p:txBody>
                <a:bodyPr rtlCol="0" anchor="ctr"/>
                <a:lstStyle/>
                <a:p>
                  <a:pPr algn="ctr"/>
                </a:p>
              </p:txBody>
            </p:sp>
            <p:sp>
              <p:nvSpPr>
                <p:cNvPr id="505" name="Table top grid 6,9"/>
                <p:cNvSpPr/>
                <p:nvPr/>
              </p:nvSpPr>
              <p:spPr>
                <a:xfrm>
                  <a:off x="12417552" y="3044952"/>
                  <a:ext cx="37308" cy="18654"/>
                </a:xfrm>
                <a:custGeom>
                  <a:avLst/>
                  <a:gdLst/>
                  <a:ahLst/>
                  <a:cxnLst/>
                  <a:rect l="0" t="0" r="r" b="b"/>
                  <a:pathLst>
                    <a:path w="37308" h="18654">
                      <a:moveTo>
                        <a:pt x="18288" y="0"/>
                      </a:moveTo>
                      <a:lnTo>
                        <a:pt x="37308" y="9510"/>
                      </a:lnTo>
                      <a:lnTo>
                        <a:pt x="19020" y="18654"/>
                      </a:lnTo>
                      <a:lnTo>
                        <a:pt x="0" y="9144"/>
                      </a:lnTo>
                      <a:close/>
                    </a:path>
                  </a:pathLst>
                </a:custGeom>
                <a:solidFill>
                  <a:srgbClr val="59361D"/>
                </a:solidFill>
                <a:ln>
                  <a:noFill/>
                </a:ln>
                <a:effectLst/>
              </p:spPr>
              <p:txBody>
                <a:bodyPr rtlCol="0" anchor="ctr"/>
                <a:lstStyle/>
                <a:p>
                  <a:pPr algn="ctr"/>
                </a:p>
              </p:txBody>
            </p:sp>
            <p:sp>
              <p:nvSpPr>
                <p:cNvPr id="506" name="Table top grid 7,9"/>
                <p:cNvSpPr/>
                <p:nvPr/>
              </p:nvSpPr>
              <p:spPr>
                <a:xfrm>
                  <a:off x="12435840" y="3054096"/>
                  <a:ext cx="37308" cy="18654"/>
                </a:xfrm>
                <a:custGeom>
                  <a:avLst/>
                  <a:gdLst/>
                  <a:ahLst/>
                  <a:cxnLst/>
                  <a:rect l="0" t="0" r="r" b="b"/>
                  <a:pathLst>
                    <a:path w="37308" h="18654">
                      <a:moveTo>
                        <a:pt x="18288" y="0"/>
                      </a:moveTo>
                      <a:lnTo>
                        <a:pt x="37308" y="9510"/>
                      </a:lnTo>
                      <a:lnTo>
                        <a:pt x="19020" y="18654"/>
                      </a:lnTo>
                      <a:lnTo>
                        <a:pt x="0" y="9144"/>
                      </a:lnTo>
                      <a:close/>
                    </a:path>
                  </a:pathLst>
                </a:custGeom>
                <a:solidFill>
                  <a:srgbClr val="59361D"/>
                </a:solidFill>
                <a:ln>
                  <a:noFill/>
                </a:ln>
                <a:effectLst/>
              </p:spPr>
              <p:txBody>
                <a:bodyPr rtlCol="0" anchor="ctr"/>
                <a:lstStyle/>
                <a:p>
                  <a:pPr algn="ctr"/>
                </a:p>
              </p:txBody>
            </p:sp>
            <p:sp>
              <p:nvSpPr>
                <p:cNvPr id="507" name="Table top grid 8,9"/>
                <p:cNvSpPr/>
                <p:nvPr/>
              </p:nvSpPr>
              <p:spPr>
                <a:xfrm>
                  <a:off x="12454128" y="3063240"/>
                  <a:ext cx="37308" cy="18654"/>
                </a:xfrm>
                <a:custGeom>
                  <a:avLst/>
                  <a:gdLst/>
                  <a:ahLst/>
                  <a:cxnLst/>
                  <a:rect l="0" t="0" r="r" b="b"/>
                  <a:pathLst>
                    <a:path w="37308" h="18654">
                      <a:moveTo>
                        <a:pt x="18288" y="0"/>
                      </a:moveTo>
                      <a:lnTo>
                        <a:pt x="37308" y="9510"/>
                      </a:lnTo>
                      <a:lnTo>
                        <a:pt x="19020" y="18654"/>
                      </a:lnTo>
                      <a:lnTo>
                        <a:pt x="0" y="9144"/>
                      </a:lnTo>
                      <a:close/>
                    </a:path>
                  </a:pathLst>
                </a:custGeom>
                <a:solidFill>
                  <a:srgbClr val="59361D"/>
                </a:solidFill>
                <a:ln>
                  <a:noFill/>
                </a:ln>
                <a:effectLst/>
              </p:spPr>
              <p:txBody>
                <a:bodyPr rtlCol="0" anchor="ctr"/>
                <a:lstStyle/>
                <a:p>
                  <a:pPr algn="ctr"/>
                </a:p>
              </p:txBody>
            </p:sp>
            <p:sp>
              <p:nvSpPr>
                <p:cNvPr id="508" name="Table top grid 9,9"/>
                <p:cNvSpPr/>
                <p:nvPr/>
              </p:nvSpPr>
              <p:spPr>
                <a:xfrm>
                  <a:off x="12472416" y="3072384"/>
                  <a:ext cx="36576" cy="18288"/>
                </a:xfrm>
                <a:custGeom>
                  <a:avLst/>
                  <a:gdLst/>
                  <a:ahLst/>
                  <a:cxnLst/>
                  <a:rect l="0" t="0" r="r" b="b"/>
                  <a:pathLst>
                    <a:path w="36576" h="18288">
                      <a:moveTo>
                        <a:pt x="18288" y="0"/>
                      </a:moveTo>
                      <a:lnTo>
                        <a:pt x="36576" y="9144"/>
                      </a:lnTo>
                      <a:lnTo>
                        <a:pt x="18288" y="18288"/>
                      </a:lnTo>
                      <a:lnTo>
                        <a:pt x="0" y="9144"/>
                      </a:lnTo>
                      <a:close/>
                    </a:path>
                  </a:pathLst>
                </a:custGeom>
                <a:solidFill>
                  <a:srgbClr val="59361D"/>
                </a:solidFill>
                <a:ln>
                  <a:noFill/>
                </a:ln>
                <a:effectLst/>
              </p:spPr>
              <p:txBody>
                <a:bodyPr rtlCol="0" anchor="ctr"/>
                <a:lstStyle/>
                <a:p>
                  <a:pPr algn="ctr"/>
                </a:p>
              </p:txBody>
            </p:sp>
            <p:sp>
              <p:nvSpPr>
                <p:cNvPr id="509" name="Table left panel 0,0"/>
                <p:cNvSpPr/>
                <p:nvPr/>
              </p:nvSpPr>
              <p:spPr>
                <a:xfrm>
                  <a:off x="12307824" y="2999232"/>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10" name="Table left panel 1,0"/>
                <p:cNvSpPr/>
                <p:nvPr/>
              </p:nvSpPr>
              <p:spPr>
                <a:xfrm>
                  <a:off x="12333950" y="3012295"/>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11" name="Table left panel 2,0"/>
                <p:cNvSpPr/>
                <p:nvPr/>
              </p:nvSpPr>
              <p:spPr>
                <a:xfrm>
                  <a:off x="12360075" y="3025358"/>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12" name="Table left panel 3,0"/>
                <p:cNvSpPr/>
                <p:nvPr/>
              </p:nvSpPr>
              <p:spPr>
                <a:xfrm>
                  <a:off x="12386201" y="3038421"/>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13" name="Table left panel 4,0"/>
                <p:cNvSpPr/>
                <p:nvPr/>
              </p:nvSpPr>
              <p:spPr>
                <a:xfrm>
                  <a:off x="12412327" y="3051483"/>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14" name="Table left panel 5,0"/>
                <p:cNvSpPr/>
                <p:nvPr/>
              </p:nvSpPr>
              <p:spPr>
                <a:xfrm>
                  <a:off x="12438453" y="3064546"/>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15" name="Table left panel 6,0"/>
                <p:cNvSpPr/>
                <p:nvPr/>
              </p:nvSpPr>
              <p:spPr>
                <a:xfrm>
                  <a:off x="12464578" y="3077609"/>
                  <a:ext cx="26126" cy="39479"/>
                </a:xfrm>
                <a:custGeom>
                  <a:avLst/>
                  <a:gdLst/>
                  <a:ahLst/>
                  <a:cxnLst/>
                  <a:rect l="0" t="0" r="r" b="b"/>
                  <a:pathLst>
                    <a:path w="26126" h="39479">
                      <a:moveTo>
                        <a:pt x="0" y="0"/>
                      </a:moveTo>
                      <a:lnTo>
                        <a:pt x="26126" y="13063"/>
                      </a:lnTo>
                      <a:lnTo>
                        <a:pt x="26126" y="39479"/>
                      </a:lnTo>
                      <a:lnTo>
                        <a:pt x="0" y="26416"/>
                      </a:lnTo>
                      <a:close/>
                    </a:path>
                  </a:pathLst>
                </a:custGeom>
                <a:solidFill>
                  <a:srgbClr val="4B3A23"/>
                </a:solidFill>
                <a:ln>
                  <a:noFill/>
                </a:ln>
                <a:effectLst/>
              </p:spPr>
              <p:txBody>
                <a:bodyPr rtlCol="0" anchor="ctr"/>
                <a:lstStyle/>
                <a:p>
                  <a:pPr algn="ctr"/>
                </a:p>
              </p:txBody>
            </p:sp>
            <p:sp>
              <p:nvSpPr>
                <p:cNvPr id="516" name="Table left panel 0,1"/>
                <p:cNvSpPr/>
                <p:nvPr/>
              </p:nvSpPr>
              <p:spPr>
                <a:xfrm>
                  <a:off x="12307824" y="3024632"/>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17" name="Table left panel 1,1"/>
                <p:cNvSpPr/>
                <p:nvPr/>
              </p:nvSpPr>
              <p:spPr>
                <a:xfrm>
                  <a:off x="12333950" y="3037695"/>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C0A16D"/>
                </a:solidFill>
                <a:ln>
                  <a:noFill/>
                </a:ln>
                <a:effectLst/>
              </p:spPr>
              <p:txBody>
                <a:bodyPr rtlCol="0" anchor="ctr"/>
                <a:lstStyle/>
                <a:p>
                  <a:pPr algn="ctr"/>
                </a:p>
              </p:txBody>
            </p:sp>
            <p:sp>
              <p:nvSpPr>
                <p:cNvPr id="518" name="Table left panel 2,1"/>
                <p:cNvSpPr/>
                <p:nvPr/>
              </p:nvSpPr>
              <p:spPr>
                <a:xfrm>
                  <a:off x="12360075" y="3050758"/>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AB8A50"/>
                </a:solidFill>
                <a:ln>
                  <a:noFill/>
                </a:ln>
                <a:effectLst/>
              </p:spPr>
              <p:txBody>
                <a:bodyPr rtlCol="0" anchor="ctr"/>
                <a:lstStyle/>
                <a:p>
                  <a:pPr algn="ctr"/>
                </a:p>
              </p:txBody>
            </p:sp>
            <p:sp>
              <p:nvSpPr>
                <p:cNvPr id="519" name="Table left panel 3,1"/>
                <p:cNvSpPr/>
                <p:nvPr/>
              </p:nvSpPr>
              <p:spPr>
                <a:xfrm>
                  <a:off x="12386201" y="3063821"/>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20" name="Table left panel 4,1"/>
                <p:cNvSpPr/>
                <p:nvPr/>
              </p:nvSpPr>
              <p:spPr>
                <a:xfrm>
                  <a:off x="12412327" y="3076883"/>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AB8A50"/>
                </a:solidFill>
                <a:ln>
                  <a:noFill/>
                </a:ln>
                <a:effectLst/>
              </p:spPr>
              <p:txBody>
                <a:bodyPr rtlCol="0" anchor="ctr"/>
                <a:lstStyle/>
                <a:p>
                  <a:pPr algn="ctr"/>
                </a:p>
              </p:txBody>
            </p:sp>
            <p:sp>
              <p:nvSpPr>
                <p:cNvPr id="521" name="Table left panel 5,1"/>
                <p:cNvSpPr/>
                <p:nvPr/>
              </p:nvSpPr>
              <p:spPr>
                <a:xfrm>
                  <a:off x="12438453" y="3089946"/>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C0A16D"/>
                </a:solidFill>
                <a:ln>
                  <a:noFill/>
                </a:ln>
                <a:effectLst/>
              </p:spPr>
              <p:txBody>
                <a:bodyPr rtlCol="0" anchor="ctr"/>
                <a:lstStyle/>
                <a:p>
                  <a:pPr algn="ctr"/>
                </a:p>
              </p:txBody>
            </p:sp>
            <p:sp>
              <p:nvSpPr>
                <p:cNvPr id="522" name="Table left panel 6,1"/>
                <p:cNvSpPr/>
                <p:nvPr/>
              </p:nvSpPr>
              <p:spPr>
                <a:xfrm>
                  <a:off x="12464578" y="3103009"/>
                  <a:ext cx="26126" cy="39479"/>
                </a:xfrm>
                <a:custGeom>
                  <a:avLst/>
                  <a:gdLst/>
                  <a:ahLst/>
                  <a:cxnLst/>
                  <a:rect l="0" t="0" r="r" b="b"/>
                  <a:pathLst>
                    <a:path w="26126" h="39479">
                      <a:moveTo>
                        <a:pt x="0" y="0"/>
                      </a:moveTo>
                      <a:lnTo>
                        <a:pt x="26126" y="13063"/>
                      </a:lnTo>
                      <a:lnTo>
                        <a:pt x="26126" y="39479"/>
                      </a:lnTo>
                      <a:lnTo>
                        <a:pt x="0" y="26416"/>
                      </a:lnTo>
                      <a:close/>
                    </a:path>
                  </a:pathLst>
                </a:custGeom>
                <a:solidFill>
                  <a:srgbClr val="4B3A23"/>
                </a:solidFill>
                <a:ln>
                  <a:noFill/>
                </a:ln>
                <a:effectLst/>
              </p:spPr>
              <p:txBody>
                <a:bodyPr rtlCol="0" anchor="ctr"/>
                <a:lstStyle/>
                <a:p>
                  <a:pPr algn="ctr"/>
                </a:p>
              </p:txBody>
            </p:sp>
            <p:sp>
              <p:nvSpPr>
                <p:cNvPr id="523" name="Table left panel 0,2"/>
                <p:cNvSpPr/>
                <p:nvPr/>
              </p:nvSpPr>
              <p:spPr>
                <a:xfrm>
                  <a:off x="12307824" y="3050032"/>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24" name="Table left panel 1,2"/>
                <p:cNvSpPr/>
                <p:nvPr/>
              </p:nvSpPr>
              <p:spPr>
                <a:xfrm>
                  <a:off x="12333950" y="3063095"/>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6C5832"/>
                </a:solidFill>
                <a:ln>
                  <a:noFill/>
                </a:ln>
                <a:effectLst/>
              </p:spPr>
              <p:txBody>
                <a:bodyPr rtlCol="0" anchor="ctr"/>
                <a:lstStyle/>
                <a:p>
                  <a:pPr algn="ctr"/>
                </a:p>
              </p:txBody>
            </p:sp>
            <p:sp>
              <p:nvSpPr>
                <p:cNvPr id="525" name="Table left panel 2,2"/>
                <p:cNvSpPr/>
                <p:nvPr/>
              </p:nvSpPr>
              <p:spPr>
                <a:xfrm>
                  <a:off x="12360075" y="3076158"/>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C0A16D"/>
                </a:solidFill>
                <a:ln>
                  <a:noFill/>
                </a:ln>
                <a:effectLst/>
              </p:spPr>
              <p:txBody>
                <a:bodyPr rtlCol="0" anchor="ctr"/>
                <a:lstStyle/>
                <a:p>
                  <a:pPr algn="ctr"/>
                </a:p>
              </p:txBody>
            </p:sp>
            <p:sp>
              <p:nvSpPr>
                <p:cNvPr id="526" name="Table left panel 3,2"/>
                <p:cNvSpPr/>
                <p:nvPr/>
              </p:nvSpPr>
              <p:spPr>
                <a:xfrm>
                  <a:off x="12386201" y="3089221"/>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27" name="Table left panel 4,2"/>
                <p:cNvSpPr/>
                <p:nvPr/>
              </p:nvSpPr>
              <p:spPr>
                <a:xfrm>
                  <a:off x="12412327" y="3102283"/>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8D723F"/>
                </a:solidFill>
                <a:ln>
                  <a:noFill/>
                </a:ln>
                <a:effectLst/>
              </p:spPr>
              <p:txBody>
                <a:bodyPr rtlCol="0" anchor="ctr"/>
                <a:lstStyle/>
                <a:p>
                  <a:pPr algn="ctr"/>
                </a:p>
              </p:txBody>
            </p:sp>
            <p:sp>
              <p:nvSpPr>
                <p:cNvPr id="528" name="Table left panel 5,2"/>
                <p:cNvSpPr/>
                <p:nvPr/>
              </p:nvSpPr>
              <p:spPr>
                <a:xfrm>
                  <a:off x="12438453" y="3115346"/>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C0A16D"/>
                </a:solidFill>
                <a:ln>
                  <a:noFill/>
                </a:ln>
                <a:effectLst/>
              </p:spPr>
              <p:txBody>
                <a:bodyPr rtlCol="0" anchor="ctr"/>
                <a:lstStyle/>
                <a:p>
                  <a:pPr algn="ctr"/>
                </a:p>
              </p:txBody>
            </p:sp>
            <p:sp>
              <p:nvSpPr>
                <p:cNvPr id="529" name="Table left panel 6,2"/>
                <p:cNvSpPr/>
                <p:nvPr/>
              </p:nvSpPr>
              <p:spPr>
                <a:xfrm>
                  <a:off x="12464578" y="3128409"/>
                  <a:ext cx="26126" cy="39479"/>
                </a:xfrm>
                <a:custGeom>
                  <a:avLst/>
                  <a:gdLst/>
                  <a:ahLst/>
                  <a:cxnLst/>
                  <a:rect l="0" t="0" r="r" b="b"/>
                  <a:pathLst>
                    <a:path w="26126" h="39479">
                      <a:moveTo>
                        <a:pt x="0" y="0"/>
                      </a:moveTo>
                      <a:lnTo>
                        <a:pt x="26126" y="13063"/>
                      </a:lnTo>
                      <a:lnTo>
                        <a:pt x="26126" y="39479"/>
                      </a:lnTo>
                      <a:lnTo>
                        <a:pt x="0" y="26416"/>
                      </a:lnTo>
                      <a:close/>
                    </a:path>
                  </a:pathLst>
                </a:custGeom>
                <a:solidFill>
                  <a:srgbClr val="4B3A23"/>
                </a:solidFill>
                <a:ln>
                  <a:noFill/>
                </a:ln>
                <a:effectLst/>
              </p:spPr>
              <p:txBody>
                <a:bodyPr rtlCol="0" anchor="ctr"/>
                <a:lstStyle/>
                <a:p>
                  <a:pPr algn="ctr"/>
                </a:p>
              </p:txBody>
            </p:sp>
            <p:sp>
              <p:nvSpPr>
                <p:cNvPr id="530" name="Table left panel 0,3"/>
                <p:cNvSpPr/>
                <p:nvPr/>
              </p:nvSpPr>
              <p:spPr>
                <a:xfrm>
                  <a:off x="12307824" y="3075432"/>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31" name="Table left panel 1,3"/>
                <p:cNvSpPr/>
                <p:nvPr/>
              </p:nvSpPr>
              <p:spPr>
                <a:xfrm>
                  <a:off x="12333950" y="3088495"/>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32" name="Table left panel 2,3"/>
                <p:cNvSpPr/>
                <p:nvPr/>
              </p:nvSpPr>
              <p:spPr>
                <a:xfrm>
                  <a:off x="12360075" y="3101558"/>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33" name="Table left panel 3,3"/>
                <p:cNvSpPr/>
                <p:nvPr/>
              </p:nvSpPr>
              <p:spPr>
                <a:xfrm>
                  <a:off x="12386201" y="3114621"/>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34" name="Table left panel 4,3"/>
                <p:cNvSpPr/>
                <p:nvPr/>
              </p:nvSpPr>
              <p:spPr>
                <a:xfrm>
                  <a:off x="12412327" y="3127683"/>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35" name="Table left panel 5,3"/>
                <p:cNvSpPr/>
                <p:nvPr/>
              </p:nvSpPr>
              <p:spPr>
                <a:xfrm>
                  <a:off x="12438453" y="3140746"/>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36" name="Table left panel 6,3"/>
                <p:cNvSpPr/>
                <p:nvPr/>
              </p:nvSpPr>
              <p:spPr>
                <a:xfrm>
                  <a:off x="12464578" y="3153809"/>
                  <a:ext cx="26126" cy="39479"/>
                </a:xfrm>
                <a:custGeom>
                  <a:avLst/>
                  <a:gdLst/>
                  <a:ahLst/>
                  <a:cxnLst/>
                  <a:rect l="0" t="0" r="r" b="b"/>
                  <a:pathLst>
                    <a:path w="26126" h="39479">
                      <a:moveTo>
                        <a:pt x="0" y="0"/>
                      </a:moveTo>
                      <a:lnTo>
                        <a:pt x="26126" y="13063"/>
                      </a:lnTo>
                      <a:lnTo>
                        <a:pt x="26126" y="39479"/>
                      </a:lnTo>
                      <a:lnTo>
                        <a:pt x="0" y="26416"/>
                      </a:lnTo>
                      <a:close/>
                    </a:path>
                  </a:pathLst>
                </a:custGeom>
                <a:solidFill>
                  <a:srgbClr val="4B3A23"/>
                </a:solidFill>
                <a:ln>
                  <a:noFill/>
                </a:ln>
                <a:effectLst/>
              </p:spPr>
              <p:txBody>
                <a:bodyPr rtlCol="0" anchor="ctr"/>
                <a:lstStyle/>
                <a:p>
                  <a:pPr algn="ctr"/>
                </a:p>
              </p:txBody>
            </p:sp>
            <p:sp>
              <p:nvSpPr>
                <p:cNvPr id="537" name="Table left panel 0,4"/>
                <p:cNvSpPr/>
                <p:nvPr/>
              </p:nvSpPr>
              <p:spPr>
                <a:xfrm>
                  <a:off x="12307824" y="3100832"/>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38" name="Table left panel 1,4"/>
                <p:cNvSpPr/>
                <p:nvPr/>
              </p:nvSpPr>
              <p:spPr>
                <a:xfrm>
                  <a:off x="12333950" y="3113895"/>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6C5832"/>
                </a:solidFill>
                <a:ln>
                  <a:noFill/>
                </a:ln>
                <a:effectLst/>
              </p:spPr>
              <p:txBody>
                <a:bodyPr rtlCol="0" anchor="ctr"/>
                <a:lstStyle/>
                <a:p>
                  <a:pPr algn="ctr"/>
                </a:p>
              </p:txBody>
            </p:sp>
            <p:sp>
              <p:nvSpPr>
                <p:cNvPr id="539" name="Table left panel 2,4"/>
                <p:cNvSpPr/>
                <p:nvPr/>
              </p:nvSpPr>
              <p:spPr>
                <a:xfrm>
                  <a:off x="12360075" y="3126958"/>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AB8A50"/>
                </a:solidFill>
                <a:ln>
                  <a:noFill/>
                </a:ln>
                <a:effectLst/>
              </p:spPr>
              <p:txBody>
                <a:bodyPr rtlCol="0" anchor="ctr"/>
                <a:lstStyle/>
                <a:p>
                  <a:pPr algn="ctr"/>
                </a:p>
              </p:txBody>
            </p:sp>
            <p:sp>
              <p:nvSpPr>
                <p:cNvPr id="540" name="Table left panel 3,4"/>
                <p:cNvSpPr/>
                <p:nvPr/>
              </p:nvSpPr>
              <p:spPr>
                <a:xfrm>
                  <a:off x="12386201" y="3140021"/>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41" name="Table left panel 4,4"/>
                <p:cNvSpPr/>
                <p:nvPr/>
              </p:nvSpPr>
              <p:spPr>
                <a:xfrm>
                  <a:off x="12412327" y="3153083"/>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6C5832"/>
                </a:solidFill>
                <a:ln>
                  <a:noFill/>
                </a:ln>
                <a:effectLst/>
              </p:spPr>
              <p:txBody>
                <a:bodyPr rtlCol="0" anchor="ctr"/>
                <a:lstStyle/>
                <a:p>
                  <a:pPr algn="ctr"/>
                </a:p>
              </p:txBody>
            </p:sp>
            <p:sp>
              <p:nvSpPr>
                <p:cNvPr id="542" name="Table left panel 5,4"/>
                <p:cNvSpPr/>
                <p:nvPr/>
              </p:nvSpPr>
              <p:spPr>
                <a:xfrm>
                  <a:off x="12438453" y="3166146"/>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C0A16D"/>
                </a:solidFill>
                <a:ln>
                  <a:noFill/>
                </a:ln>
                <a:effectLst/>
              </p:spPr>
              <p:txBody>
                <a:bodyPr rtlCol="0" anchor="ctr"/>
                <a:lstStyle/>
                <a:p>
                  <a:pPr algn="ctr"/>
                </a:p>
              </p:txBody>
            </p:sp>
            <p:sp>
              <p:nvSpPr>
                <p:cNvPr id="543" name="Table left panel 6,4"/>
                <p:cNvSpPr/>
                <p:nvPr/>
              </p:nvSpPr>
              <p:spPr>
                <a:xfrm>
                  <a:off x="12464578" y="3179209"/>
                  <a:ext cx="26126" cy="39479"/>
                </a:xfrm>
                <a:custGeom>
                  <a:avLst/>
                  <a:gdLst/>
                  <a:ahLst/>
                  <a:cxnLst/>
                  <a:rect l="0" t="0" r="r" b="b"/>
                  <a:pathLst>
                    <a:path w="26126" h="39479">
                      <a:moveTo>
                        <a:pt x="0" y="0"/>
                      </a:moveTo>
                      <a:lnTo>
                        <a:pt x="26126" y="13063"/>
                      </a:lnTo>
                      <a:lnTo>
                        <a:pt x="26126" y="39479"/>
                      </a:lnTo>
                      <a:lnTo>
                        <a:pt x="0" y="26416"/>
                      </a:lnTo>
                      <a:close/>
                    </a:path>
                  </a:pathLst>
                </a:custGeom>
                <a:solidFill>
                  <a:srgbClr val="4B3A23"/>
                </a:solidFill>
                <a:ln>
                  <a:noFill/>
                </a:ln>
                <a:effectLst/>
              </p:spPr>
              <p:txBody>
                <a:bodyPr rtlCol="0" anchor="ctr"/>
                <a:lstStyle/>
                <a:p>
                  <a:pPr algn="ctr"/>
                </a:p>
              </p:txBody>
            </p:sp>
            <p:sp>
              <p:nvSpPr>
                <p:cNvPr id="544" name="Table left panel 0,5"/>
                <p:cNvSpPr/>
                <p:nvPr/>
              </p:nvSpPr>
              <p:spPr>
                <a:xfrm>
                  <a:off x="12307824" y="3126232"/>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45" name="Table left panel 1,5"/>
                <p:cNvSpPr/>
                <p:nvPr/>
              </p:nvSpPr>
              <p:spPr>
                <a:xfrm>
                  <a:off x="12333950" y="3139295"/>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6C5832"/>
                </a:solidFill>
                <a:ln>
                  <a:noFill/>
                </a:ln>
                <a:effectLst/>
              </p:spPr>
              <p:txBody>
                <a:bodyPr rtlCol="0" anchor="ctr"/>
                <a:lstStyle/>
                <a:p>
                  <a:pPr algn="ctr"/>
                </a:p>
              </p:txBody>
            </p:sp>
            <p:sp>
              <p:nvSpPr>
                <p:cNvPr id="546" name="Table left panel 2,5"/>
                <p:cNvSpPr/>
                <p:nvPr/>
              </p:nvSpPr>
              <p:spPr>
                <a:xfrm>
                  <a:off x="12360075" y="3152358"/>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6C5832"/>
                </a:solidFill>
                <a:ln>
                  <a:noFill/>
                </a:ln>
                <a:effectLst/>
              </p:spPr>
              <p:txBody>
                <a:bodyPr rtlCol="0" anchor="ctr"/>
                <a:lstStyle/>
                <a:p>
                  <a:pPr algn="ctr"/>
                </a:p>
              </p:txBody>
            </p:sp>
            <p:sp>
              <p:nvSpPr>
                <p:cNvPr id="547" name="Table left panel 3,5"/>
                <p:cNvSpPr/>
                <p:nvPr/>
              </p:nvSpPr>
              <p:spPr>
                <a:xfrm>
                  <a:off x="12386201" y="3165421"/>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48" name="Table left panel 4,5"/>
                <p:cNvSpPr/>
                <p:nvPr/>
              </p:nvSpPr>
              <p:spPr>
                <a:xfrm>
                  <a:off x="12412327" y="3178483"/>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AB8A50"/>
                </a:solidFill>
                <a:ln>
                  <a:noFill/>
                </a:ln>
                <a:effectLst/>
              </p:spPr>
              <p:txBody>
                <a:bodyPr rtlCol="0" anchor="ctr"/>
                <a:lstStyle/>
                <a:p>
                  <a:pPr algn="ctr"/>
                </a:p>
              </p:txBody>
            </p:sp>
            <p:sp>
              <p:nvSpPr>
                <p:cNvPr id="549" name="Table left panel 5,5"/>
                <p:cNvSpPr/>
                <p:nvPr/>
              </p:nvSpPr>
              <p:spPr>
                <a:xfrm>
                  <a:off x="12438453" y="3191546"/>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6C5832"/>
                </a:solidFill>
                <a:ln>
                  <a:noFill/>
                </a:ln>
                <a:effectLst/>
              </p:spPr>
              <p:txBody>
                <a:bodyPr rtlCol="0" anchor="ctr"/>
                <a:lstStyle/>
                <a:p>
                  <a:pPr algn="ctr"/>
                </a:p>
              </p:txBody>
            </p:sp>
            <p:sp>
              <p:nvSpPr>
                <p:cNvPr id="550" name="Table left panel 6,5"/>
                <p:cNvSpPr/>
                <p:nvPr/>
              </p:nvSpPr>
              <p:spPr>
                <a:xfrm>
                  <a:off x="12464578" y="3204609"/>
                  <a:ext cx="26126" cy="39479"/>
                </a:xfrm>
                <a:custGeom>
                  <a:avLst/>
                  <a:gdLst/>
                  <a:ahLst/>
                  <a:cxnLst/>
                  <a:rect l="0" t="0" r="r" b="b"/>
                  <a:pathLst>
                    <a:path w="26126" h="39479">
                      <a:moveTo>
                        <a:pt x="0" y="0"/>
                      </a:moveTo>
                      <a:lnTo>
                        <a:pt x="26126" y="13063"/>
                      </a:lnTo>
                      <a:lnTo>
                        <a:pt x="26126" y="39479"/>
                      </a:lnTo>
                      <a:lnTo>
                        <a:pt x="0" y="26416"/>
                      </a:lnTo>
                      <a:close/>
                    </a:path>
                  </a:pathLst>
                </a:custGeom>
                <a:solidFill>
                  <a:srgbClr val="4B3A23"/>
                </a:solidFill>
                <a:ln>
                  <a:noFill/>
                </a:ln>
                <a:effectLst/>
              </p:spPr>
              <p:txBody>
                <a:bodyPr rtlCol="0" anchor="ctr"/>
                <a:lstStyle/>
                <a:p>
                  <a:pPr algn="ctr"/>
                </a:p>
              </p:txBody>
            </p:sp>
            <p:sp>
              <p:nvSpPr>
                <p:cNvPr id="551" name="Table left panel 0,6"/>
                <p:cNvSpPr/>
                <p:nvPr/>
              </p:nvSpPr>
              <p:spPr>
                <a:xfrm>
                  <a:off x="12307824" y="3151632"/>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52" name="Table left panel 1,6"/>
                <p:cNvSpPr/>
                <p:nvPr/>
              </p:nvSpPr>
              <p:spPr>
                <a:xfrm>
                  <a:off x="12333950" y="3164695"/>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53" name="Table left panel 2,6"/>
                <p:cNvSpPr/>
                <p:nvPr/>
              </p:nvSpPr>
              <p:spPr>
                <a:xfrm>
                  <a:off x="12360075" y="3177758"/>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54" name="Table left panel 3,6"/>
                <p:cNvSpPr/>
                <p:nvPr/>
              </p:nvSpPr>
              <p:spPr>
                <a:xfrm>
                  <a:off x="12386201" y="3190821"/>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55" name="Table left panel 4,6"/>
                <p:cNvSpPr/>
                <p:nvPr/>
              </p:nvSpPr>
              <p:spPr>
                <a:xfrm>
                  <a:off x="12412327" y="3203883"/>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56" name="Table left panel 5,6"/>
                <p:cNvSpPr/>
                <p:nvPr/>
              </p:nvSpPr>
              <p:spPr>
                <a:xfrm>
                  <a:off x="12438453" y="3216946"/>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57" name="Table left panel 6,6"/>
                <p:cNvSpPr/>
                <p:nvPr/>
              </p:nvSpPr>
              <p:spPr>
                <a:xfrm>
                  <a:off x="12464578" y="3230009"/>
                  <a:ext cx="26126" cy="39479"/>
                </a:xfrm>
                <a:custGeom>
                  <a:avLst/>
                  <a:gdLst/>
                  <a:ahLst/>
                  <a:cxnLst/>
                  <a:rect l="0" t="0" r="r" b="b"/>
                  <a:pathLst>
                    <a:path w="26126" h="39479">
                      <a:moveTo>
                        <a:pt x="0" y="0"/>
                      </a:moveTo>
                      <a:lnTo>
                        <a:pt x="26126" y="13063"/>
                      </a:lnTo>
                      <a:lnTo>
                        <a:pt x="26126" y="39479"/>
                      </a:lnTo>
                      <a:lnTo>
                        <a:pt x="0" y="26416"/>
                      </a:lnTo>
                      <a:close/>
                    </a:path>
                  </a:pathLst>
                </a:custGeom>
                <a:solidFill>
                  <a:srgbClr val="4B3A23"/>
                </a:solidFill>
                <a:ln>
                  <a:noFill/>
                </a:ln>
                <a:effectLst/>
              </p:spPr>
              <p:txBody>
                <a:bodyPr rtlCol="0" anchor="ctr"/>
                <a:lstStyle/>
                <a:p>
                  <a:pPr algn="ctr"/>
                </a:p>
              </p:txBody>
            </p:sp>
            <p:sp>
              <p:nvSpPr>
                <p:cNvPr id="558" name="Table left panel 0,7"/>
                <p:cNvSpPr/>
                <p:nvPr/>
              </p:nvSpPr>
              <p:spPr>
                <a:xfrm>
                  <a:off x="12307824" y="3177032"/>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59" name="Table left panel 1,7"/>
                <p:cNvSpPr/>
                <p:nvPr/>
              </p:nvSpPr>
              <p:spPr>
                <a:xfrm>
                  <a:off x="12333950" y="3190095"/>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8D723F"/>
                </a:solidFill>
                <a:ln>
                  <a:noFill/>
                </a:ln>
                <a:effectLst/>
              </p:spPr>
              <p:txBody>
                <a:bodyPr rtlCol="0" anchor="ctr"/>
                <a:lstStyle/>
                <a:p>
                  <a:pPr algn="ctr"/>
                </a:p>
              </p:txBody>
            </p:sp>
            <p:sp>
              <p:nvSpPr>
                <p:cNvPr id="560" name="Table left panel 2,7"/>
                <p:cNvSpPr/>
                <p:nvPr/>
              </p:nvSpPr>
              <p:spPr>
                <a:xfrm>
                  <a:off x="12360075" y="3203158"/>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6C5832"/>
                </a:solidFill>
                <a:ln>
                  <a:noFill/>
                </a:ln>
                <a:effectLst/>
              </p:spPr>
              <p:txBody>
                <a:bodyPr rtlCol="0" anchor="ctr"/>
                <a:lstStyle/>
                <a:p>
                  <a:pPr algn="ctr"/>
                </a:p>
              </p:txBody>
            </p:sp>
            <p:sp>
              <p:nvSpPr>
                <p:cNvPr id="561" name="Table left panel 3,7"/>
                <p:cNvSpPr/>
                <p:nvPr/>
              </p:nvSpPr>
              <p:spPr>
                <a:xfrm>
                  <a:off x="12386201" y="3216221"/>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4B3A23"/>
                </a:solidFill>
                <a:ln>
                  <a:noFill/>
                </a:ln>
                <a:effectLst/>
              </p:spPr>
              <p:txBody>
                <a:bodyPr rtlCol="0" anchor="ctr"/>
                <a:lstStyle/>
                <a:p>
                  <a:pPr algn="ctr"/>
                </a:p>
              </p:txBody>
            </p:sp>
            <p:sp>
              <p:nvSpPr>
                <p:cNvPr id="562" name="Table left panel 4,7"/>
                <p:cNvSpPr/>
                <p:nvPr/>
              </p:nvSpPr>
              <p:spPr>
                <a:xfrm>
                  <a:off x="12412327" y="3229283"/>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8D723F"/>
                </a:solidFill>
                <a:ln>
                  <a:noFill/>
                </a:ln>
                <a:effectLst/>
              </p:spPr>
              <p:txBody>
                <a:bodyPr rtlCol="0" anchor="ctr"/>
                <a:lstStyle/>
                <a:p>
                  <a:pPr algn="ctr"/>
                </a:p>
              </p:txBody>
            </p:sp>
            <p:sp>
              <p:nvSpPr>
                <p:cNvPr id="563" name="Table left panel 5,7"/>
                <p:cNvSpPr/>
                <p:nvPr/>
              </p:nvSpPr>
              <p:spPr>
                <a:xfrm>
                  <a:off x="12438453" y="3242346"/>
                  <a:ext cx="27171" cy="40001"/>
                </a:xfrm>
                <a:custGeom>
                  <a:avLst/>
                  <a:gdLst/>
                  <a:ahLst/>
                  <a:cxnLst/>
                  <a:rect l="0" t="0" r="r" b="b"/>
                  <a:pathLst>
                    <a:path w="27171" h="40001">
                      <a:moveTo>
                        <a:pt x="0" y="0"/>
                      </a:moveTo>
                      <a:lnTo>
                        <a:pt x="27171" y="13585"/>
                      </a:lnTo>
                      <a:lnTo>
                        <a:pt x="27171" y="40001"/>
                      </a:lnTo>
                      <a:lnTo>
                        <a:pt x="0" y="26416"/>
                      </a:lnTo>
                      <a:close/>
                    </a:path>
                  </a:pathLst>
                </a:custGeom>
                <a:solidFill>
                  <a:srgbClr val="AB8A50"/>
                </a:solidFill>
                <a:ln>
                  <a:noFill/>
                </a:ln>
                <a:effectLst/>
              </p:spPr>
              <p:txBody>
                <a:bodyPr rtlCol="0" anchor="ctr"/>
                <a:lstStyle/>
                <a:p>
                  <a:pPr algn="ctr"/>
                </a:p>
              </p:txBody>
            </p:sp>
            <p:sp>
              <p:nvSpPr>
                <p:cNvPr id="564" name="Table left panel 6,7"/>
                <p:cNvSpPr/>
                <p:nvPr/>
              </p:nvSpPr>
              <p:spPr>
                <a:xfrm>
                  <a:off x="12464578" y="3255409"/>
                  <a:ext cx="26126" cy="39479"/>
                </a:xfrm>
                <a:custGeom>
                  <a:avLst/>
                  <a:gdLst/>
                  <a:ahLst/>
                  <a:cxnLst/>
                  <a:rect l="0" t="0" r="r" b="b"/>
                  <a:pathLst>
                    <a:path w="26126" h="39479">
                      <a:moveTo>
                        <a:pt x="0" y="0"/>
                      </a:moveTo>
                      <a:lnTo>
                        <a:pt x="26126" y="13063"/>
                      </a:lnTo>
                      <a:lnTo>
                        <a:pt x="26126" y="39479"/>
                      </a:lnTo>
                      <a:lnTo>
                        <a:pt x="0" y="26416"/>
                      </a:lnTo>
                      <a:close/>
                    </a:path>
                  </a:pathLst>
                </a:custGeom>
                <a:solidFill>
                  <a:srgbClr val="4B3A23"/>
                </a:solidFill>
                <a:ln>
                  <a:noFill/>
                </a:ln>
                <a:effectLst/>
              </p:spPr>
              <p:txBody>
                <a:bodyPr rtlCol="0" anchor="ctr"/>
                <a:lstStyle/>
                <a:p>
                  <a:pPr algn="ctr"/>
                </a:p>
              </p:txBody>
            </p:sp>
            <p:sp>
              <p:nvSpPr>
                <p:cNvPr id="565" name="Table left panel 0,8"/>
                <p:cNvSpPr/>
                <p:nvPr/>
              </p:nvSpPr>
              <p:spPr>
                <a:xfrm>
                  <a:off x="12307824" y="3202432"/>
                  <a:ext cx="27171" cy="38985"/>
                </a:xfrm>
                <a:custGeom>
                  <a:avLst/>
                  <a:gdLst/>
                  <a:ahLst/>
                  <a:cxnLst/>
                  <a:rect l="0" t="0" r="r" b="b"/>
                  <a:pathLst>
                    <a:path w="27171" h="38985">
                      <a:moveTo>
                        <a:pt x="0" y="0"/>
                      </a:moveTo>
                      <a:lnTo>
                        <a:pt x="27171" y="13585"/>
                      </a:lnTo>
                      <a:lnTo>
                        <a:pt x="27171" y="38985"/>
                      </a:lnTo>
                      <a:lnTo>
                        <a:pt x="0" y="25400"/>
                      </a:lnTo>
                      <a:close/>
                    </a:path>
                  </a:pathLst>
                </a:custGeom>
                <a:solidFill>
                  <a:srgbClr val="4B3A23"/>
                </a:solidFill>
                <a:ln>
                  <a:noFill/>
                </a:ln>
                <a:effectLst/>
              </p:spPr>
              <p:txBody>
                <a:bodyPr rtlCol="0" anchor="ctr"/>
                <a:lstStyle/>
                <a:p>
                  <a:pPr algn="ctr"/>
                </a:p>
              </p:txBody>
            </p:sp>
            <p:sp>
              <p:nvSpPr>
                <p:cNvPr id="566" name="Table left panel 1,8"/>
                <p:cNvSpPr/>
                <p:nvPr/>
              </p:nvSpPr>
              <p:spPr>
                <a:xfrm>
                  <a:off x="12333950" y="3215495"/>
                  <a:ext cx="27171" cy="38985"/>
                </a:xfrm>
                <a:custGeom>
                  <a:avLst/>
                  <a:gdLst/>
                  <a:ahLst/>
                  <a:cxnLst/>
                  <a:rect l="0" t="0" r="r" b="b"/>
                  <a:pathLst>
                    <a:path w="27171" h="38985">
                      <a:moveTo>
                        <a:pt x="0" y="0"/>
                      </a:moveTo>
                      <a:lnTo>
                        <a:pt x="27171" y="13585"/>
                      </a:lnTo>
                      <a:lnTo>
                        <a:pt x="27171" y="38985"/>
                      </a:lnTo>
                      <a:lnTo>
                        <a:pt x="0" y="25400"/>
                      </a:lnTo>
                      <a:close/>
                    </a:path>
                  </a:pathLst>
                </a:custGeom>
                <a:solidFill>
                  <a:srgbClr val="AB8A50"/>
                </a:solidFill>
                <a:ln>
                  <a:noFill/>
                </a:ln>
                <a:effectLst/>
              </p:spPr>
              <p:txBody>
                <a:bodyPr rtlCol="0" anchor="ctr"/>
                <a:lstStyle/>
                <a:p>
                  <a:pPr algn="ctr"/>
                </a:p>
              </p:txBody>
            </p:sp>
            <p:sp>
              <p:nvSpPr>
                <p:cNvPr id="567" name="Table left panel 2,8"/>
                <p:cNvSpPr/>
                <p:nvPr/>
              </p:nvSpPr>
              <p:spPr>
                <a:xfrm>
                  <a:off x="12360075" y="3228558"/>
                  <a:ext cx="27171" cy="38985"/>
                </a:xfrm>
                <a:custGeom>
                  <a:avLst/>
                  <a:gdLst/>
                  <a:ahLst/>
                  <a:cxnLst/>
                  <a:rect l="0" t="0" r="r" b="b"/>
                  <a:pathLst>
                    <a:path w="27171" h="38985">
                      <a:moveTo>
                        <a:pt x="0" y="0"/>
                      </a:moveTo>
                      <a:lnTo>
                        <a:pt x="27171" y="13585"/>
                      </a:lnTo>
                      <a:lnTo>
                        <a:pt x="27171" y="38985"/>
                      </a:lnTo>
                      <a:lnTo>
                        <a:pt x="0" y="25400"/>
                      </a:lnTo>
                      <a:close/>
                    </a:path>
                  </a:pathLst>
                </a:custGeom>
                <a:solidFill>
                  <a:srgbClr val="AB8A50"/>
                </a:solidFill>
                <a:ln>
                  <a:noFill/>
                </a:ln>
                <a:effectLst/>
              </p:spPr>
              <p:txBody>
                <a:bodyPr rtlCol="0" anchor="ctr"/>
                <a:lstStyle/>
                <a:p>
                  <a:pPr algn="ctr"/>
                </a:p>
              </p:txBody>
            </p:sp>
            <p:sp>
              <p:nvSpPr>
                <p:cNvPr id="568" name="Table left panel 3,8"/>
                <p:cNvSpPr/>
                <p:nvPr/>
              </p:nvSpPr>
              <p:spPr>
                <a:xfrm>
                  <a:off x="12386201" y="3241621"/>
                  <a:ext cx="27171" cy="38985"/>
                </a:xfrm>
                <a:custGeom>
                  <a:avLst/>
                  <a:gdLst/>
                  <a:ahLst/>
                  <a:cxnLst/>
                  <a:rect l="0" t="0" r="r" b="b"/>
                  <a:pathLst>
                    <a:path w="27171" h="38985">
                      <a:moveTo>
                        <a:pt x="0" y="0"/>
                      </a:moveTo>
                      <a:lnTo>
                        <a:pt x="27171" y="13585"/>
                      </a:lnTo>
                      <a:lnTo>
                        <a:pt x="27171" y="38985"/>
                      </a:lnTo>
                      <a:lnTo>
                        <a:pt x="0" y="25400"/>
                      </a:lnTo>
                      <a:close/>
                    </a:path>
                  </a:pathLst>
                </a:custGeom>
                <a:solidFill>
                  <a:srgbClr val="4B3A23"/>
                </a:solidFill>
                <a:ln>
                  <a:noFill/>
                </a:ln>
                <a:effectLst/>
              </p:spPr>
              <p:txBody>
                <a:bodyPr rtlCol="0" anchor="ctr"/>
                <a:lstStyle/>
                <a:p>
                  <a:pPr algn="ctr"/>
                </a:p>
              </p:txBody>
            </p:sp>
            <p:sp>
              <p:nvSpPr>
                <p:cNvPr id="569" name="Table left panel 4,8"/>
                <p:cNvSpPr/>
                <p:nvPr/>
              </p:nvSpPr>
              <p:spPr>
                <a:xfrm>
                  <a:off x="12412327" y="3254683"/>
                  <a:ext cx="27171" cy="38985"/>
                </a:xfrm>
                <a:custGeom>
                  <a:avLst/>
                  <a:gdLst/>
                  <a:ahLst/>
                  <a:cxnLst/>
                  <a:rect l="0" t="0" r="r" b="b"/>
                  <a:pathLst>
                    <a:path w="27171" h="38985">
                      <a:moveTo>
                        <a:pt x="0" y="0"/>
                      </a:moveTo>
                      <a:lnTo>
                        <a:pt x="27171" y="13585"/>
                      </a:lnTo>
                      <a:lnTo>
                        <a:pt x="27171" y="38985"/>
                      </a:lnTo>
                      <a:lnTo>
                        <a:pt x="0" y="25400"/>
                      </a:lnTo>
                      <a:close/>
                    </a:path>
                  </a:pathLst>
                </a:custGeom>
                <a:solidFill>
                  <a:srgbClr val="AB8A50"/>
                </a:solidFill>
                <a:ln>
                  <a:noFill/>
                </a:ln>
                <a:effectLst/>
              </p:spPr>
              <p:txBody>
                <a:bodyPr rtlCol="0" anchor="ctr"/>
                <a:lstStyle/>
                <a:p>
                  <a:pPr algn="ctr"/>
                </a:p>
              </p:txBody>
            </p:sp>
            <p:sp>
              <p:nvSpPr>
                <p:cNvPr id="570" name="Table left panel 5,8"/>
                <p:cNvSpPr/>
                <p:nvPr/>
              </p:nvSpPr>
              <p:spPr>
                <a:xfrm>
                  <a:off x="12438453" y="3267746"/>
                  <a:ext cx="27171" cy="38985"/>
                </a:xfrm>
                <a:custGeom>
                  <a:avLst/>
                  <a:gdLst/>
                  <a:ahLst/>
                  <a:cxnLst/>
                  <a:rect l="0" t="0" r="r" b="b"/>
                  <a:pathLst>
                    <a:path w="27171" h="38985">
                      <a:moveTo>
                        <a:pt x="0" y="0"/>
                      </a:moveTo>
                      <a:lnTo>
                        <a:pt x="27171" y="13585"/>
                      </a:lnTo>
                      <a:lnTo>
                        <a:pt x="27171" y="38985"/>
                      </a:lnTo>
                      <a:lnTo>
                        <a:pt x="0" y="25400"/>
                      </a:lnTo>
                      <a:close/>
                    </a:path>
                  </a:pathLst>
                </a:custGeom>
                <a:solidFill>
                  <a:srgbClr val="AB8A50"/>
                </a:solidFill>
                <a:ln>
                  <a:noFill/>
                </a:ln>
                <a:effectLst/>
              </p:spPr>
              <p:txBody>
                <a:bodyPr rtlCol="0" anchor="ctr"/>
                <a:lstStyle/>
                <a:p>
                  <a:pPr algn="ctr"/>
                </a:p>
              </p:txBody>
            </p:sp>
            <p:sp>
              <p:nvSpPr>
                <p:cNvPr id="571" name="Table left panel 6,8"/>
                <p:cNvSpPr/>
                <p:nvPr/>
              </p:nvSpPr>
              <p:spPr>
                <a:xfrm>
                  <a:off x="12464578" y="3280809"/>
                  <a:ext cx="26126" cy="38463"/>
                </a:xfrm>
                <a:custGeom>
                  <a:avLst/>
                  <a:gdLst/>
                  <a:ahLst/>
                  <a:cxnLst/>
                  <a:rect l="0" t="0" r="r" b="b"/>
                  <a:pathLst>
                    <a:path w="26126" h="38463">
                      <a:moveTo>
                        <a:pt x="0" y="0"/>
                      </a:moveTo>
                      <a:lnTo>
                        <a:pt x="26126" y="13063"/>
                      </a:lnTo>
                      <a:lnTo>
                        <a:pt x="26126" y="38463"/>
                      </a:lnTo>
                      <a:lnTo>
                        <a:pt x="0" y="25400"/>
                      </a:lnTo>
                      <a:close/>
                    </a:path>
                  </a:pathLst>
                </a:custGeom>
                <a:solidFill>
                  <a:srgbClr val="4B3A23"/>
                </a:solidFill>
                <a:ln>
                  <a:noFill/>
                </a:ln>
                <a:effectLst/>
              </p:spPr>
              <p:txBody>
                <a:bodyPr rtlCol="0" anchor="ctr"/>
                <a:lstStyle/>
                <a:p>
                  <a:pPr algn="ctr"/>
                </a:p>
              </p:txBody>
            </p:sp>
            <p:sp>
              <p:nvSpPr>
                <p:cNvPr id="572" name="Table right panel 0,0"/>
                <p:cNvSpPr/>
                <p:nvPr/>
              </p:nvSpPr>
              <p:spPr>
                <a:xfrm>
                  <a:off x="12490704" y="3077087"/>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73" name="Table right panel 1,0"/>
                <p:cNvSpPr/>
                <p:nvPr/>
              </p:nvSpPr>
              <p:spPr>
                <a:xfrm>
                  <a:off x="12516830" y="3064024"/>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74" name="Table right panel 2,0"/>
                <p:cNvSpPr/>
                <p:nvPr/>
              </p:nvSpPr>
              <p:spPr>
                <a:xfrm>
                  <a:off x="12542955" y="3050961"/>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75" name="Table right panel 3,0"/>
                <p:cNvSpPr/>
                <p:nvPr/>
              </p:nvSpPr>
              <p:spPr>
                <a:xfrm>
                  <a:off x="12569081" y="3037898"/>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76" name="Table right panel 4,0"/>
                <p:cNvSpPr/>
                <p:nvPr/>
              </p:nvSpPr>
              <p:spPr>
                <a:xfrm>
                  <a:off x="12595207" y="3024835"/>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77" name="Table right panel 5,0"/>
                <p:cNvSpPr/>
                <p:nvPr/>
              </p:nvSpPr>
              <p:spPr>
                <a:xfrm>
                  <a:off x="12621333" y="3011772"/>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78" name="Table right panel 6,0"/>
                <p:cNvSpPr/>
                <p:nvPr/>
              </p:nvSpPr>
              <p:spPr>
                <a:xfrm>
                  <a:off x="12647458" y="2999232"/>
                  <a:ext cx="26126" cy="39479"/>
                </a:xfrm>
                <a:custGeom>
                  <a:avLst/>
                  <a:gdLst/>
                  <a:ahLst/>
                  <a:cxnLst/>
                  <a:rect l="0" t="0" r="r" b="b"/>
                  <a:pathLst>
                    <a:path w="26126" h="39479">
                      <a:moveTo>
                        <a:pt x="0" y="13063"/>
                      </a:moveTo>
                      <a:lnTo>
                        <a:pt x="26126" y="0"/>
                      </a:lnTo>
                      <a:lnTo>
                        <a:pt x="26126" y="26416"/>
                      </a:lnTo>
                      <a:lnTo>
                        <a:pt x="0" y="39479"/>
                      </a:lnTo>
                      <a:close/>
                    </a:path>
                  </a:pathLst>
                </a:custGeom>
                <a:solidFill>
                  <a:srgbClr val="3E3422"/>
                </a:solidFill>
                <a:ln>
                  <a:noFill/>
                </a:ln>
                <a:effectLst/>
              </p:spPr>
              <p:txBody>
                <a:bodyPr rtlCol="0" anchor="ctr"/>
                <a:lstStyle/>
                <a:p>
                  <a:pPr algn="ctr"/>
                </a:p>
              </p:txBody>
            </p:sp>
            <p:sp>
              <p:nvSpPr>
                <p:cNvPr id="579" name="Table right panel 0,1"/>
                <p:cNvSpPr/>
                <p:nvPr/>
              </p:nvSpPr>
              <p:spPr>
                <a:xfrm>
                  <a:off x="12490704" y="3102487"/>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80" name="Table right panel 1,1"/>
                <p:cNvSpPr/>
                <p:nvPr/>
              </p:nvSpPr>
              <p:spPr>
                <a:xfrm>
                  <a:off x="12516830" y="3089424"/>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8B713F"/>
                </a:solidFill>
                <a:ln>
                  <a:noFill/>
                </a:ln>
                <a:effectLst/>
              </p:spPr>
              <p:txBody>
                <a:bodyPr rtlCol="0" anchor="ctr"/>
                <a:lstStyle/>
                <a:p>
                  <a:pPr algn="ctr"/>
                </a:p>
              </p:txBody>
            </p:sp>
            <p:sp>
              <p:nvSpPr>
                <p:cNvPr id="581" name="Table right panel 2,1"/>
                <p:cNvSpPr/>
                <p:nvPr/>
              </p:nvSpPr>
              <p:spPr>
                <a:xfrm>
                  <a:off x="12542955" y="3076361"/>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A48B53"/>
                </a:solidFill>
                <a:ln>
                  <a:noFill/>
                </a:ln>
                <a:effectLst/>
              </p:spPr>
              <p:txBody>
                <a:bodyPr rtlCol="0" anchor="ctr"/>
                <a:lstStyle/>
                <a:p>
                  <a:pPr algn="ctr"/>
                </a:p>
              </p:txBody>
            </p:sp>
            <p:sp>
              <p:nvSpPr>
                <p:cNvPr id="582" name="Table right panel 3,1"/>
                <p:cNvSpPr/>
                <p:nvPr/>
              </p:nvSpPr>
              <p:spPr>
                <a:xfrm>
                  <a:off x="12569081" y="3063298"/>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83" name="Table right panel 4,1"/>
                <p:cNvSpPr/>
                <p:nvPr/>
              </p:nvSpPr>
              <p:spPr>
                <a:xfrm>
                  <a:off x="12595207" y="3050235"/>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615232"/>
                </a:solidFill>
                <a:ln>
                  <a:noFill/>
                </a:ln>
                <a:effectLst/>
              </p:spPr>
              <p:txBody>
                <a:bodyPr rtlCol="0" anchor="ctr"/>
                <a:lstStyle/>
                <a:p>
                  <a:pPr algn="ctr"/>
                </a:p>
              </p:txBody>
            </p:sp>
            <p:sp>
              <p:nvSpPr>
                <p:cNvPr id="584" name="Table right panel 5,1"/>
                <p:cNvSpPr/>
                <p:nvPr/>
              </p:nvSpPr>
              <p:spPr>
                <a:xfrm>
                  <a:off x="12621333" y="3037172"/>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A48B53"/>
                </a:solidFill>
                <a:ln>
                  <a:noFill/>
                </a:ln>
                <a:effectLst/>
              </p:spPr>
              <p:txBody>
                <a:bodyPr rtlCol="0" anchor="ctr"/>
                <a:lstStyle/>
                <a:p>
                  <a:pPr algn="ctr"/>
                </a:p>
              </p:txBody>
            </p:sp>
            <p:sp>
              <p:nvSpPr>
                <p:cNvPr id="585" name="Table right panel 6,1"/>
                <p:cNvSpPr/>
                <p:nvPr/>
              </p:nvSpPr>
              <p:spPr>
                <a:xfrm>
                  <a:off x="12647458" y="3024632"/>
                  <a:ext cx="26126" cy="39479"/>
                </a:xfrm>
                <a:custGeom>
                  <a:avLst/>
                  <a:gdLst/>
                  <a:ahLst/>
                  <a:cxnLst/>
                  <a:rect l="0" t="0" r="r" b="b"/>
                  <a:pathLst>
                    <a:path w="26126" h="39479">
                      <a:moveTo>
                        <a:pt x="0" y="13063"/>
                      </a:moveTo>
                      <a:lnTo>
                        <a:pt x="26126" y="0"/>
                      </a:lnTo>
                      <a:lnTo>
                        <a:pt x="26126" y="26416"/>
                      </a:lnTo>
                      <a:lnTo>
                        <a:pt x="0" y="39479"/>
                      </a:lnTo>
                      <a:close/>
                    </a:path>
                  </a:pathLst>
                </a:custGeom>
                <a:solidFill>
                  <a:srgbClr val="3E3422"/>
                </a:solidFill>
                <a:ln>
                  <a:noFill/>
                </a:ln>
                <a:effectLst/>
              </p:spPr>
              <p:txBody>
                <a:bodyPr rtlCol="0" anchor="ctr"/>
                <a:lstStyle/>
                <a:p>
                  <a:pPr algn="ctr"/>
                </a:p>
              </p:txBody>
            </p:sp>
            <p:sp>
              <p:nvSpPr>
                <p:cNvPr id="586" name="Table right panel 0,2"/>
                <p:cNvSpPr/>
                <p:nvPr/>
              </p:nvSpPr>
              <p:spPr>
                <a:xfrm>
                  <a:off x="12490704" y="3127887"/>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87" name="Table right panel 1,2"/>
                <p:cNvSpPr/>
                <p:nvPr/>
              </p:nvSpPr>
              <p:spPr>
                <a:xfrm>
                  <a:off x="12516830" y="3114824"/>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615232"/>
                </a:solidFill>
                <a:ln>
                  <a:noFill/>
                </a:ln>
                <a:effectLst/>
              </p:spPr>
              <p:txBody>
                <a:bodyPr rtlCol="0" anchor="ctr"/>
                <a:lstStyle/>
                <a:p>
                  <a:pPr algn="ctr"/>
                </a:p>
              </p:txBody>
            </p:sp>
            <p:sp>
              <p:nvSpPr>
                <p:cNvPr id="588" name="Table right panel 2,2"/>
                <p:cNvSpPr/>
                <p:nvPr/>
              </p:nvSpPr>
              <p:spPr>
                <a:xfrm>
                  <a:off x="12542955" y="3101761"/>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8B713F"/>
                </a:solidFill>
                <a:ln>
                  <a:noFill/>
                </a:ln>
                <a:effectLst/>
              </p:spPr>
              <p:txBody>
                <a:bodyPr rtlCol="0" anchor="ctr"/>
                <a:lstStyle/>
                <a:p>
                  <a:pPr algn="ctr"/>
                </a:p>
              </p:txBody>
            </p:sp>
            <p:sp>
              <p:nvSpPr>
                <p:cNvPr id="589" name="Table right panel 3,2"/>
                <p:cNvSpPr/>
                <p:nvPr/>
              </p:nvSpPr>
              <p:spPr>
                <a:xfrm>
                  <a:off x="12569081" y="3088698"/>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90" name="Table right panel 4,2"/>
                <p:cNvSpPr/>
                <p:nvPr/>
              </p:nvSpPr>
              <p:spPr>
                <a:xfrm>
                  <a:off x="12595207" y="3075635"/>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A48B53"/>
                </a:solidFill>
                <a:ln>
                  <a:noFill/>
                </a:ln>
                <a:effectLst/>
              </p:spPr>
              <p:txBody>
                <a:bodyPr rtlCol="0" anchor="ctr"/>
                <a:lstStyle/>
                <a:p>
                  <a:pPr algn="ctr"/>
                </a:p>
              </p:txBody>
            </p:sp>
            <p:sp>
              <p:nvSpPr>
                <p:cNvPr id="591" name="Table right panel 5,2"/>
                <p:cNvSpPr/>
                <p:nvPr/>
              </p:nvSpPr>
              <p:spPr>
                <a:xfrm>
                  <a:off x="12621333" y="3062572"/>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8B713F"/>
                </a:solidFill>
                <a:ln>
                  <a:noFill/>
                </a:ln>
                <a:effectLst/>
              </p:spPr>
              <p:txBody>
                <a:bodyPr rtlCol="0" anchor="ctr"/>
                <a:lstStyle/>
                <a:p>
                  <a:pPr algn="ctr"/>
                </a:p>
              </p:txBody>
            </p:sp>
            <p:sp>
              <p:nvSpPr>
                <p:cNvPr id="592" name="Table right panel 6,2"/>
                <p:cNvSpPr/>
                <p:nvPr/>
              </p:nvSpPr>
              <p:spPr>
                <a:xfrm>
                  <a:off x="12647458" y="3050032"/>
                  <a:ext cx="26126" cy="39479"/>
                </a:xfrm>
                <a:custGeom>
                  <a:avLst/>
                  <a:gdLst/>
                  <a:ahLst/>
                  <a:cxnLst/>
                  <a:rect l="0" t="0" r="r" b="b"/>
                  <a:pathLst>
                    <a:path w="26126" h="39479">
                      <a:moveTo>
                        <a:pt x="0" y="13063"/>
                      </a:moveTo>
                      <a:lnTo>
                        <a:pt x="26126" y="0"/>
                      </a:lnTo>
                      <a:lnTo>
                        <a:pt x="26126" y="26416"/>
                      </a:lnTo>
                      <a:lnTo>
                        <a:pt x="0" y="39479"/>
                      </a:lnTo>
                      <a:close/>
                    </a:path>
                  </a:pathLst>
                </a:custGeom>
                <a:solidFill>
                  <a:srgbClr val="3E3422"/>
                </a:solidFill>
                <a:ln>
                  <a:noFill/>
                </a:ln>
                <a:effectLst/>
              </p:spPr>
              <p:txBody>
                <a:bodyPr rtlCol="0" anchor="ctr"/>
                <a:lstStyle/>
                <a:p>
                  <a:pPr algn="ctr"/>
                </a:p>
              </p:txBody>
            </p:sp>
            <p:sp>
              <p:nvSpPr>
                <p:cNvPr id="593" name="Table right panel 0,3"/>
                <p:cNvSpPr/>
                <p:nvPr/>
              </p:nvSpPr>
              <p:spPr>
                <a:xfrm>
                  <a:off x="12490704" y="3153287"/>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94" name="Table right panel 1,3"/>
                <p:cNvSpPr/>
                <p:nvPr/>
              </p:nvSpPr>
              <p:spPr>
                <a:xfrm>
                  <a:off x="12516830" y="3140224"/>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95" name="Table right panel 2,3"/>
                <p:cNvSpPr/>
                <p:nvPr/>
              </p:nvSpPr>
              <p:spPr>
                <a:xfrm>
                  <a:off x="12542955" y="3127161"/>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96" name="Table right panel 3,3"/>
                <p:cNvSpPr/>
                <p:nvPr/>
              </p:nvSpPr>
              <p:spPr>
                <a:xfrm>
                  <a:off x="12569081" y="3114098"/>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97" name="Table right panel 4,3"/>
                <p:cNvSpPr/>
                <p:nvPr/>
              </p:nvSpPr>
              <p:spPr>
                <a:xfrm>
                  <a:off x="12595207" y="3101035"/>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98" name="Table right panel 5,3"/>
                <p:cNvSpPr/>
                <p:nvPr/>
              </p:nvSpPr>
              <p:spPr>
                <a:xfrm>
                  <a:off x="12621333" y="3087972"/>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599" name="Table right panel 6,3"/>
                <p:cNvSpPr/>
                <p:nvPr/>
              </p:nvSpPr>
              <p:spPr>
                <a:xfrm>
                  <a:off x="12647458" y="3075432"/>
                  <a:ext cx="26126" cy="39479"/>
                </a:xfrm>
                <a:custGeom>
                  <a:avLst/>
                  <a:gdLst/>
                  <a:ahLst/>
                  <a:cxnLst/>
                  <a:rect l="0" t="0" r="r" b="b"/>
                  <a:pathLst>
                    <a:path w="26126" h="39479">
                      <a:moveTo>
                        <a:pt x="0" y="13063"/>
                      </a:moveTo>
                      <a:lnTo>
                        <a:pt x="26126" y="0"/>
                      </a:lnTo>
                      <a:lnTo>
                        <a:pt x="26126" y="26416"/>
                      </a:lnTo>
                      <a:lnTo>
                        <a:pt x="0" y="39479"/>
                      </a:lnTo>
                      <a:close/>
                    </a:path>
                  </a:pathLst>
                </a:custGeom>
                <a:solidFill>
                  <a:srgbClr val="3E3422"/>
                </a:solidFill>
                <a:ln>
                  <a:noFill/>
                </a:ln>
                <a:effectLst/>
              </p:spPr>
              <p:txBody>
                <a:bodyPr rtlCol="0" anchor="ctr"/>
                <a:lstStyle/>
                <a:p>
                  <a:pPr algn="ctr"/>
                </a:p>
              </p:txBody>
            </p:sp>
            <p:sp>
              <p:nvSpPr>
                <p:cNvPr id="600" name="Table right panel 0,4"/>
                <p:cNvSpPr/>
                <p:nvPr/>
              </p:nvSpPr>
              <p:spPr>
                <a:xfrm>
                  <a:off x="12490704" y="3178687"/>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601" name="Table right panel 1,4"/>
                <p:cNvSpPr/>
                <p:nvPr/>
              </p:nvSpPr>
              <p:spPr>
                <a:xfrm>
                  <a:off x="12516830" y="3165624"/>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8B713F"/>
                </a:solidFill>
                <a:ln>
                  <a:noFill/>
                </a:ln>
                <a:effectLst/>
              </p:spPr>
              <p:txBody>
                <a:bodyPr rtlCol="0" anchor="ctr"/>
                <a:lstStyle/>
                <a:p>
                  <a:pPr algn="ctr"/>
                </a:p>
              </p:txBody>
            </p:sp>
            <p:sp>
              <p:nvSpPr>
                <p:cNvPr id="602" name="Table right panel 2,4"/>
                <p:cNvSpPr/>
                <p:nvPr/>
              </p:nvSpPr>
              <p:spPr>
                <a:xfrm>
                  <a:off x="12542955" y="3152561"/>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8B713F"/>
                </a:solidFill>
                <a:ln>
                  <a:noFill/>
                </a:ln>
                <a:effectLst/>
              </p:spPr>
              <p:txBody>
                <a:bodyPr rtlCol="0" anchor="ctr"/>
                <a:lstStyle/>
                <a:p>
                  <a:pPr algn="ctr"/>
                </a:p>
              </p:txBody>
            </p:sp>
            <p:sp>
              <p:nvSpPr>
                <p:cNvPr id="603" name="Table right panel 3,4"/>
                <p:cNvSpPr/>
                <p:nvPr/>
              </p:nvSpPr>
              <p:spPr>
                <a:xfrm>
                  <a:off x="12569081" y="3139498"/>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604" name="Table right panel 4,4"/>
                <p:cNvSpPr/>
                <p:nvPr/>
              </p:nvSpPr>
              <p:spPr>
                <a:xfrm>
                  <a:off x="12595207" y="3126435"/>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615232"/>
                </a:solidFill>
                <a:ln>
                  <a:noFill/>
                </a:ln>
                <a:effectLst/>
              </p:spPr>
              <p:txBody>
                <a:bodyPr rtlCol="0" anchor="ctr"/>
                <a:lstStyle/>
                <a:p>
                  <a:pPr algn="ctr"/>
                </a:p>
              </p:txBody>
            </p:sp>
            <p:sp>
              <p:nvSpPr>
                <p:cNvPr id="605" name="Table right panel 5,4"/>
                <p:cNvSpPr/>
                <p:nvPr/>
              </p:nvSpPr>
              <p:spPr>
                <a:xfrm>
                  <a:off x="12621333" y="3113372"/>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A48B53"/>
                </a:solidFill>
                <a:ln>
                  <a:noFill/>
                </a:ln>
                <a:effectLst/>
              </p:spPr>
              <p:txBody>
                <a:bodyPr rtlCol="0" anchor="ctr"/>
                <a:lstStyle/>
                <a:p>
                  <a:pPr algn="ctr"/>
                </a:p>
              </p:txBody>
            </p:sp>
            <p:sp>
              <p:nvSpPr>
                <p:cNvPr id="606" name="Table right panel 6,4"/>
                <p:cNvSpPr/>
                <p:nvPr/>
              </p:nvSpPr>
              <p:spPr>
                <a:xfrm>
                  <a:off x="12647458" y="3100832"/>
                  <a:ext cx="26126" cy="39479"/>
                </a:xfrm>
                <a:custGeom>
                  <a:avLst/>
                  <a:gdLst/>
                  <a:ahLst/>
                  <a:cxnLst/>
                  <a:rect l="0" t="0" r="r" b="b"/>
                  <a:pathLst>
                    <a:path w="26126" h="39479">
                      <a:moveTo>
                        <a:pt x="0" y="13063"/>
                      </a:moveTo>
                      <a:lnTo>
                        <a:pt x="26126" y="0"/>
                      </a:lnTo>
                      <a:lnTo>
                        <a:pt x="26126" y="26416"/>
                      </a:lnTo>
                      <a:lnTo>
                        <a:pt x="0" y="39479"/>
                      </a:lnTo>
                      <a:close/>
                    </a:path>
                  </a:pathLst>
                </a:custGeom>
                <a:solidFill>
                  <a:srgbClr val="3E3422"/>
                </a:solidFill>
                <a:ln>
                  <a:noFill/>
                </a:ln>
                <a:effectLst/>
              </p:spPr>
              <p:txBody>
                <a:bodyPr rtlCol="0" anchor="ctr"/>
                <a:lstStyle/>
                <a:p>
                  <a:pPr algn="ctr"/>
                </a:p>
              </p:txBody>
            </p:sp>
            <p:sp>
              <p:nvSpPr>
                <p:cNvPr id="607" name="Table right panel 0,5"/>
                <p:cNvSpPr/>
                <p:nvPr/>
              </p:nvSpPr>
              <p:spPr>
                <a:xfrm>
                  <a:off x="12490704" y="3204087"/>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608" name="Table right panel 1,5"/>
                <p:cNvSpPr/>
                <p:nvPr/>
              </p:nvSpPr>
              <p:spPr>
                <a:xfrm>
                  <a:off x="12516830" y="3191024"/>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615232"/>
                </a:solidFill>
                <a:ln>
                  <a:noFill/>
                </a:ln>
                <a:effectLst/>
              </p:spPr>
              <p:txBody>
                <a:bodyPr rtlCol="0" anchor="ctr"/>
                <a:lstStyle/>
                <a:p>
                  <a:pPr algn="ctr"/>
                </a:p>
              </p:txBody>
            </p:sp>
            <p:sp>
              <p:nvSpPr>
                <p:cNvPr id="609" name="Table right panel 2,5"/>
                <p:cNvSpPr/>
                <p:nvPr/>
              </p:nvSpPr>
              <p:spPr>
                <a:xfrm>
                  <a:off x="12542955" y="3177961"/>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8B713F"/>
                </a:solidFill>
                <a:ln>
                  <a:noFill/>
                </a:ln>
                <a:effectLst/>
              </p:spPr>
              <p:txBody>
                <a:bodyPr rtlCol="0" anchor="ctr"/>
                <a:lstStyle/>
                <a:p>
                  <a:pPr algn="ctr"/>
                </a:p>
              </p:txBody>
            </p:sp>
            <p:sp>
              <p:nvSpPr>
                <p:cNvPr id="610" name="Table right panel 3,5"/>
                <p:cNvSpPr/>
                <p:nvPr/>
              </p:nvSpPr>
              <p:spPr>
                <a:xfrm>
                  <a:off x="12569081" y="3164898"/>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611" name="Table right panel 4,5"/>
                <p:cNvSpPr/>
                <p:nvPr/>
              </p:nvSpPr>
              <p:spPr>
                <a:xfrm>
                  <a:off x="12595207" y="3151835"/>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615232"/>
                </a:solidFill>
                <a:ln>
                  <a:noFill/>
                </a:ln>
                <a:effectLst/>
              </p:spPr>
              <p:txBody>
                <a:bodyPr rtlCol="0" anchor="ctr"/>
                <a:lstStyle/>
                <a:p>
                  <a:pPr algn="ctr"/>
                </a:p>
              </p:txBody>
            </p:sp>
            <p:sp>
              <p:nvSpPr>
                <p:cNvPr id="612" name="Table right panel 5,5"/>
                <p:cNvSpPr/>
                <p:nvPr/>
              </p:nvSpPr>
              <p:spPr>
                <a:xfrm>
                  <a:off x="12621333" y="3138772"/>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A48B53"/>
                </a:solidFill>
                <a:ln>
                  <a:noFill/>
                </a:ln>
                <a:effectLst/>
              </p:spPr>
              <p:txBody>
                <a:bodyPr rtlCol="0" anchor="ctr"/>
                <a:lstStyle/>
                <a:p>
                  <a:pPr algn="ctr"/>
                </a:p>
              </p:txBody>
            </p:sp>
            <p:sp>
              <p:nvSpPr>
                <p:cNvPr id="613" name="Table right panel 6,5"/>
                <p:cNvSpPr/>
                <p:nvPr/>
              </p:nvSpPr>
              <p:spPr>
                <a:xfrm>
                  <a:off x="12647458" y="3126232"/>
                  <a:ext cx="26126" cy="39479"/>
                </a:xfrm>
                <a:custGeom>
                  <a:avLst/>
                  <a:gdLst/>
                  <a:ahLst/>
                  <a:cxnLst/>
                  <a:rect l="0" t="0" r="r" b="b"/>
                  <a:pathLst>
                    <a:path w="26126" h="39479">
                      <a:moveTo>
                        <a:pt x="0" y="13063"/>
                      </a:moveTo>
                      <a:lnTo>
                        <a:pt x="26126" y="0"/>
                      </a:lnTo>
                      <a:lnTo>
                        <a:pt x="26126" y="26416"/>
                      </a:lnTo>
                      <a:lnTo>
                        <a:pt x="0" y="39479"/>
                      </a:lnTo>
                      <a:close/>
                    </a:path>
                  </a:pathLst>
                </a:custGeom>
                <a:solidFill>
                  <a:srgbClr val="3E3422"/>
                </a:solidFill>
                <a:ln>
                  <a:noFill/>
                </a:ln>
                <a:effectLst/>
              </p:spPr>
              <p:txBody>
                <a:bodyPr rtlCol="0" anchor="ctr"/>
                <a:lstStyle/>
                <a:p>
                  <a:pPr algn="ctr"/>
                </a:p>
              </p:txBody>
            </p:sp>
            <p:sp>
              <p:nvSpPr>
                <p:cNvPr id="614" name="Table right panel 0,6"/>
                <p:cNvSpPr/>
                <p:nvPr/>
              </p:nvSpPr>
              <p:spPr>
                <a:xfrm>
                  <a:off x="12490704" y="3229487"/>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615" name="Table right panel 1,6"/>
                <p:cNvSpPr/>
                <p:nvPr/>
              </p:nvSpPr>
              <p:spPr>
                <a:xfrm>
                  <a:off x="12516830" y="3216424"/>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616" name="Table right panel 2,6"/>
                <p:cNvSpPr/>
                <p:nvPr/>
              </p:nvSpPr>
              <p:spPr>
                <a:xfrm>
                  <a:off x="12542955" y="3203361"/>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617" name="Table right panel 3,6"/>
                <p:cNvSpPr/>
                <p:nvPr/>
              </p:nvSpPr>
              <p:spPr>
                <a:xfrm>
                  <a:off x="12569081" y="3190298"/>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618" name="Table right panel 4,6"/>
                <p:cNvSpPr/>
                <p:nvPr/>
              </p:nvSpPr>
              <p:spPr>
                <a:xfrm>
                  <a:off x="12595207" y="3177235"/>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619" name="Table right panel 5,6"/>
                <p:cNvSpPr/>
                <p:nvPr/>
              </p:nvSpPr>
              <p:spPr>
                <a:xfrm>
                  <a:off x="12621333" y="3164172"/>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620" name="Table right panel 6,6"/>
                <p:cNvSpPr/>
                <p:nvPr/>
              </p:nvSpPr>
              <p:spPr>
                <a:xfrm>
                  <a:off x="12647458" y="3151632"/>
                  <a:ext cx="26126" cy="39479"/>
                </a:xfrm>
                <a:custGeom>
                  <a:avLst/>
                  <a:gdLst/>
                  <a:ahLst/>
                  <a:cxnLst/>
                  <a:rect l="0" t="0" r="r" b="b"/>
                  <a:pathLst>
                    <a:path w="26126" h="39479">
                      <a:moveTo>
                        <a:pt x="0" y="13063"/>
                      </a:moveTo>
                      <a:lnTo>
                        <a:pt x="26126" y="0"/>
                      </a:lnTo>
                      <a:lnTo>
                        <a:pt x="26126" y="26416"/>
                      </a:lnTo>
                      <a:lnTo>
                        <a:pt x="0" y="39479"/>
                      </a:lnTo>
                      <a:close/>
                    </a:path>
                  </a:pathLst>
                </a:custGeom>
                <a:solidFill>
                  <a:srgbClr val="3E3422"/>
                </a:solidFill>
                <a:ln>
                  <a:noFill/>
                </a:ln>
                <a:effectLst/>
              </p:spPr>
              <p:txBody>
                <a:bodyPr rtlCol="0" anchor="ctr"/>
                <a:lstStyle/>
                <a:p>
                  <a:pPr algn="ctr"/>
                </a:p>
              </p:txBody>
            </p:sp>
            <p:sp>
              <p:nvSpPr>
                <p:cNvPr id="621" name="Table right panel 0,7"/>
                <p:cNvSpPr/>
                <p:nvPr/>
              </p:nvSpPr>
              <p:spPr>
                <a:xfrm>
                  <a:off x="12490704" y="3254887"/>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622" name="Table right panel 1,7"/>
                <p:cNvSpPr/>
                <p:nvPr/>
              </p:nvSpPr>
              <p:spPr>
                <a:xfrm>
                  <a:off x="12516830" y="3241824"/>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756139"/>
                </a:solidFill>
                <a:ln>
                  <a:noFill/>
                </a:ln>
                <a:effectLst/>
              </p:spPr>
              <p:txBody>
                <a:bodyPr rtlCol="0" anchor="ctr"/>
                <a:lstStyle/>
                <a:p>
                  <a:pPr algn="ctr"/>
                </a:p>
              </p:txBody>
            </p:sp>
            <p:sp>
              <p:nvSpPr>
                <p:cNvPr id="623" name="Table right panel 2,7"/>
                <p:cNvSpPr/>
                <p:nvPr/>
              </p:nvSpPr>
              <p:spPr>
                <a:xfrm>
                  <a:off x="12542955" y="3228761"/>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8B713F"/>
                </a:solidFill>
                <a:ln>
                  <a:noFill/>
                </a:ln>
                <a:effectLst/>
              </p:spPr>
              <p:txBody>
                <a:bodyPr rtlCol="0" anchor="ctr"/>
                <a:lstStyle/>
                <a:p>
                  <a:pPr algn="ctr"/>
                </a:p>
              </p:txBody>
            </p:sp>
            <p:sp>
              <p:nvSpPr>
                <p:cNvPr id="624" name="Table right panel 3,7"/>
                <p:cNvSpPr/>
                <p:nvPr/>
              </p:nvSpPr>
              <p:spPr>
                <a:xfrm>
                  <a:off x="12569081" y="3215698"/>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3E3422"/>
                </a:solidFill>
                <a:ln>
                  <a:noFill/>
                </a:ln>
                <a:effectLst/>
              </p:spPr>
              <p:txBody>
                <a:bodyPr rtlCol="0" anchor="ctr"/>
                <a:lstStyle/>
                <a:p>
                  <a:pPr algn="ctr"/>
                </a:p>
              </p:txBody>
            </p:sp>
            <p:sp>
              <p:nvSpPr>
                <p:cNvPr id="625" name="Table right panel 4,7"/>
                <p:cNvSpPr/>
                <p:nvPr/>
              </p:nvSpPr>
              <p:spPr>
                <a:xfrm>
                  <a:off x="12595207" y="3202635"/>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A48B53"/>
                </a:solidFill>
                <a:ln>
                  <a:noFill/>
                </a:ln>
                <a:effectLst/>
              </p:spPr>
              <p:txBody>
                <a:bodyPr rtlCol="0" anchor="ctr"/>
                <a:lstStyle/>
                <a:p>
                  <a:pPr algn="ctr"/>
                </a:p>
              </p:txBody>
            </p:sp>
            <p:sp>
              <p:nvSpPr>
                <p:cNvPr id="626" name="Table right panel 5,7"/>
                <p:cNvSpPr/>
                <p:nvPr/>
              </p:nvSpPr>
              <p:spPr>
                <a:xfrm>
                  <a:off x="12621333" y="3189572"/>
                  <a:ext cx="27171" cy="40001"/>
                </a:xfrm>
                <a:custGeom>
                  <a:avLst/>
                  <a:gdLst/>
                  <a:ahLst/>
                  <a:cxnLst/>
                  <a:rect l="0" t="0" r="r" b="b"/>
                  <a:pathLst>
                    <a:path w="27171" h="40001">
                      <a:moveTo>
                        <a:pt x="0" y="13585"/>
                      </a:moveTo>
                      <a:lnTo>
                        <a:pt x="27171" y="0"/>
                      </a:lnTo>
                      <a:lnTo>
                        <a:pt x="27171" y="26416"/>
                      </a:lnTo>
                      <a:lnTo>
                        <a:pt x="0" y="40001"/>
                      </a:lnTo>
                      <a:close/>
                    </a:path>
                  </a:pathLst>
                </a:custGeom>
                <a:solidFill>
                  <a:srgbClr val="756139"/>
                </a:solidFill>
                <a:ln>
                  <a:noFill/>
                </a:ln>
                <a:effectLst/>
              </p:spPr>
              <p:txBody>
                <a:bodyPr rtlCol="0" anchor="ctr"/>
                <a:lstStyle/>
                <a:p>
                  <a:pPr algn="ctr"/>
                </a:p>
              </p:txBody>
            </p:sp>
            <p:sp>
              <p:nvSpPr>
                <p:cNvPr id="627" name="Table right panel 6,7"/>
                <p:cNvSpPr/>
                <p:nvPr/>
              </p:nvSpPr>
              <p:spPr>
                <a:xfrm>
                  <a:off x="12647458" y="3177032"/>
                  <a:ext cx="26126" cy="39479"/>
                </a:xfrm>
                <a:custGeom>
                  <a:avLst/>
                  <a:gdLst/>
                  <a:ahLst/>
                  <a:cxnLst/>
                  <a:rect l="0" t="0" r="r" b="b"/>
                  <a:pathLst>
                    <a:path w="26126" h="39479">
                      <a:moveTo>
                        <a:pt x="0" y="13063"/>
                      </a:moveTo>
                      <a:lnTo>
                        <a:pt x="26126" y="0"/>
                      </a:lnTo>
                      <a:lnTo>
                        <a:pt x="26126" y="26416"/>
                      </a:lnTo>
                      <a:lnTo>
                        <a:pt x="0" y="39479"/>
                      </a:lnTo>
                      <a:close/>
                    </a:path>
                  </a:pathLst>
                </a:custGeom>
                <a:solidFill>
                  <a:srgbClr val="3E3422"/>
                </a:solidFill>
                <a:ln>
                  <a:noFill/>
                </a:ln>
                <a:effectLst/>
              </p:spPr>
              <p:txBody>
                <a:bodyPr rtlCol="0" anchor="ctr"/>
                <a:lstStyle/>
                <a:p>
                  <a:pPr algn="ctr"/>
                </a:p>
              </p:txBody>
            </p:sp>
            <p:sp>
              <p:nvSpPr>
                <p:cNvPr id="628" name="Table right panel 0,8"/>
                <p:cNvSpPr/>
                <p:nvPr/>
              </p:nvSpPr>
              <p:spPr>
                <a:xfrm>
                  <a:off x="12490704" y="3280287"/>
                  <a:ext cx="27171" cy="38985"/>
                </a:xfrm>
                <a:custGeom>
                  <a:avLst/>
                  <a:gdLst/>
                  <a:ahLst/>
                  <a:cxnLst/>
                  <a:rect l="0" t="0" r="r" b="b"/>
                  <a:pathLst>
                    <a:path w="27171" h="38985">
                      <a:moveTo>
                        <a:pt x="0" y="13585"/>
                      </a:moveTo>
                      <a:lnTo>
                        <a:pt x="27171" y="0"/>
                      </a:lnTo>
                      <a:lnTo>
                        <a:pt x="27171" y="25400"/>
                      </a:lnTo>
                      <a:lnTo>
                        <a:pt x="0" y="38985"/>
                      </a:lnTo>
                      <a:close/>
                    </a:path>
                  </a:pathLst>
                </a:custGeom>
                <a:solidFill>
                  <a:srgbClr val="3E3422"/>
                </a:solidFill>
                <a:ln>
                  <a:noFill/>
                </a:ln>
                <a:effectLst/>
              </p:spPr>
              <p:txBody>
                <a:bodyPr rtlCol="0" anchor="ctr"/>
                <a:lstStyle/>
                <a:p>
                  <a:pPr algn="ctr"/>
                </a:p>
              </p:txBody>
            </p:sp>
            <p:sp>
              <p:nvSpPr>
                <p:cNvPr id="629" name="Table right panel 1,8"/>
                <p:cNvSpPr/>
                <p:nvPr/>
              </p:nvSpPr>
              <p:spPr>
                <a:xfrm>
                  <a:off x="12516830" y="3267224"/>
                  <a:ext cx="27171" cy="38985"/>
                </a:xfrm>
                <a:custGeom>
                  <a:avLst/>
                  <a:gdLst/>
                  <a:ahLst/>
                  <a:cxnLst/>
                  <a:rect l="0" t="0" r="r" b="b"/>
                  <a:pathLst>
                    <a:path w="27171" h="38985">
                      <a:moveTo>
                        <a:pt x="0" y="13585"/>
                      </a:moveTo>
                      <a:lnTo>
                        <a:pt x="27171" y="0"/>
                      </a:lnTo>
                      <a:lnTo>
                        <a:pt x="27171" y="25400"/>
                      </a:lnTo>
                      <a:lnTo>
                        <a:pt x="0" y="38985"/>
                      </a:lnTo>
                      <a:close/>
                    </a:path>
                  </a:pathLst>
                </a:custGeom>
                <a:solidFill>
                  <a:srgbClr val="8B713F"/>
                </a:solidFill>
                <a:ln>
                  <a:noFill/>
                </a:ln>
                <a:effectLst/>
              </p:spPr>
              <p:txBody>
                <a:bodyPr rtlCol="0" anchor="ctr"/>
                <a:lstStyle/>
                <a:p>
                  <a:pPr algn="ctr"/>
                </a:p>
              </p:txBody>
            </p:sp>
            <p:sp>
              <p:nvSpPr>
                <p:cNvPr id="630" name="Table right panel 2,8"/>
                <p:cNvSpPr/>
                <p:nvPr/>
              </p:nvSpPr>
              <p:spPr>
                <a:xfrm>
                  <a:off x="12542955" y="3254161"/>
                  <a:ext cx="27171" cy="38985"/>
                </a:xfrm>
                <a:custGeom>
                  <a:avLst/>
                  <a:gdLst/>
                  <a:ahLst/>
                  <a:cxnLst/>
                  <a:rect l="0" t="0" r="r" b="b"/>
                  <a:pathLst>
                    <a:path w="27171" h="38985">
                      <a:moveTo>
                        <a:pt x="0" y="13585"/>
                      </a:moveTo>
                      <a:lnTo>
                        <a:pt x="27171" y="0"/>
                      </a:lnTo>
                      <a:lnTo>
                        <a:pt x="27171" y="25400"/>
                      </a:lnTo>
                      <a:lnTo>
                        <a:pt x="0" y="38985"/>
                      </a:lnTo>
                      <a:close/>
                    </a:path>
                  </a:pathLst>
                </a:custGeom>
                <a:solidFill>
                  <a:srgbClr val="756139"/>
                </a:solidFill>
                <a:ln>
                  <a:noFill/>
                </a:ln>
                <a:effectLst/>
              </p:spPr>
              <p:txBody>
                <a:bodyPr rtlCol="0" anchor="ctr"/>
                <a:lstStyle/>
                <a:p>
                  <a:pPr algn="ctr"/>
                </a:p>
              </p:txBody>
            </p:sp>
            <p:sp>
              <p:nvSpPr>
                <p:cNvPr id="631" name="Table right panel 3,8"/>
                <p:cNvSpPr/>
                <p:nvPr/>
              </p:nvSpPr>
              <p:spPr>
                <a:xfrm>
                  <a:off x="12569081" y="3241098"/>
                  <a:ext cx="27171" cy="38985"/>
                </a:xfrm>
                <a:custGeom>
                  <a:avLst/>
                  <a:gdLst/>
                  <a:ahLst/>
                  <a:cxnLst/>
                  <a:rect l="0" t="0" r="r" b="b"/>
                  <a:pathLst>
                    <a:path w="27171" h="38985">
                      <a:moveTo>
                        <a:pt x="0" y="13585"/>
                      </a:moveTo>
                      <a:lnTo>
                        <a:pt x="27171" y="0"/>
                      </a:lnTo>
                      <a:lnTo>
                        <a:pt x="27171" y="25400"/>
                      </a:lnTo>
                      <a:lnTo>
                        <a:pt x="0" y="38985"/>
                      </a:lnTo>
                      <a:close/>
                    </a:path>
                  </a:pathLst>
                </a:custGeom>
                <a:solidFill>
                  <a:srgbClr val="3E3422"/>
                </a:solidFill>
                <a:ln>
                  <a:noFill/>
                </a:ln>
                <a:effectLst/>
              </p:spPr>
              <p:txBody>
                <a:bodyPr rtlCol="0" anchor="ctr"/>
                <a:lstStyle/>
                <a:p>
                  <a:pPr algn="ctr"/>
                </a:p>
              </p:txBody>
            </p:sp>
            <p:sp>
              <p:nvSpPr>
                <p:cNvPr id="632" name="Table right panel 4,8"/>
                <p:cNvSpPr/>
                <p:nvPr/>
              </p:nvSpPr>
              <p:spPr>
                <a:xfrm>
                  <a:off x="12595207" y="3228035"/>
                  <a:ext cx="27171" cy="38985"/>
                </a:xfrm>
                <a:custGeom>
                  <a:avLst/>
                  <a:gdLst/>
                  <a:ahLst/>
                  <a:cxnLst/>
                  <a:rect l="0" t="0" r="r" b="b"/>
                  <a:pathLst>
                    <a:path w="27171" h="38985">
                      <a:moveTo>
                        <a:pt x="0" y="13585"/>
                      </a:moveTo>
                      <a:lnTo>
                        <a:pt x="27171" y="0"/>
                      </a:lnTo>
                      <a:lnTo>
                        <a:pt x="27171" y="25400"/>
                      </a:lnTo>
                      <a:lnTo>
                        <a:pt x="0" y="38985"/>
                      </a:lnTo>
                      <a:close/>
                    </a:path>
                  </a:pathLst>
                </a:custGeom>
                <a:solidFill>
                  <a:srgbClr val="756139"/>
                </a:solidFill>
                <a:ln>
                  <a:noFill/>
                </a:ln>
                <a:effectLst/>
              </p:spPr>
              <p:txBody>
                <a:bodyPr rtlCol="0" anchor="ctr"/>
                <a:lstStyle/>
                <a:p>
                  <a:pPr algn="ctr"/>
                </a:p>
              </p:txBody>
            </p:sp>
            <p:sp>
              <p:nvSpPr>
                <p:cNvPr id="633" name="Table right panel 5,8"/>
                <p:cNvSpPr/>
                <p:nvPr/>
              </p:nvSpPr>
              <p:spPr>
                <a:xfrm>
                  <a:off x="12621333" y="3214972"/>
                  <a:ext cx="27171" cy="38985"/>
                </a:xfrm>
                <a:custGeom>
                  <a:avLst/>
                  <a:gdLst/>
                  <a:ahLst/>
                  <a:cxnLst/>
                  <a:rect l="0" t="0" r="r" b="b"/>
                  <a:pathLst>
                    <a:path w="27171" h="38985">
                      <a:moveTo>
                        <a:pt x="0" y="13585"/>
                      </a:moveTo>
                      <a:lnTo>
                        <a:pt x="27171" y="0"/>
                      </a:lnTo>
                      <a:lnTo>
                        <a:pt x="27171" y="25400"/>
                      </a:lnTo>
                      <a:lnTo>
                        <a:pt x="0" y="38985"/>
                      </a:lnTo>
                      <a:close/>
                    </a:path>
                  </a:pathLst>
                </a:custGeom>
                <a:solidFill>
                  <a:srgbClr val="8B713F"/>
                </a:solidFill>
                <a:ln>
                  <a:noFill/>
                </a:ln>
                <a:effectLst/>
              </p:spPr>
              <p:txBody>
                <a:bodyPr rtlCol="0" anchor="ctr"/>
                <a:lstStyle/>
                <a:p>
                  <a:pPr algn="ctr"/>
                </a:p>
              </p:txBody>
            </p:sp>
            <p:sp>
              <p:nvSpPr>
                <p:cNvPr id="634" name="Table right panel 6,8"/>
                <p:cNvSpPr/>
                <p:nvPr/>
              </p:nvSpPr>
              <p:spPr>
                <a:xfrm>
                  <a:off x="12647458" y="3202432"/>
                  <a:ext cx="26126" cy="38463"/>
                </a:xfrm>
                <a:custGeom>
                  <a:avLst/>
                  <a:gdLst/>
                  <a:ahLst/>
                  <a:cxnLst/>
                  <a:rect l="0" t="0" r="r" b="b"/>
                  <a:pathLst>
                    <a:path w="26126" h="38463">
                      <a:moveTo>
                        <a:pt x="0" y="13063"/>
                      </a:moveTo>
                      <a:lnTo>
                        <a:pt x="26126" y="0"/>
                      </a:lnTo>
                      <a:lnTo>
                        <a:pt x="26126" y="25400"/>
                      </a:lnTo>
                      <a:lnTo>
                        <a:pt x="0" y="38463"/>
                      </a:lnTo>
                      <a:close/>
                    </a:path>
                  </a:pathLst>
                </a:custGeom>
                <a:solidFill>
                  <a:srgbClr val="3E3422"/>
                </a:solidFill>
                <a:ln>
                  <a:noFill/>
                </a:ln>
                <a:effectLst/>
              </p:spPr>
              <p:txBody>
                <a:bodyPr rtlCol="0" anchor="ctr"/>
                <a:lstStyle/>
                <a:p>
                  <a:pPr algn="ctr"/>
                </a:p>
              </p:txBody>
            </p:sp>
            <p:sp>
              <p:nvSpPr>
                <p:cNvPr id="635" name="Crafting table tool detail"/>
                <p:cNvSpPr/>
                <p:nvPr/>
              </p:nvSpPr>
              <p:spPr>
                <a:xfrm>
                  <a:off x="12340742" y="3072841"/>
                  <a:ext cx="36576" cy="109728"/>
                </a:xfrm>
                <a:custGeom>
                  <a:avLst/>
                  <a:gdLst/>
                  <a:ahLst/>
                  <a:cxnLst/>
                  <a:rect l="0" t="0" r="r" b="b"/>
                  <a:pathLst>
                    <a:path w="36576" h="109728">
                      <a:moveTo>
                        <a:pt x="0" y="0"/>
                      </a:moveTo>
                      <a:lnTo>
                        <a:pt x="36576" y="18288"/>
                      </a:lnTo>
                      <a:lnTo>
                        <a:pt x="36576" y="109728"/>
                      </a:lnTo>
                      <a:lnTo>
                        <a:pt x="0" y="91440"/>
                      </a:lnTo>
                      <a:close/>
                    </a:path>
                  </a:pathLst>
                </a:custGeom>
                <a:solidFill>
                  <a:srgbClr val="302B20"/>
                </a:solidFill>
                <a:ln>
                  <a:noFill/>
                </a:ln>
                <a:effectLst/>
              </p:spPr>
              <p:txBody>
                <a:bodyPr rtlCol="0" anchor="ctr"/>
                <a:lstStyle/>
                <a:p>
                  <a:pPr algn="ctr"/>
                </a:p>
              </p:txBody>
            </p:sp>
            <p:sp>
              <p:nvSpPr>
                <p:cNvPr id="636" name="Crafting table tool detail"/>
                <p:cNvSpPr/>
                <p:nvPr/>
              </p:nvSpPr>
              <p:spPr>
                <a:xfrm>
                  <a:off x="12344400" y="3079242"/>
                  <a:ext cx="18288" cy="54864"/>
                </a:xfrm>
                <a:custGeom>
                  <a:avLst/>
                  <a:gdLst/>
                  <a:ahLst/>
                  <a:cxnLst/>
                  <a:rect l="0" t="0" r="r" b="b"/>
                  <a:pathLst>
                    <a:path w="18288" h="54864">
                      <a:moveTo>
                        <a:pt x="0" y="0"/>
                      </a:moveTo>
                      <a:lnTo>
                        <a:pt x="18288" y="9144"/>
                      </a:lnTo>
                      <a:lnTo>
                        <a:pt x="18288" y="54864"/>
                      </a:lnTo>
                      <a:lnTo>
                        <a:pt x="0" y="45720"/>
                      </a:lnTo>
                      <a:close/>
                    </a:path>
                  </a:pathLst>
                </a:custGeom>
                <a:solidFill>
                  <a:srgbClr val="BAA06F"/>
                </a:solidFill>
                <a:ln>
                  <a:noFill/>
                </a:ln>
                <a:effectLst/>
              </p:spPr>
              <p:txBody>
                <a:bodyPr rtlCol="0" anchor="ctr"/>
                <a:lstStyle/>
                <a:p>
                  <a:pPr algn="ctr"/>
                </a:p>
              </p:txBody>
            </p:sp>
            <p:sp>
              <p:nvSpPr>
                <p:cNvPr id="637" name="Crafting table tool detail"/>
                <p:cNvSpPr/>
                <p:nvPr/>
              </p:nvSpPr>
              <p:spPr>
                <a:xfrm>
                  <a:off x="12426696" y="3081528"/>
                  <a:ext cx="20117" cy="176936"/>
                </a:xfrm>
                <a:custGeom>
                  <a:avLst/>
                  <a:gdLst/>
                  <a:ahLst/>
                  <a:cxnLst/>
                  <a:rect l="0" t="0" r="r" b="b"/>
                  <a:pathLst>
                    <a:path w="20117" h="176936">
                      <a:moveTo>
                        <a:pt x="0" y="0"/>
                      </a:moveTo>
                      <a:lnTo>
                        <a:pt x="20117" y="10058"/>
                      </a:lnTo>
                      <a:lnTo>
                        <a:pt x="20117" y="176936"/>
                      </a:lnTo>
                      <a:lnTo>
                        <a:pt x="0" y="166878"/>
                      </a:lnTo>
                      <a:close/>
                    </a:path>
                  </a:pathLst>
                </a:custGeom>
                <a:solidFill>
                  <a:srgbClr val="493821"/>
                </a:solidFill>
                <a:ln>
                  <a:noFill/>
                </a:ln>
                <a:effectLst/>
              </p:spPr>
              <p:txBody>
                <a:bodyPr rtlCol="0" anchor="ctr"/>
                <a:lstStyle/>
                <a:p>
                  <a:pPr algn="ctr"/>
                </a:p>
              </p:txBody>
            </p:sp>
            <p:sp>
              <p:nvSpPr>
                <p:cNvPr id="638" name="Crafting table tool detail"/>
                <p:cNvSpPr/>
                <p:nvPr/>
              </p:nvSpPr>
              <p:spPr>
                <a:xfrm>
                  <a:off x="12523622" y="3113075"/>
                  <a:ext cx="36576" cy="109728"/>
                </a:xfrm>
                <a:custGeom>
                  <a:avLst/>
                  <a:gdLst/>
                  <a:ahLst/>
                  <a:cxnLst/>
                  <a:rect l="0" t="0" r="r" b="b"/>
                  <a:pathLst>
                    <a:path w="36576" h="109728">
                      <a:moveTo>
                        <a:pt x="0" y="18288"/>
                      </a:moveTo>
                      <a:lnTo>
                        <a:pt x="36576" y="0"/>
                      </a:lnTo>
                      <a:lnTo>
                        <a:pt x="36576" y="91440"/>
                      </a:lnTo>
                      <a:lnTo>
                        <a:pt x="0" y="109728"/>
                      </a:lnTo>
                      <a:close/>
                    </a:path>
                  </a:pathLst>
                </a:custGeom>
                <a:solidFill>
                  <a:srgbClr val="302B20"/>
                </a:solidFill>
                <a:ln>
                  <a:noFill/>
                </a:ln>
                <a:effectLst/>
              </p:spPr>
              <p:txBody>
                <a:bodyPr rtlCol="0" anchor="ctr"/>
                <a:lstStyle/>
                <a:p>
                  <a:pPr algn="ctr"/>
                </a:p>
              </p:txBody>
            </p:sp>
            <p:sp>
              <p:nvSpPr>
                <p:cNvPr id="639" name="Crafting table tool detail"/>
                <p:cNvSpPr/>
                <p:nvPr/>
              </p:nvSpPr>
              <p:spPr>
                <a:xfrm>
                  <a:off x="12527280" y="3124962"/>
                  <a:ext cx="18288" cy="54864"/>
                </a:xfrm>
                <a:custGeom>
                  <a:avLst/>
                  <a:gdLst/>
                  <a:ahLst/>
                  <a:cxnLst/>
                  <a:rect l="0" t="0" r="r" b="b"/>
                  <a:pathLst>
                    <a:path w="18288" h="54864">
                      <a:moveTo>
                        <a:pt x="0" y="9144"/>
                      </a:moveTo>
                      <a:lnTo>
                        <a:pt x="18288" y="0"/>
                      </a:lnTo>
                      <a:lnTo>
                        <a:pt x="18288" y="45720"/>
                      </a:lnTo>
                      <a:lnTo>
                        <a:pt x="0" y="54864"/>
                      </a:lnTo>
                      <a:close/>
                    </a:path>
                  </a:pathLst>
                </a:custGeom>
                <a:solidFill>
                  <a:srgbClr val="BAA06F"/>
                </a:solidFill>
                <a:ln>
                  <a:noFill/>
                </a:ln>
                <a:effectLst/>
              </p:spPr>
              <p:txBody>
                <a:bodyPr rtlCol="0" anchor="ctr"/>
                <a:lstStyle/>
                <a:p>
                  <a:pPr algn="ctr"/>
                </a:p>
              </p:txBody>
            </p:sp>
            <p:sp>
              <p:nvSpPr>
                <p:cNvPr id="640" name="Crafting table tool detail"/>
                <p:cNvSpPr/>
                <p:nvPr/>
              </p:nvSpPr>
              <p:spPr>
                <a:xfrm>
                  <a:off x="12609576" y="3044038"/>
                  <a:ext cx="20117" cy="176936"/>
                </a:xfrm>
                <a:custGeom>
                  <a:avLst/>
                  <a:gdLst/>
                  <a:ahLst/>
                  <a:cxnLst/>
                  <a:rect l="0" t="0" r="r" b="b"/>
                  <a:pathLst>
                    <a:path w="20117" h="176936">
                      <a:moveTo>
                        <a:pt x="0" y="10058"/>
                      </a:moveTo>
                      <a:lnTo>
                        <a:pt x="20117" y="0"/>
                      </a:lnTo>
                      <a:lnTo>
                        <a:pt x="20117" y="166878"/>
                      </a:lnTo>
                      <a:lnTo>
                        <a:pt x="0" y="176936"/>
                      </a:lnTo>
                      <a:close/>
                    </a:path>
                  </a:pathLst>
                </a:custGeom>
                <a:solidFill>
                  <a:srgbClr val="493821"/>
                </a:solidFill>
                <a:ln>
                  <a:noFill/>
                </a:ln>
                <a:effectLst/>
              </p:spPr>
              <p:txBody>
                <a:bodyPr rtlCol="0" anchor="ctr"/>
                <a:lstStyle/>
                <a:p>
                  <a:pPr algn="ctr"/>
                </a:p>
              </p:txBody>
            </p:sp>
            <p:sp>
              <p:nvSpPr>
                <p:cNvPr id="641" name="Block outline"/>
                <p:cNvSpPr/>
                <p:nvPr/>
              </p:nvSpPr>
              <p:spPr>
                <a:xfrm>
                  <a:off x="12307824" y="2907792"/>
                  <a:ext cx="365760" cy="182880"/>
                </a:xfrm>
                <a:custGeom>
                  <a:avLst/>
                  <a:gdLst/>
                  <a:ahLst/>
                  <a:cxnLst/>
                  <a:rect l="0" t="0" r="r" b="b"/>
                  <a:pathLst>
                    <a:path w="365760" h="182880">
                      <a:moveTo>
                        <a:pt x="182880" y="0"/>
                      </a:moveTo>
                      <a:lnTo>
                        <a:pt x="365760" y="91440"/>
                      </a:lnTo>
                      <a:lnTo>
                        <a:pt x="182880" y="182880"/>
                      </a:lnTo>
                      <a:lnTo>
                        <a:pt x="0" y="91440"/>
                      </a:lnTo>
                      <a:close/>
                    </a:path>
                  </a:pathLst>
                </a:custGeom>
                <a:noFill/>
                <a:ln w="7315" cap="flat">
                  <a:solidFill>
                    <a:srgbClr val="332B1A"/>
                  </a:solidFill>
                  <a:round/>
                </a:ln>
                <a:effectLst/>
              </p:spPr>
              <p:txBody>
                <a:bodyPr rtlCol="0" anchor="ctr"/>
                <a:lstStyle/>
                <a:p>
                  <a:pPr algn="ctr"/>
                </a:p>
              </p:txBody>
            </p:sp>
            <p:sp>
              <p:nvSpPr>
                <p:cNvPr id="642" name="Block outline"/>
                <p:cNvSpPr/>
                <p:nvPr/>
              </p:nvSpPr>
              <p:spPr>
                <a:xfrm>
                  <a:off x="12307824" y="2999232"/>
                  <a:ext cx="182880" cy="320040"/>
                </a:xfrm>
                <a:custGeom>
                  <a:avLst/>
                  <a:gdLst/>
                  <a:ahLst/>
                  <a:cxnLst/>
                  <a:rect l="0" t="0" r="r" b="b"/>
                  <a:pathLst>
                    <a:path w="182880" h="320040">
                      <a:moveTo>
                        <a:pt x="0" y="0"/>
                      </a:moveTo>
                      <a:lnTo>
                        <a:pt x="182880" y="91440"/>
                      </a:lnTo>
                      <a:lnTo>
                        <a:pt x="182880" y="320040"/>
                      </a:lnTo>
                      <a:lnTo>
                        <a:pt x="0" y="228600"/>
                      </a:lnTo>
                      <a:close/>
                    </a:path>
                  </a:pathLst>
                </a:custGeom>
                <a:noFill/>
                <a:ln w="7315" cap="flat">
                  <a:solidFill>
                    <a:srgbClr val="332B1A"/>
                  </a:solidFill>
                  <a:round/>
                </a:ln>
                <a:effectLst/>
              </p:spPr>
              <p:txBody>
                <a:bodyPr rtlCol="0" anchor="ctr"/>
                <a:lstStyle/>
                <a:p>
                  <a:pPr algn="ctr"/>
                </a:p>
              </p:txBody>
            </p:sp>
            <p:sp>
              <p:nvSpPr>
                <p:cNvPr id="643" name="Block outline"/>
                <p:cNvSpPr/>
                <p:nvPr/>
              </p:nvSpPr>
              <p:spPr>
                <a:xfrm>
                  <a:off x="12490704" y="2999232"/>
                  <a:ext cx="182880" cy="320040"/>
                </a:xfrm>
                <a:custGeom>
                  <a:avLst/>
                  <a:gdLst/>
                  <a:ahLst/>
                  <a:cxnLst/>
                  <a:rect l="0" t="0" r="r" b="b"/>
                  <a:pathLst>
                    <a:path w="182880" h="320040">
                      <a:moveTo>
                        <a:pt x="0" y="91440"/>
                      </a:moveTo>
                      <a:lnTo>
                        <a:pt x="182880" y="0"/>
                      </a:lnTo>
                      <a:lnTo>
                        <a:pt x="182880" y="228600"/>
                      </a:lnTo>
                      <a:lnTo>
                        <a:pt x="0" y="320040"/>
                      </a:lnTo>
                      <a:close/>
                    </a:path>
                  </a:pathLst>
                </a:custGeom>
                <a:noFill/>
                <a:ln w="7315" cap="flat">
                  <a:solidFill>
                    <a:srgbClr val="332B1A"/>
                  </a:solidFill>
                  <a:round/>
                </a:ln>
                <a:effectLst/>
              </p:spPr>
              <p:txBody>
                <a:bodyPr rtlCol="0" anchor="ctr"/>
                <a:lstStyle/>
                <a:p>
                  <a:pPr algn="ctr"/>
                </a:p>
              </p:txBody>
            </p:sp>
          </p:grpSp>
          <p:grpSp>
            <p:nvGrpSpPr>
              <p:cNvPr id="644" name="Cobblestone editable pixel-art block"/>
              <p:cNvGrpSpPr/>
              <p:nvPr/>
            </p:nvGrpSpPr>
            <p:grpSpPr>
              <a:xfrm>
                <a:off x="11759184" y="3346704"/>
                <a:ext cx="365760" cy="411480"/>
                <a:chOff x="11759184" y="3346704"/>
                <a:chExt cx="365760" cy="411480"/>
              </a:xfrm>
            </p:grpSpPr>
            <p:sp>
              <p:nvSpPr>
                <p:cNvPr id="645" name="Cobblestone tile 0,0"/>
                <p:cNvSpPr/>
                <p:nvPr/>
              </p:nvSpPr>
              <p:spPr>
                <a:xfrm>
                  <a:off x="11918290" y="3346704"/>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7B7D79"/>
                </a:solidFill>
                <a:ln>
                  <a:noFill/>
                </a:ln>
                <a:effectLst/>
              </p:spPr>
              <p:txBody>
                <a:bodyPr rtlCol="0" anchor="ctr"/>
                <a:lstStyle/>
                <a:p>
                  <a:pPr algn="ctr"/>
                </a:p>
              </p:txBody>
            </p:sp>
            <p:sp>
              <p:nvSpPr>
                <p:cNvPr id="646" name="Cobblestone tile 1,0"/>
                <p:cNvSpPr/>
                <p:nvPr/>
              </p:nvSpPr>
              <p:spPr>
                <a:xfrm>
                  <a:off x="11944415" y="3359767"/>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696C68"/>
                </a:solidFill>
                <a:ln>
                  <a:noFill/>
                </a:ln>
                <a:effectLst/>
              </p:spPr>
              <p:txBody>
                <a:bodyPr rtlCol="0" anchor="ctr"/>
                <a:lstStyle/>
                <a:p>
                  <a:pPr algn="ctr"/>
                </a:p>
              </p:txBody>
            </p:sp>
            <p:sp>
              <p:nvSpPr>
                <p:cNvPr id="647" name="Cobblestone tile 2,0"/>
                <p:cNvSpPr/>
                <p:nvPr/>
              </p:nvSpPr>
              <p:spPr>
                <a:xfrm>
                  <a:off x="11970541" y="3372830"/>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858883"/>
                </a:solidFill>
                <a:ln>
                  <a:noFill/>
                </a:ln>
                <a:effectLst/>
              </p:spPr>
              <p:txBody>
                <a:bodyPr rtlCol="0" anchor="ctr"/>
                <a:lstStyle/>
                <a:p>
                  <a:pPr algn="ctr"/>
                </a:p>
              </p:txBody>
            </p:sp>
            <p:sp>
              <p:nvSpPr>
                <p:cNvPr id="648" name="Cobblestone tile 3,0"/>
                <p:cNvSpPr/>
                <p:nvPr/>
              </p:nvSpPr>
              <p:spPr>
                <a:xfrm>
                  <a:off x="11996667" y="3385893"/>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AAACA7"/>
                </a:solidFill>
                <a:ln>
                  <a:noFill/>
                </a:ln>
                <a:effectLst/>
              </p:spPr>
              <p:txBody>
                <a:bodyPr rtlCol="0" anchor="ctr"/>
                <a:lstStyle/>
                <a:p>
                  <a:pPr algn="ctr"/>
                </a:p>
              </p:txBody>
            </p:sp>
            <p:sp>
              <p:nvSpPr>
                <p:cNvPr id="649" name="Cobblestone tile 4,0"/>
                <p:cNvSpPr/>
                <p:nvPr/>
              </p:nvSpPr>
              <p:spPr>
                <a:xfrm>
                  <a:off x="12022792" y="3398955"/>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7B7D79"/>
                </a:solidFill>
                <a:ln>
                  <a:noFill/>
                </a:ln>
                <a:effectLst/>
              </p:spPr>
              <p:txBody>
                <a:bodyPr rtlCol="0" anchor="ctr"/>
                <a:lstStyle/>
                <a:p>
                  <a:pPr algn="ctr"/>
                </a:p>
              </p:txBody>
            </p:sp>
            <p:sp>
              <p:nvSpPr>
                <p:cNvPr id="650" name="Cobblestone tile 5,0"/>
                <p:cNvSpPr/>
                <p:nvPr/>
              </p:nvSpPr>
              <p:spPr>
                <a:xfrm>
                  <a:off x="12048918" y="3412018"/>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696C68"/>
                </a:solidFill>
                <a:ln>
                  <a:noFill/>
                </a:ln>
                <a:effectLst/>
              </p:spPr>
              <p:txBody>
                <a:bodyPr rtlCol="0" anchor="ctr"/>
                <a:lstStyle/>
                <a:p>
                  <a:pPr algn="ctr"/>
                </a:p>
              </p:txBody>
            </p:sp>
            <p:sp>
              <p:nvSpPr>
                <p:cNvPr id="651" name="Cobblestone tile 6,0"/>
                <p:cNvSpPr/>
                <p:nvPr/>
              </p:nvSpPr>
              <p:spPr>
                <a:xfrm>
                  <a:off x="12075044" y="3425081"/>
                  <a:ext cx="49900" cy="24950"/>
                </a:xfrm>
                <a:custGeom>
                  <a:avLst/>
                  <a:gdLst/>
                  <a:ahLst/>
                  <a:cxnLst/>
                  <a:rect l="0" t="0" r="r" b="b"/>
                  <a:pathLst>
                    <a:path w="49900" h="24950">
                      <a:moveTo>
                        <a:pt x="23774" y="0"/>
                      </a:moveTo>
                      <a:lnTo>
                        <a:pt x="49900" y="13063"/>
                      </a:lnTo>
                      <a:lnTo>
                        <a:pt x="26126" y="24950"/>
                      </a:lnTo>
                      <a:lnTo>
                        <a:pt x="0" y="11887"/>
                      </a:lnTo>
                      <a:close/>
                    </a:path>
                  </a:pathLst>
                </a:custGeom>
                <a:solidFill>
                  <a:srgbClr val="999B96"/>
                </a:solidFill>
                <a:ln>
                  <a:noFill/>
                </a:ln>
                <a:effectLst/>
              </p:spPr>
              <p:txBody>
                <a:bodyPr rtlCol="0" anchor="ctr"/>
                <a:lstStyle/>
                <a:p>
                  <a:pPr algn="ctr"/>
                </a:p>
              </p:txBody>
            </p:sp>
            <p:sp>
              <p:nvSpPr>
                <p:cNvPr id="652" name="Cobblestone tile 0,1"/>
                <p:cNvSpPr/>
                <p:nvPr/>
              </p:nvSpPr>
              <p:spPr>
                <a:xfrm>
                  <a:off x="11895430" y="3358134"/>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858883"/>
                </a:solidFill>
                <a:ln>
                  <a:noFill/>
                </a:ln>
                <a:effectLst/>
              </p:spPr>
              <p:txBody>
                <a:bodyPr rtlCol="0" anchor="ctr"/>
                <a:lstStyle/>
                <a:p>
                  <a:pPr algn="ctr"/>
                </a:p>
              </p:txBody>
            </p:sp>
            <p:sp>
              <p:nvSpPr>
                <p:cNvPr id="653" name="Cobblestone tile 1,1"/>
                <p:cNvSpPr/>
                <p:nvPr/>
              </p:nvSpPr>
              <p:spPr>
                <a:xfrm>
                  <a:off x="11921555" y="3371197"/>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999B96"/>
                </a:solidFill>
                <a:ln>
                  <a:noFill/>
                </a:ln>
                <a:effectLst/>
              </p:spPr>
              <p:txBody>
                <a:bodyPr rtlCol="0" anchor="ctr"/>
                <a:lstStyle/>
                <a:p>
                  <a:pPr algn="ctr"/>
                </a:p>
              </p:txBody>
            </p:sp>
            <p:sp>
              <p:nvSpPr>
                <p:cNvPr id="654" name="Cobblestone tile 2,1"/>
                <p:cNvSpPr/>
                <p:nvPr/>
              </p:nvSpPr>
              <p:spPr>
                <a:xfrm>
                  <a:off x="11947681" y="3384260"/>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858883"/>
                </a:solidFill>
                <a:ln>
                  <a:noFill/>
                </a:ln>
                <a:effectLst/>
              </p:spPr>
              <p:txBody>
                <a:bodyPr rtlCol="0" anchor="ctr"/>
                <a:lstStyle/>
                <a:p>
                  <a:pPr algn="ctr"/>
                </a:p>
              </p:txBody>
            </p:sp>
            <p:sp>
              <p:nvSpPr>
                <p:cNvPr id="655" name="Cobblestone tile 3,1"/>
                <p:cNvSpPr/>
                <p:nvPr/>
              </p:nvSpPr>
              <p:spPr>
                <a:xfrm>
                  <a:off x="11973807" y="3397323"/>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999B96"/>
                </a:solidFill>
                <a:ln>
                  <a:noFill/>
                </a:ln>
                <a:effectLst/>
              </p:spPr>
              <p:txBody>
                <a:bodyPr rtlCol="0" anchor="ctr"/>
                <a:lstStyle/>
                <a:p>
                  <a:pPr algn="ctr"/>
                </a:p>
              </p:txBody>
            </p:sp>
            <p:sp>
              <p:nvSpPr>
                <p:cNvPr id="656" name="Cobblestone tile 4,1"/>
                <p:cNvSpPr/>
                <p:nvPr/>
              </p:nvSpPr>
              <p:spPr>
                <a:xfrm>
                  <a:off x="11999932" y="3410385"/>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999B96"/>
                </a:solidFill>
                <a:ln>
                  <a:noFill/>
                </a:ln>
                <a:effectLst/>
              </p:spPr>
              <p:txBody>
                <a:bodyPr rtlCol="0" anchor="ctr"/>
                <a:lstStyle/>
                <a:p>
                  <a:pPr algn="ctr"/>
                </a:p>
              </p:txBody>
            </p:sp>
            <p:sp>
              <p:nvSpPr>
                <p:cNvPr id="657" name="Cobblestone tile 5,1"/>
                <p:cNvSpPr/>
                <p:nvPr/>
              </p:nvSpPr>
              <p:spPr>
                <a:xfrm>
                  <a:off x="12026058" y="3423448"/>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696C68"/>
                </a:solidFill>
                <a:ln>
                  <a:noFill/>
                </a:ln>
                <a:effectLst/>
              </p:spPr>
              <p:txBody>
                <a:bodyPr rtlCol="0" anchor="ctr"/>
                <a:lstStyle/>
                <a:p>
                  <a:pPr algn="ctr"/>
                </a:p>
              </p:txBody>
            </p:sp>
            <p:sp>
              <p:nvSpPr>
                <p:cNvPr id="658" name="Cobblestone tile 6,1"/>
                <p:cNvSpPr/>
                <p:nvPr/>
              </p:nvSpPr>
              <p:spPr>
                <a:xfrm>
                  <a:off x="12052184" y="3436511"/>
                  <a:ext cx="49900" cy="24950"/>
                </a:xfrm>
                <a:custGeom>
                  <a:avLst/>
                  <a:gdLst/>
                  <a:ahLst/>
                  <a:cxnLst/>
                  <a:rect l="0" t="0" r="r" b="b"/>
                  <a:pathLst>
                    <a:path w="49900" h="24950">
                      <a:moveTo>
                        <a:pt x="23774" y="0"/>
                      </a:moveTo>
                      <a:lnTo>
                        <a:pt x="49900" y="13063"/>
                      </a:lnTo>
                      <a:lnTo>
                        <a:pt x="26126" y="24950"/>
                      </a:lnTo>
                      <a:lnTo>
                        <a:pt x="0" y="11887"/>
                      </a:lnTo>
                      <a:close/>
                    </a:path>
                  </a:pathLst>
                </a:custGeom>
                <a:solidFill>
                  <a:srgbClr val="999B96"/>
                </a:solidFill>
                <a:ln>
                  <a:noFill/>
                </a:ln>
                <a:effectLst/>
              </p:spPr>
              <p:txBody>
                <a:bodyPr rtlCol="0" anchor="ctr"/>
                <a:lstStyle/>
                <a:p>
                  <a:pPr algn="ctr"/>
                </a:p>
              </p:txBody>
            </p:sp>
            <p:sp>
              <p:nvSpPr>
                <p:cNvPr id="659" name="Cobblestone tile 0,2"/>
                <p:cNvSpPr/>
                <p:nvPr/>
              </p:nvSpPr>
              <p:spPr>
                <a:xfrm>
                  <a:off x="11872570" y="3369564"/>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696C68"/>
                </a:solidFill>
                <a:ln>
                  <a:noFill/>
                </a:ln>
                <a:effectLst/>
              </p:spPr>
              <p:txBody>
                <a:bodyPr rtlCol="0" anchor="ctr"/>
                <a:lstStyle/>
                <a:p>
                  <a:pPr algn="ctr"/>
                </a:p>
              </p:txBody>
            </p:sp>
            <p:sp>
              <p:nvSpPr>
                <p:cNvPr id="660" name="Cobblestone tile 1,2"/>
                <p:cNvSpPr/>
                <p:nvPr/>
              </p:nvSpPr>
              <p:spPr>
                <a:xfrm>
                  <a:off x="11898695" y="3382627"/>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999B96"/>
                </a:solidFill>
                <a:ln>
                  <a:noFill/>
                </a:ln>
                <a:effectLst/>
              </p:spPr>
              <p:txBody>
                <a:bodyPr rtlCol="0" anchor="ctr"/>
                <a:lstStyle/>
                <a:p>
                  <a:pPr algn="ctr"/>
                </a:p>
              </p:txBody>
            </p:sp>
            <p:sp>
              <p:nvSpPr>
                <p:cNvPr id="661" name="Cobblestone tile 2,2"/>
                <p:cNvSpPr/>
                <p:nvPr/>
              </p:nvSpPr>
              <p:spPr>
                <a:xfrm>
                  <a:off x="11924821" y="3395690"/>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AAACA7"/>
                </a:solidFill>
                <a:ln>
                  <a:noFill/>
                </a:ln>
                <a:effectLst/>
              </p:spPr>
              <p:txBody>
                <a:bodyPr rtlCol="0" anchor="ctr"/>
                <a:lstStyle/>
                <a:p>
                  <a:pPr algn="ctr"/>
                </a:p>
              </p:txBody>
            </p:sp>
            <p:sp>
              <p:nvSpPr>
                <p:cNvPr id="662" name="Cobblestone tile 3,2"/>
                <p:cNvSpPr/>
                <p:nvPr/>
              </p:nvSpPr>
              <p:spPr>
                <a:xfrm>
                  <a:off x="11950947" y="3408753"/>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858883"/>
                </a:solidFill>
                <a:ln>
                  <a:noFill/>
                </a:ln>
                <a:effectLst/>
              </p:spPr>
              <p:txBody>
                <a:bodyPr rtlCol="0" anchor="ctr"/>
                <a:lstStyle/>
                <a:p>
                  <a:pPr algn="ctr"/>
                </a:p>
              </p:txBody>
            </p:sp>
            <p:sp>
              <p:nvSpPr>
                <p:cNvPr id="663" name="Cobblestone tile 4,2"/>
                <p:cNvSpPr/>
                <p:nvPr/>
              </p:nvSpPr>
              <p:spPr>
                <a:xfrm>
                  <a:off x="11977072" y="3421815"/>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AAACA7"/>
                </a:solidFill>
                <a:ln>
                  <a:noFill/>
                </a:ln>
                <a:effectLst/>
              </p:spPr>
              <p:txBody>
                <a:bodyPr rtlCol="0" anchor="ctr"/>
                <a:lstStyle/>
                <a:p>
                  <a:pPr algn="ctr"/>
                </a:p>
              </p:txBody>
            </p:sp>
            <p:sp>
              <p:nvSpPr>
                <p:cNvPr id="664" name="Cobblestone tile 5,2"/>
                <p:cNvSpPr/>
                <p:nvPr/>
              </p:nvSpPr>
              <p:spPr>
                <a:xfrm>
                  <a:off x="12003198" y="3434878"/>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858883"/>
                </a:solidFill>
                <a:ln>
                  <a:noFill/>
                </a:ln>
                <a:effectLst/>
              </p:spPr>
              <p:txBody>
                <a:bodyPr rtlCol="0" anchor="ctr"/>
                <a:lstStyle/>
                <a:p>
                  <a:pPr algn="ctr"/>
                </a:p>
              </p:txBody>
            </p:sp>
            <p:sp>
              <p:nvSpPr>
                <p:cNvPr id="665" name="Cobblestone tile 6,2"/>
                <p:cNvSpPr/>
                <p:nvPr/>
              </p:nvSpPr>
              <p:spPr>
                <a:xfrm>
                  <a:off x="12029324" y="3447941"/>
                  <a:ext cx="49900" cy="24950"/>
                </a:xfrm>
                <a:custGeom>
                  <a:avLst/>
                  <a:gdLst/>
                  <a:ahLst/>
                  <a:cxnLst/>
                  <a:rect l="0" t="0" r="r" b="b"/>
                  <a:pathLst>
                    <a:path w="49900" h="24950">
                      <a:moveTo>
                        <a:pt x="23774" y="0"/>
                      </a:moveTo>
                      <a:lnTo>
                        <a:pt x="49900" y="13063"/>
                      </a:lnTo>
                      <a:lnTo>
                        <a:pt x="26126" y="24950"/>
                      </a:lnTo>
                      <a:lnTo>
                        <a:pt x="0" y="11887"/>
                      </a:lnTo>
                      <a:close/>
                    </a:path>
                  </a:pathLst>
                </a:custGeom>
                <a:solidFill>
                  <a:srgbClr val="AAACA7"/>
                </a:solidFill>
                <a:ln>
                  <a:noFill/>
                </a:ln>
                <a:effectLst/>
              </p:spPr>
              <p:txBody>
                <a:bodyPr rtlCol="0" anchor="ctr"/>
                <a:lstStyle/>
                <a:p>
                  <a:pPr algn="ctr"/>
                </a:p>
              </p:txBody>
            </p:sp>
            <p:sp>
              <p:nvSpPr>
                <p:cNvPr id="666" name="Cobblestone tile 0,3"/>
                <p:cNvSpPr/>
                <p:nvPr/>
              </p:nvSpPr>
              <p:spPr>
                <a:xfrm>
                  <a:off x="11849710" y="3380994"/>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AAACA7"/>
                </a:solidFill>
                <a:ln>
                  <a:noFill/>
                </a:ln>
                <a:effectLst/>
              </p:spPr>
              <p:txBody>
                <a:bodyPr rtlCol="0" anchor="ctr"/>
                <a:lstStyle/>
                <a:p>
                  <a:pPr algn="ctr"/>
                </a:p>
              </p:txBody>
            </p:sp>
            <p:sp>
              <p:nvSpPr>
                <p:cNvPr id="667" name="Cobblestone tile 1,3"/>
                <p:cNvSpPr/>
                <p:nvPr/>
              </p:nvSpPr>
              <p:spPr>
                <a:xfrm>
                  <a:off x="11875835" y="3394057"/>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858883"/>
                </a:solidFill>
                <a:ln>
                  <a:noFill/>
                </a:ln>
                <a:effectLst/>
              </p:spPr>
              <p:txBody>
                <a:bodyPr rtlCol="0" anchor="ctr"/>
                <a:lstStyle/>
                <a:p>
                  <a:pPr algn="ctr"/>
                </a:p>
              </p:txBody>
            </p:sp>
            <p:sp>
              <p:nvSpPr>
                <p:cNvPr id="668" name="Cobblestone tile 2,3"/>
                <p:cNvSpPr/>
                <p:nvPr/>
              </p:nvSpPr>
              <p:spPr>
                <a:xfrm>
                  <a:off x="11901961" y="3407120"/>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AAACA7"/>
                </a:solidFill>
                <a:ln>
                  <a:noFill/>
                </a:ln>
                <a:effectLst/>
              </p:spPr>
              <p:txBody>
                <a:bodyPr rtlCol="0" anchor="ctr"/>
                <a:lstStyle/>
                <a:p>
                  <a:pPr algn="ctr"/>
                </a:p>
              </p:txBody>
            </p:sp>
            <p:sp>
              <p:nvSpPr>
                <p:cNvPr id="669" name="Cobblestone tile 3,3"/>
                <p:cNvSpPr/>
                <p:nvPr/>
              </p:nvSpPr>
              <p:spPr>
                <a:xfrm>
                  <a:off x="11928087" y="3420183"/>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858883"/>
                </a:solidFill>
                <a:ln>
                  <a:noFill/>
                </a:ln>
                <a:effectLst/>
              </p:spPr>
              <p:txBody>
                <a:bodyPr rtlCol="0" anchor="ctr"/>
                <a:lstStyle/>
                <a:p>
                  <a:pPr algn="ctr"/>
                </a:p>
              </p:txBody>
            </p:sp>
            <p:sp>
              <p:nvSpPr>
                <p:cNvPr id="670" name="Cobblestone tile 4,3"/>
                <p:cNvSpPr/>
                <p:nvPr/>
              </p:nvSpPr>
              <p:spPr>
                <a:xfrm>
                  <a:off x="11954212" y="3433245"/>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7B7D79"/>
                </a:solidFill>
                <a:ln>
                  <a:noFill/>
                </a:ln>
                <a:effectLst/>
              </p:spPr>
              <p:txBody>
                <a:bodyPr rtlCol="0" anchor="ctr"/>
                <a:lstStyle/>
                <a:p>
                  <a:pPr algn="ctr"/>
                </a:p>
              </p:txBody>
            </p:sp>
            <p:sp>
              <p:nvSpPr>
                <p:cNvPr id="671" name="Cobblestone tile 5,3"/>
                <p:cNvSpPr/>
                <p:nvPr/>
              </p:nvSpPr>
              <p:spPr>
                <a:xfrm>
                  <a:off x="11980338" y="3446308"/>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858883"/>
                </a:solidFill>
                <a:ln>
                  <a:noFill/>
                </a:ln>
                <a:effectLst/>
              </p:spPr>
              <p:txBody>
                <a:bodyPr rtlCol="0" anchor="ctr"/>
                <a:lstStyle/>
                <a:p>
                  <a:pPr algn="ctr"/>
                </a:p>
              </p:txBody>
            </p:sp>
            <p:sp>
              <p:nvSpPr>
                <p:cNvPr id="672" name="Cobblestone tile 6,3"/>
                <p:cNvSpPr/>
                <p:nvPr/>
              </p:nvSpPr>
              <p:spPr>
                <a:xfrm>
                  <a:off x="12006464" y="3459371"/>
                  <a:ext cx="49900" cy="24950"/>
                </a:xfrm>
                <a:custGeom>
                  <a:avLst/>
                  <a:gdLst/>
                  <a:ahLst/>
                  <a:cxnLst/>
                  <a:rect l="0" t="0" r="r" b="b"/>
                  <a:pathLst>
                    <a:path w="49900" h="24950">
                      <a:moveTo>
                        <a:pt x="23774" y="0"/>
                      </a:moveTo>
                      <a:lnTo>
                        <a:pt x="49900" y="13063"/>
                      </a:lnTo>
                      <a:lnTo>
                        <a:pt x="26126" y="24950"/>
                      </a:lnTo>
                      <a:lnTo>
                        <a:pt x="0" y="11887"/>
                      </a:lnTo>
                      <a:close/>
                    </a:path>
                  </a:pathLst>
                </a:custGeom>
                <a:solidFill>
                  <a:srgbClr val="7B7D79"/>
                </a:solidFill>
                <a:ln>
                  <a:noFill/>
                </a:ln>
                <a:effectLst/>
              </p:spPr>
              <p:txBody>
                <a:bodyPr rtlCol="0" anchor="ctr"/>
                <a:lstStyle/>
                <a:p>
                  <a:pPr algn="ctr"/>
                </a:p>
              </p:txBody>
            </p:sp>
            <p:sp>
              <p:nvSpPr>
                <p:cNvPr id="673" name="Cobblestone tile 0,4"/>
                <p:cNvSpPr/>
                <p:nvPr/>
              </p:nvSpPr>
              <p:spPr>
                <a:xfrm>
                  <a:off x="11826850" y="3392424"/>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7B7D79"/>
                </a:solidFill>
                <a:ln>
                  <a:noFill/>
                </a:ln>
                <a:effectLst/>
              </p:spPr>
              <p:txBody>
                <a:bodyPr rtlCol="0" anchor="ctr"/>
                <a:lstStyle/>
                <a:p>
                  <a:pPr algn="ctr"/>
                </a:p>
              </p:txBody>
            </p:sp>
            <p:sp>
              <p:nvSpPr>
                <p:cNvPr id="674" name="Cobblestone tile 1,4"/>
                <p:cNvSpPr/>
                <p:nvPr/>
              </p:nvSpPr>
              <p:spPr>
                <a:xfrm>
                  <a:off x="11852975" y="3405487"/>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696C68"/>
                </a:solidFill>
                <a:ln>
                  <a:noFill/>
                </a:ln>
                <a:effectLst/>
              </p:spPr>
              <p:txBody>
                <a:bodyPr rtlCol="0" anchor="ctr"/>
                <a:lstStyle/>
                <a:p>
                  <a:pPr algn="ctr"/>
                </a:p>
              </p:txBody>
            </p:sp>
            <p:sp>
              <p:nvSpPr>
                <p:cNvPr id="675" name="Cobblestone tile 2,4"/>
                <p:cNvSpPr/>
                <p:nvPr/>
              </p:nvSpPr>
              <p:spPr>
                <a:xfrm>
                  <a:off x="11879101" y="3418550"/>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858883"/>
                </a:solidFill>
                <a:ln>
                  <a:noFill/>
                </a:ln>
                <a:effectLst/>
              </p:spPr>
              <p:txBody>
                <a:bodyPr rtlCol="0" anchor="ctr"/>
                <a:lstStyle/>
                <a:p>
                  <a:pPr algn="ctr"/>
                </a:p>
              </p:txBody>
            </p:sp>
            <p:sp>
              <p:nvSpPr>
                <p:cNvPr id="676" name="Cobblestone tile 3,4"/>
                <p:cNvSpPr/>
                <p:nvPr/>
              </p:nvSpPr>
              <p:spPr>
                <a:xfrm>
                  <a:off x="11905227" y="3431613"/>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696C68"/>
                </a:solidFill>
                <a:ln>
                  <a:noFill/>
                </a:ln>
                <a:effectLst/>
              </p:spPr>
              <p:txBody>
                <a:bodyPr rtlCol="0" anchor="ctr"/>
                <a:lstStyle/>
                <a:p>
                  <a:pPr algn="ctr"/>
                </a:p>
              </p:txBody>
            </p:sp>
            <p:sp>
              <p:nvSpPr>
                <p:cNvPr id="677" name="Cobblestone tile 4,4"/>
                <p:cNvSpPr/>
                <p:nvPr/>
              </p:nvSpPr>
              <p:spPr>
                <a:xfrm>
                  <a:off x="11931352" y="3444675"/>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858883"/>
                </a:solidFill>
                <a:ln>
                  <a:noFill/>
                </a:ln>
                <a:effectLst/>
              </p:spPr>
              <p:txBody>
                <a:bodyPr rtlCol="0" anchor="ctr"/>
                <a:lstStyle/>
                <a:p>
                  <a:pPr algn="ctr"/>
                </a:p>
              </p:txBody>
            </p:sp>
            <p:sp>
              <p:nvSpPr>
                <p:cNvPr id="678" name="Cobblestone tile 5,4"/>
                <p:cNvSpPr/>
                <p:nvPr/>
              </p:nvSpPr>
              <p:spPr>
                <a:xfrm>
                  <a:off x="11957478" y="3457738"/>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858883"/>
                </a:solidFill>
                <a:ln>
                  <a:noFill/>
                </a:ln>
                <a:effectLst/>
              </p:spPr>
              <p:txBody>
                <a:bodyPr rtlCol="0" anchor="ctr"/>
                <a:lstStyle/>
                <a:p>
                  <a:pPr algn="ctr"/>
                </a:p>
              </p:txBody>
            </p:sp>
            <p:sp>
              <p:nvSpPr>
                <p:cNvPr id="679" name="Cobblestone tile 6,4"/>
                <p:cNvSpPr/>
                <p:nvPr/>
              </p:nvSpPr>
              <p:spPr>
                <a:xfrm>
                  <a:off x="11983604" y="3470801"/>
                  <a:ext cx="49900" cy="24950"/>
                </a:xfrm>
                <a:custGeom>
                  <a:avLst/>
                  <a:gdLst/>
                  <a:ahLst/>
                  <a:cxnLst/>
                  <a:rect l="0" t="0" r="r" b="b"/>
                  <a:pathLst>
                    <a:path w="49900" h="24950">
                      <a:moveTo>
                        <a:pt x="23774" y="0"/>
                      </a:moveTo>
                      <a:lnTo>
                        <a:pt x="49900" y="13063"/>
                      </a:lnTo>
                      <a:lnTo>
                        <a:pt x="26126" y="24950"/>
                      </a:lnTo>
                      <a:lnTo>
                        <a:pt x="0" y="11887"/>
                      </a:lnTo>
                      <a:close/>
                    </a:path>
                  </a:pathLst>
                </a:custGeom>
                <a:solidFill>
                  <a:srgbClr val="7B7D79"/>
                </a:solidFill>
                <a:ln>
                  <a:noFill/>
                </a:ln>
                <a:effectLst/>
              </p:spPr>
              <p:txBody>
                <a:bodyPr rtlCol="0" anchor="ctr"/>
                <a:lstStyle/>
                <a:p>
                  <a:pPr algn="ctr"/>
                </a:p>
              </p:txBody>
            </p:sp>
            <p:sp>
              <p:nvSpPr>
                <p:cNvPr id="680" name="Cobblestone tile 0,5"/>
                <p:cNvSpPr/>
                <p:nvPr/>
              </p:nvSpPr>
              <p:spPr>
                <a:xfrm>
                  <a:off x="11803990" y="3403854"/>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7B7D79"/>
                </a:solidFill>
                <a:ln>
                  <a:noFill/>
                </a:ln>
                <a:effectLst/>
              </p:spPr>
              <p:txBody>
                <a:bodyPr rtlCol="0" anchor="ctr"/>
                <a:lstStyle/>
                <a:p>
                  <a:pPr algn="ctr"/>
                </a:p>
              </p:txBody>
            </p:sp>
            <p:sp>
              <p:nvSpPr>
                <p:cNvPr id="681" name="Cobblestone tile 1,5"/>
                <p:cNvSpPr/>
                <p:nvPr/>
              </p:nvSpPr>
              <p:spPr>
                <a:xfrm>
                  <a:off x="11830115" y="3416917"/>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7B7D79"/>
                </a:solidFill>
                <a:ln>
                  <a:noFill/>
                </a:ln>
                <a:effectLst/>
              </p:spPr>
              <p:txBody>
                <a:bodyPr rtlCol="0" anchor="ctr"/>
                <a:lstStyle/>
                <a:p>
                  <a:pPr algn="ctr"/>
                </a:p>
              </p:txBody>
            </p:sp>
            <p:sp>
              <p:nvSpPr>
                <p:cNvPr id="682" name="Cobblestone tile 2,5"/>
                <p:cNvSpPr/>
                <p:nvPr/>
              </p:nvSpPr>
              <p:spPr>
                <a:xfrm>
                  <a:off x="11856241" y="3429980"/>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858883"/>
                </a:solidFill>
                <a:ln>
                  <a:noFill/>
                </a:ln>
                <a:effectLst/>
              </p:spPr>
              <p:txBody>
                <a:bodyPr rtlCol="0" anchor="ctr"/>
                <a:lstStyle/>
                <a:p>
                  <a:pPr algn="ctr"/>
                </a:p>
              </p:txBody>
            </p:sp>
            <p:sp>
              <p:nvSpPr>
                <p:cNvPr id="683" name="Cobblestone tile 3,5"/>
                <p:cNvSpPr/>
                <p:nvPr/>
              </p:nvSpPr>
              <p:spPr>
                <a:xfrm>
                  <a:off x="11882367" y="3443043"/>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696C68"/>
                </a:solidFill>
                <a:ln>
                  <a:noFill/>
                </a:ln>
                <a:effectLst/>
              </p:spPr>
              <p:txBody>
                <a:bodyPr rtlCol="0" anchor="ctr"/>
                <a:lstStyle/>
                <a:p>
                  <a:pPr algn="ctr"/>
                </a:p>
              </p:txBody>
            </p:sp>
            <p:sp>
              <p:nvSpPr>
                <p:cNvPr id="684" name="Cobblestone tile 4,5"/>
                <p:cNvSpPr/>
                <p:nvPr/>
              </p:nvSpPr>
              <p:spPr>
                <a:xfrm>
                  <a:off x="11908492" y="3456105"/>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AAACA7"/>
                </a:solidFill>
                <a:ln>
                  <a:noFill/>
                </a:ln>
                <a:effectLst/>
              </p:spPr>
              <p:txBody>
                <a:bodyPr rtlCol="0" anchor="ctr"/>
                <a:lstStyle/>
                <a:p>
                  <a:pPr algn="ctr"/>
                </a:p>
              </p:txBody>
            </p:sp>
            <p:sp>
              <p:nvSpPr>
                <p:cNvPr id="685" name="Cobblestone tile 5,5"/>
                <p:cNvSpPr/>
                <p:nvPr/>
              </p:nvSpPr>
              <p:spPr>
                <a:xfrm>
                  <a:off x="11934618" y="3469168"/>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AAACA7"/>
                </a:solidFill>
                <a:ln>
                  <a:noFill/>
                </a:ln>
                <a:effectLst/>
              </p:spPr>
              <p:txBody>
                <a:bodyPr rtlCol="0" anchor="ctr"/>
                <a:lstStyle/>
                <a:p>
                  <a:pPr algn="ctr"/>
                </a:p>
              </p:txBody>
            </p:sp>
            <p:sp>
              <p:nvSpPr>
                <p:cNvPr id="686" name="Cobblestone tile 6,5"/>
                <p:cNvSpPr/>
                <p:nvPr/>
              </p:nvSpPr>
              <p:spPr>
                <a:xfrm>
                  <a:off x="11960744" y="3482231"/>
                  <a:ext cx="49900" cy="24950"/>
                </a:xfrm>
                <a:custGeom>
                  <a:avLst/>
                  <a:gdLst/>
                  <a:ahLst/>
                  <a:cxnLst/>
                  <a:rect l="0" t="0" r="r" b="b"/>
                  <a:pathLst>
                    <a:path w="49900" h="24950">
                      <a:moveTo>
                        <a:pt x="23774" y="0"/>
                      </a:moveTo>
                      <a:lnTo>
                        <a:pt x="49900" y="13063"/>
                      </a:lnTo>
                      <a:lnTo>
                        <a:pt x="26126" y="24950"/>
                      </a:lnTo>
                      <a:lnTo>
                        <a:pt x="0" y="11887"/>
                      </a:lnTo>
                      <a:close/>
                    </a:path>
                  </a:pathLst>
                </a:custGeom>
                <a:solidFill>
                  <a:srgbClr val="7B7D79"/>
                </a:solidFill>
                <a:ln>
                  <a:noFill/>
                </a:ln>
                <a:effectLst/>
              </p:spPr>
              <p:txBody>
                <a:bodyPr rtlCol="0" anchor="ctr"/>
                <a:lstStyle/>
                <a:p>
                  <a:pPr algn="ctr"/>
                </a:p>
              </p:txBody>
            </p:sp>
            <p:sp>
              <p:nvSpPr>
                <p:cNvPr id="687" name="Cobblestone tile 0,6"/>
                <p:cNvSpPr/>
                <p:nvPr/>
              </p:nvSpPr>
              <p:spPr>
                <a:xfrm>
                  <a:off x="11781130" y="3415284"/>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858883"/>
                </a:solidFill>
                <a:ln>
                  <a:noFill/>
                </a:ln>
                <a:effectLst/>
              </p:spPr>
              <p:txBody>
                <a:bodyPr rtlCol="0" anchor="ctr"/>
                <a:lstStyle/>
                <a:p>
                  <a:pPr algn="ctr"/>
                </a:p>
              </p:txBody>
            </p:sp>
            <p:sp>
              <p:nvSpPr>
                <p:cNvPr id="688" name="Cobblestone tile 1,6"/>
                <p:cNvSpPr/>
                <p:nvPr/>
              </p:nvSpPr>
              <p:spPr>
                <a:xfrm>
                  <a:off x="11807255" y="3428347"/>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7B7D79"/>
                </a:solidFill>
                <a:ln>
                  <a:noFill/>
                </a:ln>
                <a:effectLst/>
              </p:spPr>
              <p:txBody>
                <a:bodyPr rtlCol="0" anchor="ctr"/>
                <a:lstStyle/>
                <a:p>
                  <a:pPr algn="ctr"/>
                </a:p>
              </p:txBody>
            </p:sp>
            <p:sp>
              <p:nvSpPr>
                <p:cNvPr id="689" name="Cobblestone tile 2,6"/>
                <p:cNvSpPr/>
                <p:nvPr/>
              </p:nvSpPr>
              <p:spPr>
                <a:xfrm>
                  <a:off x="11833381" y="3441410"/>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858883"/>
                </a:solidFill>
                <a:ln>
                  <a:noFill/>
                </a:ln>
                <a:effectLst/>
              </p:spPr>
              <p:txBody>
                <a:bodyPr rtlCol="0" anchor="ctr"/>
                <a:lstStyle/>
                <a:p>
                  <a:pPr algn="ctr"/>
                </a:p>
              </p:txBody>
            </p:sp>
            <p:sp>
              <p:nvSpPr>
                <p:cNvPr id="690" name="Cobblestone tile 3,6"/>
                <p:cNvSpPr/>
                <p:nvPr/>
              </p:nvSpPr>
              <p:spPr>
                <a:xfrm>
                  <a:off x="11859507" y="3454473"/>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999B96"/>
                </a:solidFill>
                <a:ln>
                  <a:noFill/>
                </a:ln>
                <a:effectLst/>
              </p:spPr>
              <p:txBody>
                <a:bodyPr rtlCol="0" anchor="ctr"/>
                <a:lstStyle/>
                <a:p>
                  <a:pPr algn="ctr"/>
                </a:p>
              </p:txBody>
            </p:sp>
            <p:sp>
              <p:nvSpPr>
                <p:cNvPr id="691" name="Cobblestone tile 4,6"/>
                <p:cNvSpPr/>
                <p:nvPr/>
              </p:nvSpPr>
              <p:spPr>
                <a:xfrm>
                  <a:off x="11885632" y="3467535"/>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AAACA7"/>
                </a:solidFill>
                <a:ln>
                  <a:noFill/>
                </a:ln>
                <a:effectLst/>
              </p:spPr>
              <p:txBody>
                <a:bodyPr rtlCol="0" anchor="ctr"/>
                <a:lstStyle/>
                <a:p>
                  <a:pPr algn="ctr"/>
                </a:p>
              </p:txBody>
            </p:sp>
            <p:sp>
              <p:nvSpPr>
                <p:cNvPr id="692" name="Cobblestone tile 5,6"/>
                <p:cNvSpPr/>
                <p:nvPr/>
              </p:nvSpPr>
              <p:spPr>
                <a:xfrm>
                  <a:off x="11911758" y="3480598"/>
                  <a:ext cx="50945" cy="25473"/>
                </a:xfrm>
                <a:custGeom>
                  <a:avLst/>
                  <a:gdLst/>
                  <a:ahLst/>
                  <a:cxnLst/>
                  <a:rect l="0" t="0" r="r" b="b"/>
                  <a:pathLst>
                    <a:path w="50945" h="25473">
                      <a:moveTo>
                        <a:pt x="23774" y="0"/>
                      </a:moveTo>
                      <a:lnTo>
                        <a:pt x="50945" y="13585"/>
                      </a:lnTo>
                      <a:lnTo>
                        <a:pt x="27171" y="25473"/>
                      </a:lnTo>
                      <a:lnTo>
                        <a:pt x="0" y="11887"/>
                      </a:lnTo>
                      <a:close/>
                    </a:path>
                  </a:pathLst>
                </a:custGeom>
                <a:solidFill>
                  <a:srgbClr val="696C68"/>
                </a:solidFill>
                <a:ln>
                  <a:noFill/>
                </a:ln>
                <a:effectLst/>
              </p:spPr>
              <p:txBody>
                <a:bodyPr rtlCol="0" anchor="ctr"/>
                <a:lstStyle/>
                <a:p>
                  <a:pPr algn="ctr"/>
                </a:p>
              </p:txBody>
            </p:sp>
            <p:sp>
              <p:nvSpPr>
                <p:cNvPr id="693" name="Cobblestone tile 6,6"/>
                <p:cNvSpPr/>
                <p:nvPr/>
              </p:nvSpPr>
              <p:spPr>
                <a:xfrm>
                  <a:off x="11937884" y="3493661"/>
                  <a:ext cx="49900" cy="24950"/>
                </a:xfrm>
                <a:custGeom>
                  <a:avLst/>
                  <a:gdLst/>
                  <a:ahLst/>
                  <a:cxnLst/>
                  <a:rect l="0" t="0" r="r" b="b"/>
                  <a:pathLst>
                    <a:path w="49900" h="24950">
                      <a:moveTo>
                        <a:pt x="23774" y="0"/>
                      </a:moveTo>
                      <a:lnTo>
                        <a:pt x="49900" y="13063"/>
                      </a:lnTo>
                      <a:lnTo>
                        <a:pt x="26126" y="24950"/>
                      </a:lnTo>
                      <a:lnTo>
                        <a:pt x="0" y="11887"/>
                      </a:lnTo>
                      <a:close/>
                    </a:path>
                  </a:pathLst>
                </a:custGeom>
                <a:solidFill>
                  <a:srgbClr val="999B96"/>
                </a:solidFill>
                <a:ln>
                  <a:noFill/>
                </a:ln>
                <a:effectLst/>
              </p:spPr>
              <p:txBody>
                <a:bodyPr rtlCol="0" anchor="ctr"/>
                <a:lstStyle/>
                <a:p>
                  <a:pPr algn="ctr"/>
                </a:p>
              </p:txBody>
            </p:sp>
            <p:sp>
              <p:nvSpPr>
                <p:cNvPr id="694" name="Cobblestone tile 0,7"/>
                <p:cNvSpPr/>
                <p:nvPr/>
              </p:nvSpPr>
              <p:spPr>
                <a:xfrm>
                  <a:off x="11759184" y="3426714"/>
                  <a:ext cx="50031" cy="25015"/>
                </a:xfrm>
                <a:custGeom>
                  <a:avLst/>
                  <a:gdLst/>
                  <a:ahLst/>
                  <a:cxnLst/>
                  <a:rect l="0" t="0" r="r" b="b"/>
                  <a:pathLst>
                    <a:path w="50031" h="25015">
                      <a:moveTo>
                        <a:pt x="22860" y="0"/>
                      </a:moveTo>
                      <a:lnTo>
                        <a:pt x="50031" y="13585"/>
                      </a:lnTo>
                      <a:lnTo>
                        <a:pt x="27171" y="25015"/>
                      </a:lnTo>
                      <a:lnTo>
                        <a:pt x="0" y="11430"/>
                      </a:lnTo>
                      <a:close/>
                    </a:path>
                  </a:pathLst>
                </a:custGeom>
                <a:solidFill>
                  <a:srgbClr val="7B7D79"/>
                </a:solidFill>
                <a:ln>
                  <a:noFill/>
                </a:ln>
                <a:effectLst/>
              </p:spPr>
              <p:txBody>
                <a:bodyPr rtlCol="0" anchor="ctr"/>
                <a:lstStyle/>
                <a:p>
                  <a:pPr algn="ctr"/>
                </a:p>
              </p:txBody>
            </p:sp>
            <p:sp>
              <p:nvSpPr>
                <p:cNvPr id="695" name="Cobblestone tile 1,7"/>
                <p:cNvSpPr/>
                <p:nvPr/>
              </p:nvSpPr>
              <p:spPr>
                <a:xfrm>
                  <a:off x="11785310" y="3439777"/>
                  <a:ext cx="50031" cy="25015"/>
                </a:xfrm>
                <a:custGeom>
                  <a:avLst/>
                  <a:gdLst/>
                  <a:ahLst/>
                  <a:cxnLst/>
                  <a:rect l="0" t="0" r="r" b="b"/>
                  <a:pathLst>
                    <a:path w="50031" h="25015">
                      <a:moveTo>
                        <a:pt x="22860" y="0"/>
                      </a:moveTo>
                      <a:lnTo>
                        <a:pt x="50031" y="13585"/>
                      </a:lnTo>
                      <a:lnTo>
                        <a:pt x="27171" y="25015"/>
                      </a:lnTo>
                      <a:lnTo>
                        <a:pt x="0" y="11430"/>
                      </a:lnTo>
                      <a:close/>
                    </a:path>
                  </a:pathLst>
                </a:custGeom>
                <a:solidFill>
                  <a:srgbClr val="999B96"/>
                </a:solidFill>
                <a:ln>
                  <a:noFill/>
                </a:ln>
                <a:effectLst/>
              </p:spPr>
              <p:txBody>
                <a:bodyPr rtlCol="0" anchor="ctr"/>
                <a:lstStyle/>
                <a:p>
                  <a:pPr algn="ctr"/>
                </a:p>
              </p:txBody>
            </p:sp>
            <p:sp>
              <p:nvSpPr>
                <p:cNvPr id="696" name="Cobblestone tile 2,7"/>
                <p:cNvSpPr/>
                <p:nvPr/>
              </p:nvSpPr>
              <p:spPr>
                <a:xfrm>
                  <a:off x="11811435" y="3452840"/>
                  <a:ext cx="50031" cy="25015"/>
                </a:xfrm>
                <a:custGeom>
                  <a:avLst/>
                  <a:gdLst/>
                  <a:ahLst/>
                  <a:cxnLst/>
                  <a:rect l="0" t="0" r="r" b="b"/>
                  <a:pathLst>
                    <a:path w="50031" h="25015">
                      <a:moveTo>
                        <a:pt x="22860" y="0"/>
                      </a:moveTo>
                      <a:lnTo>
                        <a:pt x="50031" y="13585"/>
                      </a:lnTo>
                      <a:lnTo>
                        <a:pt x="27171" y="25015"/>
                      </a:lnTo>
                      <a:lnTo>
                        <a:pt x="0" y="11430"/>
                      </a:lnTo>
                      <a:close/>
                    </a:path>
                  </a:pathLst>
                </a:custGeom>
                <a:solidFill>
                  <a:srgbClr val="AAACA7"/>
                </a:solidFill>
                <a:ln>
                  <a:noFill/>
                </a:ln>
                <a:effectLst/>
              </p:spPr>
              <p:txBody>
                <a:bodyPr rtlCol="0" anchor="ctr"/>
                <a:lstStyle/>
                <a:p>
                  <a:pPr algn="ctr"/>
                </a:p>
              </p:txBody>
            </p:sp>
            <p:sp>
              <p:nvSpPr>
                <p:cNvPr id="697" name="Cobblestone tile 3,7"/>
                <p:cNvSpPr/>
                <p:nvPr/>
              </p:nvSpPr>
              <p:spPr>
                <a:xfrm>
                  <a:off x="11837561" y="3465903"/>
                  <a:ext cx="50031" cy="25015"/>
                </a:xfrm>
                <a:custGeom>
                  <a:avLst/>
                  <a:gdLst/>
                  <a:ahLst/>
                  <a:cxnLst/>
                  <a:rect l="0" t="0" r="r" b="b"/>
                  <a:pathLst>
                    <a:path w="50031" h="25015">
                      <a:moveTo>
                        <a:pt x="22860" y="0"/>
                      </a:moveTo>
                      <a:lnTo>
                        <a:pt x="50031" y="13585"/>
                      </a:lnTo>
                      <a:lnTo>
                        <a:pt x="27171" y="25015"/>
                      </a:lnTo>
                      <a:lnTo>
                        <a:pt x="0" y="11430"/>
                      </a:lnTo>
                      <a:close/>
                    </a:path>
                  </a:pathLst>
                </a:custGeom>
                <a:solidFill>
                  <a:srgbClr val="7B7D79"/>
                </a:solidFill>
                <a:ln>
                  <a:noFill/>
                </a:ln>
                <a:effectLst/>
              </p:spPr>
              <p:txBody>
                <a:bodyPr rtlCol="0" anchor="ctr"/>
                <a:lstStyle/>
                <a:p>
                  <a:pPr algn="ctr"/>
                </a:p>
              </p:txBody>
            </p:sp>
            <p:sp>
              <p:nvSpPr>
                <p:cNvPr id="698" name="Cobblestone tile 4,7"/>
                <p:cNvSpPr/>
                <p:nvPr/>
              </p:nvSpPr>
              <p:spPr>
                <a:xfrm>
                  <a:off x="11863687" y="3478965"/>
                  <a:ext cx="50031" cy="25015"/>
                </a:xfrm>
                <a:custGeom>
                  <a:avLst/>
                  <a:gdLst/>
                  <a:ahLst/>
                  <a:cxnLst/>
                  <a:rect l="0" t="0" r="r" b="b"/>
                  <a:pathLst>
                    <a:path w="50031" h="25015">
                      <a:moveTo>
                        <a:pt x="22860" y="0"/>
                      </a:moveTo>
                      <a:lnTo>
                        <a:pt x="50031" y="13585"/>
                      </a:lnTo>
                      <a:lnTo>
                        <a:pt x="27171" y="25015"/>
                      </a:lnTo>
                      <a:lnTo>
                        <a:pt x="0" y="11430"/>
                      </a:lnTo>
                      <a:close/>
                    </a:path>
                  </a:pathLst>
                </a:custGeom>
                <a:solidFill>
                  <a:srgbClr val="696C68"/>
                </a:solidFill>
                <a:ln>
                  <a:noFill/>
                </a:ln>
                <a:effectLst/>
              </p:spPr>
              <p:txBody>
                <a:bodyPr rtlCol="0" anchor="ctr"/>
                <a:lstStyle/>
                <a:p>
                  <a:pPr algn="ctr"/>
                </a:p>
              </p:txBody>
            </p:sp>
            <p:sp>
              <p:nvSpPr>
                <p:cNvPr id="699" name="Cobblestone tile 5,7"/>
                <p:cNvSpPr/>
                <p:nvPr/>
              </p:nvSpPr>
              <p:spPr>
                <a:xfrm>
                  <a:off x="11889813" y="3492028"/>
                  <a:ext cx="50031" cy="25015"/>
                </a:xfrm>
                <a:custGeom>
                  <a:avLst/>
                  <a:gdLst/>
                  <a:ahLst/>
                  <a:cxnLst/>
                  <a:rect l="0" t="0" r="r" b="b"/>
                  <a:pathLst>
                    <a:path w="50031" h="25015">
                      <a:moveTo>
                        <a:pt x="22860" y="0"/>
                      </a:moveTo>
                      <a:lnTo>
                        <a:pt x="50031" y="13585"/>
                      </a:lnTo>
                      <a:lnTo>
                        <a:pt x="27171" y="25015"/>
                      </a:lnTo>
                      <a:lnTo>
                        <a:pt x="0" y="11430"/>
                      </a:lnTo>
                      <a:close/>
                    </a:path>
                  </a:pathLst>
                </a:custGeom>
                <a:solidFill>
                  <a:srgbClr val="7B7D79"/>
                </a:solidFill>
                <a:ln>
                  <a:noFill/>
                </a:ln>
                <a:effectLst/>
              </p:spPr>
              <p:txBody>
                <a:bodyPr rtlCol="0" anchor="ctr"/>
                <a:lstStyle/>
                <a:p>
                  <a:pPr algn="ctr"/>
                </a:p>
              </p:txBody>
            </p:sp>
            <p:sp>
              <p:nvSpPr>
                <p:cNvPr id="700" name="Cobblestone tile 6,7"/>
                <p:cNvSpPr/>
                <p:nvPr/>
              </p:nvSpPr>
              <p:spPr>
                <a:xfrm>
                  <a:off x="11915938" y="3505091"/>
                  <a:ext cx="48986" cy="24493"/>
                </a:xfrm>
                <a:custGeom>
                  <a:avLst/>
                  <a:gdLst/>
                  <a:ahLst/>
                  <a:cxnLst/>
                  <a:rect l="0" t="0" r="r" b="b"/>
                  <a:pathLst>
                    <a:path w="48986" h="24493">
                      <a:moveTo>
                        <a:pt x="22860" y="0"/>
                      </a:moveTo>
                      <a:lnTo>
                        <a:pt x="48986" y="13063"/>
                      </a:lnTo>
                      <a:lnTo>
                        <a:pt x="26126" y="24493"/>
                      </a:lnTo>
                      <a:lnTo>
                        <a:pt x="0" y="11430"/>
                      </a:lnTo>
                      <a:close/>
                    </a:path>
                  </a:pathLst>
                </a:custGeom>
                <a:solidFill>
                  <a:srgbClr val="858883"/>
                </a:solidFill>
                <a:ln>
                  <a:noFill/>
                </a:ln>
                <a:effectLst/>
              </p:spPr>
              <p:txBody>
                <a:bodyPr rtlCol="0" anchor="ctr"/>
                <a:lstStyle/>
                <a:p>
                  <a:pPr algn="ctr"/>
                </a:p>
              </p:txBody>
            </p:sp>
            <p:sp>
              <p:nvSpPr>
                <p:cNvPr id="701" name="Cobblestone faceted stone"/>
                <p:cNvSpPr/>
                <p:nvPr/>
              </p:nvSpPr>
              <p:spPr>
                <a:xfrm>
                  <a:off x="11915764" y="3357416"/>
                  <a:ext cx="63094" cy="28804"/>
                </a:xfrm>
                <a:custGeom>
                  <a:avLst/>
                  <a:gdLst/>
                  <a:ahLst/>
                  <a:cxnLst/>
                  <a:rect l="0" t="0" r="r" b="b"/>
                  <a:pathLst>
                    <a:path w="63094" h="28804">
                      <a:moveTo>
                        <a:pt x="32918" y="0"/>
                      </a:moveTo>
                      <a:lnTo>
                        <a:pt x="63094" y="11430"/>
                      </a:lnTo>
                      <a:lnTo>
                        <a:pt x="54864" y="25603"/>
                      </a:lnTo>
                      <a:lnTo>
                        <a:pt x="28346" y="28804"/>
                      </a:lnTo>
                      <a:lnTo>
                        <a:pt x="0" y="17374"/>
                      </a:lnTo>
                      <a:lnTo>
                        <a:pt x="10973" y="2743"/>
                      </a:lnTo>
                      <a:close/>
                    </a:path>
                  </a:pathLst>
                </a:custGeom>
                <a:solidFill>
                  <a:srgbClr val="999B96"/>
                </a:solidFill>
                <a:ln w="4572" cap="flat">
                  <a:solidFill>
                    <a:srgbClr val="7B7D79"/>
                  </a:solidFill>
                  <a:round/>
                </a:ln>
                <a:effectLst/>
              </p:spPr>
              <p:txBody>
                <a:bodyPr rtlCol="0" anchor="ctr"/>
                <a:lstStyle/>
                <a:p>
                  <a:pPr algn="ctr"/>
                </a:p>
              </p:txBody>
            </p:sp>
            <p:sp>
              <p:nvSpPr>
                <p:cNvPr id="702" name="Cobblestone faceted stone"/>
                <p:cNvSpPr/>
                <p:nvPr/>
              </p:nvSpPr>
              <p:spPr>
                <a:xfrm>
                  <a:off x="11966564" y="3382816"/>
                  <a:ext cx="63094" cy="28804"/>
                </a:xfrm>
                <a:custGeom>
                  <a:avLst/>
                  <a:gdLst/>
                  <a:ahLst/>
                  <a:cxnLst/>
                  <a:rect l="0" t="0" r="r" b="b"/>
                  <a:pathLst>
                    <a:path w="63094" h="28804">
                      <a:moveTo>
                        <a:pt x="32918" y="0"/>
                      </a:moveTo>
                      <a:lnTo>
                        <a:pt x="63094" y="11430"/>
                      </a:lnTo>
                      <a:lnTo>
                        <a:pt x="54864" y="25603"/>
                      </a:lnTo>
                      <a:lnTo>
                        <a:pt x="28346" y="28804"/>
                      </a:lnTo>
                      <a:lnTo>
                        <a:pt x="0" y="17374"/>
                      </a:lnTo>
                      <a:lnTo>
                        <a:pt x="10973" y="2743"/>
                      </a:lnTo>
                      <a:close/>
                    </a:path>
                  </a:pathLst>
                </a:custGeom>
                <a:solidFill>
                  <a:srgbClr val="999B96"/>
                </a:solidFill>
                <a:ln w="4572" cap="flat">
                  <a:solidFill>
                    <a:srgbClr val="7B7D79"/>
                  </a:solidFill>
                  <a:round/>
                </a:ln>
                <a:effectLst/>
              </p:spPr>
              <p:txBody>
                <a:bodyPr rtlCol="0" anchor="ctr"/>
                <a:lstStyle/>
                <a:p>
                  <a:pPr algn="ctr"/>
                </a:p>
              </p:txBody>
            </p:sp>
            <p:sp>
              <p:nvSpPr>
                <p:cNvPr id="703" name="Cobblestone faceted stone"/>
                <p:cNvSpPr/>
                <p:nvPr/>
              </p:nvSpPr>
              <p:spPr>
                <a:xfrm>
                  <a:off x="12017364" y="3408216"/>
                  <a:ext cx="63094" cy="28804"/>
                </a:xfrm>
                <a:custGeom>
                  <a:avLst/>
                  <a:gdLst/>
                  <a:ahLst/>
                  <a:cxnLst/>
                  <a:rect l="0" t="0" r="r" b="b"/>
                  <a:pathLst>
                    <a:path w="63094" h="28804">
                      <a:moveTo>
                        <a:pt x="32918" y="0"/>
                      </a:moveTo>
                      <a:lnTo>
                        <a:pt x="63094" y="11430"/>
                      </a:lnTo>
                      <a:lnTo>
                        <a:pt x="54864" y="25603"/>
                      </a:lnTo>
                      <a:lnTo>
                        <a:pt x="28346" y="28804"/>
                      </a:lnTo>
                      <a:lnTo>
                        <a:pt x="0" y="17374"/>
                      </a:lnTo>
                      <a:lnTo>
                        <a:pt x="10973" y="2743"/>
                      </a:lnTo>
                      <a:close/>
                    </a:path>
                  </a:pathLst>
                </a:custGeom>
                <a:solidFill>
                  <a:srgbClr val="858883"/>
                </a:solidFill>
                <a:ln w="4572" cap="flat">
                  <a:solidFill>
                    <a:srgbClr val="7B7D79"/>
                  </a:solidFill>
                  <a:round/>
                </a:ln>
                <a:effectLst/>
              </p:spPr>
              <p:txBody>
                <a:bodyPr rtlCol="0" anchor="ctr"/>
                <a:lstStyle/>
                <a:p>
                  <a:pPr algn="ctr"/>
                </a:p>
              </p:txBody>
            </p:sp>
            <p:sp>
              <p:nvSpPr>
                <p:cNvPr id="704" name="Cobblestone faceted stone"/>
                <p:cNvSpPr/>
                <p:nvPr/>
              </p:nvSpPr>
              <p:spPr>
                <a:xfrm>
                  <a:off x="11884413" y="3385283"/>
                  <a:ext cx="63094" cy="28804"/>
                </a:xfrm>
                <a:custGeom>
                  <a:avLst/>
                  <a:gdLst/>
                  <a:ahLst/>
                  <a:cxnLst/>
                  <a:rect l="0" t="0" r="r" b="b"/>
                  <a:pathLst>
                    <a:path w="63094" h="28804">
                      <a:moveTo>
                        <a:pt x="32918" y="0"/>
                      </a:moveTo>
                      <a:lnTo>
                        <a:pt x="63094" y="11430"/>
                      </a:lnTo>
                      <a:lnTo>
                        <a:pt x="54864" y="25603"/>
                      </a:lnTo>
                      <a:lnTo>
                        <a:pt x="28346" y="28804"/>
                      </a:lnTo>
                      <a:lnTo>
                        <a:pt x="0" y="17374"/>
                      </a:lnTo>
                      <a:lnTo>
                        <a:pt x="10973" y="2743"/>
                      </a:lnTo>
                      <a:close/>
                    </a:path>
                  </a:pathLst>
                </a:custGeom>
                <a:solidFill>
                  <a:srgbClr val="999B96"/>
                </a:solidFill>
                <a:ln w="4572" cap="flat">
                  <a:solidFill>
                    <a:srgbClr val="7B7D79"/>
                  </a:solidFill>
                  <a:round/>
                </a:ln>
                <a:effectLst/>
              </p:spPr>
              <p:txBody>
                <a:bodyPr rtlCol="0" anchor="ctr"/>
                <a:lstStyle/>
                <a:p>
                  <a:pPr algn="ctr"/>
                </a:p>
              </p:txBody>
            </p:sp>
            <p:sp>
              <p:nvSpPr>
                <p:cNvPr id="705" name="Cobblestone faceted stone"/>
                <p:cNvSpPr/>
                <p:nvPr/>
              </p:nvSpPr>
              <p:spPr>
                <a:xfrm>
                  <a:off x="11935213" y="3410683"/>
                  <a:ext cx="63094" cy="28804"/>
                </a:xfrm>
                <a:custGeom>
                  <a:avLst/>
                  <a:gdLst/>
                  <a:ahLst/>
                  <a:cxnLst/>
                  <a:rect l="0" t="0" r="r" b="b"/>
                  <a:pathLst>
                    <a:path w="63094" h="28804">
                      <a:moveTo>
                        <a:pt x="32918" y="0"/>
                      </a:moveTo>
                      <a:lnTo>
                        <a:pt x="63094" y="11430"/>
                      </a:lnTo>
                      <a:lnTo>
                        <a:pt x="54864" y="25603"/>
                      </a:lnTo>
                      <a:lnTo>
                        <a:pt x="28346" y="28804"/>
                      </a:lnTo>
                      <a:lnTo>
                        <a:pt x="0" y="17374"/>
                      </a:lnTo>
                      <a:lnTo>
                        <a:pt x="10973" y="2743"/>
                      </a:lnTo>
                      <a:close/>
                    </a:path>
                  </a:pathLst>
                </a:custGeom>
                <a:solidFill>
                  <a:srgbClr val="858883"/>
                </a:solidFill>
                <a:ln w="4572" cap="flat">
                  <a:solidFill>
                    <a:srgbClr val="7B7D79"/>
                  </a:solidFill>
                  <a:round/>
                </a:ln>
                <a:effectLst/>
              </p:spPr>
              <p:txBody>
                <a:bodyPr rtlCol="0" anchor="ctr"/>
                <a:lstStyle/>
                <a:p>
                  <a:pPr algn="ctr"/>
                </a:p>
              </p:txBody>
            </p:sp>
            <p:sp>
              <p:nvSpPr>
                <p:cNvPr id="706" name="Cobblestone faceted stone"/>
                <p:cNvSpPr/>
                <p:nvPr/>
              </p:nvSpPr>
              <p:spPr>
                <a:xfrm>
                  <a:off x="11986013" y="3436083"/>
                  <a:ext cx="63094" cy="28804"/>
                </a:xfrm>
                <a:custGeom>
                  <a:avLst/>
                  <a:gdLst/>
                  <a:ahLst/>
                  <a:cxnLst/>
                  <a:rect l="0" t="0" r="r" b="b"/>
                  <a:pathLst>
                    <a:path w="63094" h="28804">
                      <a:moveTo>
                        <a:pt x="32918" y="0"/>
                      </a:moveTo>
                      <a:lnTo>
                        <a:pt x="63094" y="11430"/>
                      </a:lnTo>
                      <a:lnTo>
                        <a:pt x="54864" y="25603"/>
                      </a:lnTo>
                      <a:lnTo>
                        <a:pt x="28346" y="28804"/>
                      </a:lnTo>
                      <a:lnTo>
                        <a:pt x="0" y="17374"/>
                      </a:lnTo>
                      <a:lnTo>
                        <a:pt x="10973" y="2743"/>
                      </a:lnTo>
                      <a:close/>
                    </a:path>
                  </a:pathLst>
                </a:custGeom>
                <a:solidFill>
                  <a:srgbClr val="999B96"/>
                </a:solidFill>
                <a:ln w="4572" cap="flat">
                  <a:solidFill>
                    <a:srgbClr val="7B7D79"/>
                  </a:solidFill>
                  <a:round/>
                </a:ln>
                <a:effectLst/>
              </p:spPr>
              <p:txBody>
                <a:bodyPr rtlCol="0" anchor="ctr"/>
                <a:lstStyle/>
                <a:p>
                  <a:pPr algn="ctr"/>
                </a:p>
              </p:txBody>
            </p:sp>
            <p:sp>
              <p:nvSpPr>
                <p:cNvPr id="707" name="Cobblestone faceted stone"/>
                <p:cNvSpPr/>
                <p:nvPr/>
              </p:nvSpPr>
              <p:spPr>
                <a:xfrm>
                  <a:off x="11828678" y="3400958"/>
                  <a:ext cx="63094" cy="28804"/>
                </a:xfrm>
                <a:custGeom>
                  <a:avLst/>
                  <a:gdLst/>
                  <a:ahLst/>
                  <a:cxnLst/>
                  <a:rect l="0" t="0" r="r" b="b"/>
                  <a:pathLst>
                    <a:path w="63094" h="28804">
                      <a:moveTo>
                        <a:pt x="32918" y="0"/>
                      </a:moveTo>
                      <a:lnTo>
                        <a:pt x="63094" y="11430"/>
                      </a:lnTo>
                      <a:lnTo>
                        <a:pt x="54864" y="25603"/>
                      </a:lnTo>
                      <a:lnTo>
                        <a:pt x="28346" y="28804"/>
                      </a:lnTo>
                      <a:lnTo>
                        <a:pt x="0" y="17374"/>
                      </a:lnTo>
                      <a:lnTo>
                        <a:pt x="10973" y="2743"/>
                      </a:lnTo>
                      <a:close/>
                    </a:path>
                  </a:pathLst>
                </a:custGeom>
                <a:solidFill>
                  <a:srgbClr val="AAACA7"/>
                </a:solidFill>
                <a:ln w="4572" cap="flat">
                  <a:solidFill>
                    <a:srgbClr val="7B7D79"/>
                  </a:solidFill>
                  <a:round/>
                </a:ln>
                <a:effectLst/>
              </p:spPr>
              <p:txBody>
                <a:bodyPr rtlCol="0" anchor="ctr"/>
                <a:lstStyle/>
                <a:p>
                  <a:pPr algn="ctr"/>
                </a:p>
              </p:txBody>
            </p:sp>
            <p:sp>
              <p:nvSpPr>
                <p:cNvPr id="708" name="Cobblestone faceted stone"/>
                <p:cNvSpPr/>
                <p:nvPr/>
              </p:nvSpPr>
              <p:spPr>
                <a:xfrm>
                  <a:off x="11879478" y="3426358"/>
                  <a:ext cx="63094" cy="28804"/>
                </a:xfrm>
                <a:custGeom>
                  <a:avLst/>
                  <a:gdLst/>
                  <a:ahLst/>
                  <a:cxnLst/>
                  <a:rect l="0" t="0" r="r" b="b"/>
                  <a:pathLst>
                    <a:path w="63094" h="28804">
                      <a:moveTo>
                        <a:pt x="32918" y="0"/>
                      </a:moveTo>
                      <a:lnTo>
                        <a:pt x="63094" y="11430"/>
                      </a:lnTo>
                      <a:lnTo>
                        <a:pt x="54864" y="25603"/>
                      </a:lnTo>
                      <a:lnTo>
                        <a:pt x="28346" y="28804"/>
                      </a:lnTo>
                      <a:lnTo>
                        <a:pt x="0" y="17374"/>
                      </a:lnTo>
                      <a:lnTo>
                        <a:pt x="10973" y="2743"/>
                      </a:lnTo>
                      <a:close/>
                    </a:path>
                  </a:pathLst>
                </a:custGeom>
                <a:solidFill>
                  <a:srgbClr val="AAACA7"/>
                </a:solidFill>
                <a:ln w="4572" cap="flat">
                  <a:solidFill>
                    <a:srgbClr val="7B7D79"/>
                  </a:solidFill>
                  <a:round/>
                </a:ln>
                <a:effectLst/>
              </p:spPr>
              <p:txBody>
                <a:bodyPr rtlCol="0" anchor="ctr"/>
                <a:lstStyle/>
                <a:p>
                  <a:pPr algn="ctr"/>
                </a:p>
              </p:txBody>
            </p:sp>
            <p:sp>
              <p:nvSpPr>
                <p:cNvPr id="709" name="Cobblestone faceted stone"/>
                <p:cNvSpPr/>
                <p:nvPr/>
              </p:nvSpPr>
              <p:spPr>
                <a:xfrm>
                  <a:off x="11930278" y="3451758"/>
                  <a:ext cx="63094" cy="28804"/>
                </a:xfrm>
                <a:custGeom>
                  <a:avLst/>
                  <a:gdLst/>
                  <a:ahLst/>
                  <a:cxnLst/>
                  <a:rect l="0" t="0" r="r" b="b"/>
                  <a:pathLst>
                    <a:path w="63094" h="28804">
                      <a:moveTo>
                        <a:pt x="32918" y="0"/>
                      </a:moveTo>
                      <a:lnTo>
                        <a:pt x="63094" y="11430"/>
                      </a:lnTo>
                      <a:lnTo>
                        <a:pt x="54864" y="25603"/>
                      </a:lnTo>
                      <a:lnTo>
                        <a:pt x="28346" y="28804"/>
                      </a:lnTo>
                      <a:lnTo>
                        <a:pt x="0" y="17374"/>
                      </a:lnTo>
                      <a:lnTo>
                        <a:pt x="10973" y="2743"/>
                      </a:lnTo>
                      <a:close/>
                    </a:path>
                  </a:pathLst>
                </a:custGeom>
                <a:solidFill>
                  <a:srgbClr val="AAACA7"/>
                </a:solidFill>
                <a:ln w="4572" cap="flat">
                  <a:solidFill>
                    <a:srgbClr val="7B7D79"/>
                  </a:solidFill>
                  <a:round/>
                </a:ln>
                <a:effectLst/>
              </p:spPr>
              <p:txBody>
                <a:bodyPr rtlCol="0" anchor="ctr"/>
                <a:lstStyle/>
                <a:p>
                  <a:pPr algn="ctr"/>
                </a:p>
              </p:txBody>
            </p:sp>
            <p:sp>
              <p:nvSpPr>
                <p:cNvPr id="710" name="Cobblestone faceted stone"/>
                <p:cNvSpPr/>
                <p:nvPr/>
              </p:nvSpPr>
              <p:spPr>
                <a:xfrm>
                  <a:off x="11797328" y="3428826"/>
                  <a:ext cx="63094" cy="28804"/>
                </a:xfrm>
                <a:custGeom>
                  <a:avLst/>
                  <a:gdLst/>
                  <a:ahLst/>
                  <a:cxnLst/>
                  <a:rect l="0" t="0" r="r" b="b"/>
                  <a:pathLst>
                    <a:path w="63094" h="28804">
                      <a:moveTo>
                        <a:pt x="32918" y="0"/>
                      </a:moveTo>
                      <a:lnTo>
                        <a:pt x="63094" y="11430"/>
                      </a:lnTo>
                      <a:lnTo>
                        <a:pt x="54864" y="25603"/>
                      </a:lnTo>
                      <a:lnTo>
                        <a:pt x="28346" y="28804"/>
                      </a:lnTo>
                      <a:lnTo>
                        <a:pt x="0" y="17374"/>
                      </a:lnTo>
                      <a:lnTo>
                        <a:pt x="10973" y="2743"/>
                      </a:lnTo>
                      <a:close/>
                    </a:path>
                  </a:pathLst>
                </a:custGeom>
                <a:solidFill>
                  <a:srgbClr val="AAACA7"/>
                </a:solidFill>
                <a:ln w="4572" cap="flat">
                  <a:solidFill>
                    <a:srgbClr val="7B7D79"/>
                  </a:solidFill>
                  <a:round/>
                </a:ln>
                <a:effectLst/>
              </p:spPr>
              <p:txBody>
                <a:bodyPr rtlCol="0" anchor="ctr"/>
                <a:lstStyle/>
                <a:p>
                  <a:pPr algn="ctr"/>
                </a:p>
              </p:txBody>
            </p:sp>
            <p:sp>
              <p:nvSpPr>
                <p:cNvPr id="711" name="Cobblestone faceted stone"/>
                <p:cNvSpPr/>
                <p:nvPr/>
              </p:nvSpPr>
              <p:spPr>
                <a:xfrm>
                  <a:off x="11848128" y="3454226"/>
                  <a:ext cx="63094" cy="28804"/>
                </a:xfrm>
                <a:custGeom>
                  <a:avLst/>
                  <a:gdLst/>
                  <a:ahLst/>
                  <a:cxnLst/>
                  <a:rect l="0" t="0" r="r" b="b"/>
                  <a:pathLst>
                    <a:path w="63094" h="28804">
                      <a:moveTo>
                        <a:pt x="32918" y="0"/>
                      </a:moveTo>
                      <a:lnTo>
                        <a:pt x="63094" y="11430"/>
                      </a:lnTo>
                      <a:lnTo>
                        <a:pt x="54864" y="25603"/>
                      </a:lnTo>
                      <a:lnTo>
                        <a:pt x="28346" y="28804"/>
                      </a:lnTo>
                      <a:lnTo>
                        <a:pt x="0" y="17374"/>
                      </a:lnTo>
                      <a:lnTo>
                        <a:pt x="10973" y="2743"/>
                      </a:lnTo>
                      <a:close/>
                    </a:path>
                  </a:pathLst>
                </a:custGeom>
                <a:solidFill>
                  <a:srgbClr val="AAACA7"/>
                </a:solidFill>
                <a:ln w="4572" cap="flat">
                  <a:solidFill>
                    <a:srgbClr val="7B7D79"/>
                  </a:solidFill>
                  <a:round/>
                </a:ln>
                <a:effectLst/>
              </p:spPr>
              <p:txBody>
                <a:bodyPr rtlCol="0" anchor="ctr"/>
                <a:lstStyle/>
                <a:p>
                  <a:pPr algn="ctr"/>
                </a:p>
              </p:txBody>
            </p:sp>
            <p:sp>
              <p:nvSpPr>
                <p:cNvPr id="712" name="Cobblestone faceted stone"/>
                <p:cNvSpPr/>
                <p:nvPr/>
              </p:nvSpPr>
              <p:spPr>
                <a:xfrm>
                  <a:off x="11898928" y="3479626"/>
                  <a:ext cx="63094" cy="28804"/>
                </a:xfrm>
                <a:custGeom>
                  <a:avLst/>
                  <a:gdLst/>
                  <a:ahLst/>
                  <a:cxnLst/>
                  <a:rect l="0" t="0" r="r" b="b"/>
                  <a:pathLst>
                    <a:path w="63094" h="28804">
                      <a:moveTo>
                        <a:pt x="32918" y="0"/>
                      </a:moveTo>
                      <a:lnTo>
                        <a:pt x="63094" y="11430"/>
                      </a:lnTo>
                      <a:lnTo>
                        <a:pt x="54864" y="25603"/>
                      </a:lnTo>
                      <a:lnTo>
                        <a:pt x="28346" y="28804"/>
                      </a:lnTo>
                      <a:lnTo>
                        <a:pt x="0" y="17374"/>
                      </a:lnTo>
                      <a:lnTo>
                        <a:pt x="10973" y="2743"/>
                      </a:lnTo>
                      <a:close/>
                    </a:path>
                  </a:pathLst>
                </a:custGeom>
                <a:solidFill>
                  <a:srgbClr val="AAACA7"/>
                </a:solidFill>
                <a:ln w="4572" cap="flat">
                  <a:solidFill>
                    <a:srgbClr val="7B7D79"/>
                  </a:solidFill>
                  <a:round/>
                </a:ln>
                <a:effectLst/>
              </p:spPr>
              <p:txBody>
                <a:bodyPr rtlCol="0" anchor="ctr"/>
                <a:lstStyle/>
                <a:p>
                  <a:pPr algn="ctr"/>
                </a:p>
              </p:txBody>
            </p:sp>
            <p:sp>
              <p:nvSpPr>
                <p:cNvPr id="713" name="Cobblestone tile 0,0"/>
                <p:cNvSpPr/>
                <p:nvPr/>
              </p:nvSpPr>
              <p:spPr>
                <a:xfrm>
                  <a:off x="11759184" y="3438144"/>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858982"/>
                </a:solidFill>
                <a:ln>
                  <a:noFill/>
                </a:ln>
                <a:effectLst/>
              </p:spPr>
              <p:txBody>
                <a:bodyPr rtlCol="0" anchor="ctr"/>
                <a:lstStyle/>
                <a:p>
                  <a:pPr algn="ctr"/>
                </a:p>
              </p:txBody>
            </p:sp>
            <p:sp>
              <p:nvSpPr>
                <p:cNvPr id="714" name="Cobblestone tile 1,0"/>
                <p:cNvSpPr/>
                <p:nvPr/>
              </p:nvSpPr>
              <p:spPr>
                <a:xfrm>
                  <a:off x="11785310" y="3451207"/>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646762"/>
                </a:solidFill>
                <a:ln>
                  <a:noFill/>
                </a:ln>
                <a:effectLst/>
              </p:spPr>
              <p:txBody>
                <a:bodyPr rtlCol="0" anchor="ctr"/>
                <a:lstStyle/>
                <a:p>
                  <a:pPr algn="ctr"/>
                </a:p>
              </p:txBody>
            </p:sp>
            <p:sp>
              <p:nvSpPr>
                <p:cNvPr id="715" name="Cobblestone tile 2,0"/>
                <p:cNvSpPr/>
                <p:nvPr/>
              </p:nvSpPr>
              <p:spPr>
                <a:xfrm>
                  <a:off x="11811435" y="3464270"/>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565C56"/>
                </a:solidFill>
                <a:ln>
                  <a:noFill/>
                </a:ln>
                <a:effectLst/>
              </p:spPr>
              <p:txBody>
                <a:bodyPr rtlCol="0" anchor="ctr"/>
                <a:lstStyle/>
                <a:p>
                  <a:pPr algn="ctr"/>
                </a:p>
              </p:txBody>
            </p:sp>
            <p:sp>
              <p:nvSpPr>
                <p:cNvPr id="716" name="Cobblestone tile 3,0"/>
                <p:cNvSpPr/>
                <p:nvPr/>
              </p:nvSpPr>
              <p:spPr>
                <a:xfrm>
                  <a:off x="11837561" y="3477333"/>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565C56"/>
                </a:solidFill>
                <a:ln>
                  <a:noFill/>
                </a:ln>
                <a:effectLst/>
              </p:spPr>
              <p:txBody>
                <a:bodyPr rtlCol="0" anchor="ctr"/>
                <a:lstStyle/>
                <a:p>
                  <a:pPr algn="ctr"/>
                </a:p>
              </p:txBody>
            </p:sp>
            <p:sp>
              <p:nvSpPr>
                <p:cNvPr id="717" name="Cobblestone tile 4,0"/>
                <p:cNvSpPr/>
                <p:nvPr/>
              </p:nvSpPr>
              <p:spPr>
                <a:xfrm>
                  <a:off x="11863687" y="3490395"/>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565C56"/>
                </a:solidFill>
                <a:ln>
                  <a:noFill/>
                </a:ln>
                <a:effectLst/>
              </p:spPr>
              <p:txBody>
                <a:bodyPr rtlCol="0" anchor="ctr"/>
                <a:lstStyle/>
                <a:p>
                  <a:pPr algn="ctr"/>
                </a:p>
              </p:txBody>
            </p:sp>
            <p:sp>
              <p:nvSpPr>
                <p:cNvPr id="718" name="Cobblestone tile 5,0"/>
                <p:cNvSpPr/>
                <p:nvPr/>
              </p:nvSpPr>
              <p:spPr>
                <a:xfrm>
                  <a:off x="11889813" y="3503458"/>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646762"/>
                </a:solidFill>
                <a:ln>
                  <a:noFill/>
                </a:ln>
                <a:effectLst/>
              </p:spPr>
              <p:txBody>
                <a:bodyPr rtlCol="0" anchor="ctr"/>
                <a:lstStyle/>
                <a:p>
                  <a:pPr algn="ctr"/>
                </a:p>
              </p:txBody>
            </p:sp>
            <p:sp>
              <p:nvSpPr>
                <p:cNvPr id="719" name="Cobblestone tile 6,0"/>
                <p:cNvSpPr/>
                <p:nvPr/>
              </p:nvSpPr>
              <p:spPr>
                <a:xfrm>
                  <a:off x="11915938" y="3516521"/>
                  <a:ext cx="26126" cy="42781"/>
                </a:xfrm>
                <a:custGeom>
                  <a:avLst/>
                  <a:gdLst/>
                  <a:ahLst/>
                  <a:cxnLst/>
                  <a:rect l="0" t="0" r="r" b="b"/>
                  <a:pathLst>
                    <a:path w="26126" h="42781">
                      <a:moveTo>
                        <a:pt x="0" y="0"/>
                      </a:moveTo>
                      <a:lnTo>
                        <a:pt x="26126" y="13063"/>
                      </a:lnTo>
                      <a:lnTo>
                        <a:pt x="26126" y="42781"/>
                      </a:lnTo>
                      <a:lnTo>
                        <a:pt x="0" y="29718"/>
                      </a:lnTo>
                      <a:close/>
                    </a:path>
                  </a:pathLst>
                </a:custGeom>
                <a:solidFill>
                  <a:srgbClr val="646762"/>
                </a:solidFill>
                <a:ln>
                  <a:noFill/>
                </a:ln>
                <a:effectLst/>
              </p:spPr>
              <p:txBody>
                <a:bodyPr rtlCol="0" anchor="ctr"/>
                <a:lstStyle/>
                <a:p>
                  <a:pPr algn="ctr"/>
                </a:p>
              </p:txBody>
            </p:sp>
            <p:sp>
              <p:nvSpPr>
                <p:cNvPr id="720" name="Cobblestone tile 0,1"/>
                <p:cNvSpPr/>
                <p:nvPr/>
              </p:nvSpPr>
              <p:spPr>
                <a:xfrm>
                  <a:off x="11759184" y="3466719"/>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646762"/>
                </a:solidFill>
                <a:ln>
                  <a:noFill/>
                </a:ln>
                <a:effectLst/>
              </p:spPr>
              <p:txBody>
                <a:bodyPr rtlCol="0" anchor="ctr"/>
                <a:lstStyle/>
                <a:p>
                  <a:pPr algn="ctr"/>
                </a:p>
              </p:txBody>
            </p:sp>
            <p:sp>
              <p:nvSpPr>
                <p:cNvPr id="721" name="Cobblestone tile 1,1"/>
                <p:cNvSpPr/>
                <p:nvPr/>
              </p:nvSpPr>
              <p:spPr>
                <a:xfrm>
                  <a:off x="11785310" y="3479782"/>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858982"/>
                </a:solidFill>
                <a:ln>
                  <a:noFill/>
                </a:ln>
                <a:effectLst/>
              </p:spPr>
              <p:txBody>
                <a:bodyPr rtlCol="0" anchor="ctr"/>
                <a:lstStyle/>
                <a:p>
                  <a:pPr algn="ctr"/>
                </a:p>
              </p:txBody>
            </p:sp>
            <p:sp>
              <p:nvSpPr>
                <p:cNvPr id="722" name="Cobblestone tile 2,1"/>
                <p:cNvSpPr/>
                <p:nvPr/>
              </p:nvSpPr>
              <p:spPr>
                <a:xfrm>
                  <a:off x="11811435" y="3492845"/>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646762"/>
                </a:solidFill>
                <a:ln>
                  <a:noFill/>
                </a:ln>
                <a:effectLst/>
              </p:spPr>
              <p:txBody>
                <a:bodyPr rtlCol="0" anchor="ctr"/>
                <a:lstStyle/>
                <a:p>
                  <a:pPr algn="ctr"/>
                </a:p>
              </p:txBody>
            </p:sp>
            <p:sp>
              <p:nvSpPr>
                <p:cNvPr id="723" name="Cobblestone tile 3,1"/>
                <p:cNvSpPr/>
                <p:nvPr/>
              </p:nvSpPr>
              <p:spPr>
                <a:xfrm>
                  <a:off x="11837561" y="3505908"/>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747872"/>
                </a:solidFill>
                <a:ln>
                  <a:noFill/>
                </a:ln>
                <a:effectLst/>
              </p:spPr>
              <p:txBody>
                <a:bodyPr rtlCol="0" anchor="ctr"/>
                <a:lstStyle/>
                <a:p>
                  <a:pPr algn="ctr"/>
                </a:p>
              </p:txBody>
            </p:sp>
            <p:sp>
              <p:nvSpPr>
                <p:cNvPr id="724" name="Cobblestone tile 4,1"/>
                <p:cNvSpPr/>
                <p:nvPr/>
              </p:nvSpPr>
              <p:spPr>
                <a:xfrm>
                  <a:off x="11863687" y="3518970"/>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646762"/>
                </a:solidFill>
                <a:ln>
                  <a:noFill/>
                </a:ln>
                <a:effectLst/>
              </p:spPr>
              <p:txBody>
                <a:bodyPr rtlCol="0" anchor="ctr"/>
                <a:lstStyle/>
                <a:p>
                  <a:pPr algn="ctr"/>
                </a:p>
              </p:txBody>
            </p:sp>
            <p:sp>
              <p:nvSpPr>
                <p:cNvPr id="725" name="Cobblestone tile 5,1"/>
                <p:cNvSpPr/>
                <p:nvPr/>
              </p:nvSpPr>
              <p:spPr>
                <a:xfrm>
                  <a:off x="11889813" y="3532033"/>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565C56"/>
                </a:solidFill>
                <a:ln>
                  <a:noFill/>
                </a:ln>
                <a:effectLst/>
              </p:spPr>
              <p:txBody>
                <a:bodyPr rtlCol="0" anchor="ctr"/>
                <a:lstStyle/>
                <a:p>
                  <a:pPr algn="ctr"/>
                </a:p>
              </p:txBody>
            </p:sp>
            <p:sp>
              <p:nvSpPr>
                <p:cNvPr id="726" name="Cobblestone tile 6,1"/>
                <p:cNvSpPr/>
                <p:nvPr/>
              </p:nvSpPr>
              <p:spPr>
                <a:xfrm>
                  <a:off x="11915938" y="3545096"/>
                  <a:ext cx="26126" cy="42781"/>
                </a:xfrm>
                <a:custGeom>
                  <a:avLst/>
                  <a:gdLst/>
                  <a:ahLst/>
                  <a:cxnLst/>
                  <a:rect l="0" t="0" r="r" b="b"/>
                  <a:pathLst>
                    <a:path w="26126" h="42781">
                      <a:moveTo>
                        <a:pt x="0" y="0"/>
                      </a:moveTo>
                      <a:lnTo>
                        <a:pt x="26126" y="13063"/>
                      </a:lnTo>
                      <a:lnTo>
                        <a:pt x="26126" y="42781"/>
                      </a:lnTo>
                      <a:lnTo>
                        <a:pt x="0" y="29718"/>
                      </a:lnTo>
                      <a:close/>
                    </a:path>
                  </a:pathLst>
                </a:custGeom>
                <a:solidFill>
                  <a:srgbClr val="949891"/>
                </a:solidFill>
                <a:ln>
                  <a:noFill/>
                </a:ln>
                <a:effectLst/>
              </p:spPr>
              <p:txBody>
                <a:bodyPr rtlCol="0" anchor="ctr"/>
                <a:lstStyle/>
                <a:p>
                  <a:pPr algn="ctr"/>
                </a:p>
              </p:txBody>
            </p:sp>
            <p:sp>
              <p:nvSpPr>
                <p:cNvPr id="727" name="Cobblestone tile 0,2"/>
                <p:cNvSpPr/>
                <p:nvPr/>
              </p:nvSpPr>
              <p:spPr>
                <a:xfrm>
                  <a:off x="11759184" y="3495294"/>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646762"/>
                </a:solidFill>
                <a:ln>
                  <a:noFill/>
                </a:ln>
                <a:effectLst/>
              </p:spPr>
              <p:txBody>
                <a:bodyPr rtlCol="0" anchor="ctr"/>
                <a:lstStyle/>
                <a:p>
                  <a:pPr algn="ctr"/>
                </a:p>
              </p:txBody>
            </p:sp>
            <p:sp>
              <p:nvSpPr>
                <p:cNvPr id="728" name="Cobblestone tile 1,2"/>
                <p:cNvSpPr/>
                <p:nvPr/>
              </p:nvSpPr>
              <p:spPr>
                <a:xfrm>
                  <a:off x="11785310" y="3508357"/>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565C56"/>
                </a:solidFill>
                <a:ln>
                  <a:noFill/>
                </a:ln>
                <a:effectLst/>
              </p:spPr>
              <p:txBody>
                <a:bodyPr rtlCol="0" anchor="ctr"/>
                <a:lstStyle/>
                <a:p>
                  <a:pPr algn="ctr"/>
                </a:p>
              </p:txBody>
            </p:sp>
            <p:sp>
              <p:nvSpPr>
                <p:cNvPr id="729" name="Cobblestone tile 2,2"/>
                <p:cNvSpPr/>
                <p:nvPr/>
              </p:nvSpPr>
              <p:spPr>
                <a:xfrm>
                  <a:off x="11811435" y="3521420"/>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949891"/>
                </a:solidFill>
                <a:ln>
                  <a:noFill/>
                </a:ln>
                <a:effectLst/>
              </p:spPr>
              <p:txBody>
                <a:bodyPr rtlCol="0" anchor="ctr"/>
                <a:lstStyle/>
                <a:p>
                  <a:pPr algn="ctr"/>
                </a:p>
              </p:txBody>
            </p:sp>
            <p:sp>
              <p:nvSpPr>
                <p:cNvPr id="730" name="Cobblestone tile 3,2"/>
                <p:cNvSpPr/>
                <p:nvPr/>
              </p:nvSpPr>
              <p:spPr>
                <a:xfrm>
                  <a:off x="11837561" y="3534483"/>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949891"/>
                </a:solidFill>
                <a:ln>
                  <a:noFill/>
                </a:ln>
                <a:effectLst/>
              </p:spPr>
              <p:txBody>
                <a:bodyPr rtlCol="0" anchor="ctr"/>
                <a:lstStyle/>
                <a:p>
                  <a:pPr algn="ctr"/>
                </a:p>
              </p:txBody>
            </p:sp>
            <p:sp>
              <p:nvSpPr>
                <p:cNvPr id="731" name="Cobblestone tile 4,2"/>
                <p:cNvSpPr/>
                <p:nvPr/>
              </p:nvSpPr>
              <p:spPr>
                <a:xfrm>
                  <a:off x="11863687" y="3547545"/>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565C56"/>
                </a:solidFill>
                <a:ln>
                  <a:noFill/>
                </a:ln>
                <a:effectLst/>
              </p:spPr>
              <p:txBody>
                <a:bodyPr rtlCol="0" anchor="ctr"/>
                <a:lstStyle/>
                <a:p>
                  <a:pPr algn="ctr"/>
                </a:p>
              </p:txBody>
            </p:sp>
            <p:sp>
              <p:nvSpPr>
                <p:cNvPr id="732" name="Cobblestone tile 5,2"/>
                <p:cNvSpPr/>
                <p:nvPr/>
              </p:nvSpPr>
              <p:spPr>
                <a:xfrm>
                  <a:off x="11889813" y="3560608"/>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646762"/>
                </a:solidFill>
                <a:ln>
                  <a:noFill/>
                </a:ln>
                <a:effectLst/>
              </p:spPr>
              <p:txBody>
                <a:bodyPr rtlCol="0" anchor="ctr"/>
                <a:lstStyle/>
                <a:p>
                  <a:pPr algn="ctr"/>
                </a:p>
              </p:txBody>
            </p:sp>
            <p:sp>
              <p:nvSpPr>
                <p:cNvPr id="733" name="Cobblestone tile 6,2"/>
                <p:cNvSpPr/>
                <p:nvPr/>
              </p:nvSpPr>
              <p:spPr>
                <a:xfrm>
                  <a:off x="11915938" y="3573671"/>
                  <a:ext cx="26126" cy="42781"/>
                </a:xfrm>
                <a:custGeom>
                  <a:avLst/>
                  <a:gdLst/>
                  <a:ahLst/>
                  <a:cxnLst/>
                  <a:rect l="0" t="0" r="r" b="b"/>
                  <a:pathLst>
                    <a:path w="26126" h="42781">
                      <a:moveTo>
                        <a:pt x="0" y="0"/>
                      </a:moveTo>
                      <a:lnTo>
                        <a:pt x="26126" y="13063"/>
                      </a:lnTo>
                      <a:lnTo>
                        <a:pt x="26126" y="42781"/>
                      </a:lnTo>
                      <a:lnTo>
                        <a:pt x="0" y="29718"/>
                      </a:lnTo>
                      <a:close/>
                    </a:path>
                  </a:pathLst>
                </a:custGeom>
                <a:solidFill>
                  <a:srgbClr val="949891"/>
                </a:solidFill>
                <a:ln>
                  <a:noFill/>
                </a:ln>
                <a:effectLst/>
              </p:spPr>
              <p:txBody>
                <a:bodyPr rtlCol="0" anchor="ctr"/>
                <a:lstStyle/>
                <a:p>
                  <a:pPr algn="ctr"/>
                </a:p>
              </p:txBody>
            </p:sp>
            <p:sp>
              <p:nvSpPr>
                <p:cNvPr id="734" name="Cobblestone tile 0,3"/>
                <p:cNvSpPr/>
                <p:nvPr/>
              </p:nvSpPr>
              <p:spPr>
                <a:xfrm>
                  <a:off x="11759184" y="3523869"/>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858982"/>
                </a:solidFill>
                <a:ln>
                  <a:noFill/>
                </a:ln>
                <a:effectLst/>
              </p:spPr>
              <p:txBody>
                <a:bodyPr rtlCol="0" anchor="ctr"/>
                <a:lstStyle/>
                <a:p>
                  <a:pPr algn="ctr"/>
                </a:p>
              </p:txBody>
            </p:sp>
            <p:sp>
              <p:nvSpPr>
                <p:cNvPr id="735" name="Cobblestone tile 1,3"/>
                <p:cNvSpPr/>
                <p:nvPr/>
              </p:nvSpPr>
              <p:spPr>
                <a:xfrm>
                  <a:off x="11785310" y="3536932"/>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646762"/>
                </a:solidFill>
                <a:ln>
                  <a:noFill/>
                </a:ln>
                <a:effectLst/>
              </p:spPr>
              <p:txBody>
                <a:bodyPr rtlCol="0" anchor="ctr"/>
                <a:lstStyle/>
                <a:p>
                  <a:pPr algn="ctr"/>
                </a:p>
              </p:txBody>
            </p:sp>
            <p:sp>
              <p:nvSpPr>
                <p:cNvPr id="736" name="Cobblestone tile 2,3"/>
                <p:cNvSpPr/>
                <p:nvPr/>
              </p:nvSpPr>
              <p:spPr>
                <a:xfrm>
                  <a:off x="11811435" y="3549995"/>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949891"/>
                </a:solidFill>
                <a:ln>
                  <a:noFill/>
                </a:ln>
                <a:effectLst/>
              </p:spPr>
              <p:txBody>
                <a:bodyPr rtlCol="0" anchor="ctr"/>
                <a:lstStyle/>
                <a:p>
                  <a:pPr algn="ctr"/>
                </a:p>
              </p:txBody>
            </p:sp>
            <p:sp>
              <p:nvSpPr>
                <p:cNvPr id="737" name="Cobblestone tile 3,3"/>
                <p:cNvSpPr/>
                <p:nvPr/>
              </p:nvSpPr>
              <p:spPr>
                <a:xfrm>
                  <a:off x="11837561" y="3563058"/>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747872"/>
                </a:solidFill>
                <a:ln>
                  <a:noFill/>
                </a:ln>
                <a:effectLst/>
              </p:spPr>
              <p:txBody>
                <a:bodyPr rtlCol="0" anchor="ctr"/>
                <a:lstStyle/>
                <a:p>
                  <a:pPr algn="ctr"/>
                </a:p>
              </p:txBody>
            </p:sp>
            <p:sp>
              <p:nvSpPr>
                <p:cNvPr id="738" name="Cobblestone tile 4,3"/>
                <p:cNvSpPr/>
                <p:nvPr/>
              </p:nvSpPr>
              <p:spPr>
                <a:xfrm>
                  <a:off x="11863687" y="3576120"/>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949891"/>
                </a:solidFill>
                <a:ln>
                  <a:noFill/>
                </a:ln>
                <a:effectLst/>
              </p:spPr>
              <p:txBody>
                <a:bodyPr rtlCol="0" anchor="ctr"/>
                <a:lstStyle/>
                <a:p>
                  <a:pPr algn="ctr"/>
                </a:p>
              </p:txBody>
            </p:sp>
            <p:sp>
              <p:nvSpPr>
                <p:cNvPr id="739" name="Cobblestone tile 5,3"/>
                <p:cNvSpPr/>
                <p:nvPr/>
              </p:nvSpPr>
              <p:spPr>
                <a:xfrm>
                  <a:off x="11889813" y="3589183"/>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747872"/>
                </a:solidFill>
                <a:ln>
                  <a:noFill/>
                </a:ln>
                <a:effectLst/>
              </p:spPr>
              <p:txBody>
                <a:bodyPr rtlCol="0" anchor="ctr"/>
                <a:lstStyle/>
                <a:p>
                  <a:pPr algn="ctr"/>
                </a:p>
              </p:txBody>
            </p:sp>
            <p:sp>
              <p:nvSpPr>
                <p:cNvPr id="740" name="Cobblestone tile 6,3"/>
                <p:cNvSpPr/>
                <p:nvPr/>
              </p:nvSpPr>
              <p:spPr>
                <a:xfrm>
                  <a:off x="11915938" y="3602246"/>
                  <a:ext cx="26126" cy="42781"/>
                </a:xfrm>
                <a:custGeom>
                  <a:avLst/>
                  <a:gdLst/>
                  <a:ahLst/>
                  <a:cxnLst/>
                  <a:rect l="0" t="0" r="r" b="b"/>
                  <a:pathLst>
                    <a:path w="26126" h="42781">
                      <a:moveTo>
                        <a:pt x="0" y="0"/>
                      </a:moveTo>
                      <a:lnTo>
                        <a:pt x="26126" y="13063"/>
                      </a:lnTo>
                      <a:lnTo>
                        <a:pt x="26126" y="42781"/>
                      </a:lnTo>
                      <a:lnTo>
                        <a:pt x="0" y="29718"/>
                      </a:lnTo>
                      <a:close/>
                    </a:path>
                  </a:pathLst>
                </a:custGeom>
                <a:solidFill>
                  <a:srgbClr val="646762"/>
                </a:solidFill>
                <a:ln>
                  <a:noFill/>
                </a:ln>
                <a:effectLst/>
              </p:spPr>
              <p:txBody>
                <a:bodyPr rtlCol="0" anchor="ctr"/>
                <a:lstStyle/>
                <a:p>
                  <a:pPr algn="ctr"/>
                </a:p>
              </p:txBody>
            </p:sp>
            <p:sp>
              <p:nvSpPr>
                <p:cNvPr id="741" name="Cobblestone tile 0,4"/>
                <p:cNvSpPr/>
                <p:nvPr/>
              </p:nvSpPr>
              <p:spPr>
                <a:xfrm>
                  <a:off x="11759184" y="3552444"/>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858982"/>
                </a:solidFill>
                <a:ln>
                  <a:noFill/>
                </a:ln>
                <a:effectLst/>
              </p:spPr>
              <p:txBody>
                <a:bodyPr rtlCol="0" anchor="ctr"/>
                <a:lstStyle/>
                <a:p>
                  <a:pPr algn="ctr"/>
                </a:p>
              </p:txBody>
            </p:sp>
            <p:sp>
              <p:nvSpPr>
                <p:cNvPr id="742" name="Cobblestone tile 1,4"/>
                <p:cNvSpPr/>
                <p:nvPr/>
              </p:nvSpPr>
              <p:spPr>
                <a:xfrm>
                  <a:off x="11785310" y="3565507"/>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565C56"/>
                </a:solidFill>
                <a:ln>
                  <a:noFill/>
                </a:ln>
                <a:effectLst/>
              </p:spPr>
              <p:txBody>
                <a:bodyPr rtlCol="0" anchor="ctr"/>
                <a:lstStyle/>
                <a:p>
                  <a:pPr algn="ctr"/>
                </a:p>
              </p:txBody>
            </p:sp>
            <p:sp>
              <p:nvSpPr>
                <p:cNvPr id="743" name="Cobblestone tile 2,4"/>
                <p:cNvSpPr/>
                <p:nvPr/>
              </p:nvSpPr>
              <p:spPr>
                <a:xfrm>
                  <a:off x="11811435" y="3578570"/>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858982"/>
                </a:solidFill>
                <a:ln>
                  <a:noFill/>
                </a:ln>
                <a:effectLst/>
              </p:spPr>
              <p:txBody>
                <a:bodyPr rtlCol="0" anchor="ctr"/>
                <a:lstStyle/>
                <a:p>
                  <a:pPr algn="ctr"/>
                </a:p>
              </p:txBody>
            </p:sp>
            <p:sp>
              <p:nvSpPr>
                <p:cNvPr id="744" name="Cobblestone tile 3,4"/>
                <p:cNvSpPr/>
                <p:nvPr/>
              </p:nvSpPr>
              <p:spPr>
                <a:xfrm>
                  <a:off x="11837561" y="3591633"/>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646762"/>
                </a:solidFill>
                <a:ln>
                  <a:noFill/>
                </a:ln>
                <a:effectLst/>
              </p:spPr>
              <p:txBody>
                <a:bodyPr rtlCol="0" anchor="ctr"/>
                <a:lstStyle/>
                <a:p>
                  <a:pPr algn="ctr"/>
                </a:p>
              </p:txBody>
            </p:sp>
            <p:sp>
              <p:nvSpPr>
                <p:cNvPr id="745" name="Cobblestone tile 4,4"/>
                <p:cNvSpPr/>
                <p:nvPr/>
              </p:nvSpPr>
              <p:spPr>
                <a:xfrm>
                  <a:off x="11863687" y="3604695"/>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565C56"/>
                </a:solidFill>
                <a:ln>
                  <a:noFill/>
                </a:ln>
                <a:effectLst/>
              </p:spPr>
              <p:txBody>
                <a:bodyPr rtlCol="0" anchor="ctr"/>
                <a:lstStyle/>
                <a:p>
                  <a:pPr algn="ctr"/>
                </a:p>
              </p:txBody>
            </p:sp>
            <p:sp>
              <p:nvSpPr>
                <p:cNvPr id="746" name="Cobblestone tile 5,4"/>
                <p:cNvSpPr/>
                <p:nvPr/>
              </p:nvSpPr>
              <p:spPr>
                <a:xfrm>
                  <a:off x="11889813" y="3617758"/>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949891"/>
                </a:solidFill>
                <a:ln>
                  <a:noFill/>
                </a:ln>
                <a:effectLst/>
              </p:spPr>
              <p:txBody>
                <a:bodyPr rtlCol="0" anchor="ctr"/>
                <a:lstStyle/>
                <a:p>
                  <a:pPr algn="ctr"/>
                </a:p>
              </p:txBody>
            </p:sp>
            <p:sp>
              <p:nvSpPr>
                <p:cNvPr id="747" name="Cobblestone tile 6,4"/>
                <p:cNvSpPr/>
                <p:nvPr/>
              </p:nvSpPr>
              <p:spPr>
                <a:xfrm>
                  <a:off x="11915938" y="3630821"/>
                  <a:ext cx="26126" cy="42781"/>
                </a:xfrm>
                <a:custGeom>
                  <a:avLst/>
                  <a:gdLst/>
                  <a:ahLst/>
                  <a:cxnLst/>
                  <a:rect l="0" t="0" r="r" b="b"/>
                  <a:pathLst>
                    <a:path w="26126" h="42781">
                      <a:moveTo>
                        <a:pt x="0" y="0"/>
                      </a:moveTo>
                      <a:lnTo>
                        <a:pt x="26126" y="13063"/>
                      </a:lnTo>
                      <a:lnTo>
                        <a:pt x="26126" y="42781"/>
                      </a:lnTo>
                      <a:lnTo>
                        <a:pt x="0" y="29718"/>
                      </a:lnTo>
                      <a:close/>
                    </a:path>
                  </a:pathLst>
                </a:custGeom>
                <a:solidFill>
                  <a:srgbClr val="858982"/>
                </a:solidFill>
                <a:ln>
                  <a:noFill/>
                </a:ln>
                <a:effectLst/>
              </p:spPr>
              <p:txBody>
                <a:bodyPr rtlCol="0" anchor="ctr"/>
                <a:lstStyle/>
                <a:p>
                  <a:pPr algn="ctr"/>
                </a:p>
              </p:txBody>
            </p:sp>
            <p:sp>
              <p:nvSpPr>
                <p:cNvPr id="748" name="Cobblestone tile 0,5"/>
                <p:cNvSpPr/>
                <p:nvPr/>
              </p:nvSpPr>
              <p:spPr>
                <a:xfrm>
                  <a:off x="11759184" y="3581019"/>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949891"/>
                </a:solidFill>
                <a:ln>
                  <a:noFill/>
                </a:ln>
                <a:effectLst/>
              </p:spPr>
              <p:txBody>
                <a:bodyPr rtlCol="0" anchor="ctr"/>
                <a:lstStyle/>
                <a:p>
                  <a:pPr algn="ctr"/>
                </a:p>
              </p:txBody>
            </p:sp>
            <p:sp>
              <p:nvSpPr>
                <p:cNvPr id="749" name="Cobblestone tile 1,5"/>
                <p:cNvSpPr/>
                <p:nvPr/>
              </p:nvSpPr>
              <p:spPr>
                <a:xfrm>
                  <a:off x="11785310" y="3594082"/>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565C56"/>
                </a:solidFill>
                <a:ln>
                  <a:noFill/>
                </a:ln>
                <a:effectLst/>
              </p:spPr>
              <p:txBody>
                <a:bodyPr rtlCol="0" anchor="ctr"/>
                <a:lstStyle/>
                <a:p>
                  <a:pPr algn="ctr"/>
                </a:p>
              </p:txBody>
            </p:sp>
            <p:sp>
              <p:nvSpPr>
                <p:cNvPr id="750" name="Cobblestone tile 2,5"/>
                <p:cNvSpPr/>
                <p:nvPr/>
              </p:nvSpPr>
              <p:spPr>
                <a:xfrm>
                  <a:off x="11811435" y="3607145"/>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747872"/>
                </a:solidFill>
                <a:ln>
                  <a:noFill/>
                </a:ln>
                <a:effectLst/>
              </p:spPr>
              <p:txBody>
                <a:bodyPr rtlCol="0" anchor="ctr"/>
                <a:lstStyle/>
                <a:p>
                  <a:pPr algn="ctr"/>
                </a:p>
              </p:txBody>
            </p:sp>
            <p:sp>
              <p:nvSpPr>
                <p:cNvPr id="751" name="Cobblestone tile 3,5"/>
                <p:cNvSpPr/>
                <p:nvPr/>
              </p:nvSpPr>
              <p:spPr>
                <a:xfrm>
                  <a:off x="11837561" y="3620208"/>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949891"/>
                </a:solidFill>
                <a:ln>
                  <a:noFill/>
                </a:ln>
                <a:effectLst/>
              </p:spPr>
              <p:txBody>
                <a:bodyPr rtlCol="0" anchor="ctr"/>
                <a:lstStyle/>
                <a:p>
                  <a:pPr algn="ctr"/>
                </a:p>
              </p:txBody>
            </p:sp>
            <p:sp>
              <p:nvSpPr>
                <p:cNvPr id="752" name="Cobblestone tile 4,5"/>
                <p:cNvSpPr/>
                <p:nvPr/>
              </p:nvSpPr>
              <p:spPr>
                <a:xfrm>
                  <a:off x="11863687" y="3633270"/>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646762"/>
                </a:solidFill>
                <a:ln>
                  <a:noFill/>
                </a:ln>
                <a:effectLst/>
              </p:spPr>
              <p:txBody>
                <a:bodyPr rtlCol="0" anchor="ctr"/>
                <a:lstStyle/>
                <a:p>
                  <a:pPr algn="ctr"/>
                </a:p>
              </p:txBody>
            </p:sp>
            <p:sp>
              <p:nvSpPr>
                <p:cNvPr id="753" name="Cobblestone tile 5,5"/>
                <p:cNvSpPr/>
                <p:nvPr/>
              </p:nvSpPr>
              <p:spPr>
                <a:xfrm>
                  <a:off x="11889813" y="3646333"/>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858982"/>
                </a:solidFill>
                <a:ln>
                  <a:noFill/>
                </a:ln>
                <a:effectLst/>
              </p:spPr>
              <p:txBody>
                <a:bodyPr rtlCol="0" anchor="ctr"/>
                <a:lstStyle/>
                <a:p>
                  <a:pPr algn="ctr"/>
                </a:p>
              </p:txBody>
            </p:sp>
            <p:sp>
              <p:nvSpPr>
                <p:cNvPr id="754" name="Cobblestone tile 6,5"/>
                <p:cNvSpPr/>
                <p:nvPr/>
              </p:nvSpPr>
              <p:spPr>
                <a:xfrm>
                  <a:off x="11915938" y="3659396"/>
                  <a:ext cx="26126" cy="42781"/>
                </a:xfrm>
                <a:custGeom>
                  <a:avLst/>
                  <a:gdLst/>
                  <a:ahLst/>
                  <a:cxnLst/>
                  <a:rect l="0" t="0" r="r" b="b"/>
                  <a:pathLst>
                    <a:path w="26126" h="42781">
                      <a:moveTo>
                        <a:pt x="0" y="0"/>
                      </a:moveTo>
                      <a:lnTo>
                        <a:pt x="26126" y="13063"/>
                      </a:lnTo>
                      <a:lnTo>
                        <a:pt x="26126" y="42781"/>
                      </a:lnTo>
                      <a:lnTo>
                        <a:pt x="0" y="29718"/>
                      </a:lnTo>
                      <a:close/>
                    </a:path>
                  </a:pathLst>
                </a:custGeom>
                <a:solidFill>
                  <a:srgbClr val="565C56"/>
                </a:solidFill>
                <a:ln>
                  <a:noFill/>
                </a:ln>
                <a:effectLst/>
              </p:spPr>
              <p:txBody>
                <a:bodyPr rtlCol="0" anchor="ctr"/>
                <a:lstStyle/>
                <a:p>
                  <a:pPr algn="ctr"/>
                </a:p>
              </p:txBody>
            </p:sp>
            <p:sp>
              <p:nvSpPr>
                <p:cNvPr id="755" name="Cobblestone tile 0,6"/>
                <p:cNvSpPr/>
                <p:nvPr/>
              </p:nvSpPr>
              <p:spPr>
                <a:xfrm>
                  <a:off x="11759184" y="3609594"/>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858982"/>
                </a:solidFill>
                <a:ln>
                  <a:noFill/>
                </a:ln>
                <a:effectLst/>
              </p:spPr>
              <p:txBody>
                <a:bodyPr rtlCol="0" anchor="ctr"/>
                <a:lstStyle/>
                <a:p>
                  <a:pPr algn="ctr"/>
                </a:p>
              </p:txBody>
            </p:sp>
            <p:sp>
              <p:nvSpPr>
                <p:cNvPr id="756" name="Cobblestone tile 1,6"/>
                <p:cNvSpPr/>
                <p:nvPr/>
              </p:nvSpPr>
              <p:spPr>
                <a:xfrm>
                  <a:off x="11785310" y="3622657"/>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858982"/>
                </a:solidFill>
                <a:ln>
                  <a:noFill/>
                </a:ln>
                <a:effectLst/>
              </p:spPr>
              <p:txBody>
                <a:bodyPr rtlCol="0" anchor="ctr"/>
                <a:lstStyle/>
                <a:p>
                  <a:pPr algn="ctr"/>
                </a:p>
              </p:txBody>
            </p:sp>
            <p:sp>
              <p:nvSpPr>
                <p:cNvPr id="757" name="Cobblestone tile 2,6"/>
                <p:cNvSpPr/>
                <p:nvPr/>
              </p:nvSpPr>
              <p:spPr>
                <a:xfrm>
                  <a:off x="11811435" y="3635720"/>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747872"/>
                </a:solidFill>
                <a:ln>
                  <a:noFill/>
                </a:ln>
                <a:effectLst/>
              </p:spPr>
              <p:txBody>
                <a:bodyPr rtlCol="0" anchor="ctr"/>
                <a:lstStyle/>
                <a:p>
                  <a:pPr algn="ctr"/>
                </a:p>
              </p:txBody>
            </p:sp>
            <p:sp>
              <p:nvSpPr>
                <p:cNvPr id="758" name="Cobblestone tile 3,6"/>
                <p:cNvSpPr/>
                <p:nvPr/>
              </p:nvSpPr>
              <p:spPr>
                <a:xfrm>
                  <a:off x="11837561" y="3648783"/>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747872"/>
                </a:solidFill>
                <a:ln>
                  <a:noFill/>
                </a:ln>
                <a:effectLst/>
              </p:spPr>
              <p:txBody>
                <a:bodyPr rtlCol="0" anchor="ctr"/>
                <a:lstStyle/>
                <a:p>
                  <a:pPr algn="ctr"/>
                </a:p>
              </p:txBody>
            </p:sp>
            <p:sp>
              <p:nvSpPr>
                <p:cNvPr id="759" name="Cobblestone tile 4,6"/>
                <p:cNvSpPr/>
                <p:nvPr/>
              </p:nvSpPr>
              <p:spPr>
                <a:xfrm>
                  <a:off x="11863687" y="3661845"/>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858982"/>
                </a:solidFill>
                <a:ln>
                  <a:noFill/>
                </a:ln>
                <a:effectLst/>
              </p:spPr>
              <p:txBody>
                <a:bodyPr rtlCol="0" anchor="ctr"/>
                <a:lstStyle/>
                <a:p>
                  <a:pPr algn="ctr"/>
                </a:p>
              </p:txBody>
            </p:sp>
            <p:sp>
              <p:nvSpPr>
                <p:cNvPr id="760" name="Cobblestone tile 5,6"/>
                <p:cNvSpPr/>
                <p:nvPr/>
              </p:nvSpPr>
              <p:spPr>
                <a:xfrm>
                  <a:off x="11889813" y="3674908"/>
                  <a:ext cx="27171" cy="43303"/>
                </a:xfrm>
                <a:custGeom>
                  <a:avLst/>
                  <a:gdLst/>
                  <a:ahLst/>
                  <a:cxnLst/>
                  <a:rect l="0" t="0" r="r" b="b"/>
                  <a:pathLst>
                    <a:path w="27171" h="43303">
                      <a:moveTo>
                        <a:pt x="0" y="0"/>
                      </a:moveTo>
                      <a:lnTo>
                        <a:pt x="27171" y="13585"/>
                      </a:lnTo>
                      <a:lnTo>
                        <a:pt x="27171" y="43303"/>
                      </a:lnTo>
                      <a:lnTo>
                        <a:pt x="0" y="29718"/>
                      </a:lnTo>
                      <a:close/>
                    </a:path>
                  </a:pathLst>
                </a:custGeom>
                <a:solidFill>
                  <a:srgbClr val="646762"/>
                </a:solidFill>
                <a:ln>
                  <a:noFill/>
                </a:ln>
                <a:effectLst/>
              </p:spPr>
              <p:txBody>
                <a:bodyPr rtlCol="0" anchor="ctr"/>
                <a:lstStyle/>
                <a:p>
                  <a:pPr algn="ctr"/>
                </a:p>
              </p:txBody>
            </p:sp>
            <p:sp>
              <p:nvSpPr>
                <p:cNvPr id="761" name="Cobblestone tile 6,6"/>
                <p:cNvSpPr/>
                <p:nvPr/>
              </p:nvSpPr>
              <p:spPr>
                <a:xfrm>
                  <a:off x="11915938" y="3687971"/>
                  <a:ext cx="26126" cy="42781"/>
                </a:xfrm>
                <a:custGeom>
                  <a:avLst/>
                  <a:gdLst/>
                  <a:ahLst/>
                  <a:cxnLst/>
                  <a:rect l="0" t="0" r="r" b="b"/>
                  <a:pathLst>
                    <a:path w="26126" h="42781">
                      <a:moveTo>
                        <a:pt x="0" y="0"/>
                      </a:moveTo>
                      <a:lnTo>
                        <a:pt x="26126" y="13063"/>
                      </a:lnTo>
                      <a:lnTo>
                        <a:pt x="26126" y="42781"/>
                      </a:lnTo>
                      <a:lnTo>
                        <a:pt x="0" y="29718"/>
                      </a:lnTo>
                      <a:close/>
                    </a:path>
                  </a:pathLst>
                </a:custGeom>
                <a:solidFill>
                  <a:srgbClr val="646762"/>
                </a:solidFill>
                <a:ln>
                  <a:noFill/>
                </a:ln>
                <a:effectLst/>
              </p:spPr>
              <p:txBody>
                <a:bodyPr rtlCol="0" anchor="ctr"/>
                <a:lstStyle/>
                <a:p>
                  <a:pPr algn="ctr"/>
                </a:p>
              </p:txBody>
            </p:sp>
            <p:sp>
              <p:nvSpPr>
                <p:cNvPr id="762" name="Cobblestone tile 0,7"/>
                <p:cNvSpPr/>
                <p:nvPr/>
              </p:nvSpPr>
              <p:spPr>
                <a:xfrm>
                  <a:off x="11759184" y="3638169"/>
                  <a:ext cx="27171" cy="42160"/>
                </a:xfrm>
                <a:custGeom>
                  <a:avLst/>
                  <a:gdLst/>
                  <a:ahLst/>
                  <a:cxnLst/>
                  <a:rect l="0" t="0" r="r" b="b"/>
                  <a:pathLst>
                    <a:path w="27171" h="42160">
                      <a:moveTo>
                        <a:pt x="0" y="0"/>
                      </a:moveTo>
                      <a:lnTo>
                        <a:pt x="27171" y="13585"/>
                      </a:lnTo>
                      <a:lnTo>
                        <a:pt x="27171" y="42160"/>
                      </a:lnTo>
                      <a:lnTo>
                        <a:pt x="0" y="28575"/>
                      </a:lnTo>
                      <a:close/>
                    </a:path>
                  </a:pathLst>
                </a:custGeom>
                <a:solidFill>
                  <a:srgbClr val="747872"/>
                </a:solidFill>
                <a:ln>
                  <a:noFill/>
                </a:ln>
                <a:effectLst/>
              </p:spPr>
              <p:txBody>
                <a:bodyPr rtlCol="0" anchor="ctr"/>
                <a:lstStyle/>
                <a:p>
                  <a:pPr algn="ctr"/>
                </a:p>
              </p:txBody>
            </p:sp>
            <p:sp>
              <p:nvSpPr>
                <p:cNvPr id="763" name="Cobblestone tile 1,7"/>
                <p:cNvSpPr/>
                <p:nvPr/>
              </p:nvSpPr>
              <p:spPr>
                <a:xfrm>
                  <a:off x="11785310" y="3651232"/>
                  <a:ext cx="27171" cy="42160"/>
                </a:xfrm>
                <a:custGeom>
                  <a:avLst/>
                  <a:gdLst/>
                  <a:ahLst/>
                  <a:cxnLst/>
                  <a:rect l="0" t="0" r="r" b="b"/>
                  <a:pathLst>
                    <a:path w="27171" h="42160">
                      <a:moveTo>
                        <a:pt x="0" y="0"/>
                      </a:moveTo>
                      <a:lnTo>
                        <a:pt x="27171" y="13585"/>
                      </a:lnTo>
                      <a:lnTo>
                        <a:pt x="27171" y="42160"/>
                      </a:lnTo>
                      <a:lnTo>
                        <a:pt x="0" y="28575"/>
                      </a:lnTo>
                      <a:close/>
                    </a:path>
                  </a:pathLst>
                </a:custGeom>
                <a:solidFill>
                  <a:srgbClr val="646762"/>
                </a:solidFill>
                <a:ln>
                  <a:noFill/>
                </a:ln>
                <a:effectLst/>
              </p:spPr>
              <p:txBody>
                <a:bodyPr rtlCol="0" anchor="ctr"/>
                <a:lstStyle/>
                <a:p>
                  <a:pPr algn="ctr"/>
                </a:p>
              </p:txBody>
            </p:sp>
            <p:sp>
              <p:nvSpPr>
                <p:cNvPr id="764" name="Cobblestone tile 2,7"/>
                <p:cNvSpPr/>
                <p:nvPr/>
              </p:nvSpPr>
              <p:spPr>
                <a:xfrm>
                  <a:off x="11811435" y="3664295"/>
                  <a:ext cx="27171" cy="42160"/>
                </a:xfrm>
                <a:custGeom>
                  <a:avLst/>
                  <a:gdLst/>
                  <a:ahLst/>
                  <a:cxnLst/>
                  <a:rect l="0" t="0" r="r" b="b"/>
                  <a:pathLst>
                    <a:path w="27171" h="42160">
                      <a:moveTo>
                        <a:pt x="0" y="0"/>
                      </a:moveTo>
                      <a:lnTo>
                        <a:pt x="27171" y="13585"/>
                      </a:lnTo>
                      <a:lnTo>
                        <a:pt x="27171" y="42160"/>
                      </a:lnTo>
                      <a:lnTo>
                        <a:pt x="0" y="28575"/>
                      </a:lnTo>
                      <a:close/>
                    </a:path>
                  </a:pathLst>
                </a:custGeom>
                <a:solidFill>
                  <a:srgbClr val="858982"/>
                </a:solidFill>
                <a:ln>
                  <a:noFill/>
                </a:ln>
                <a:effectLst/>
              </p:spPr>
              <p:txBody>
                <a:bodyPr rtlCol="0" anchor="ctr"/>
                <a:lstStyle/>
                <a:p>
                  <a:pPr algn="ctr"/>
                </a:p>
              </p:txBody>
            </p:sp>
            <p:sp>
              <p:nvSpPr>
                <p:cNvPr id="765" name="Cobblestone tile 3,7"/>
                <p:cNvSpPr/>
                <p:nvPr/>
              </p:nvSpPr>
              <p:spPr>
                <a:xfrm>
                  <a:off x="11837561" y="3677358"/>
                  <a:ext cx="27171" cy="42160"/>
                </a:xfrm>
                <a:custGeom>
                  <a:avLst/>
                  <a:gdLst/>
                  <a:ahLst/>
                  <a:cxnLst/>
                  <a:rect l="0" t="0" r="r" b="b"/>
                  <a:pathLst>
                    <a:path w="27171" h="42160">
                      <a:moveTo>
                        <a:pt x="0" y="0"/>
                      </a:moveTo>
                      <a:lnTo>
                        <a:pt x="27171" y="13585"/>
                      </a:lnTo>
                      <a:lnTo>
                        <a:pt x="27171" y="42160"/>
                      </a:lnTo>
                      <a:lnTo>
                        <a:pt x="0" y="28575"/>
                      </a:lnTo>
                      <a:close/>
                    </a:path>
                  </a:pathLst>
                </a:custGeom>
                <a:solidFill>
                  <a:srgbClr val="565C56"/>
                </a:solidFill>
                <a:ln>
                  <a:noFill/>
                </a:ln>
                <a:effectLst/>
              </p:spPr>
              <p:txBody>
                <a:bodyPr rtlCol="0" anchor="ctr"/>
                <a:lstStyle/>
                <a:p>
                  <a:pPr algn="ctr"/>
                </a:p>
              </p:txBody>
            </p:sp>
            <p:sp>
              <p:nvSpPr>
                <p:cNvPr id="766" name="Cobblestone tile 4,7"/>
                <p:cNvSpPr/>
                <p:nvPr/>
              </p:nvSpPr>
              <p:spPr>
                <a:xfrm>
                  <a:off x="11863687" y="3690420"/>
                  <a:ext cx="27171" cy="42160"/>
                </a:xfrm>
                <a:custGeom>
                  <a:avLst/>
                  <a:gdLst/>
                  <a:ahLst/>
                  <a:cxnLst/>
                  <a:rect l="0" t="0" r="r" b="b"/>
                  <a:pathLst>
                    <a:path w="27171" h="42160">
                      <a:moveTo>
                        <a:pt x="0" y="0"/>
                      </a:moveTo>
                      <a:lnTo>
                        <a:pt x="27171" y="13585"/>
                      </a:lnTo>
                      <a:lnTo>
                        <a:pt x="27171" y="42160"/>
                      </a:lnTo>
                      <a:lnTo>
                        <a:pt x="0" y="28575"/>
                      </a:lnTo>
                      <a:close/>
                    </a:path>
                  </a:pathLst>
                </a:custGeom>
                <a:solidFill>
                  <a:srgbClr val="949891"/>
                </a:solidFill>
                <a:ln>
                  <a:noFill/>
                </a:ln>
                <a:effectLst/>
              </p:spPr>
              <p:txBody>
                <a:bodyPr rtlCol="0" anchor="ctr"/>
                <a:lstStyle/>
                <a:p>
                  <a:pPr algn="ctr"/>
                </a:p>
              </p:txBody>
            </p:sp>
            <p:sp>
              <p:nvSpPr>
                <p:cNvPr id="767" name="Cobblestone tile 5,7"/>
                <p:cNvSpPr/>
                <p:nvPr/>
              </p:nvSpPr>
              <p:spPr>
                <a:xfrm>
                  <a:off x="11889813" y="3703483"/>
                  <a:ext cx="27171" cy="42160"/>
                </a:xfrm>
                <a:custGeom>
                  <a:avLst/>
                  <a:gdLst/>
                  <a:ahLst/>
                  <a:cxnLst/>
                  <a:rect l="0" t="0" r="r" b="b"/>
                  <a:pathLst>
                    <a:path w="27171" h="42160">
                      <a:moveTo>
                        <a:pt x="0" y="0"/>
                      </a:moveTo>
                      <a:lnTo>
                        <a:pt x="27171" y="13585"/>
                      </a:lnTo>
                      <a:lnTo>
                        <a:pt x="27171" y="42160"/>
                      </a:lnTo>
                      <a:lnTo>
                        <a:pt x="0" y="28575"/>
                      </a:lnTo>
                      <a:close/>
                    </a:path>
                  </a:pathLst>
                </a:custGeom>
                <a:solidFill>
                  <a:srgbClr val="858982"/>
                </a:solidFill>
                <a:ln>
                  <a:noFill/>
                </a:ln>
                <a:effectLst/>
              </p:spPr>
              <p:txBody>
                <a:bodyPr rtlCol="0" anchor="ctr"/>
                <a:lstStyle/>
                <a:p>
                  <a:pPr algn="ctr"/>
                </a:p>
              </p:txBody>
            </p:sp>
            <p:sp>
              <p:nvSpPr>
                <p:cNvPr id="768" name="Cobblestone tile 6,7"/>
                <p:cNvSpPr/>
                <p:nvPr/>
              </p:nvSpPr>
              <p:spPr>
                <a:xfrm>
                  <a:off x="11915938" y="3716546"/>
                  <a:ext cx="26126" cy="41638"/>
                </a:xfrm>
                <a:custGeom>
                  <a:avLst/>
                  <a:gdLst/>
                  <a:ahLst/>
                  <a:cxnLst/>
                  <a:rect l="0" t="0" r="r" b="b"/>
                  <a:pathLst>
                    <a:path w="26126" h="41638">
                      <a:moveTo>
                        <a:pt x="0" y="0"/>
                      </a:moveTo>
                      <a:lnTo>
                        <a:pt x="26126" y="13063"/>
                      </a:lnTo>
                      <a:lnTo>
                        <a:pt x="26126" y="41638"/>
                      </a:lnTo>
                      <a:lnTo>
                        <a:pt x="0" y="28575"/>
                      </a:lnTo>
                      <a:close/>
                    </a:path>
                  </a:pathLst>
                </a:custGeom>
                <a:solidFill>
                  <a:srgbClr val="646762"/>
                </a:solidFill>
                <a:ln>
                  <a:noFill/>
                </a:ln>
                <a:effectLst/>
              </p:spPr>
              <p:txBody>
                <a:bodyPr rtlCol="0" anchor="ctr"/>
                <a:lstStyle/>
                <a:p>
                  <a:pPr algn="ctr"/>
                </a:p>
              </p:txBody>
            </p:sp>
            <p:sp>
              <p:nvSpPr>
                <p:cNvPr id="769" name="Cobblestone faceted stone"/>
                <p:cNvSpPr/>
                <p:nvPr/>
              </p:nvSpPr>
              <p:spPr>
                <a:xfrm>
                  <a:off x="11764975" y="3454407"/>
                  <a:ext cx="44806" cy="52121"/>
                </a:xfrm>
                <a:custGeom>
                  <a:avLst/>
                  <a:gdLst/>
                  <a:ahLst/>
                  <a:cxnLst/>
                  <a:rect l="0" t="0" r="r" b="b"/>
                  <a:pathLst>
                    <a:path w="44806" h="52121">
                      <a:moveTo>
                        <a:pt x="8230" y="0"/>
                      </a:moveTo>
                      <a:lnTo>
                        <a:pt x="34747" y="8687"/>
                      </a:lnTo>
                      <a:lnTo>
                        <a:pt x="44806" y="36576"/>
                      </a:lnTo>
                      <a:lnTo>
                        <a:pt x="34747" y="52121"/>
                      </a:lnTo>
                      <a:lnTo>
                        <a:pt x="9144" y="42748"/>
                      </a:lnTo>
                      <a:lnTo>
                        <a:pt x="0" y="13030"/>
                      </a:lnTo>
                      <a:close/>
                    </a:path>
                  </a:pathLst>
                </a:custGeom>
                <a:solidFill>
                  <a:srgbClr val="858982"/>
                </a:solidFill>
                <a:ln w="4572" cap="flat">
                  <a:solidFill>
                    <a:srgbClr val="646762"/>
                  </a:solidFill>
                  <a:round/>
                </a:ln>
                <a:effectLst/>
              </p:spPr>
              <p:txBody>
                <a:bodyPr rtlCol="0" anchor="ctr"/>
                <a:lstStyle/>
                <a:p>
                  <a:pPr algn="ctr"/>
                </a:p>
              </p:txBody>
            </p:sp>
            <p:sp>
              <p:nvSpPr>
                <p:cNvPr id="770" name="Cobblestone faceted stone"/>
                <p:cNvSpPr/>
                <p:nvPr/>
              </p:nvSpPr>
              <p:spPr>
                <a:xfrm>
                  <a:off x="11815775" y="3479807"/>
                  <a:ext cx="44806" cy="52121"/>
                </a:xfrm>
                <a:custGeom>
                  <a:avLst/>
                  <a:gdLst/>
                  <a:ahLst/>
                  <a:cxnLst/>
                  <a:rect l="0" t="0" r="r" b="b"/>
                  <a:pathLst>
                    <a:path w="44806" h="52121">
                      <a:moveTo>
                        <a:pt x="8230" y="0"/>
                      </a:moveTo>
                      <a:lnTo>
                        <a:pt x="34747" y="8687"/>
                      </a:lnTo>
                      <a:lnTo>
                        <a:pt x="44806" y="36576"/>
                      </a:lnTo>
                      <a:lnTo>
                        <a:pt x="34747" y="52121"/>
                      </a:lnTo>
                      <a:lnTo>
                        <a:pt x="9144" y="42748"/>
                      </a:lnTo>
                      <a:lnTo>
                        <a:pt x="0" y="13030"/>
                      </a:lnTo>
                      <a:close/>
                    </a:path>
                  </a:pathLst>
                </a:custGeom>
                <a:solidFill>
                  <a:srgbClr val="747872"/>
                </a:solidFill>
                <a:ln w="4572" cap="flat">
                  <a:solidFill>
                    <a:srgbClr val="646762"/>
                  </a:solidFill>
                  <a:round/>
                </a:ln>
                <a:effectLst/>
              </p:spPr>
              <p:txBody>
                <a:bodyPr rtlCol="0" anchor="ctr"/>
                <a:lstStyle/>
                <a:p>
                  <a:pPr algn="ctr"/>
                </a:p>
              </p:txBody>
            </p:sp>
            <p:sp>
              <p:nvSpPr>
                <p:cNvPr id="771" name="Cobblestone faceted stone"/>
                <p:cNvSpPr/>
                <p:nvPr/>
              </p:nvSpPr>
              <p:spPr>
                <a:xfrm>
                  <a:off x="11866575" y="3505207"/>
                  <a:ext cx="44806" cy="52121"/>
                </a:xfrm>
                <a:custGeom>
                  <a:avLst/>
                  <a:gdLst/>
                  <a:ahLst/>
                  <a:cxnLst/>
                  <a:rect l="0" t="0" r="r" b="b"/>
                  <a:pathLst>
                    <a:path w="44806" h="52121">
                      <a:moveTo>
                        <a:pt x="8230" y="0"/>
                      </a:moveTo>
                      <a:lnTo>
                        <a:pt x="34747" y="8687"/>
                      </a:lnTo>
                      <a:lnTo>
                        <a:pt x="44806" y="36576"/>
                      </a:lnTo>
                      <a:lnTo>
                        <a:pt x="34747" y="52121"/>
                      </a:lnTo>
                      <a:lnTo>
                        <a:pt x="9144" y="42748"/>
                      </a:lnTo>
                      <a:lnTo>
                        <a:pt x="0" y="13030"/>
                      </a:lnTo>
                      <a:close/>
                    </a:path>
                  </a:pathLst>
                </a:custGeom>
                <a:solidFill>
                  <a:srgbClr val="858982"/>
                </a:solidFill>
                <a:ln w="4572" cap="flat">
                  <a:solidFill>
                    <a:srgbClr val="646762"/>
                  </a:solidFill>
                  <a:round/>
                </a:ln>
                <a:effectLst/>
              </p:spPr>
              <p:txBody>
                <a:bodyPr rtlCol="0" anchor="ctr"/>
                <a:lstStyle/>
                <a:p>
                  <a:pPr algn="ctr"/>
                </a:p>
              </p:txBody>
            </p:sp>
            <p:sp>
              <p:nvSpPr>
                <p:cNvPr id="772" name="Cobblestone faceted stone"/>
                <p:cNvSpPr/>
                <p:nvPr/>
              </p:nvSpPr>
              <p:spPr>
                <a:xfrm>
                  <a:off x="11777167" y="3514932"/>
                  <a:ext cx="44806" cy="52121"/>
                </a:xfrm>
                <a:custGeom>
                  <a:avLst/>
                  <a:gdLst/>
                  <a:ahLst/>
                  <a:cxnLst/>
                  <a:rect l="0" t="0" r="r" b="b"/>
                  <a:pathLst>
                    <a:path w="44806" h="52121">
                      <a:moveTo>
                        <a:pt x="8230" y="0"/>
                      </a:moveTo>
                      <a:lnTo>
                        <a:pt x="34747" y="8687"/>
                      </a:lnTo>
                      <a:lnTo>
                        <a:pt x="44806" y="36576"/>
                      </a:lnTo>
                      <a:lnTo>
                        <a:pt x="34747" y="52121"/>
                      </a:lnTo>
                      <a:lnTo>
                        <a:pt x="9144" y="42748"/>
                      </a:lnTo>
                      <a:lnTo>
                        <a:pt x="0" y="13030"/>
                      </a:lnTo>
                      <a:close/>
                    </a:path>
                  </a:pathLst>
                </a:custGeom>
                <a:solidFill>
                  <a:srgbClr val="949891"/>
                </a:solidFill>
                <a:ln w="4572" cap="flat">
                  <a:solidFill>
                    <a:srgbClr val="646762"/>
                  </a:solidFill>
                  <a:round/>
                </a:ln>
                <a:effectLst/>
              </p:spPr>
              <p:txBody>
                <a:bodyPr rtlCol="0" anchor="ctr"/>
                <a:lstStyle/>
                <a:p>
                  <a:pPr algn="ctr"/>
                </a:p>
              </p:txBody>
            </p:sp>
            <p:sp>
              <p:nvSpPr>
                <p:cNvPr id="773" name="Cobblestone faceted stone"/>
                <p:cNvSpPr/>
                <p:nvPr/>
              </p:nvSpPr>
              <p:spPr>
                <a:xfrm>
                  <a:off x="11827967" y="3540332"/>
                  <a:ext cx="44806" cy="52121"/>
                </a:xfrm>
                <a:custGeom>
                  <a:avLst/>
                  <a:gdLst/>
                  <a:ahLst/>
                  <a:cxnLst/>
                  <a:rect l="0" t="0" r="r" b="b"/>
                  <a:pathLst>
                    <a:path w="44806" h="52121">
                      <a:moveTo>
                        <a:pt x="8230" y="0"/>
                      </a:moveTo>
                      <a:lnTo>
                        <a:pt x="34747" y="8687"/>
                      </a:lnTo>
                      <a:lnTo>
                        <a:pt x="44806" y="36576"/>
                      </a:lnTo>
                      <a:lnTo>
                        <a:pt x="34747" y="52121"/>
                      </a:lnTo>
                      <a:lnTo>
                        <a:pt x="9144" y="42748"/>
                      </a:lnTo>
                      <a:lnTo>
                        <a:pt x="0" y="13030"/>
                      </a:lnTo>
                      <a:close/>
                    </a:path>
                  </a:pathLst>
                </a:custGeom>
                <a:solidFill>
                  <a:srgbClr val="747872"/>
                </a:solidFill>
                <a:ln w="4572" cap="flat">
                  <a:solidFill>
                    <a:srgbClr val="646762"/>
                  </a:solidFill>
                  <a:round/>
                </a:ln>
                <a:effectLst/>
              </p:spPr>
              <p:txBody>
                <a:bodyPr rtlCol="0" anchor="ctr"/>
                <a:lstStyle/>
                <a:p>
                  <a:pPr algn="ctr"/>
                </a:p>
              </p:txBody>
            </p:sp>
            <p:sp>
              <p:nvSpPr>
                <p:cNvPr id="774" name="Cobblestone faceted stone"/>
                <p:cNvSpPr/>
                <p:nvPr/>
              </p:nvSpPr>
              <p:spPr>
                <a:xfrm>
                  <a:off x="11878767" y="3565732"/>
                  <a:ext cx="44806" cy="52121"/>
                </a:xfrm>
                <a:custGeom>
                  <a:avLst/>
                  <a:gdLst/>
                  <a:ahLst/>
                  <a:cxnLst/>
                  <a:rect l="0" t="0" r="r" b="b"/>
                  <a:pathLst>
                    <a:path w="44806" h="52121">
                      <a:moveTo>
                        <a:pt x="8230" y="0"/>
                      </a:moveTo>
                      <a:lnTo>
                        <a:pt x="34747" y="8687"/>
                      </a:lnTo>
                      <a:lnTo>
                        <a:pt x="44806" y="36576"/>
                      </a:lnTo>
                      <a:lnTo>
                        <a:pt x="34747" y="52121"/>
                      </a:lnTo>
                      <a:lnTo>
                        <a:pt x="9144" y="42748"/>
                      </a:lnTo>
                      <a:lnTo>
                        <a:pt x="0" y="13030"/>
                      </a:lnTo>
                      <a:close/>
                    </a:path>
                  </a:pathLst>
                </a:custGeom>
                <a:solidFill>
                  <a:srgbClr val="858982"/>
                </a:solidFill>
                <a:ln w="4572" cap="flat">
                  <a:solidFill>
                    <a:srgbClr val="646762"/>
                  </a:solidFill>
                  <a:round/>
                </a:ln>
                <a:effectLst/>
              </p:spPr>
              <p:txBody>
                <a:bodyPr rtlCol="0" anchor="ctr"/>
                <a:lstStyle/>
                <a:p>
                  <a:pPr algn="ctr"/>
                </a:p>
              </p:txBody>
            </p:sp>
            <p:sp>
              <p:nvSpPr>
                <p:cNvPr id="775" name="Cobblestone faceted stone"/>
                <p:cNvSpPr/>
                <p:nvPr/>
              </p:nvSpPr>
              <p:spPr>
                <a:xfrm>
                  <a:off x="11764975" y="3563264"/>
                  <a:ext cx="44806" cy="52121"/>
                </a:xfrm>
                <a:custGeom>
                  <a:avLst/>
                  <a:gdLst/>
                  <a:ahLst/>
                  <a:cxnLst/>
                  <a:rect l="0" t="0" r="r" b="b"/>
                  <a:pathLst>
                    <a:path w="44806" h="52121">
                      <a:moveTo>
                        <a:pt x="8230" y="0"/>
                      </a:moveTo>
                      <a:lnTo>
                        <a:pt x="34747" y="8687"/>
                      </a:lnTo>
                      <a:lnTo>
                        <a:pt x="44806" y="36576"/>
                      </a:lnTo>
                      <a:lnTo>
                        <a:pt x="34747" y="52121"/>
                      </a:lnTo>
                      <a:lnTo>
                        <a:pt x="9144" y="42748"/>
                      </a:lnTo>
                      <a:lnTo>
                        <a:pt x="0" y="13030"/>
                      </a:lnTo>
                      <a:close/>
                    </a:path>
                  </a:pathLst>
                </a:custGeom>
                <a:solidFill>
                  <a:srgbClr val="949891"/>
                </a:solidFill>
                <a:ln w="4572" cap="flat">
                  <a:solidFill>
                    <a:srgbClr val="646762"/>
                  </a:solidFill>
                  <a:round/>
                </a:ln>
                <a:effectLst/>
              </p:spPr>
              <p:txBody>
                <a:bodyPr rtlCol="0" anchor="ctr"/>
                <a:lstStyle/>
                <a:p>
                  <a:pPr algn="ctr"/>
                </a:p>
              </p:txBody>
            </p:sp>
            <p:sp>
              <p:nvSpPr>
                <p:cNvPr id="776" name="Cobblestone faceted stone"/>
                <p:cNvSpPr/>
                <p:nvPr/>
              </p:nvSpPr>
              <p:spPr>
                <a:xfrm>
                  <a:off x="11815775" y="3588664"/>
                  <a:ext cx="44806" cy="52121"/>
                </a:xfrm>
                <a:custGeom>
                  <a:avLst/>
                  <a:gdLst/>
                  <a:ahLst/>
                  <a:cxnLst/>
                  <a:rect l="0" t="0" r="r" b="b"/>
                  <a:pathLst>
                    <a:path w="44806" h="52121">
                      <a:moveTo>
                        <a:pt x="8230" y="0"/>
                      </a:moveTo>
                      <a:lnTo>
                        <a:pt x="34747" y="8687"/>
                      </a:lnTo>
                      <a:lnTo>
                        <a:pt x="44806" y="36576"/>
                      </a:lnTo>
                      <a:lnTo>
                        <a:pt x="34747" y="52121"/>
                      </a:lnTo>
                      <a:lnTo>
                        <a:pt x="9144" y="42748"/>
                      </a:lnTo>
                      <a:lnTo>
                        <a:pt x="0" y="13030"/>
                      </a:lnTo>
                      <a:close/>
                    </a:path>
                  </a:pathLst>
                </a:custGeom>
                <a:solidFill>
                  <a:srgbClr val="858982"/>
                </a:solidFill>
                <a:ln w="4572" cap="flat">
                  <a:solidFill>
                    <a:srgbClr val="646762"/>
                  </a:solidFill>
                  <a:round/>
                </a:ln>
                <a:effectLst/>
              </p:spPr>
              <p:txBody>
                <a:bodyPr rtlCol="0" anchor="ctr"/>
                <a:lstStyle/>
                <a:p>
                  <a:pPr algn="ctr"/>
                </a:p>
              </p:txBody>
            </p:sp>
            <p:sp>
              <p:nvSpPr>
                <p:cNvPr id="777" name="Cobblestone faceted stone"/>
                <p:cNvSpPr/>
                <p:nvPr/>
              </p:nvSpPr>
              <p:spPr>
                <a:xfrm>
                  <a:off x="11866575" y="3614064"/>
                  <a:ext cx="44806" cy="52121"/>
                </a:xfrm>
                <a:custGeom>
                  <a:avLst/>
                  <a:gdLst/>
                  <a:ahLst/>
                  <a:cxnLst/>
                  <a:rect l="0" t="0" r="r" b="b"/>
                  <a:pathLst>
                    <a:path w="44806" h="52121">
                      <a:moveTo>
                        <a:pt x="8230" y="0"/>
                      </a:moveTo>
                      <a:lnTo>
                        <a:pt x="34747" y="8687"/>
                      </a:lnTo>
                      <a:lnTo>
                        <a:pt x="44806" y="36576"/>
                      </a:lnTo>
                      <a:lnTo>
                        <a:pt x="34747" y="52121"/>
                      </a:lnTo>
                      <a:lnTo>
                        <a:pt x="9144" y="42748"/>
                      </a:lnTo>
                      <a:lnTo>
                        <a:pt x="0" y="13030"/>
                      </a:lnTo>
                      <a:close/>
                    </a:path>
                  </a:pathLst>
                </a:custGeom>
                <a:solidFill>
                  <a:srgbClr val="747872"/>
                </a:solidFill>
                <a:ln w="4572" cap="flat">
                  <a:solidFill>
                    <a:srgbClr val="646762"/>
                  </a:solidFill>
                  <a:round/>
                </a:ln>
                <a:effectLst/>
              </p:spPr>
              <p:txBody>
                <a:bodyPr rtlCol="0" anchor="ctr"/>
                <a:lstStyle/>
                <a:p>
                  <a:pPr algn="ctr"/>
                </a:p>
              </p:txBody>
            </p:sp>
            <p:sp>
              <p:nvSpPr>
                <p:cNvPr id="778" name="Cobblestone faceted stone"/>
                <p:cNvSpPr/>
                <p:nvPr/>
              </p:nvSpPr>
              <p:spPr>
                <a:xfrm>
                  <a:off x="11777167" y="3623789"/>
                  <a:ext cx="44806" cy="52121"/>
                </a:xfrm>
                <a:custGeom>
                  <a:avLst/>
                  <a:gdLst/>
                  <a:ahLst/>
                  <a:cxnLst/>
                  <a:rect l="0" t="0" r="r" b="b"/>
                  <a:pathLst>
                    <a:path w="44806" h="52121">
                      <a:moveTo>
                        <a:pt x="8230" y="0"/>
                      </a:moveTo>
                      <a:lnTo>
                        <a:pt x="34747" y="8687"/>
                      </a:lnTo>
                      <a:lnTo>
                        <a:pt x="44806" y="36576"/>
                      </a:lnTo>
                      <a:lnTo>
                        <a:pt x="34747" y="52121"/>
                      </a:lnTo>
                      <a:lnTo>
                        <a:pt x="9144" y="42748"/>
                      </a:lnTo>
                      <a:lnTo>
                        <a:pt x="0" y="13030"/>
                      </a:lnTo>
                      <a:close/>
                    </a:path>
                  </a:pathLst>
                </a:custGeom>
                <a:solidFill>
                  <a:srgbClr val="747872"/>
                </a:solidFill>
                <a:ln w="4572" cap="flat">
                  <a:solidFill>
                    <a:srgbClr val="646762"/>
                  </a:solidFill>
                  <a:round/>
                </a:ln>
                <a:effectLst/>
              </p:spPr>
              <p:txBody>
                <a:bodyPr rtlCol="0" anchor="ctr"/>
                <a:lstStyle/>
                <a:p>
                  <a:pPr algn="ctr"/>
                </a:p>
              </p:txBody>
            </p:sp>
            <p:sp>
              <p:nvSpPr>
                <p:cNvPr id="779" name="Cobblestone faceted stone"/>
                <p:cNvSpPr/>
                <p:nvPr/>
              </p:nvSpPr>
              <p:spPr>
                <a:xfrm>
                  <a:off x="11827967" y="3649189"/>
                  <a:ext cx="44806" cy="52121"/>
                </a:xfrm>
                <a:custGeom>
                  <a:avLst/>
                  <a:gdLst/>
                  <a:ahLst/>
                  <a:cxnLst/>
                  <a:rect l="0" t="0" r="r" b="b"/>
                  <a:pathLst>
                    <a:path w="44806" h="52121">
                      <a:moveTo>
                        <a:pt x="8230" y="0"/>
                      </a:moveTo>
                      <a:lnTo>
                        <a:pt x="34747" y="8687"/>
                      </a:lnTo>
                      <a:lnTo>
                        <a:pt x="44806" y="36576"/>
                      </a:lnTo>
                      <a:lnTo>
                        <a:pt x="34747" y="52121"/>
                      </a:lnTo>
                      <a:lnTo>
                        <a:pt x="9144" y="42748"/>
                      </a:lnTo>
                      <a:lnTo>
                        <a:pt x="0" y="13030"/>
                      </a:lnTo>
                      <a:close/>
                    </a:path>
                  </a:pathLst>
                </a:custGeom>
                <a:solidFill>
                  <a:srgbClr val="858982"/>
                </a:solidFill>
                <a:ln w="4572" cap="flat">
                  <a:solidFill>
                    <a:srgbClr val="646762"/>
                  </a:solidFill>
                  <a:round/>
                </a:ln>
                <a:effectLst/>
              </p:spPr>
              <p:txBody>
                <a:bodyPr rtlCol="0" anchor="ctr"/>
                <a:lstStyle/>
                <a:p>
                  <a:pPr algn="ctr"/>
                </a:p>
              </p:txBody>
            </p:sp>
            <p:sp>
              <p:nvSpPr>
                <p:cNvPr id="780" name="Cobblestone faceted stone"/>
                <p:cNvSpPr/>
                <p:nvPr/>
              </p:nvSpPr>
              <p:spPr>
                <a:xfrm>
                  <a:off x="11878767" y="3674589"/>
                  <a:ext cx="44806" cy="52121"/>
                </a:xfrm>
                <a:custGeom>
                  <a:avLst/>
                  <a:gdLst/>
                  <a:ahLst/>
                  <a:cxnLst/>
                  <a:rect l="0" t="0" r="r" b="b"/>
                  <a:pathLst>
                    <a:path w="44806" h="52121">
                      <a:moveTo>
                        <a:pt x="8230" y="0"/>
                      </a:moveTo>
                      <a:lnTo>
                        <a:pt x="34747" y="8687"/>
                      </a:lnTo>
                      <a:lnTo>
                        <a:pt x="44806" y="36576"/>
                      </a:lnTo>
                      <a:lnTo>
                        <a:pt x="34747" y="52121"/>
                      </a:lnTo>
                      <a:lnTo>
                        <a:pt x="9144" y="42748"/>
                      </a:lnTo>
                      <a:lnTo>
                        <a:pt x="0" y="13030"/>
                      </a:lnTo>
                      <a:close/>
                    </a:path>
                  </a:pathLst>
                </a:custGeom>
                <a:solidFill>
                  <a:srgbClr val="747872"/>
                </a:solidFill>
                <a:ln w="4572" cap="flat">
                  <a:solidFill>
                    <a:srgbClr val="646762"/>
                  </a:solidFill>
                  <a:round/>
                </a:ln>
                <a:effectLst/>
              </p:spPr>
              <p:txBody>
                <a:bodyPr rtlCol="0" anchor="ctr"/>
                <a:lstStyle/>
                <a:p>
                  <a:pPr algn="ctr"/>
                </a:p>
              </p:txBody>
            </p:sp>
            <p:sp>
              <p:nvSpPr>
                <p:cNvPr id="781" name="Cobblestone tile 0,0"/>
                <p:cNvSpPr/>
                <p:nvPr/>
              </p:nvSpPr>
              <p:spPr>
                <a:xfrm>
                  <a:off x="11942064" y="3515999"/>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82877D"/>
                </a:solidFill>
                <a:ln>
                  <a:noFill/>
                </a:ln>
                <a:effectLst/>
              </p:spPr>
              <p:txBody>
                <a:bodyPr rtlCol="0" anchor="ctr"/>
                <a:lstStyle/>
                <a:p>
                  <a:pPr algn="ctr"/>
                </a:p>
              </p:txBody>
            </p:sp>
            <p:sp>
              <p:nvSpPr>
                <p:cNvPr id="782" name="Cobblestone tile 1,0"/>
                <p:cNvSpPr/>
                <p:nvPr/>
              </p:nvSpPr>
              <p:spPr>
                <a:xfrm>
                  <a:off x="11968190" y="3502936"/>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737970"/>
                </a:solidFill>
                <a:ln>
                  <a:noFill/>
                </a:ln>
                <a:effectLst/>
              </p:spPr>
              <p:txBody>
                <a:bodyPr rtlCol="0" anchor="ctr"/>
                <a:lstStyle/>
                <a:p>
                  <a:pPr algn="ctr"/>
                </a:p>
              </p:txBody>
            </p:sp>
            <p:sp>
              <p:nvSpPr>
                <p:cNvPr id="783" name="Cobblestone tile 2,0"/>
                <p:cNvSpPr/>
                <p:nvPr/>
              </p:nvSpPr>
              <p:spPr>
                <a:xfrm>
                  <a:off x="11994315" y="3489873"/>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555A55"/>
                </a:solidFill>
                <a:ln>
                  <a:noFill/>
                </a:ln>
                <a:effectLst/>
              </p:spPr>
              <p:txBody>
                <a:bodyPr rtlCol="0" anchor="ctr"/>
                <a:lstStyle/>
                <a:p>
                  <a:pPr algn="ctr"/>
                </a:p>
              </p:txBody>
            </p:sp>
            <p:sp>
              <p:nvSpPr>
                <p:cNvPr id="784" name="Cobblestone tile 3,0"/>
                <p:cNvSpPr/>
                <p:nvPr/>
              </p:nvSpPr>
              <p:spPr>
                <a:xfrm>
                  <a:off x="12020441" y="3476810"/>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484F48"/>
                </a:solidFill>
                <a:ln>
                  <a:noFill/>
                </a:ln>
                <a:effectLst/>
              </p:spPr>
              <p:txBody>
                <a:bodyPr rtlCol="0" anchor="ctr"/>
                <a:lstStyle/>
                <a:p>
                  <a:pPr algn="ctr"/>
                </a:p>
              </p:txBody>
            </p:sp>
            <p:sp>
              <p:nvSpPr>
                <p:cNvPr id="785" name="Cobblestone tile 4,0"/>
                <p:cNvSpPr/>
                <p:nvPr/>
              </p:nvSpPr>
              <p:spPr>
                <a:xfrm>
                  <a:off x="12046567" y="3463747"/>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626960"/>
                </a:solidFill>
                <a:ln>
                  <a:noFill/>
                </a:ln>
                <a:effectLst/>
              </p:spPr>
              <p:txBody>
                <a:bodyPr rtlCol="0" anchor="ctr"/>
                <a:lstStyle/>
                <a:p>
                  <a:pPr algn="ctr"/>
                </a:p>
              </p:txBody>
            </p:sp>
            <p:sp>
              <p:nvSpPr>
                <p:cNvPr id="786" name="Cobblestone tile 5,0"/>
                <p:cNvSpPr/>
                <p:nvPr/>
              </p:nvSpPr>
              <p:spPr>
                <a:xfrm>
                  <a:off x="12072693" y="3450684"/>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737970"/>
                </a:solidFill>
                <a:ln>
                  <a:noFill/>
                </a:ln>
                <a:effectLst/>
              </p:spPr>
              <p:txBody>
                <a:bodyPr rtlCol="0" anchor="ctr"/>
                <a:lstStyle/>
                <a:p>
                  <a:pPr algn="ctr"/>
                </a:p>
              </p:txBody>
            </p:sp>
            <p:sp>
              <p:nvSpPr>
                <p:cNvPr id="787" name="Cobblestone tile 6,0"/>
                <p:cNvSpPr/>
                <p:nvPr/>
              </p:nvSpPr>
              <p:spPr>
                <a:xfrm>
                  <a:off x="12098818" y="3438144"/>
                  <a:ext cx="26126" cy="42781"/>
                </a:xfrm>
                <a:custGeom>
                  <a:avLst/>
                  <a:gdLst/>
                  <a:ahLst/>
                  <a:cxnLst/>
                  <a:rect l="0" t="0" r="r" b="b"/>
                  <a:pathLst>
                    <a:path w="26126" h="42781">
                      <a:moveTo>
                        <a:pt x="0" y="13063"/>
                      </a:moveTo>
                      <a:lnTo>
                        <a:pt x="26126" y="0"/>
                      </a:lnTo>
                      <a:lnTo>
                        <a:pt x="26126" y="29718"/>
                      </a:lnTo>
                      <a:lnTo>
                        <a:pt x="0" y="42781"/>
                      </a:lnTo>
                      <a:close/>
                    </a:path>
                  </a:pathLst>
                </a:custGeom>
                <a:solidFill>
                  <a:srgbClr val="737970"/>
                </a:solidFill>
                <a:ln>
                  <a:noFill/>
                </a:ln>
                <a:effectLst/>
              </p:spPr>
              <p:txBody>
                <a:bodyPr rtlCol="0" anchor="ctr"/>
                <a:lstStyle/>
                <a:p>
                  <a:pPr algn="ctr"/>
                </a:p>
              </p:txBody>
            </p:sp>
            <p:sp>
              <p:nvSpPr>
                <p:cNvPr id="788" name="Cobblestone tile 0,1"/>
                <p:cNvSpPr/>
                <p:nvPr/>
              </p:nvSpPr>
              <p:spPr>
                <a:xfrm>
                  <a:off x="11942064" y="3544574"/>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626960"/>
                </a:solidFill>
                <a:ln>
                  <a:noFill/>
                </a:ln>
                <a:effectLst/>
              </p:spPr>
              <p:txBody>
                <a:bodyPr rtlCol="0" anchor="ctr"/>
                <a:lstStyle/>
                <a:p>
                  <a:pPr algn="ctr"/>
                </a:p>
              </p:txBody>
            </p:sp>
            <p:sp>
              <p:nvSpPr>
                <p:cNvPr id="789" name="Cobblestone tile 1,1"/>
                <p:cNvSpPr/>
                <p:nvPr/>
              </p:nvSpPr>
              <p:spPr>
                <a:xfrm>
                  <a:off x="11968190" y="3531511"/>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82877D"/>
                </a:solidFill>
                <a:ln>
                  <a:noFill/>
                </a:ln>
                <a:effectLst/>
              </p:spPr>
              <p:txBody>
                <a:bodyPr rtlCol="0" anchor="ctr"/>
                <a:lstStyle/>
                <a:p>
                  <a:pPr algn="ctr"/>
                </a:p>
              </p:txBody>
            </p:sp>
            <p:sp>
              <p:nvSpPr>
                <p:cNvPr id="790" name="Cobblestone tile 2,1"/>
                <p:cNvSpPr/>
                <p:nvPr/>
              </p:nvSpPr>
              <p:spPr>
                <a:xfrm>
                  <a:off x="11994315" y="3518448"/>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484F48"/>
                </a:solidFill>
                <a:ln>
                  <a:noFill/>
                </a:ln>
                <a:effectLst/>
              </p:spPr>
              <p:txBody>
                <a:bodyPr rtlCol="0" anchor="ctr"/>
                <a:lstStyle/>
                <a:p>
                  <a:pPr algn="ctr"/>
                </a:p>
              </p:txBody>
            </p:sp>
            <p:sp>
              <p:nvSpPr>
                <p:cNvPr id="791" name="Cobblestone tile 3,1"/>
                <p:cNvSpPr/>
                <p:nvPr/>
              </p:nvSpPr>
              <p:spPr>
                <a:xfrm>
                  <a:off x="12020441" y="3505385"/>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737970"/>
                </a:solidFill>
                <a:ln>
                  <a:noFill/>
                </a:ln>
                <a:effectLst/>
              </p:spPr>
              <p:txBody>
                <a:bodyPr rtlCol="0" anchor="ctr"/>
                <a:lstStyle/>
                <a:p>
                  <a:pPr algn="ctr"/>
                </a:p>
              </p:txBody>
            </p:sp>
            <p:sp>
              <p:nvSpPr>
                <p:cNvPr id="792" name="Cobblestone tile 4,1"/>
                <p:cNvSpPr/>
                <p:nvPr/>
              </p:nvSpPr>
              <p:spPr>
                <a:xfrm>
                  <a:off x="12046567" y="3492322"/>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737970"/>
                </a:solidFill>
                <a:ln>
                  <a:noFill/>
                </a:ln>
                <a:effectLst/>
              </p:spPr>
              <p:txBody>
                <a:bodyPr rtlCol="0" anchor="ctr"/>
                <a:lstStyle/>
                <a:p>
                  <a:pPr algn="ctr"/>
                </a:p>
              </p:txBody>
            </p:sp>
            <p:sp>
              <p:nvSpPr>
                <p:cNvPr id="793" name="Cobblestone tile 5,1"/>
                <p:cNvSpPr/>
                <p:nvPr/>
              </p:nvSpPr>
              <p:spPr>
                <a:xfrm>
                  <a:off x="12072693" y="3479259"/>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737970"/>
                </a:solidFill>
                <a:ln>
                  <a:noFill/>
                </a:ln>
                <a:effectLst/>
              </p:spPr>
              <p:txBody>
                <a:bodyPr rtlCol="0" anchor="ctr"/>
                <a:lstStyle/>
                <a:p>
                  <a:pPr algn="ctr"/>
                </a:p>
              </p:txBody>
            </p:sp>
            <p:sp>
              <p:nvSpPr>
                <p:cNvPr id="794" name="Cobblestone tile 6,1"/>
                <p:cNvSpPr/>
                <p:nvPr/>
              </p:nvSpPr>
              <p:spPr>
                <a:xfrm>
                  <a:off x="12098818" y="3466719"/>
                  <a:ext cx="26126" cy="42781"/>
                </a:xfrm>
                <a:custGeom>
                  <a:avLst/>
                  <a:gdLst/>
                  <a:ahLst/>
                  <a:cxnLst/>
                  <a:rect l="0" t="0" r="r" b="b"/>
                  <a:pathLst>
                    <a:path w="26126" h="42781">
                      <a:moveTo>
                        <a:pt x="0" y="13063"/>
                      </a:moveTo>
                      <a:lnTo>
                        <a:pt x="26126" y="0"/>
                      </a:lnTo>
                      <a:lnTo>
                        <a:pt x="26126" y="29718"/>
                      </a:lnTo>
                      <a:lnTo>
                        <a:pt x="0" y="42781"/>
                      </a:lnTo>
                      <a:close/>
                    </a:path>
                  </a:pathLst>
                </a:custGeom>
                <a:solidFill>
                  <a:srgbClr val="484F48"/>
                </a:solidFill>
                <a:ln>
                  <a:noFill/>
                </a:ln>
                <a:effectLst/>
              </p:spPr>
              <p:txBody>
                <a:bodyPr rtlCol="0" anchor="ctr"/>
                <a:lstStyle/>
                <a:p>
                  <a:pPr algn="ctr"/>
                </a:p>
              </p:txBody>
            </p:sp>
            <p:sp>
              <p:nvSpPr>
                <p:cNvPr id="795" name="Cobblestone tile 0,2"/>
                <p:cNvSpPr/>
                <p:nvPr/>
              </p:nvSpPr>
              <p:spPr>
                <a:xfrm>
                  <a:off x="11942064" y="3573149"/>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555A55"/>
                </a:solidFill>
                <a:ln>
                  <a:noFill/>
                </a:ln>
                <a:effectLst/>
              </p:spPr>
              <p:txBody>
                <a:bodyPr rtlCol="0" anchor="ctr"/>
                <a:lstStyle/>
                <a:p>
                  <a:pPr algn="ctr"/>
                </a:p>
              </p:txBody>
            </p:sp>
            <p:sp>
              <p:nvSpPr>
                <p:cNvPr id="796" name="Cobblestone tile 1,2"/>
                <p:cNvSpPr/>
                <p:nvPr/>
              </p:nvSpPr>
              <p:spPr>
                <a:xfrm>
                  <a:off x="11968190" y="3560086"/>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626960"/>
                </a:solidFill>
                <a:ln>
                  <a:noFill/>
                </a:ln>
                <a:effectLst/>
              </p:spPr>
              <p:txBody>
                <a:bodyPr rtlCol="0" anchor="ctr"/>
                <a:lstStyle/>
                <a:p>
                  <a:pPr algn="ctr"/>
                </a:p>
              </p:txBody>
            </p:sp>
            <p:sp>
              <p:nvSpPr>
                <p:cNvPr id="797" name="Cobblestone tile 2,2"/>
                <p:cNvSpPr/>
                <p:nvPr/>
              </p:nvSpPr>
              <p:spPr>
                <a:xfrm>
                  <a:off x="11994315" y="3547023"/>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484F48"/>
                </a:solidFill>
                <a:ln>
                  <a:noFill/>
                </a:ln>
                <a:effectLst/>
              </p:spPr>
              <p:txBody>
                <a:bodyPr rtlCol="0" anchor="ctr"/>
                <a:lstStyle/>
                <a:p>
                  <a:pPr algn="ctr"/>
                </a:p>
              </p:txBody>
            </p:sp>
            <p:sp>
              <p:nvSpPr>
                <p:cNvPr id="798" name="Cobblestone tile 3,2"/>
                <p:cNvSpPr/>
                <p:nvPr/>
              </p:nvSpPr>
              <p:spPr>
                <a:xfrm>
                  <a:off x="12020441" y="3533960"/>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82877D"/>
                </a:solidFill>
                <a:ln>
                  <a:noFill/>
                </a:ln>
                <a:effectLst/>
              </p:spPr>
              <p:txBody>
                <a:bodyPr rtlCol="0" anchor="ctr"/>
                <a:lstStyle/>
                <a:p>
                  <a:pPr algn="ctr"/>
                </a:p>
              </p:txBody>
            </p:sp>
            <p:sp>
              <p:nvSpPr>
                <p:cNvPr id="799" name="Cobblestone tile 4,2"/>
                <p:cNvSpPr/>
                <p:nvPr/>
              </p:nvSpPr>
              <p:spPr>
                <a:xfrm>
                  <a:off x="12046567" y="3520897"/>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484F48"/>
                </a:solidFill>
                <a:ln>
                  <a:noFill/>
                </a:ln>
                <a:effectLst/>
              </p:spPr>
              <p:txBody>
                <a:bodyPr rtlCol="0" anchor="ctr"/>
                <a:lstStyle/>
                <a:p>
                  <a:pPr algn="ctr"/>
                </a:p>
              </p:txBody>
            </p:sp>
            <p:sp>
              <p:nvSpPr>
                <p:cNvPr id="800" name="Cobblestone tile 5,2"/>
                <p:cNvSpPr/>
                <p:nvPr/>
              </p:nvSpPr>
              <p:spPr>
                <a:xfrm>
                  <a:off x="12072693" y="3507834"/>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626960"/>
                </a:solidFill>
                <a:ln>
                  <a:noFill/>
                </a:ln>
                <a:effectLst/>
              </p:spPr>
              <p:txBody>
                <a:bodyPr rtlCol="0" anchor="ctr"/>
                <a:lstStyle/>
                <a:p>
                  <a:pPr algn="ctr"/>
                </a:p>
              </p:txBody>
            </p:sp>
            <p:sp>
              <p:nvSpPr>
                <p:cNvPr id="801" name="Cobblestone tile 6,2"/>
                <p:cNvSpPr/>
                <p:nvPr/>
              </p:nvSpPr>
              <p:spPr>
                <a:xfrm>
                  <a:off x="12098818" y="3495294"/>
                  <a:ext cx="26126" cy="42781"/>
                </a:xfrm>
                <a:custGeom>
                  <a:avLst/>
                  <a:gdLst/>
                  <a:ahLst/>
                  <a:cxnLst/>
                  <a:rect l="0" t="0" r="r" b="b"/>
                  <a:pathLst>
                    <a:path w="26126" h="42781">
                      <a:moveTo>
                        <a:pt x="0" y="13063"/>
                      </a:moveTo>
                      <a:lnTo>
                        <a:pt x="26126" y="0"/>
                      </a:lnTo>
                      <a:lnTo>
                        <a:pt x="26126" y="29718"/>
                      </a:lnTo>
                      <a:lnTo>
                        <a:pt x="0" y="42781"/>
                      </a:lnTo>
                      <a:close/>
                    </a:path>
                  </a:pathLst>
                </a:custGeom>
                <a:solidFill>
                  <a:srgbClr val="737970"/>
                </a:solidFill>
                <a:ln>
                  <a:noFill/>
                </a:ln>
                <a:effectLst/>
              </p:spPr>
              <p:txBody>
                <a:bodyPr rtlCol="0" anchor="ctr"/>
                <a:lstStyle/>
                <a:p>
                  <a:pPr algn="ctr"/>
                </a:p>
              </p:txBody>
            </p:sp>
            <p:sp>
              <p:nvSpPr>
                <p:cNvPr id="802" name="Cobblestone tile 0,3"/>
                <p:cNvSpPr/>
                <p:nvPr/>
              </p:nvSpPr>
              <p:spPr>
                <a:xfrm>
                  <a:off x="11942064" y="3601724"/>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484F48"/>
                </a:solidFill>
                <a:ln>
                  <a:noFill/>
                </a:ln>
                <a:effectLst/>
              </p:spPr>
              <p:txBody>
                <a:bodyPr rtlCol="0" anchor="ctr"/>
                <a:lstStyle/>
                <a:p>
                  <a:pPr algn="ctr"/>
                </a:p>
              </p:txBody>
            </p:sp>
            <p:sp>
              <p:nvSpPr>
                <p:cNvPr id="803" name="Cobblestone tile 1,3"/>
                <p:cNvSpPr/>
                <p:nvPr/>
              </p:nvSpPr>
              <p:spPr>
                <a:xfrm>
                  <a:off x="11968190" y="3588661"/>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484F48"/>
                </a:solidFill>
                <a:ln>
                  <a:noFill/>
                </a:ln>
                <a:effectLst/>
              </p:spPr>
              <p:txBody>
                <a:bodyPr rtlCol="0" anchor="ctr"/>
                <a:lstStyle/>
                <a:p>
                  <a:pPr algn="ctr"/>
                </a:p>
              </p:txBody>
            </p:sp>
            <p:sp>
              <p:nvSpPr>
                <p:cNvPr id="804" name="Cobblestone tile 2,3"/>
                <p:cNvSpPr/>
                <p:nvPr/>
              </p:nvSpPr>
              <p:spPr>
                <a:xfrm>
                  <a:off x="11994315" y="3575598"/>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555A55"/>
                </a:solidFill>
                <a:ln>
                  <a:noFill/>
                </a:ln>
                <a:effectLst/>
              </p:spPr>
              <p:txBody>
                <a:bodyPr rtlCol="0" anchor="ctr"/>
                <a:lstStyle/>
                <a:p>
                  <a:pPr algn="ctr"/>
                </a:p>
              </p:txBody>
            </p:sp>
            <p:sp>
              <p:nvSpPr>
                <p:cNvPr id="805" name="Cobblestone tile 3,3"/>
                <p:cNvSpPr/>
                <p:nvPr/>
              </p:nvSpPr>
              <p:spPr>
                <a:xfrm>
                  <a:off x="12020441" y="3562535"/>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626960"/>
                </a:solidFill>
                <a:ln>
                  <a:noFill/>
                </a:ln>
                <a:effectLst/>
              </p:spPr>
              <p:txBody>
                <a:bodyPr rtlCol="0" anchor="ctr"/>
                <a:lstStyle/>
                <a:p>
                  <a:pPr algn="ctr"/>
                </a:p>
              </p:txBody>
            </p:sp>
            <p:sp>
              <p:nvSpPr>
                <p:cNvPr id="806" name="Cobblestone tile 4,3"/>
                <p:cNvSpPr/>
                <p:nvPr/>
              </p:nvSpPr>
              <p:spPr>
                <a:xfrm>
                  <a:off x="12046567" y="3549472"/>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737970"/>
                </a:solidFill>
                <a:ln>
                  <a:noFill/>
                </a:ln>
                <a:effectLst/>
              </p:spPr>
              <p:txBody>
                <a:bodyPr rtlCol="0" anchor="ctr"/>
                <a:lstStyle/>
                <a:p>
                  <a:pPr algn="ctr"/>
                </a:p>
              </p:txBody>
            </p:sp>
            <p:sp>
              <p:nvSpPr>
                <p:cNvPr id="807" name="Cobblestone tile 5,3"/>
                <p:cNvSpPr/>
                <p:nvPr/>
              </p:nvSpPr>
              <p:spPr>
                <a:xfrm>
                  <a:off x="12072693" y="3536409"/>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484F48"/>
                </a:solidFill>
                <a:ln>
                  <a:noFill/>
                </a:ln>
                <a:effectLst/>
              </p:spPr>
              <p:txBody>
                <a:bodyPr rtlCol="0" anchor="ctr"/>
                <a:lstStyle/>
                <a:p>
                  <a:pPr algn="ctr"/>
                </a:p>
              </p:txBody>
            </p:sp>
            <p:sp>
              <p:nvSpPr>
                <p:cNvPr id="808" name="Cobblestone tile 6,3"/>
                <p:cNvSpPr/>
                <p:nvPr/>
              </p:nvSpPr>
              <p:spPr>
                <a:xfrm>
                  <a:off x="12098818" y="3523869"/>
                  <a:ext cx="26126" cy="42781"/>
                </a:xfrm>
                <a:custGeom>
                  <a:avLst/>
                  <a:gdLst/>
                  <a:ahLst/>
                  <a:cxnLst/>
                  <a:rect l="0" t="0" r="r" b="b"/>
                  <a:pathLst>
                    <a:path w="26126" h="42781">
                      <a:moveTo>
                        <a:pt x="0" y="13063"/>
                      </a:moveTo>
                      <a:lnTo>
                        <a:pt x="26126" y="0"/>
                      </a:lnTo>
                      <a:lnTo>
                        <a:pt x="26126" y="29718"/>
                      </a:lnTo>
                      <a:lnTo>
                        <a:pt x="0" y="42781"/>
                      </a:lnTo>
                      <a:close/>
                    </a:path>
                  </a:pathLst>
                </a:custGeom>
                <a:solidFill>
                  <a:srgbClr val="484F48"/>
                </a:solidFill>
                <a:ln>
                  <a:noFill/>
                </a:ln>
                <a:effectLst/>
              </p:spPr>
              <p:txBody>
                <a:bodyPr rtlCol="0" anchor="ctr"/>
                <a:lstStyle/>
                <a:p>
                  <a:pPr algn="ctr"/>
                </a:p>
              </p:txBody>
            </p:sp>
            <p:sp>
              <p:nvSpPr>
                <p:cNvPr id="809" name="Cobblestone tile 0,4"/>
                <p:cNvSpPr/>
                <p:nvPr/>
              </p:nvSpPr>
              <p:spPr>
                <a:xfrm>
                  <a:off x="11942064" y="3630299"/>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82877D"/>
                </a:solidFill>
                <a:ln>
                  <a:noFill/>
                </a:ln>
                <a:effectLst/>
              </p:spPr>
              <p:txBody>
                <a:bodyPr rtlCol="0" anchor="ctr"/>
                <a:lstStyle/>
                <a:p>
                  <a:pPr algn="ctr"/>
                </a:p>
              </p:txBody>
            </p:sp>
            <p:sp>
              <p:nvSpPr>
                <p:cNvPr id="810" name="Cobblestone tile 1,4"/>
                <p:cNvSpPr/>
                <p:nvPr/>
              </p:nvSpPr>
              <p:spPr>
                <a:xfrm>
                  <a:off x="11968190" y="3617236"/>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737970"/>
                </a:solidFill>
                <a:ln>
                  <a:noFill/>
                </a:ln>
                <a:effectLst/>
              </p:spPr>
              <p:txBody>
                <a:bodyPr rtlCol="0" anchor="ctr"/>
                <a:lstStyle/>
                <a:p>
                  <a:pPr algn="ctr"/>
                </a:p>
              </p:txBody>
            </p:sp>
            <p:sp>
              <p:nvSpPr>
                <p:cNvPr id="811" name="Cobblestone tile 2,4"/>
                <p:cNvSpPr/>
                <p:nvPr/>
              </p:nvSpPr>
              <p:spPr>
                <a:xfrm>
                  <a:off x="11994315" y="3604173"/>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555A55"/>
                </a:solidFill>
                <a:ln>
                  <a:noFill/>
                </a:ln>
                <a:effectLst/>
              </p:spPr>
              <p:txBody>
                <a:bodyPr rtlCol="0" anchor="ctr"/>
                <a:lstStyle/>
                <a:p>
                  <a:pPr algn="ctr"/>
                </a:p>
              </p:txBody>
            </p:sp>
            <p:sp>
              <p:nvSpPr>
                <p:cNvPr id="812" name="Cobblestone tile 3,4"/>
                <p:cNvSpPr/>
                <p:nvPr/>
              </p:nvSpPr>
              <p:spPr>
                <a:xfrm>
                  <a:off x="12020441" y="3591110"/>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737970"/>
                </a:solidFill>
                <a:ln>
                  <a:noFill/>
                </a:ln>
                <a:effectLst/>
              </p:spPr>
              <p:txBody>
                <a:bodyPr rtlCol="0" anchor="ctr"/>
                <a:lstStyle/>
                <a:p>
                  <a:pPr algn="ctr"/>
                </a:p>
              </p:txBody>
            </p:sp>
            <p:sp>
              <p:nvSpPr>
                <p:cNvPr id="813" name="Cobblestone tile 4,4"/>
                <p:cNvSpPr/>
                <p:nvPr/>
              </p:nvSpPr>
              <p:spPr>
                <a:xfrm>
                  <a:off x="12046567" y="3578047"/>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484F48"/>
                </a:solidFill>
                <a:ln>
                  <a:noFill/>
                </a:ln>
                <a:effectLst/>
              </p:spPr>
              <p:txBody>
                <a:bodyPr rtlCol="0" anchor="ctr"/>
                <a:lstStyle/>
                <a:p>
                  <a:pPr algn="ctr"/>
                </a:p>
              </p:txBody>
            </p:sp>
            <p:sp>
              <p:nvSpPr>
                <p:cNvPr id="814" name="Cobblestone tile 5,4"/>
                <p:cNvSpPr/>
                <p:nvPr/>
              </p:nvSpPr>
              <p:spPr>
                <a:xfrm>
                  <a:off x="12072693" y="3564984"/>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737970"/>
                </a:solidFill>
                <a:ln>
                  <a:noFill/>
                </a:ln>
                <a:effectLst/>
              </p:spPr>
              <p:txBody>
                <a:bodyPr rtlCol="0" anchor="ctr"/>
                <a:lstStyle/>
                <a:p>
                  <a:pPr algn="ctr"/>
                </a:p>
              </p:txBody>
            </p:sp>
            <p:sp>
              <p:nvSpPr>
                <p:cNvPr id="815" name="Cobblestone tile 6,4"/>
                <p:cNvSpPr/>
                <p:nvPr/>
              </p:nvSpPr>
              <p:spPr>
                <a:xfrm>
                  <a:off x="12098818" y="3552444"/>
                  <a:ext cx="26126" cy="42781"/>
                </a:xfrm>
                <a:custGeom>
                  <a:avLst/>
                  <a:gdLst/>
                  <a:ahLst/>
                  <a:cxnLst/>
                  <a:rect l="0" t="0" r="r" b="b"/>
                  <a:pathLst>
                    <a:path w="26126" h="42781">
                      <a:moveTo>
                        <a:pt x="0" y="13063"/>
                      </a:moveTo>
                      <a:lnTo>
                        <a:pt x="26126" y="0"/>
                      </a:lnTo>
                      <a:lnTo>
                        <a:pt x="26126" y="29718"/>
                      </a:lnTo>
                      <a:lnTo>
                        <a:pt x="0" y="42781"/>
                      </a:lnTo>
                      <a:close/>
                    </a:path>
                  </a:pathLst>
                </a:custGeom>
                <a:solidFill>
                  <a:srgbClr val="555A55"/>
                </a:solidFill>
                <a:ln>
                  <a:noFill/>
                </a:ln>
                <a:effectLst/>
              </p:spPr>
              <p:txBody>
                <a:bodyPr rtlCol="0" anchor="ctr"/>
                <a:lstStyle/>
                <a:p>
                  <a:pPr algn="ctr"/>
                </a:p>
              </p:txBody>
            </p:sp>
            <p:sp>
              <p:nvSpPr>
                <p:cNvPr id="816" name="Cobblestone tile 0,5"/>
                <p:cNvSpPr/>
                <p:nvPr/>
              </p:nvSpPr>
              <p:spPr>
                <a:xfrm>
                  <a:off x="11942064" y="3658874"/>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555A55"/>
                </a:solidFill>
                <a:ln>
                  <a:noFill/>
                </a:ln>
                <a:effectLst/>
              </p:spPr>
              <p:txBody>
                <a:bodyPr rtlCol="0" anchor="ctr"/>
                <a:lstStyle/>
                <a:p>
                  <a:pPr algn="ctr"/>
                </a:p>
              </p:txBody>
            </p:sp>
            <p:sp>
              <p:nvSpPr>
                <p:cNvPr id="817" name="Cobblestone tile 1,5"/>
                <p:cNvSpPr/>
                <p:nvPr/>
              </p:nvSpPr>
              <p:spPr>
                <a:xfrm>
                  <a:off x="11968190" y="3645811"/>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82877D"/>
                </a:solidFill>
                <a:ln>
                  <a:noFill/>
                </a:ln>
                <a:effectLst/>
              </p:spPr>
              <p:txBody>
                <a:bodyPr rtlCol="0" anchor="ctr"/>
                <a:lstStyle/>
                <a:p>
                  <a:pPr algn="ctr"/>
                </a:p>
              </p:txBody>
            </p:sp>
            <p:sp>
              <p:nvSpPr>
                <p:cNvPr id="818" name="Cobblestone tile 2,5"/>
                <p:cNvSpPr/>
                <p:nvPr/>
              </p:nvSpPr>
              <p:spPr>
                <a:xfrm>
                  <a:off x="11994315" y="3632748"/>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626960"/>
                </a:solidFill>
                <a:ln>
                  <a:noFill/>
                </a:ln>
                <a:effectLst/>
              </p:spPr>
              <p:txBody>
                <a:bodyPr rtlCol="0" anchor="ctr"/>
                <a:lstStyle/>
                <a:p>
                  <a:pPr algn="ctr"/>
                </a:p>
              </p:txBody>
            </p:sp>
            <p:sp>
              <p:nvSpPr>
                <p:cNvPr id="819" name="Cobblestone tile 3,5"/>
                <p:cNvSpPr/>
                <p:nvPr/>
              </p:nvSpPr>
              <p:spPr>
                <a:xfrm>
                  <a:off x="12020441" y="3619685"/>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737970"/>
                </a:solidFill>
                <a:ln>
                  <a:noFill/>
                </a:ln>
                <a:effectLst/>
              </p:spPr>
              <p:txBody>
                <a:bodyPr rtlCol="0" anchor="ctr"/>
                <a:lstStyle/>
                <a:p>
                  <a:pPr algn="ctr"/>
                </a:p>
              </p:txBody>
            </p:sp>
            <p:sp>
              <p:nvSpPr>
                <p:cNvPr id="820" name="Cobblestone tile 4,5"/>
                <p:cNvSpPr/>
                <p:nvPr/>
              </p:nvSpPr>
              <p:spPr>
                <a:xfrm>
                  <a:off x="12046567" y="3606622"/>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82877D"/>
                </a:solidFill>
                <a:ln>
                  <a:noFill/>
                </a:ln>
                <a:effectLst/>
              </p:spPr>
              <p:txBody>
                <a:bodyPr rtlCol="0" anchor="ctr"/>
                <a:lstStyle/>
                <a:p>
                  <a:pPr algn="ctr"/>
                </a:p>
              </p:txBody>
            </p:sp>
            <p:sp>
              <p:nvSpPr>
                <p:cNvPr id="821" name="Cobblestone tile 5,5"/>
                <p:cNvSpPr/>
                <p:nvPr/>
              </p:nvSpPr>
              <p:spPr>
                <a:xfrm>
                  <a:off x="12072693" y="3593559"/>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82877D"/>
                </a:solidFill>
                <a:ln>
                  <a:noFill/>
                </a:ln>
                <a:effectLst/>
              </p:spPr>
              <p:txBody>
                <a:bodyPr rtlCol="0" anchor="ctr"/>
                <a:lstStyle/>
                <a:p>
                  <a:pPr algn="ctr"/>
                </a:p>
              </p:txBody>
            </p:sp>
            <p:sp>
              <p:nvSpPr>
                <p:cNvPr id="822" name="Cobblestone tile 6,5"/>
                <p:cNvSpPr/>
                <p:nvPr/>
              </p:nvSpPr>
              <p:spPr>
                <a:xfrm>
                  <a:off x="12098818" y="3581019"/>
                  <a:ext cx="26126" cy="42781"/>
                </a:xfrm>
                <a:custGeom>
                  <a:avLst/>
                  <a:gdLst/>
                  <a:ahLst/>
                  <a:cxnLst/>
                  <a:rect l="0" t="0" r="r" b="b"/>
                  <a:pathLst>
                    <a:path w="26126" h="42781">
                      <a:moveTo>
                        <a:pt x="0" y="13063"/>
                      </a:moveTo>
                      <a:lnTo>
                        <a:pt x="26126" y="0"/>
                      </a:lnTo>
                      <a:lnTo>
                        <a:pt x="26126" y="29718"/>
                      </a:lnTo>
                      <a:lnTo>
                        <a:pt x="0" y="42781"/>
                      </a:lnTo>
                      <a:close/>
                    </a:path>
                  </a:pathLst>
                </a:custGeom>
                <a:solidFill>
                  <a:srgbClr val="626960"/>
                </a:solidFill>
                <a:ln>
                  <a:noFill/>
                </a:ln>
                <a:effectLst/>
              </p:spPr>
              <p:txBody>
                <a:bodyPr rtlCol="0" anchor="ctr"/>
                <a:lstStyle/>
                <a:p>
                  <a:pPr algn="ctr"/>
                </a:p>
              </p:txBody>
            </p:sp>
            <p:sp>
              <p:nvSpPr>
                <p:cNvPr id="823" name="Cobblestone tile 0,6"/>
                <p:cNvSpPr/>
                <p:nvPr/>
              </p:nvSpPr>
              <p:spPr>
                <a:xfrm>
                  <a:off x="11942064" y="3687449"/>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555A55"/>
                </a:solidFill>
                <a:ln>
                  <a:noFill/>
                </a:ln>
                <a:effectLst/>
              </p:spPr>
              <p:txBody>
                <a:bodyPr rtlCol="0" anchor="ctr"/>
                <a:lstStyle/>
                <a:p>
                  <a:pPr algn="ctr"/>
                </a:p>
              </p:txBody>
            </p:sp>
            <p:sp>
              <p:nvSpPr>
                <p:cNvPr id="824" name="Cobblestone tile 1,6"/>
                <p:cNvSpPr/>
                <p:nvPr/>
              </p:nvSpPr>
              <p:spPr>
                <a:xfrm>
                  <a:off x="11968190" y="3674386"/>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555A55"/>
                </a:solidFill>
                <a:ln>
                  <a:noFill/>
                </a:ln>
                <a:effectLst/>
              </p:spPr>
              <p:txBody>
                <a:bodyPr rtlCol="0" anchor="ctr"/>
                <a:lstStyle/>
                <a:p>
                  <a:pPr algn="ctr"/>
                </a:p>
              </p:txBody>
            </p:sp>
            <p:sp>
              <p:nvSpPr>
                <p:cNvPr id="825" name="Cobblestone tile 2,6"/>
                <p:cNvSpPr/>
                <p:nvPr/>
              </p:nvSpPr>
              <p:spPr>
                <a:xfrm>
                  <a:off x="11994315" y="3661323"/>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484F48"/>
                </a:solidFill>
                <a:ln>
                  <a:noFill/>
                </a:ln>
                <a:effectLst/>
              </p:spPr>
              <p:txBody>
                <a:bodyPr rtlCol="0" anchor="ctr"/>
                <a:lstStyle/>
                <a:p>
                  <a:pPr algn="ctr"/>
                </a:p>
              </p:txBody>
            </p:sp>
            <p:sp>
              <p:nvSpPr>
                <p:cNvPr id="826" name="Cobblestone tile 3,6"/>
                <p:cNvSpPr/>
                <p:nvPr/>
              </p:nvSpPr>
              <p:spPr>
                <a:xfrm>
                  <a:off x="12020441" y="3648260"/>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82877D"/>
                </a:solidFill>
                <a:ln>
                  <a:noFill/>
                </a:ln>
                <a:effectLst/>
              </p:spPr>
              <p:txBody>
                <a:bodyPr rtlCol="0" anchor="ctr"/>
                <a:lstStyle/>
                <a:p>
                  <a:pPr algn="ctr"/>
                </a:p>
              </p:txBody>
            </p:sp>
            <p:sp>
              <p:nvSpPr>
                <p:cNvPr id="827" name="Cobblestone tile 4,6"/>
                <p:cNvSpPr/>
                <p:nvPr/>
              </p:nvSpPr>
              <p:spPr>
                <a:xfrm>
                  <a:off x="12046567" y="3635197"/>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626960"/>
                </a:solidFill>
                <a:ln>
                  <a:noFill/>
                </a:ln>
                <a:effectLst/>
              </p:spPr>
              <p:txBody>
                <a:bodyPr rtlCol="0" anchor="ctr"/>
                <a:lstStyle/>
                <a:p>
                  <a:pPr algn="ctr"/>
                </a:p>
              </p:txBody>
            </p:sp>
            <p:sp>
              <p:nvSpPr>
                <p:cNvPr id="828" name="Cobblestone tile 5,6"/>
                <p:cNvSpPr/>
                <p:nvPr/>
              </p:nvSpPr>
              <p:spPr>
                <a:xfrm>
                  <a:off x="12072693" y="3622134"/>
                  <a:ext cx="27171" cy="43303"/>
                </a:xfrm>
                <a:custGeom>
                  <a:avLst/>
                  <a:gdLst/>
                  <a:ahLst/>
                  <a:cxnLst/>
                  <a:rect l="0" t="0" r="r" b="b"/>
                  <a:pathLst>
                    <a:path w="27171" h="43303">
                      <a:moveTo>
                        <a:pt x="0" y="13585"/>
                      </a:moveTo>
                      <a:lnTo>
                        <a:pt x="27171" y="0"/>
                      </a:lnTo>
                      <a:lnTo>
                        <a:pt x="27171" y="29718"/>
                      </a:lnTo>
                      <a:lnTo>
                        <a:pt x="0" y="43303"/>
                      </a:lnTo>
                      <a:close/>
                    </a:path>
                  </a:pathLst>
                </a:custGeom>
                <a:solidFill>
                  <a:srgbClr val="737970"/>
                </a:solidFill>
                <a:ln>
                  <a:noFill/>
                </a:ln>
                <a:effectLst/>
              </p:spPr>
              <p:txBody>
                <a:bodyPr rtlCol="0" anchor="ctr"/>
                <a:lstStyle/>
                <a:p>
                  <a:pPr algn="ctr"/>
                </a:p>
              </p:txBody>
            </p:sp>
            <p:sp>
              <p:nvSpPr>
                <p:cNvPr id="829" name="Cobblestone tile 6,6"/>
                <p:cNvSpPr/>
                <p:nvPr/>
              </p:nvSpPr>
              <p:spPr>
                <a:xfrm>
                  <a:off x="12098818" y="3609594"/>
                  <a:ext cx="26126" cy="42781"/>
                </a:xfrm>
                <a:custGeom>
                  <a:avLst/>
                  <a:gdLst/>
                  <a:ahLst/>
                  <a:cxnLst/>
                  <a:rect l="0" t="0" r="r" b="b"/>
                  <a:pathLst>
                    <a:path w="26126" h="42781">
                      <a:moveTo>
                        <a:pt x="0" y="13063"/>
                      </a:moveTo>
                      <a:lnTo>
                        <a:pt x="26126" y="0"/>
                      </a:lnTo>
                      <a:lnTo>
                        <a:pt x="26126" y="29718"/>
                      </a:lnTo>
                      <a:lnTo>
                        <a:pt x="0" y="42781"/>
                      </a:lnTo>
                      <a:close/>
                    </a:path>
                  </a:pathLst>
                </a:custGeom>
                <a:solidFill>
                  <a:srgbClr val="82877D"/>
                </a:solidFill>
                <a:ln>
                  <a:noFill/>
                </a:ln>
                <a:effectLst/>
              </p:spPr>
              <p:txBody>
                <a:bodyPr rtlCol="0" anchor="ctr"/>
                <a:lstStyle/>
                <a:p>
                  <a:pPr algn="ctr"/>
                </a:p>
              </p:txBody>
            </p:sp>
            <p:sp>
              <p:nvSpPr>
                <p:cNvPr id="830" name="Cobblestone tile 0,7"/>
                <p:cNvSpPr/>
                <p:nvPr/>
              </p:nvSpPr>
              <p:spPr>
                <a:xfrm>
                  <a:off x="11942064" y="3716024"/>
                  <a:ext cx="27171" cy="42160"/>
                </a:xfrm>
                <a:custGeom>
                  <a:avLst/>
                  <a:gdLst/>
                  <a:ahLst/>
                  <a:cxnLst/>
                  <a:rect l="0" t="0" r="r" b="b"/>
                  <a:pathLst>
                    <a:path w="27171" h="42160">
                      <a:moveTo>
                        <a:pt x="0" y="13585"/>
                      </a:moveTo>
                      <a:lnTo>
                        <a:pt x="27171" y="0"/>
                      </a:lnTo>
                      <a:lnTo>
                        <a:pt x="27171" y="28575"/>
                      </a:lnTo>
                      <a:lnTo>
                        <a:pt x="0" y="42160"/>
                      </a:lnTo>
                      <a:close/>
                    </a:path>
                  </a:pathLst>
                </a:custGeom>
                <a:solidFill>
                  <a:srgbClr val="737970"/>
                </a:solidFill>
                <a:ln>
                  <a:noFill/>
                </a:ln>
                <a:effectLst/>
              </p:spPr>
              <p:txBody>
                <a:bodyPr rtlCol="0" anchor="ctr"/>
                <a:lstStyle/>
                <a:p>
                  <a:pPr algn="ctr"/>
                </a:p>
              </p:txBody>
            </p:sp>
            <p:sp>
              <p:nvSpPr>
                <p:cNvPr id="831" name="Cobblestone tile 1,7"/>
                <p:cNvSpPr/>
                <p:nvPr/>
              </p:nvSpPr>
              <p:spPr>
                <a:xfrm>
                  <a:off x="11968190" y="3702961"/>
                  <a:ext cx="27171" cy="42160"/>
                </a:xfrm>
                <a:custGeom>
                  <a:avLst/>
                  <a:gdLst/>
                  <a:ahLst/>
                  <a:cxnLst/>
                  <a:rect l="0" t="0" r="r" b="b"/>
                  <a:pathLst>
                    <a:path w="27171" h="42160">
                      <a:moveTo>
                        <a:pt x="0" y="13585"/>
                      </a:moveTo>
                      <a:lnTo>
                        <a:pt x="27171" y="0"/>
                      </a:lnTo>
                      <a:lnTo>
                        <a:pt x="27171" y="28575"/>
                      </a:lnTo>
                      <a:lnTo>
                        <a:pt x="0" y="42160"/>
                      </a:lnTo>
                      <a:close/>
                    </a:path>
                  </a:pathLst>
                </a:custGeom>
                <a:solidFill>
                  <a:srgbClr val="626960"/>
                </a:solidFill>
                <a:ln>
                  <a:noFill/>
                </a:ln>
                <a:effectLst/>
              </p:spPr>
              <p:txBody>
                <a:bodyPr rtlCol="0" anchor="ctr"/>
                <a:lstStyle/>
                <a:p>
                  <a:pPr algn="ctr"/>
                </a:p>
              </p:txBody>
            </p:sp>
            <p:sp>
              <p:nvSpPr>
                <p:cNvPr id="832" name="Cobblestone tile 2,7"/>
                <p:cNvSpPr/>
                <p:nvPr/>
              </p:nvSpPr>
              <p:spPr>
                <a:xfrm>
                  <a:off x="11994315" y="3689898"/>
                  <a:ext cx="27171" cy="42160"/>
                </a:xfrm>
                <a:custGeom>
                  <a:avLst/>
                  <a:gdLst/>
                  <a:ahLst/>
                  <a:cxnLst/>
                  <a:rect l="0" t="0" r="r" b="b"/>
                  <a:pathLst>
                    <a:path w="27171" h="42160">
                      <a:moveTo>
                        <a:pt x="0" y="13585"/>
                      </a:moveTo>
                      <a:lnTo>
                        <a:pt x="27171" y="0"/>
                      </a:lnTo>
                      <a:lnTo>
                        <a:pt x="27171" y="28575"/>
                      </a:lnTo>
                      <a:lnTo>
                        <a:pt x="0" y="42160"/>
                      </a:lnTo>
                      <a:close/>
                    </a:path>
                  </a:pathLst>
                </a:custGeom>
                <a:solidFill>
                  <a:srgbClr val="484F48"/>
                </a:solidFill>
                <a:ln>
                  <a:noFill/>
                </a:ln>
                <a:effectLst/>
              </p:spPr>
              <p:txBody>
                <a:bodyPr rtlCol="0" anchor="ctr"/>
                <a:lstStyle/>
                <a:p>
                  <a:pPr algn="ctr"/>
                </a:p>
              </p:txBody>
            </p:sp>
            <p:sp>
              <p:nvSpPr>
                <p:cNvPr id="833" name="Cobblestone tile 3,7"/>
                <p:cNvSpPr/>
                <p:nvPr/>
              </p:nvSpPr>
              <p:spPr>
                <a:xfrm>
                  <a:off x="12020441" y="3676835"/>
                  <a:ext cx="27171" cy="42160"/>
                </a:xfrm>
                <a:custGeom>
                  <a:avLst/>
                  <a:gdLst/>
                  <a:ahLst/>
                  <a:cxnLst/>
                  <a:rect l="0" t="0" r="r" b="b"/>
                  <a:pathLst>
                    <a:path w="27171" h="42160">
                      <a:moveTo>
                        <a:pt x="0" y="13585"/>
                      </a:moveTo>
                      <a:lnTo>
                        <a:pt x="27171" y="0"/>
                      </a:lnTo>
                      <a:lnTo>
                        <a:pt x="27171" y="28575"/>
                      </a:lnTo>
                      <a:lnTo>
                        <a:pt x="0" y="42160"/>
                      </a:lnTo>
                      <a:close/>
                    </a:path>
                  </a:pathLst>
                </a:custGeom>
                <a:solidFill>
                  <a:srgbClr val="555A55"/>
                </a:solidFill>
                <a:ln>
                  <a:noFill/>
                </a:ln>
                <a:effectLst/>
              </p:spPr>
              <p:txBody>
                <a:bodyPr rtlCol="0" anchor="ctr"/>
                <a:lstStyle/>
                <a:p>
                  <a:pPr algn="ctr"/>
                </a:p>
              </p:txBody>
            </p:sp>
            <p:sp>
              <p:nvSpPr>
                <p:cNvPr id="834" name="Cobblestone tile 4,7"/>
                <p:cNvSpPr/>
                <p:nvPr/>
              </p:nvSpPr>
              <p:spPr>
                <a:xfrm>
                  <a:off x="12046567" y="3663772"/>
                  <a:ext cx="27171" cy="42160"/>
                </a:xfrm>
                <a:custGeom>
                  <a:avLst/>
                  <a:gdLst/>
                  <a:ahLst/>
                  <a:cxnLst/>
                  <a:rect l="0" t="0" r="r" b="b"/>
                  <a:pathLst>
                    <a:path w="27171" h="42160">
                      <a:moveTo>
                        <a:pt x="0" y="13585"/>
                      </a:moveTo>
                      <a:lnTo>
                        <a:pt x="27171" y="0"/>
                      </a:lnTo>
                      <a:lnTo>
                        <a:pt x="27171" y="28575"/>
                      </a:lnTo>
                      <a:lnTo>
                        <a:pt x="0" y="42160"/>
                      </a:lnTo>
                      <a:close/>
                    </a:path>
                  </a:pathLst>
                </a:custGeom>
                <a:solidFill>
                  <a:srgbClr val="484F48"/>
                </a:solidFill>
                <a:ln>
                  <a:noFill/>
                </a:ln>
                <a:effectLst/>
              </p:spPr>
              <p:txBody>
                <a:bodyPr rtlCol="0" anchor="ctr"/>
                <a:lstStyle/>
                <a:p>
                  <a:pPr algn="ctr"/>
                </a:p>
              </p:txBody>
            </p:sp>
            <p:sp>
              <p:nvSpPr>
                <p:cNvPr id="835" name="Cobblestone tile 5,7"/>
                <p:cNvSpPr/>
                <p:nvPr/>
              </p:nvSpPr>
              <p:spPr>
                <a:xfrm>
                  <a:off x="12072693" y="3650709"/>
                  <a:ext cx="27171" cy="42160"/>
                </a:xfrm>
                <a:custGeom>
                  <a:avLst/>
                  <a:gdLst/>
                  <a:ahLst/>
                  <a:cxnLst/>
                  <a:rect l="0" t="0" r="r" b="b"/>
                  <a:pathLst>
                    <a:path w="27171" h="42160">
                      <a:moveTo>
                        <a:pt x="0" y="13585"/>
                      </a:moveTo>
                      <a:lnTo>
                        <a:pt x="27171" y="0"/>
                      </a:lnTo>
                      <a:lnTo>
                        <a:pt x="27171" y="28575"/>
                      </a:lnTo>
                      <a:lnTo>
                        <a:pt x="0" y="42160"/>
                      </a:lnTo>
                      <a:close/>
                    </a:path>
                  </a:pathLst>
                </a:custGeom>
                <a:solidFill>
                  <a:srgbClr val="626960"/>
                </a:solidFill>
                <a:ln>
                  <a:noFill/>
                </a:ln>
                <a:effectLst/>
              </p:spPr>
              <p:txBody>
                <a:bodyPr rtlCol="0" anchor="ctr"/>
                <a:lstStyle/>
                <a:p>
                  <a:pPr algn="ctr"/>
                </a:p>
              </p:txBody>
            </p:sp>
            <p:sp>
              <p:nvSpPr>
                <p:cNvPr id="836" name="Cobblestone tile 6,7"/>
                <p:cNvSpPr/>
                <p:nvPr/>
              </p:nvSpPr>
              <p:spPr>
                <a:xfrm>
                  <a:off x="12098818" y="3638169"/>
                  <a:ext cx="26126" cy="41638"/>
                </a:xfrm>
                <a:custGeom>
                  <a:avLst/>
                  <a:gdLst/>
                  <a:ahLst/>
                  <a:cxnLst/>
                  <a:rect l="0" t="0" r="r" b="b"/>
                  <a:pathLst>
                    <a:path w="26126" h="41638">
                      <a:moveTo>
                        <a:pt x="0" y="13063"/>
                      </a:moveTo>
                      <a:lnTo>
                        <a:pt x="26126" y="0"/>
                      </a:lnTo>
                      <a:lnTo>
                        <a:pt x="26126" y="28575"/>
                      </a:lnTo>
                      <a:lnTo>
                        <a:pt x="0" y="41638"/>
                      </a:lnTo>
                      <a:close/>
                    </a:path>
                  </a:pathLst>
                </a:custGeom>
                <a:solidFill>
                  <a:srgbClr val="555A55"/>
                </a:solidFill>
                <a:ln>
                  <a:noFill/>
                </a:ln>
                <a:effectLst/>
              </p:spPr>
              <p:txBody>
                <a:bodyPr rtlCol="0" anchor="ctr"/>
                <a:lstStyle/>
                <a:p>
                  <a:pPr algn="ctr"/>
                </a:p>
              </p:txBody>
            </p:sp>
            <p:sp>
              <p:nvSpPr>
                <p:cNvPr id="837" name="Cobblestone faceted stone"/>
                <p:cNvSpPr/>
                <p:nvPr/>
              </p:nvSpPr>
              <p:spPr>
                <a:xfrm>
                  <a:off x="11947855" y="3513996"/>
                  <a:ext cx="44806" cy="59665"/>
                </a:xfrm>
                <a:custGeom>
                  <a:avLst/>
                  <a:gdLst/>
                  <a:ahLst/>
                  <a:cxnLst/>
                  <a:rect l="0" t="0" r="r" b="b"/>
                  <a:pathLst>
                    <a:path w="44806" h="59665">
                      <a:moveTo>
                        <a:pt x="8230" y="17831"/>
                      </a:moveTo>
                      <a:lnTo>
                        <a:pt x="34747" y="0"/>
                      </a:lnTo>
                      <a:lnTo>
                        <a:pt x="44806" y="17831"/>
                      </a:lnTo>
                      <a:lnTo>
                        <a:pt x="34747" y="43434"/>
                      </a:lnTo>
                      <a:lnTo>
                        <a:pt x="9144" y="59665"/>
                      </a:lnTo>
                      <a:lnTo>
                        <a:pt x="0" y="39091"/>
                      </a:lnTo>
                      <a:close/>
                    </a:path>
                  </a:pathLst>
                </a:custGeom>
                <a:solidFill>
                  <a:srgbClr val="626960"/>
                </a:solidFill>
                <a:ln w="4572" cap="flat">
                  <a:solidFill>
                    <a:srgbClr val="555A55"/>
                  </a:solidFill>
                  <a:round/>
                </a:ln>
                <a:effectLst/>
              </p:spPr>
              <p:txBody>
                <a:bodyPr rtlCol="0" anchor="ctr"/>
                <a:lstStyle/>
                <a:p>
                  <a:pPr algn="ctr"/>
                </a:p>
              </p:txBody>
            </p:sp>
            <p:sp>
              <p:nvSpPr>
                <p:cNvPr id="838" name="Cobblestone faceted stone"/>
                <p:cNvSpPr/>
                <p:nvPr/>
              </p:nvSpPr>
              <p:spPr>
                <a:xfrm>
                  <a:off x="11998655" y="3488596"/>
                  <a:ext cx="44806" cy="59665"/>
                </a:xfrm>
                <a:custGeom>
                  <a:avLst/>
                  <a:gdLst/>
                  <a:ahLst/>
                  <a:cxnLst/>
                  <a:rect l="0" t="0" r="r" b="b"/>
                  <a:pathLst>
                    <a:path w="44806" h="59665">
                      <a:moveTo>
                        <a:pt x="8230" y="17831"/>
                      </a:moveTo>
                      <a:lnTo>
                        <a:pt x="34747" y="0"/>
                      </a:lnTo>
                      <a:lnTo>
                        <a:pt x="44806" y="17831"/>
                      </a:lnTo>
                      <a:lnTo>
                        <a:pt x="34747" y="43434"/>
                      </a:lnTo>
                      <a:lnTo>
                        <a:pt x="9144" y="59665"/>
                      </a:lnTo>
                      <a:lnTo>
                        <a:pt x="0" y="39091"/>
                      </a:lnTo>
                      <a:close/>
                    </a:path>
                  </a:pathLst>
                </a:custGeom>
                <a:solidFill>
                  <a:srgbClr val="626960"/>
                </a:solidFill>
                <a:ln w="4572" cap="flat">
                  <a:solidFill>
                    <a:srgbClr val="555A55"/>
                  </a:solidFill>
                  <a:round/>
                </a:ln>
                <a:effectLst/>
              </p:spPr>
              <p:txBody>
                <a:bodyPr rtlCol="0" anchor="ctr"/>
                <a:lstStyle/>
                <a:p>
                  <a:pPr algn="ctr"/>
                </a:p>
              </p:txBody>
            </p:sp>
            <p:sp>
              <p:nvSpPr>
                <p:cNvPr id="839" name="Cobblestone faceted stone"/>
                <p:cNvSpPr/>
                <p:nvPr/>
              </p:nvSpPr>
              <p:spPr>
                <a:xfrm>
                  <a:off x="12049455" y="3463196"/>
                  <a:ext cx="44806" cy="59665"/>
                </a:xfrm>
                <a:custGeom>
                  <a:avLst/>
                  <a:gdLst/>
                  <a:ahLst/>
                  <a:cxnLst/>
                  <a:rect l="0" t="0" r="r" b="b"/>
                  <a:pathLst>
                    <a:path w="44806" h="59665">
                      <a:moveTo>
                        <a:pt x="8230" y="17831"/>
                      </a:moveTo>
                      <a:lnTo>
                        <a:pt x="34747" y="0"/>
                      </a:lnTo>
                      <a:lnTo>
                        <a:pt x="44806" y="17831"/>
                      </a:lnTo>
                      <a:lnTo>
                        <a:pt x="34747" y="43434"/>
                      </a:lnTo>
                      <a:lnTo>
                        <a:pt x="9144" y="59665"/>
                      </a:lnTo>
                      <a:lnTo>
                        <a:pt x="0" y="39091"/>
                      </a:lnTo>
                      <a:close/>
                    </a:path>
                  </a:pathLst>
                </a:custGeom>
                <a:solidFill>
                  <a:srgbClr val="737970"/>
                </a:solidFill>
                <a:ln w="4572" cap="flat">
                  <a:solidFill>
                    <a:srgbClr val="555A55"/>
                  </a:solidFill>
                  <a:round/>
                </a:ln>
                <a:effectLst/>
              </p:spPr>
              <p:txBody>
                <a:bodyPr rtlCol="0" anchor="ctr"/>
                <a:lstStyle/>
                <a:p>
                  <a:pPr algn="ctr"/>
                </a:p>
              </p:txBody>
            </p:sp>
            <p:sp>
              <p:nvSpPr>
                <p:cNvPr id="840" name="Cobblestone faceted stone"/>
                <p:cNvSpPr/>
                <p:nvPr/>
              </p:nvSpPr>
              <p:spPr>
                <a:xfrm>
                  <a:off x="11960047" y="3562328"/>
                  <a:ext cx="44806" cy="59665"/>
                </a:xfrm>
                <a:custGeom>
                  <a:avLst/>
                  <a:gdLst/>
                  <a:ahLst/>
                  <a:cxnLst/>
                  <a:rect l="0" t="0" r="r" b="b"/>
                  <a:pathLst>
                    <a:path w="44806" h="59665">
                      <a:moveTo>
                        <a:pt x="8230" y="17831"/>
                      </a:moveTo>
                      <a:lnTo>
                        <a:pt x="34747" y="0"/>
                      </a:lnTo>
                      <a:lnTo>
                        <a:pt x="44806" y="17831"/>
                      </a:lnTo>
                      <a:lnTo>
                        <a:pt x="34747" y="43434"/>
                      </a:lnTo>
                      <a:lnTo>
                        <a:pt x="9144" y="59665"/>
                      </a:lnTo>
                      <a:lnTo>
                        <a:pt x="0" y="39091"/>
                      </a:lnTo>
                      <a:close/>
                    </a:path>
                  </a:pathLst>
                </a:custGeom>
                <a:solidFill>
                  <a:srgbClr val="737970"/>
                </a:solidFill>
                <a:ln w="4572" cap="flat">
                  <a:solidFill>
                    <a:srgbClr val="555A55"/>
                  </a:solidFill>
                  <a:round/>
                </a:ln>
                <a:effectLst/>
              </p:spPr>
              <p:txBody>
                <a:bodyPr rtlCol="0" anchor="ctr"/>
                <a:lstStyle/>
                <a:p>
                  <a:pPr algn="ctr"/>
                </a:p>
              </p:txBody>
            </p:sp>
            <p:sp>
              <p:nvSpPr>
                <p:cNvPr id="841" name="Cobblestone faceted stone"/>
                <p:cNvSpPr/>
                <p:nvPr/>
              </p:nvSpPr>
              <p:spPr>
                <a:xfrm>
                  <a:off x="12010847" y="3536928"/>
                  <a:ext cx="44806" cy="59665"/>
                </a:xfrm>
                <a:custGeom>
                  <a:avLst/>
                  <a:gdLst/>
                  <a:ahLst/>
                  <a:cxnLst/>
                  <a:rect l="0" t="0" r="r" b="b"/>
                  <a:pathLst>
                    <a:path w="44806" h="59665">
                      <a:moveTo>
                        <a:pt x="8230" y="17831"/>
                      </a:moveTo>
                      <a:lnTo>
                        <a:pt x="34747" y="0"/>
                      </a:lnTo>
                      <a:lnTo>
                        <a:pt x="44806" y="17831"/>
                      </a:lnTo>
                      <a:lnTo>
                        <a:pt x="34747" y="43434"/>
                      </a:lnTo>
                      <a:lnTo>
                        <a:pt x="9144" y="59665"/>
                      </a:lnTo>
                      <a:lnTo>
                        <a:pt x="0" y="39091"/>
                      </a:lnTo>
                      <a:close/>
                    </a:path>
                  </a:pathLst>
                </a:custGeom>
                <a:solidFill>
                  <a:srgbClr val="626960"/>
                </a:solidFill>
                <a:ln w="4572" cap="flat">
                  <a:solidFill>
                    <a:srgbClr val="555A55"/>
                  </a:solidFill>
                  <a:round/>
                </a:ln>
                <a:effectLst/>
              </p:spPr>
              <p:txBody>
                <a:bodyPr rtlCol="0" anchor="ctr"/>
                <a:lstStyle/>
                <a:p>
                  <a:pPr algn="ctr"/>
                </a:p>
              </p:txBody>
            </p:sp>
            <p:sp>
              <p:nvSpPr>
                <p:cNvPr id="842" name="Cobblestone faceted stone"/>
                <p:cNvSpPr/>
                <p:nvPr/>
              </p:nvSpPr>
              <p:spPr>
                <a:xfrm>
                  <a:off x="12061647" y="3511528"/>
                  <a:ext cx="44806" cy="59665"/>
                </a:xfrm>
                <a:custGeom>
                  <a:avLst/>
                  <a:gdLst/>
                  <a:ahLst/>
                  <a:cxnLst/>
                  <a:rect l="0" t="0" r="r" b="b"/>
                  <a:pathLst>
                    <a:path w="44806" h="59665">
                      <a:moveTo>
                        <a:pt x="8230" y="17831"/>
                      </a:moveTo>
                      <a:lnTo>
                        <a:pt x="34747" y="0"/>
                      </a:lnTo>
                      <a:lnTo>
                        <a:pt x="44806" y="17831"/>
                      </a:lnTo>
                      <a:lnTo>
                        <a:pt x="34747" y="43434"/>
                      </a:lnTo>
                      <a:lnTo>
                        <a:pt x="9144" y="59665"/>
                      </a:lnTo>
                      <a:lnTo>
                        <a:pt x="0" y="39091"/>
                      </a:lnTo>
                      <a:close/>
                    </a:path>
                  </a:pathLst>
                </a:custGeom>
                <a:solidFill>
                  <a:srgbClr val="737970"/>
                </a:solidFill>
                <a:ln w="4572" cap="flat">
                  <a:solidFill>
                    <a:srgbClr val="555A55"/>
                  </a:solidFill>
                  <a:round/>
                </a:ln>
                <a:effectLst/>
              </p:spPr>
              <p:txBody>
                <a:bodyPr rtlCol="0" anchor="ctr"/>
                <a:lstStyle/>
                <a:p>
                  <a:pPr algn="ctr"/>
                </a:p>
              </p:txBody>
            </p:sp>
            <p:sp>
              <p:nvSpPr>
                <p:cNvPr id="843" name="Cobblestone faceted stone"/>
                <p:cNvSpPr/>
                <p:nvPr/>
              </p:nvSpPr>
              <p:spPr>
                <a:xfrm>
                  <a:off x="11947855" y="3622853"/>
                  <a:ext cx="44806" cy="59665"/>
                </a:xfrm>
                <a:custGeom>
                  <a:avLst/>
                  <a:gdLst/>
                  <a:ahLst/>
                  <a:cxnLst/>
                  <a:rect l="0" t="0" r="r" b="b"/>
                  <a:pathLst>
                    <a:path w="44806" h="59665">
                      <a:moveTo>
                        <a:pt x="8230" y="17831"/>
                      </a:moveTo>
                      <a:lnTo>
                        <a:pt x="34747" y="0"/>
                      </a:lnTo>
                      <a:lnTo>
                        <a:pt x="44806" y="17831"/>
                      </a:lnTo>
                      <a:lnTo>
                        <a:pt x="34747" y="43434"/>
                      </a:lnTo>
                      <a:lnTo>
                        <a:pt x="9144" y="59665"/>
                      </a:lnTo>
                      <a:lnTo>
                        <a:pt x="0" y="39091"/>
                      </a:lnTo>
                      <a:close/>
                    </a:path>
                  </a:pathLst>
                </a:custGeom>
                <a:solidFill>
                  <a:srgbClr val="737970"/>
                </a:solidFill>
                <a:ln w="4572" cap="flat">
                  <a:solidFill>
                    <a:srgbClr val="555A55"/>
                  </a:solidFill>
                  <a:round/>
                </a:ln>
                <a:effectLst/>
              </p:spPr>
              <p:txBody>
                <a:bodyPr rtlCol="0" anchor="ctr"/>
                <a:lstStyle/>
                <a:p>
                  <a:pPr algn="ctr"/>
                </a:p>
              </p:txBody>
            </p:sp>
            <p:sp>
              <p:nvSpPr>
                <p:cNvPr id="844" name="Cobblestone faceted stone"/>
                <p:cNvSpPr/>
                <p:nvPr/>
              </p:nvSpPr>
              <p:spPr>
                <a:xfrm>
                  <a:off x="11998655" y="3597453"/>
                  <a:ext cx="44806" cy="59665"/>
                </a:xfrm>
                <a:custGeom>
                  <a:avLst/>
                  <a:gdLst/>
                  <a:ahLst/>
                  <a:cxnLst/>
                  <a:rect l="0" t="0" r="r" b="b"/>
                  <a:pathLst>
                    <a:path w="44806" h="59665">
                      <a:moveTo>
                        <a:pt x="8230" y="17831"/>
                      </a:moveTo>
                      <a:lnTo>
                        <a:pt x="34747" y="0"/>
                      </a:lnTo>
                      <a:lnTo>
                        <a:pt x="44806" y="17831"/>
                      </a:lnTo>
                      <a:lnTo>
                        <a:pt x="34747" y="43434"/>
                      </a:lnTo>
                      <a:lnTo>
                        <a:pt x="9144" y="59665"/>
                      </a:lnTo>
                      <a:lnTo>
                        <a:pt x="0" y="39091"/>
                      </a:lnTo>
                      <a:close/>
                    </a:path>
                  </a:pathLst>
                </a:custGeom>
                <a:solidFill>
                  <a:srgbClr val="626960"/>
                </a:solidFill>
                <a:ln w="4572" cap="flat">
                  <a:solidFill>
                    <a:srgbClr val="555A55"/>
                  </a:solidFill>
                  <a:round/>
                </a:ln>
                <a:effectLst/>
              </p:spPr>
              <p:txBody>
                <a:bodyPr rtlCol="0" anchor="ctr"/>
                <a:lstStyle/>
                <a:p>
                  <a:pPr algn="ctr"/>
                </a:p>
              </p:txBody>
            </p:sp>
            <p:sp>
              <p:nvSpPr>
                <p:cNvPr id="845" name="Cobblestone faceted stone"/>
                <p:cNvSpPr/>
                <p:nvPr/>
              </p:nvSpPr>
              <p:spPr>
                <a:xfrm>
                  <a:off x="12049455" y="3572053"/>
                  <a:ext cx="44806" cy="59665"/>
                </a:xfrm>
                <a:custGeom>
                  <a:avLst/>
                  <a:gdLst/>
                  <a:ahLst/>
                  <a:cxnLst/>
                  <a:rect l="0" t="0" r="r" b="b"/>
                  <a:pathLst>
                    <a:path w="44806" h="59665">
                      <a:moveTo>
                        <a:pt x="8230" y="17831"/>
                      </a:moveTo>
                      <a:lnTo>
                        <a:pt x="34747" y="0"/>
                      </a:lnTo>
                      <a:lnTo>
                        <a:pt x="44806" y="17831"/>
                      </a:lnTo>
                      <a:lnTo>
                        <a:pt x="34747" y="43434"/>
                      </a:lnTo>
                      <a:lnTo>
                        <a:pt x="9144" y="59665"/>
                      </a:lnTo>
                      <a:lnTo>
                        <a:pt x="0" y="39091"/>
                      </a:lnTo>
                      <a:close/>
                    </a:path>
                  </a:pathLst>
                </a:custGeom>
                <a:solidFill>
                  <a:srgbClr val="737970"/>
                </a:solidFill>
                <a:ln w="4572" cap="flat">
                  <a:solidFill>
                    <a:srgbClr val="555A55"/>
                  </a:solidFill>
                  <a:round/>
                </a:ln>
                <a:effectLst/>
              </p:spPr>
              <p:txBody>
                <a:bodyPr rtlCol="0" anchor="ctr"/>
                <a:lstStyle/>
                <a:p>
                  <a:pPr algn="ctr"/>
                </a:p>
              </p:txBody>
            </p:sp>
            <p:sp>
              <p:nvSpPr>
                <p:cNvPr id="846" name="Cobblestone faceted stone"/>
                <p:cNvSpPr/>
                <p:nvPr/>
              </p:nvSpPr>
              <p:spPr>
                <a:xfrm>
                  <a:off x="11960047" y="3671185"/>
                  <a:ext cx="44806" cy="59665"/>
                </a:xfrm>
                <a:custGeom>
                  <a:avLst/>
                  <a:gdLst/>
                  <a:ahLst/>
                  <a:cxnLst/>
                  <a:rect l="0" t="0" r="r" b="b"/>
                  <a:pathLst>
                    <a:path w="44806" h="59665">
                      <a:moveTo>
                        <a:pt x="8230" y="17831"/>
                      </a:moveTo>
                      <a:lnTo>
                        <a:pt x="34747" y="0"/>
                      </a:lnTo>
                      <a:lnTo>
                        <a:pt x="44806" y="17831"/>
                      </a:lnTo>
                      <a:lnTo>
                        <a:pt x="34747" y="43434"/>
                      </a:lnTo>
                      <a:lnTo>
                        <a:pt x="9144" y="59665"/>
                      </a:lnTo>
                      <a:lnTo>
                        <a:pt x="0" y="39091"/>
                      </a:lnTo>
                      <a:close/>
                    </a:path>
                  </a:pathLst>
                </a:custGeom>
                <a:solidFill>
                  <a:srgbClr val="626960"/>
                </a:solidFill>
                <a:ln w="4572" cap="flat">
                  <a:solidFill>
                    <a:srgbClr val="555A55"/>
                  </a:solidFill>
                  <a:round/>
                </a:ln>
                <a:effectLst/>
              </p:spPr>
              <p:txBody>
                <a:bodyPr rtlCol="0" anchor="ctr"/>
                <a:lstStyle/>
                <a:p>
                  <a:pPr algn="ctr"/>
                </a:p>
              </p:txBody>
            </p:sp>
            <p:sp>
              <p:nvSpPr>
                <p:cNvPr id="847" name="Cobblestone faceted stone"/>
                <p:cNvSpPr/>
                <p:nvPr/>
              </p:nvSpPr>
              <p:spPr>
                <a:xfrm>
                  <a:off x="12010847" y="3645785"/>
                  <a:ext cx="44806" cy="59665"/>
                </a:xfrm>
                <a:custGeom>
                  <a:avLst/>
                  <a:gdLst/>
                  <a:ahLst/>
                  <a:cxnLst/>
                  <a:rect l="0" t="0" r="r" b="b"/>
                  <a:pathLst>
                    <a:path w="44806" h="59665">
                      <a:moveTo>
                        <a:pt x="8230" y="17831"/>
                      </a:moveTo>
                      <a:lnTo>
                        <a:pt x="34747" y="0"/>
                      </a:lnTo>
                      <a:lnTo>
                        <a:pt x="44806" y="17831"/>
                      </a:lnTo>
                      <a:lnTo>
                        <a:pt x="34747" y="43434"/>
                      </a:lnTo>
                      <a:lnTo>
                        <a:pt x="9144" y="59665"/>
                      </a:lnTo>
                      <a:lnTo>
                        <a:pt x="0" y="39091"/>
                      </a:lnTo>
                      <a:close/>
                    </a:path>
                  </a:pathLst>
                </a:custGeom>
                <a:solidFill>
                  <a:srgbClr val="737970"/>
                </a:solidFill>
                <a:ln w="4572" cap="flat">
                  <a:solidFill>
                    <a:srgbClr val="555A55"/>
                  </a:solidFill>
                  <a:round/>
                </a:ln>
                <a:effectLst/>
              </p:spPr>
              <p:txBody>
                <a:bodyPr rtlCol="0" anchor="ctr"/>
                <a:lstStyle/>
                <a:p>
                  <a:pPr algn="ctr"/>
                </a:p>
              </p:txBody>
            </p:sp>
            <p:sp>
              <p:nvSpPr>
                <p:cNvPr id="848" name="Cobblestone faceted stone"/>
                <p:cNvSpPr/>
                <p:nvPr/>
              </p:nvSpPr>
              <p:spPr>
                <a:xfrm>
                  <a:off x="12061647" y="3620385"/>
                  <a:ext cx="44806" cy="59665"/>
                </a:xfrm>
                <a:custGeom>
                  <a:avLst/>
                  <a:gdLst/>
                  <a:ahLst/>
                  <a:cxnLst/>
                  <a:rect l="0" t="0" r="r" b="b"/>
                  <a:pathLst>
                    <a:path w="44806" h="59665">
                      <a:moveTo>
                        <a:pt x="8230" y="17831"/>
                      </a:moveTo>
                      <a:lnTo>
                        <a:pt x="34747" y="0"/>
                      </a:lnTo>
                      <a:lnTo>
                        <a:pt x="44806" y="17831"/>
                      </a:lnTo>
                      <a:lnTo>
                        <a:pt x="34747" y="43434"/>
                      </a:lnTo>
                      <a:lnTo>
                        <a:pt x="9144" y="59665"/>
                      </a:lnTo>
                      <a:lnTo>
                        <a:pt x="0" y="39091"/>
                      </a:lnTo>
                      <a:close/>
                    </a:path>
                  </a:pathLst>
                </a:custGeom>
                <a:solidFill>
                  <a:srgbClr val="82877D"/>
                </a:solidFill>
                <a:ln w="4572" cap="flat">
                  <a:solidFill>
                    <a:srgbClr val="555A55"/>
                  </a:solidFill>
                  <a:round/>
                </a:ln>
                <a:effectLst/>
              </p:spPr>
              <p:txBody>
                <a:bodyPr rtlCol="0" anchor="ctr"/>
                <a:lstStyle/>
                <a:p>
                  <a:pPr algn="ctr"/>
                </a:p>
              </p:txBody>
            </p:sp>
            <p:sp>
              <p:nvSpPr>
                <p:cNvPr id="849" name="Block outline"/>
                <p:cNvSpPr/>
                <p:nvPr/>
              </p:nvSpPr>
              <p:spPr>
                <a:xfrm>
                  <a:off x="11759184" y="3346704"/>
                  <a:ext cx="365760" cy="182880"/>
                </a:xfrm>
                <a:custGeom>
                  <a:avLst/>
                  <a:gdLst/>
                  <a:ahLst/>
                  <a:cxnLst/>
                  <a:rect l="0" t="0" r="r" b="b"/>
                  <a:pathLst>
                    <a:path w="365760" h="182880">
                      <a:moveTo>
                        <a:pt x="182880" y="0"/>
                      </a:moveTo>
                      <a:lnTo>
                        <a:pt x="365760" y="91440"/>
                      </a:lnTo>
                      <a:lnTo>
                        <a:pt x="182880" y="182880"/>
                      </a:lnTo>
                      <a:lnTo>
                        <a:pt x="0" y="91440"/>
                      </a:lnTo>
                      <a:close/>
                    </a:path>
                  </a:pathLst>
                </a:custGeom>
                <a:noFill/>
                <a:ln w="7315" cap="flat">
                  <a:solidFill>
                    <a:srgbClr val="555950"/>
                  </a:solidFill>
                  <a:round/>
                </a:ln>
                <a:effectLst/>
              </p:spPr>
              <p:txBody>
                <a:bodyPr rtlCol="0" anchor="ctr"/>
                <a:lstStyle/>
                <a:p>
                  <a:pPr algn="ctr"/>
                </a:p>
              </p:txBody>
            </p:sp>
            <p:sp>
              <p:nvSpPr>
                <p:cNvPr id="850" name="Block outline"/>
                <p:cNvSpPr/>
                <p:nvPr/>
              </p:nvSpPr>
              <p:spPr>
                <a:xfrm>
                  <a:off x="11759184" y="3438144"/>
                  <a:ext cx="182880" cy="320040"/>
                </a:xfrm>
                <a:custGeom>
                  <a:avLst/>
                  <a:gdLst/>
                  <a:ahLst/>
                  <a:cxnLst/>
                  <a:rect l="0" t="0" r="r" b="b"/>
                  <a:pathLst>
                    <a:path w="182880" h="320040">
                      <a:moveTo>
                        <a:pt x="0" y="0"/>
                      </a:moveTo>
                      <a:lnTo>
                        <a:pt x="182880" y="91440"/>
                      </a:lnTo>
                      <a:lnTo>
                        <a:pt x="182880" y="320040"/>
                      </a:lnTo>
                      <a:lnTo>
                        <a:pt x="0" y="228600"/>
                      </a:lnTo>
                      <a:close/>
                    </a:path>
                  </a:pathLst>
                </a:custGeom>
                <a:noFill/>
                <a:ln w="7315" cap="flat">
                  <a:solidFill>
                    <a:srgbClr val="555950"/>
                  </a:solidFill>
                  <a:round/>
                </a:ln>
                <a:effectLst/>
              </p:spPr>
              <p:txBody>
                <a:bodyPr rtlCol="0" anchor="ctr"/>
                <a:lstStyle/>
                <a:p>
                  <a:pPr algn="ctr"/>
                </a:p>
              </p:txBody>
            </p:sp>
            <p:sp>
              <p:nvSpPr>
                <p:cNvPr id="851" name="Block outline"/>
                <p:cNvSpPr/>
                <p:nvPr/>
              </p:nvSpPr>
              <p:spPr>
                <a:xfrm>
                  <a:off x="11942064" y="3438144"/>
                  <a:ext cx="182880" cy="320040"/>
                </a:xfrm>
                <a:custGeom>
                  <a:avLst/>
                  <a:gdLst/>
                  <a:ahLst/>
                  <a:cxnLst/>
                  <a:rect l="0" t="0" r="r" b="b"/>
                  <a:pathLst>
                    <a:path w="182880" h="320040">
                      <a:moveTo>
                        <a:pt x="0" y="91440"/>
                      </a:moveTo>
                      <a:lnTo>
                        <a:pt x="182880" y="0"/>
                      </a:lnTo>
                      <a:lnTo>
                        <a:pt x="182880" y="228600"/>
                      </a:lnTo>
                      <a:lnTo>
                        <a:pt x="0" y="320040"/>
                      </a:lnTo>
                      <a:close/>
                    </a:path>
                  </a:pathLst>
                </a:custGeom>
                <a:noFill/>
                <a:ln w="7315" cap="flat">
                  <a:solidFill>
                    <a:srgbClr val="555950"/>
                  </a:solidFill>
                  <a:round/>
                </a:ln>
                <a:effectLst/>
              </p:spPr>
              <p:txBody>
                <a:bodyPr rtlCol="0" anchor="ctr"/>
                <a:lstStyle/>
                <a:p>
                  <a:pPr algn="ctr"/>
                </a:p>
              </p:txBody>
            </p:sp>
          </p:grpSp>
          <p:grpSp>
            <p:nvGrpSpPr>
              <p:cNvPr id="852" name="Editable pixel-art wooden pickaxe"/>
              <p:cNvGrpSpPr/>
              <p:nvPr/>
            </p:nvGrpSpPr>
            <p:grpSpPr>
              <a:xfrm>
                <a:off x="10467594" y="3291840"/>
                <a:ext cx="357348" cy="357348"/>
                <a:chOff x="10467594" y="3291840"/>
                <a:chExt cx="357348" cy="357348"/>
              </a:xfrm>
            </p:grpSpPr>
            <p:sp>
              <p:nvSpPr>
                <p:cNvPr id="853" name="Pickaxe outline pixel"/>
                <p:cNvSpPr/>
                <p:nvPr/>
              </p:nvSpPr>
              <p:spPr>
                <a:xfrm>
                  <a:off x="10467594" y="3589020"/>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54" name="Pickaxe outline pixel"/>
                <p:cNvSpPr/>
                <p:nvPr/>
              </p:nvSpPr>
              <p:spPr>
                <a:xfrm>
                  <a:off x="10497312" y="3351276"/>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55" name="Pickaxe outline pixel"/>
                <p:cNvSpPr/>
                <p:nvPr/>
              </p:nvSpPr>
              <p:spPr>
                <a:xfrm>
                  <a:off x="10497312" y="3559302"/>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56" name="Pickaxe outline pixel"/>
                <p:cNvSpPr/>
                <p:nvPr/>
              </p:nvSpPr>
              <p:spPr>
                <a:xfrm>
                  <a:off x="10497312" y="3618738"/>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57" name="Pickaxe outline pixel"/>
                <p:cNvSpPr/>
                <p:nvPr/>
              </p:nvSpPr>
              <p:spPr>
                <a:xfrm>
                  <a:off x="10527030" y="3321558"/>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58" name="Pickaxe outline pixel"/>
                <p:cNvSpPr/>
                <p:nvPr/>
              </p:nvSpPr>
              <p:spPr>
                <a:xfrm>
                  <a:off x="10527030" y="3380994"/>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59" name="Pickaxe outline pixel"/>
                <p:cNvSpPr/>
                <p:nvPr/>
              </p:nvSpPr>
              <p:spPr>
                <a:xfrm>
                  <a:off x="10527030" y="3529584"/>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60" name="Pickaxe outline pixel"/>
                <p:cNvSpPr/>
                <p:nvPr/>
              </p:nvSpPr>
              <p:spPr>
                <a:xfrm>
                  <a:off x="10527030" y="3618738"/>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61" name="Pickaxe outline pixel"/>
                <p:cNvSpPr/>
                <p:nvPr/>
              </p:nvSpPr>
              <p:spPr>
                <a:xfrm>
                  <a:off x="10556748" y="3291840"/>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62" name="Pickaxe outline pixel"/>
                <p:cNvSpPr/>
                <p:nvPr/>
              </p:nvSpPr>
              <p:spPr>
                <a:xfrm>
                  <a:off x="10556748" y="3380994"/>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63" name="Pickaxe outline pixel"/>
                <p:cNvSpPr/>
                <p:nvPr/>
              </p:nvSpPr>
              <p:spPr>
                <a:xfrm>
                  <a:off x="10556748" y="3499866"/>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64" name="Pickaxe outline pixel"/>
                <p:cNvSpPr/>
                <p:nvPr/>
              </p:nvSpPr>
              <p:spPr>
                <a:xfrm>
                  <a:off x="10556748" y="3589020"/>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65" name="Pickaxe outline pixel"/>
                <p:cNvSpPr/>
                <p:nvPr/>
              </p:nvSpPr>
              <p:spPr>
                <a:xfrm>
                  <a:off x="10586466" y="3291840"/>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66" name="Pickaxe outline pixel"/>
                <p:cNvSpPr/>
                <p:nvPr/>
              </p:nvSpPr>
              <p:spPr>
                <a:xfrm>
                  <a:off x="10586466" y="3380994"/>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67" name="Pickaxe outline pixel"/>
                <p:cNvSpPr/>
                <p:nvPr/>
              </p:nvSpPr>
              <p:spPr>
                <a:xfrm>
                  <a:off x="10586466" y="3470148"/>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68" name="Pickaxe outline pixel"/>
                <p:cNvSpPr/>
                <p:nvPr/>
              </p:nvSpPr>
              <p:spPr>
                <a:xfrm>
                  <a:off x="10586466" y="3559302"/>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69" name="Pickaxe outline pixel"/>
                <p:cNvSpPr/>
                <p:nvPr/>
              </p:nvSpPr>
              <p:spPr>
                <a:xfrm>
                  <a:off x="10616184" y="3291840"/>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70" name="Pickaxe outline pixel"/>
                <p:cNvSpPr/>
                <p:nvPr/>
              </p:nvSpPr>
              <p:spPr>
                <a:xfrm>
                  <a:off x="10616184" y="3380994"/>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71" name="Pickaxe outline pixel"/>
                <p:cNvSpPr/>
                <p:nvPr/>
              </p:nvSpPr>
              <p:spPr>
                <a:xfrm>
                  <a:off x="10616184" y="3440430"/>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72" name="Pickaxe outline pixel"/>
                <p:cNvSpPr/>
                <p:nvPr/>
              </p:nvSpPr>
              <p:spPr>
                <a:xfrm>
                  <a:off x="10616184" y="3529584"/>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73" name="Pickaxe outline pixel"/>
                <p:cNvSpPr/>
                <p:nvPr/>
              </p:nvSpPr>
              <p:spPr>
                <a:xfrm>
                  <a:off x="10645902" y="3291840"/>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74" name="Pickaxe outline pixel"/>
                <p:cNvSpPr/>
                <p:nvPr/>
              </p:nvSpPr>
              <p:spPr>
                <a:xfrm>
                  <a:off x="10645902" y="3380994"/>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75" name="Pickaxe outline pixel"/>
                <p:cNvSpPr/>
                <p:nvPr/>
              </p:nvSpPr>
              <p:spPr>
                <a:xfrm>
                  <a:off x="10645902" y="3410712"/>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76" name="Pickaxe outline pixel"/>
                <p:cNvSpPr/>
                <p:nvPr/>
              </p:nvSpPr>
              <p:spPr>
                <a:xfrm>
                  <a:off x="10645902" y="3499866"/>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77" name="Pickaxe outline pixel"/>
                <p:cNvSpPr/>
                <p:nvPr/>
              </p:nvSpPr>
              <p:spPr>
                <a:xfrm>
                  <a:off x="10675620" y="3291840"/>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78" name="Pickaxe outline pixel"/>
                <p:cNvSpPr/>
                <p:nvPr/>
              </p:nvSpPr>
              <p:spPr>
                <a:xfrm>
                  <a:off x="10675620" y="3470148"/>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79" name="Pickaxe outline pixel"/>
                <p:cNvSpPr/>
                <p:nvPr/>
              </p:nvSpPr>
              <p:spPr>
                <a:xfrm>
                  <a:off x="10705338" y="3291840"/>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80" name="Pickaxe outline pixel"/>
                <p:cNvSpPr/>
                <p:nvPr/>
              </p:nvSpPr>
              <p:spPr>
                <a:xfrm>
                  <a:off x="10705338" y="3351276"/>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81" name="Pickaxe outline pixel"/>
                <p:cNvSpPr/>
                <p:nvPr/>
              </p:nvSpPr>
              <p:spPr>
                <a:xfrm>
                  <a:off x="10705338" y="3440430"/>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82" name="Pickaxe outline pixel"/>
                <p:cNvSpPr/>
                <p:nvPr/>
              </p:nvSpPr>
              <p:spPr>
                <a:xfrm>
                  <a:off x="10705338" y="3470148"/>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83" name="Pickaxe outline pixel"/>
                <p:cNvSpPr/>
                <p:nvPr/>
              </p:nvSpPr>
              <p:spPr>
                <a:xfrm>
                  <a:off x="10705338" y="3499866"/>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84" name="Pickaxe outline pixel"/>
                <p:cNvSpPr/>
                <p:nvPr/>
              </p:nvSpPr>
              <p:spPr>
                <a:xfrm>
                  <a:off x="10705338" y="3529584"/>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85" name="Pickaxe outline pixel"/>
                <p:cNvSpPr/>
                <p:nvPr/>
              </p:nvSpPr>
              <p:spPr>
                <a:xfrm>
                  <a:off x="10735056" y="3321558"/>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86" name="Pickaxe outline pixel"/>
                <p:cNvSpPr/>
                <p:nvPr/>
              </p:nvSpPr>
              <p:spPr>
                <a:xfrm>
                  <a:off x="10735056" y="3351276"/>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87" name="Pickaxe outline pixel"/>
                <p:cNvSpPr/>
                <p:nvPr/>
              </p:nvSpPr>
              <p:spPr>
                <a:xfrm>
                  <a:off x="10735056" y="3559302"/>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88" name="Pickaxe outline pixel"/>
                <p:cNvSpPr/>
                <p:nvPr/>
              </p:nvSpPr>
              <p:spPr>
                <a:xfrm>
                  <a:off x="10764774" y="3380994"/>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89" name="Pickaxe outline pixel"/>
                <p:cNvSpPr/>
                <p:nvPr/>
              </p:nvSpPr>
              <p:spPr>
                <a:xfrm>
                  <a:off x="10764774" y="3559302"/>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90" name="Pickaxe outline pixel"/>
                <p:cNvSpPr/>
                <p:nvPr/>
              </p:nvSpPr>
              <p:spPr>
                <a:xfrm>
                  <a:off x="10794492" y="3410712"/>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91" name="Pickaxe outline pixel"/>
                <p:cNvSpPr/>
                <p:nvPr/>
              </p:nvSpPr>
              <p:spPr>
                <a:xfrm>
                  <a:off x="10794492" y="3440430"/>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92" name="Pickaxe outline pixel"/>
                <p:cNvSpPr/>
                <p:nvPr/>
              </p:nvSpPr>
              <p:spPr>
                <a:xfrm>
                  <a:off x="10794492" y="3470148"/>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93" name="Pickaxe outline pixel"/>
                <p:cNvSpPr/>
                <p:nvPr/>
              </p:nvSpPr>
              <p:spPr>
                <a:xfrm>
                  <a:off x="10794492" y="3499866"/>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94" name="Pickaxe outline pixel"/>
                <p:cNvSpPr/>
                <p:nvPr/>
              </p:nvSpPr>
              <p:spPr>
                <a:xfrm>
                  <a:off x="10794492" y="3529584"/>
                  <a:ext cx="30450" cy="30450"/>
                </a:xfrm>
                <a:custGeom>
                  <a:avLst/>
                  <a:gdLst/>
                  <a:ahLst/>
                  <a:cxnLst/>
                  <a:rect l="0" t="0" r="r" b="b"/>
                  <a:pathLst>
                    <a:path w="30450" h="30450">
                      <a:moveTo>
                        <a:pt x="0" y="0"/>
                      </a:moveTo>
                      <a:lnTo>
                        <a:pt x="30450" y="0"/>
                      </a:lnTo>
                      <a:lnTo>
                        <a:pt x="30450" y="30450"/>
                      </a:lnTo>
                      <a:lnTo>
                        <a:pt x="0" y="30450"/>
                      </a:lnTo>
                      <a:close/>
                    </a:path>
                  </a:pathLst>
                </a:custGeom>
                <a:solidFill>
                  <a:srgbClr val="3B311B"/>
                </a:solidFill>
                <a:ln>
                  <a:noFill/>
                </a:ln>
                <a:effectLst/>
              </p:spPr>
              <p:txBody>
                <a:bodyPr rtlCol="0" anchor="ctr"/>
                <a:lstStyle/>
                <a:p>
                  <a:pPr algn="ctr"/>
                </a:p>
              </p:txBody>
            </p:sp>
            <p:sp>
              <p:nvSpPr>
                <p:cNvPr id="895" name="Pickaxe colored pixel"/>
                <p:cNvSpPr/>
                <p:nvPr/>
              </p:nvSpPr>
              <p:spPr>
                <a:xfrm>
                  <a:off x="10705338" y="3380994"/>
                  <a:ext cx="30450" cy="30450"/>
                </a:xfrm>
                <a:custGeom>
                  <a:avLst/>
                  <a:gdLst/>
                  <a:ahLst/>
                  <a:cxnLst/>
                  <a:rect l="0" t="0" r="r" b="b"/>
                  <a:pathLst>
                    <a:path w="30450" h="30450">
                      <a:moveTo>
                        <a:pt x="0" y="0"/>
                      </a:moveTo>
                      <a:lnTo>
                        <a:pt x="30450" y="0"/>
                      </a:lnTo>
                      <a:lnTo>
                        <a:pt x="30450" y="30450"/>
                      </a:lnTo>
                      <a:lnTo>
                        <a:pt x="0" y="30450"/>
                      </a:lnTo>
                      <a:close/>
                    </a:path>
                  </a:pathLst>
                </a:custGeom>
                <a:solidFill>
                  <a:srgbClr val="967334"/>
                </a:solidFill>
                <a:ln>
                  <a:noFill/>
                </a:ln>
                <a:effectLst/>
              </p:spPr>
              <p:txBody>
                <a:bodyPr rtlCol="0" anchor="ctr"/>
                <a:lstStyle/>
                <a:p>
                  <a:pPr algn="ctr"/>
                </a:p>
              </p:txBody>
            </p:sp>
            <p:sp>
              <p:nvSpPr>
                <p:cNvPr id="896" name="Pickaxe colored pixel"/>
                <p:cNvSpPr/>
                <p:nvPr/>
              </p:nvSpPr>
              <p:spPr>
                <a:xfrm>
                  <a:off x="10735056" y="3380994"/>
                  <a:ext cx="30450" cy="30450"/>
                </a:xfrm>
                <a:custGeom>
                  <a:avLst/>
                  <a:gdLst/>
                  <a:ahLst/>
                  <a:cxnLst/>
                  <a:rect l="0" t="0" r="r" b="b"/>
                  <a:pathLst>
                    <a:path w="30450" h="30450">
                      <a:moveTo>
                        <a:pt x="0" y="0"/>
                      </a:moveTo>
                      <a:lnTo>
                        <a:pt x="30450" y="0"/>
                      </a:lnTo>
                      <a:lnTo>
                        <a:pt x="30450" y="30450"/>
                      </a:lnTo>
                      <a:lnTo>
                        <a:pt x="0" y="30450"/>
                      </a:lnTo>
                      <a:close/>
                    </a:path>
                  </a:pathLst>
                </a:custGeom>
                <a:solidFill>
                  <a:srgbClr val="9C7937"/>
                </a:solidFill>
                <a:ln>
                  <a:noFill/>
                </a:ln>
                <a:effectLst/>
              </p:spPr>
              <p:txBody>
                <a:bodyPr rtlCol="0" anchor="ctr"/>
                <a:lstStyle/>
                <a:p>
                  <a:pPr algn="ctr"/>
                </a:p>
              </p:txBody>
            </p:sp>
            <p:sp>
              <p:nvSpPr>
                <p:cNvPr id="897" name="Pickaxe colored pixel"/>
                <p:cNvSpPr/>
                <p:nvPr/>
              </p:nvSpPr>
              <p:spPr>
                <a:xfrm>
                  <a:off x="10675620" y="3410712"/>
                  <a:ext cx="30450" cy="30450"/>
                </a:xfrm>
                <a:custGeom>
                  <a:avLst/>
                  <a:gdLst/>
                  <a:ahLst/>
                  <a:cxnLst/>
                  <a:rect l="0" t="0" r="r" b="b"/>
                  <a:pathLst>
                    <a:path w="30450" h="30450">
                      <a:moveTo>
                        <a:pt x="0" y="0"/>
                      </a:moveTo>
                      <a:lnTo>
                        <a:pt x="30450" y="0"/>
                      </a:lnTo>
                      <a:lnTo>
                        <a:pt x="30450" y="30450"/>
                      </a:lnTo>
                      <a:lnTo>
                        <a:pt x="0" y="30450"/>
                      </a:lnTo>
                      <a:close/>
                    </a:path>
                  </a:pathLst>
                </a:custGeom>
                <a:solidFill>
                  <a:srgbClr val="98732F"/>
                </a:solidFill>
                <a:ln>
                  <a:noFill/>
                </a:ln>
                <a:effectLst/>
              </p:spPr>
              <p:txBody>
                <a:bodyPr rtlCol="0" anchor="ctr"/>
                <a:lstStyle/>
                <a:p>
                  <a:pPr algn="ctr"/>
                </a:p>
              </p:txBody>
            </p:sp>
            <p:sp>
              <p:nvSpPr>
                <p:cNvPr id="898" name="Pickaxe colored pixel"/>
                <p:cNvSpPr/>
                <p:nvPr/>
              </p:nvSpPr>
              <p:spPr>
                <a:xfrm>
                  <a:off x="10705338" y="3410712"/>
                  <a:ext cx="30450" cy="30450"/>
                </a:xfrm>
                <a:custGeom>
                  <a:avLst/>
                  <a:gdLst/>
                  <a:ahLst/>
                  <a:cxnLst/>
                  <a:rect l="0" t="0" r="r" b="b"/>
                  <a:pathLst>
                    <a:path w="30450" h="30450">
                      <a:moveTo>
                        <a:pt x="0" y="0"/>
                      </a:moveTo>
                      <a:lnTo>
                        <a:pt x="30450" y="0"/>
                      </a:lnTo>
                      <a:lnTo>
                        <a:pt x="30450" y="30450"/>
                      </a:lnTo>
                      <a:lnTo>
                        <a:pt x="0" y="30450"/>
                      </a:lnTo>
                      <a:close/>
                    </a:path>
                  </a:pathLst>
                </a:custGeom>
                <a:solidFill>
                  <a:srgbClr val="70511D"/>
                </a:solidFill>
                <a:ln>
                  <a:noFill/>
                </a:ln>
                <a:effectLst/>
              </p:spPr>
              <p:txBody>
                <a:bodyPr rtlCol="0" anchor="ctr"/>
                <a:lstStyle/>
                <a:p>
                  <a:pPr algn="ctr"/>
                </a:p>
              </p:txBody>
            </p:sp>
            <p:sp>
              <p:nvSpPr>
                <p:cNvPr id="899" name="Pickaxe colored pixel"/>
                <p:cNvSpPr/>
                <p:nvPr/>
              </p:nvSpPr>
              <p:spPr>
                <a:xfrm>
                  <a:off x="10645902" y="3440430"/>
                  <a:ext cx="30450" cy="30450"/>
                </a:xfrm>
                <a:custGeom>
                  <a:avLst/>
                  <a:gdLst/>
                  <a:ahLst/>
                  <a:cxnLst/>
                  <a:rect l="0" t="0" r="r" b="b"/>
                  <a:pathLst>
                    <a:path w="30450" h="30450">
                      <a:moveTo>
                        <a:pt x="0" y="0"/>
                      </a:moveTo>
                      <a:lnTo>
                        <a:pt x="30450" y="0"/>
                      </a:lnTo>
                      <a:lnTo>
                        <a:pt x="30450" y="30450"/>
                      </a:lnTo>
                      <a:lnTo>
                        <a:pt x="0" y="30450"/>
                      </a:lnTo>
                      <a:close/>
                    </a:path>
                  </a:pathLst>
                </a:custGeom>
                <a:solidFill>
                  <a:srgbClr val="98732F"/>
                </a:solidFill>
                <a:ln>
                  <a:noFill/>
                </a:ln>
                <a:effectLst/>
              </p:spPr>
              <p:txBody>
                <a:bodyPr rtlCol="0" anchor="ctr"/>
                <a:lstStyle/>
                <a:p>
                  <a:pPr algn="ctr"/>
                </a:p>
              </p:txBody>
            </p:sp>
            <p:sp>
              <p:nvSpPr>
                <p:cNvPr id="900" name="Pickaxe colored pixel"/>
                <p:cNvSpPr/>
                <p:nvPr/>
              </p:nvSpPr>
              <p:spPr>
                <a:xfrm>
                  <a:off x="10675620" y="3440430"/>
                  <a:ext cx="30450" cy="30450"/>
                </a:xfrm>
                <a:custGeom>
                  <a:avLst/>
                  <a:gdLst/>
                  <a:ahLst/>
                  <a:cxnLst/>
                  <a:rect l="0" t="0" r="r" b="b"/>
                  <a:pathLst>
                    <a:path w="30450" h="30450">
                      <a:moveTo>
                        <a:pt x="0" y="0"/>
                      </a:moveTo>
                      <a:lnTo>
                        <a:pt x="30450" y="0"/>
                      </a:lnTo>
                      <a:lnTo>
                        <a:pt x="30450" y="30450"/>
                      </a:lnTo>
                      <a:lnTo>
                        <a:pt x="0" y="30450"/>
                      </a:lnTo>
                      <a:close/>
                    </a:path>
                  </a:pathLst>
                </a:custGeom>
                <a:solidFill>
                  <a:srgbClr val="70511D"/>
                </a:solidFill>
                <a:ln>
                  <a:noFill/>
                </a:ln>
                <a:effectLst/>
              </p:spPr>
              <p:txBody>
                <a:bodyPr rtlCol="0" anchor="ctr"/>
                <a:lstStyle/>
                <a:p>
                  <a:pPr algn="ctr"/>
                </a:p>
              </p:txBody>
            </p:sp>
            <p:sp>
              <p:nvSpPr>
                <p:cNvPr id="901" name="Pickaxe colored pixel"/>
                <p:cNvSpPr/>
                <p:nvPr/>
              </p:nvSpPr>
              <p:spPr>
                <a:xfrm>
                  <a:off x="10616184" y="3470148"/>
                  <a:ext cx="30450" cy="30450"/>
                </a:xfrm>
                <a:custGeom>
                  <a:avLst/>
                  <a:gdLst/>
                  <a:ahLst/>
                  <a:cxnLst/>
                  <a:rect l="0" t="0" r="r" b="b"/>
                  <a:pathLst>
                    <a:path w="30450" h="30450">
                      <a:moveTo>
                        <a:pt x="0" y="0"/>
                      </a:moveTo>
                      <a:lnTo>
                        <a:pt x="30450" y="0"/>
                      </a:lnTo>
                      <a:lnTo>
                        <a:pt x="30450" y="30450"/>
                      </a:lnTo>
                      <a:lnTo>
                        <a:pt x="0" y="30450"/>
                      </a:lnTo>
                      <a:close/>
                    </a:path>
                  </a:pathLst>
                </a:custGeom>
                <a:solidFill>
                  <a:srgbClr val="98732F"/>
                </a:solidFill>
                <a:ln>
                  <a:noFill/>
                </a:ln>
                <a:effectLst/>
              </p:spPr>
              <p:txBody>
                <a:bodyPr rtlCol="0" anchor="ctr"/>
                <a:lstStyle/>
                <a:p>
                  <a:pPr algn="ctr"/>
                </a:p>
              </p:txBody>
            </p:sp>
            <p:sp>
              <p:nvSpPr>
                <p:cNvPr id="902" name="Pickaxe colored pixel"/>
                <p:cNvSpPr/>
                <p:nvPr/>
              </p:nvSpPr>
              <p:spPr>
                <a:xfrm>
                  <a:off x="10645902" y="3470148"/>
                  <a:ext cx="30450" cy="30450"/>
                </a:xfrm>
                <a:custGeom>
                  <a:avLst/>
                  <a:gdLst/>
                  <a:ahLst/>
                  <a:cxnLst/>
                  <a:rect l="0" t="0" r="r" b="b"/>
                  <a:pathLst>
                    <a:path w="30450" h="30450">
                      <a:moveTo>
                        <a:pt x="0" y="0"/>
                      </a:moveTo>
                      <a:lnTo>
                        <a:pt x="30450" y="0"/>
                      </a:lnTo>
                      <a:lnTo>
                        <a:pt x="30450" y="30450"/>
                      </a:lnTo>
                      <a:lnTo>
                        <a:pt x="0" y="30450"/>
                      </a:lnTo>
                      <a:close/>
                    </a:path>
                  </a:pathLst>
                </a:custGeom>
                <a:solidFill>
                  <a:srgbClr val="70511D"/>
                </a:solidFill>
                <a:ln>
                  <a:noFill/>
                </a:ln>
                <a:effectLst/>
              </p:spPr>
              <p:txBody>
                <a:bodyPr rtlCol="0" anchor="ctr"/>
                <a:lstStyle/>
                <a:p>
                  <a:pPr algn="ctr"/>
                </a:p>
              </p:txBody>
            </p:sp>
            <p:sp>
              <p:nvSpPr>
                <p:cNvPr id="903" name="Pickaxe colored pixel"/>
                <p:cNvSpPr/>
                <p:nvPr/>
              </p:nvSpPr>
              <p:spPr>
                <a:xfrm>
                  <a:off x="10586466" y="3499866"/>
                  <a:ext cx="30450" cy="30450"/>
                </a:xfrm>
                <a:custGeom>
                  <a:avLst/>
                  <a:gdLst/>
                  <a:ahLst/>
                  <a:cxnLst/>
                  <a:rect l="0" t="0" r="r" b="b"/>
                  <a:pathLst>
                    <a:path w="30450" h="30450">
                      <a:moveTo>
                        <a:pt x="0" y="0"/>
                      </a:moveTo>
                      <a:lnTo>
                        <a:pt x="30450" y="0"/>
                      </a:lnTo>
                      <a:lnTo>
                        <a:pt x="30450" y="30450"/>
                      </a:lnTo>
                      <a:lnTo>
                        <a:pt x="0" y="30450"/>
                      </a:lnTo>
                      <a:close/>
                    </a:path>
                  </a:pathLst>
                </a:custGeom>
                <a:solidFill>
                  <a:srgbClr val="98732F"/>
                </a:solidFill>
                <a:ln>
                  <a:noFill/>
                </a:ln>
                <a:effectLst/>
              </p:spPr>
              <p:txBody>
                <a:bodyPr rtlCol="0" anchor="ctr"/>
                <a:lstStyle/>
                <a:p>
                  <a:pPr algn="ctr"/>
                </a:p>
              </p:txBody>
            </p:sp>
            <p:sp>
              <p:nvSpPr>
                <p:cNvPr id="904" name="Pickaxe colored pixel"/>
                <p:cNvSpPr/>
                <p:nvPr/>
              </p:nvSpPr>
              <p:spPr>
                <a:xfrm>
                  <a:off x="10616184" y="3499866"/>
                  <a:ext cx="30450" cy="30450"/>
                </a:xfrm>
                <a:custGeom>
                  <a:avLst/>
                  <a:gdLst/>
                  <a:ahLst/>
                  <a:cxnLst/>
                  <a:rect l="0" t="0" r="r" b="b"/>
                  <a:pathLst>
                    <a:path w="30450" h="30450">
                      <a:moveTo>
                        <a:pt x="0" y="0"/>
                      </a:moveTo>
                      <a:lnTo>
                        <a:pt x="30450" y="0"/>
                      </a:lnTo>
                      <a:lnTo>
                        <a:pt x="30450" y="30450"/>
                      </a:lnTo>
                      <a:lnTo>
                        <a:pt x="0" y="30450"/>
                      </a:lnTo>
                      <a:close/>
                    </a:path>
                  </a:pathLst>
                </a:custGeom>
                <a:solidFill>
                  <a:srgbClr val="70511D"/>
                </a:solidFill>
                <a:ln>
                  <a:noFill/>
                </a:ln>
                <a:effectLst/>
              </p:spPr>
              <p:txBody>
                <a:bodyPr rtlCol="0" anchor="ctr"/>
                <a:lstStyle/>
                <a:p>
                  <a:pPr algn="ctr"/>
                </a:p>
              </p:txBody>
            </p:sp>
            <p:sp>
              <p:nvSpPr>
                <p:cNvPr id="905" name="Pickaxe colored pixel"/>
                <p:cNvSpPr/>
                <p:nvPr/>
              </p:nvSpPr>
              <p:spPr>
                <a:xfrm>
                  <a:off x="10556748" y="3529584"/>
                  <a:ext cx="30450" cy="30450"/>
                </a:xfrm>
                <a:custGeom>
                  <a:avLst/>
                  <a:gdLst/>
                  <a:ahLst/>
                  <a:cxnLst/>
                  <a:rect l="0" t="0" r="r" b="b"/>
                  <a:pathLst>
                    <a:path w="30450" h="30450">
                      <a:moveTo>
                        <a:pt x="0" y="0"/>
                      </a:moveTo>
                      <a:lnTo>
                        <a:pt x="30450" y="0"/>
                      </a:lnTo>
                      <a:lnTo>
                        <a:pt x="30450" y="30450"/>
                      </a:lnTo>
                      <a:lnTo>
                        <a:pt x="0" y="30450"/>
                      </a:lnTo>
                      <a:close/>
                    </a:path>
                  </a:pathLst>
                </a:custGeom>
                <a:solidFill>
                  <a:srgbClr val="98732F"/>
                </a:solidFill>
                <a:ln>
                  <a:noFill/>
                </a:ln>
                <a:effectLst/>
              </p:spPr>
              <p:txBody>
                <a:bodyPr rtlCol="0" anchor="ctr"/>
                <a:lstStyle/>
                <a:p>
                  <a:pPr algn="ctr"/>
                </a:p>
              </p:txBody>
            </p:sp>
            <p:sp>
              <p:nvSpPr>
                <p:cNvPr id="906" name="Pickaxe colored pixel"/>
                <p:cNvSpPr/>
                <p:nvPr/>
              </p:nvSpPr>
              <p:spPr>
                <a:xfrm>
                  <a:off x="10586466" y="3529584"/>
                  <a:ext cx="30450" cy="30450"/>
                </a:xfrm>
                <a:custGeom>
                  <a:avLst/>
                  <a:gdLst/>
                  <a:ahLst/>
                  <a:cxnLst/>
                  <a:rect l="0" t="0" r="r" b="b"/>
                  <a:pathLst>
                    <a:path w="30450" h="30450">
                      <a:moveTo>
                        <a:pt x="0" y="0"/>
                      </a:moveTo>
                      <a:lnTo>
                        <a:pt x="30450" y="0"/>
                      </a:lnTo>
                      <a:lnTo>
                        <a:pt x="30450" y="30450"/>
                      </a:lnTo>
                      <a:lnTo>
                        <a:pt x="0" y="30450"/>
                      </a:lnTo>
                      <a:close/>
                    </a:path>
                  </a:pathLst>
                </a:custGeom>
                <a:solidFill>
                  <a:srgbClr val="70511D"/>
                </a:solidFill>
                <a:ln>
                  <a:noFill/>
                </a:ln>
                <a:effectLst/>
              </p:spPr>
              <p:txBody>
                <a:bodyPr rtlCol="0" anchor="ctr"/>
                <a:lstStyle/>
                <a:p>
                  <a:pPr algn="ctr"/>
                </a:p>
              </p:txBody>
            </p:sp>
            <p:sp>
              <p:nvSpPr>
                <p:cNvPr id="907" name="Pickaxe colored pixel"/>
                <p:cNvSpPr/>
                <p:nvPr/>
              </p:nvSpPr>
              <p:spPr>
                <a:xfrm>
                  <a:off x="10527030" y="3559302"/>
                  <a:ext cx="30450" cy="30450"/>
                </a:xfrm>
                <a:custGeom>
                  <a:avLst/>
                  <a:gdLst/>
                  <a:ahLst/>
                  <a:cxnLst/>
                  <a:rect l="0" t="0" r="r" b="b"/>
                  <a:pathLst>
                    <a:path w="30450" h="30450">
                      <a:moveTo>
                        <a:pt x="0" y="0"/>
                      </a:moveTo>
                      <a:lnTo>
                        <a:pt x="30450" y="0"/>
                      </a:lnTo>
                      <a:lnTo>
                        <a:pt x="30450" y="30450"/>
                      </a:lnTo>
                      <a:lnTo>
                        <a:pt x="0" y="30450"/>
                      </a:lnTo>
                      <a:close/>
                    </a:path>
                  </a:pathLst>
                </a:custGeom>
                <a:solidFill>
                  <a:srgbClr val="98732F"/>
                </a:solidFill>
                <a:ln>
                  <a:noFill/>
                </a:ln>
                <a:effectLst/>
              </p:spPr>
              <p:txBody>
                <a:bodyPr rtlCol="0" anchor="ctr"/>
                <a:lstStyle/>
                <a:p>
                  <a:pPr algn="ctr"/>
                </a:p>
              </p:txBody>
            </p:sp>
            <p:sp>
              <p:nvSpPr>
                <p:cNvPr id="908" name="Pickaxe colored pixel"/>
                <p:cNvSpPr/>
                <p:nvPr/>
              </p:nvSpPr>
              <p:spPr>
                <a:xfrm>
                  <a:off x="10556748" y="3559302"/>
                  <a:ext cx="30450" cy="30450"/>
                </a:xfrm>
                <a:custGeom>
                  <a:avLst/>
                  <a:gdLst/>
                  <a:ahLst/>
                  <a:cxnLst/>
                  <a:rect l="0" t="0" r="r" b="b"/>
                  <a:pathLst>
                    <a:path w="30450" h="30450">
                      <a:moveTo>
                        <a:pt x="0" y="0"/>
                      </a:moveTo>
                      <a:lnTo>
                        <a:pt x="30450" y="0"/>
                      </a:lnTo>
                      <a:lnTo>
                        <a:pt x="30450" y="30450"/>
                      </a:lnTo>
                      <a:lnTo>
                        <a:pt x="0" y="30450"/>
                      </a:lnTo>
                      <a:close/>
                    </a:path>
                  </a:pathLst>
                </a:custGeom>
                <a:solidFill>
                  <a:srgbClr val="70511D"/>
                </a:solidFill>
                <a:ln>
                  <a:noFill/>
                </a:ln>
                <a:effectLst/>
              </p:spPr>
              <p:txBody>
                <a:bodyPr rtlCol="0" anchor="ctr"/>
                <a:lstStyle/>
                <a:p>
                  <a:pPr algn="ctr"/>
                </a:p>
              </p:txBody>
            </p:sp>
            <p:sp>
              <p:nvSpPr>
                <p:cNvPr id="909" name="Pickaxe colored pixel"/>
                <p:cNvSpPr/>
                <p:nvPr/>
              </p:nvSpPr>
              <p:spPr>
                <a:xfrm>
                  <a:off x="10497312" y="3589020"/>
                  <a:ext cx="30450" cy="30450"/>
                </a:xfrm>
                <a:custGeom>
                  <a:avLst/>
                  <a:gdLst/>
                  <a:ahLst/>
                  <a:cxnLst/>
                  <a:rect l="0" t="0" r="r" b="b"/>
                  <a:pathLst>
                    <a:path w="30450" h="30450">
                      <a:moveTo>
                        <a:pt x="0" y="0"/>
                      </a:moveTo>
                      <a:lnTo>
                        <a:pt x="30450" y="0"/>
                      </a:lnTo>
                      <a:lnTo>
                        <a:pt x="30450" y="30450"/>
                      </a:lnTo>
                      <a:lnTo>
                        <a:pt x="0" y="30450"/>
                      </a:lnTo>
                      <a:close/>
                    </a:path>
                  </a:pathLst>
                </a:custGeom>
                <a:solidFill>
                  <a:srgbClr val="98732F"/>
                </a:solidFill>
                <a:ln>
                  <a:noFill/>
                </a:ln>
                <a:effectLst/>
              </p:spPr>
              <p:txBody>
                <a:bodyPr rtlCol="0" anchor="ctr"/>
                <a:lstStyle/>
                <a:p>
                  <a:pPr algn="ctr"/>
                </a:p>
              </p:txBody>
            </p:sp>
            <p:sp>
              <p:nvSpPr>
                <p:cNvPr id="910" name="Pickaxe colored pixel"/>
                <p:cNvSpPr/>
                <p:nvPr/>
              </p:nvSpPr>
              <p:spPr>
                <a:xfrm>
                  <a:off x="10527030" y="3589020"/>
                  <a:ext cx="30450" cy="30450"/>
                </a:xfrm>
                <a:custGeom>
                  <a:avLst/>
                  <a:gdLst/>
                  <a:ahLst/>
                  <a:cxnLst/>
                  <a:rect l="0" t="0" r="r" b="b"/>
                  <a:pathLst>
                    <a:path w="30450" h="30450">
                      <a:moveTo>
                        <a:pt x="0" y="0"/>
                      </a:moveTo>
                      <a:lnTo>
                        <a:pt x="30450" y="0"/>
                      </a:lnTo>
                      <a:lnTo>
                        <a:pt x="30450" y="30450"/>
                      </a:lnTo>
                      <a:lnTo>
                        <a:pt x="0" y="30450"/>
                      </a:lnTo>
                      <a:close/>
                    </a:path>
                  </a:pathLst>
                </a:custGeom>
                <a:solidFill>
                  <a:srgbClr val="70511D"/>
                </a:solidFill>
                <a:ln>
                  <a:noFill/>
                </a:ln>
                <a:effectLst/>
              </p:spPr>
              <p:txBody>
                <a:bodyPr rtlCol="0" anchor="ctr"/>
                <a:lstStyle/>
                <a:p>
                  <a:pPr algn="ctr"/>
                </a:p>
              </p:txBody>
            </p:sp>
            <p:sp>
              <p:nvSpPr>
                <p:cNvPr id="911" name="Pickaxe colored pixel"/>
                <p:cNvSpPr/>
                <p:nvPr/>
              </p:nvSpPr>
              <p:spPr>
                <a:xfrm>
                  <a:off x="10556748" y="3321558"/>
                  <a:ext cx="30450" cy="30450"/>
                </a:xfrm>
                <a:custGeom>
                  <a:avLst/>
                  <a:gdLst/>
                  <a:ahLst/>
                  <a:cxnLst/>
                  <a:rect l="0" t="0" r="r" b="b"/>
                  <a:pathLst>
                    <a:path w="30450" h="30450">
                      <a:moveTo>
                        <a:pt x="0" y="0"/>
                      </a:moveTo>
                      <a:lnTo>
                        <a:pt x="30450" y="0"/>
                      </a:lnTo>
                      <a:lnTo>
                        <a:pt x="30450" y="30450"/>
                      </a:lnTo>
                      <a:lnTo>
                        <a:pt x="0" y="30450"/>
                      </a:lnTo>
                      <a:close/>
                    </a:path>
                  </a:pathLst>
                </a:custGeom>
                <a:solidFill>
                  <a:srgbClr val="8F6B29"/>
                </a:solidFill>
                <a:ln>
                  <a:noFill/>
                </a:ln>
                <a:effectLst/>
              </p:spPr>
              <p:txBody>
                <a:bodyPr rtlCol="0" anchor="ctr"/>
                <a:lstStyle/>
                <a:p>
                  <a:pPr algn="ctr"/>
                </a:p>
              </p:txBody>
            </p:sp>
            <p:sp>
              <p:nvSpPr>
                <p:cNvPr id="912" name="Pickaxe colored pixel"/>
                <p:cNvSpPr/>
                <p:nvPr/>
              </p:nvSpPr>
              <p:spPr>
                <a:xfrm>
                  <a:off x="10586466" y="3321558"/>
                  <a:ext cx="30450" cy="30450"/>
                </a:xfrm>
                <a:custGeom>
                  <a:avLst/>
                  <a:gdLst/>
                  <a:ahLst/>
                  <a:cxnLst/>
                  <a:rect l="0" t="0" r="r" b="b"/>
                  <a:pathLst>
                    <a:path w="30450" h="30450">
                      <a:moveTo>
                        <a:pt x="0" y="0"/>
                      </a:moveTo>
                      <a:lnTo>
                        <a:pt x="30450" y="0"/>
                      </a:lnTo>
                      <a:lnTo>
                        <a:pt x="30450" y="30450"/>
                      </a:lnTo>
                      <a:lnTo>
                        <a:pt x="0" y="30450"/>
                      </a:lnTo>
                      <a:close/>
                    </a:path>
                  </a:pathLst>
                </a:custGeom>
                <a:solidFill>
                  <a:srgbClr val="8F6B29"/>
                </a:solidFill>
                <a:ln>
                  <a:noFill/>
                </a:ln>
                <a:effectLst/>
              </p:spPr>
              <p:txBody>
                <a:bodyPr rtlCol="0" anchor="ctr"/>
                <a:lstStyle/>
                <a:p>
                  <a:pPr algn="ctr"/>
                </a:p>
              </p:txBody>
            </p:sp>
            <p:sp>
              <p:nvSpPr>
                <p:cNvPr id="913" name="Pickaxe colored pixel"/>
                <p:cNvSpPr/>
                <p:nvPr/>
              </p:nvSpPr>
              <p:spPr>
                <a:xfrm>
                  <a:off x="10616184" y="3321558"/>
                  <a:ext cx="30450" cy="30450"/>
                </a:xfrm>
                <a:custGeom>
                  <a:avLst/>
                  <a:gdLst/>
                  <a:ahLst/>
                  <a:cxnLst/>
                  <a:rect l="0" t="0" r="r" b="b"/>
                  <a:pathLst>
                    <a:path w="30450" h="30450">
                      <a:moveTo>
                        <a:pt x="0" y="0"/>
                      </a:moveTo>
                      <a:lnTo>
                        <a:pt x="30450" y="0"/>
                      </a:lnTo>
                      <a:lnTo>
                        <a:pt x="30450" y="30450"/>
                      </a:lnTo>
                      <a:lnTo>
                        <a:pt x="0" y="30450"/>
                      </a:lnTo>
                      <a:close/>
                    </a:path>
                  </a:pathLst>
                </a:custGeom>
                <a:solidFill>
                  <a:srgbClr val="8F6B29"/>
                </a:solidFill>
                <a:ln>
                  <a:noFill/>
                </a:ln>
                <a:effectLst/>
              </p:spPr>
              <p:txBody>
                <a:bodyPr rtlCol="0" anchor="ctr"/>
                <a:lstStyle/>
                <a:p>
                  <a:pPr algn="ctr"/>
                </a:p>
              </p:txBody>
            </p:sp>
            <p:sp>
              <p:nvSpPr>
                <p:cNvPr id="914" name="Pickaxe colored pixel"/>
                <p:cNvSpPr/>
                <p:nvPr/>
              </p:nvSpPr>
              <p:spPr>
                <a:xfrm>
                  <a:off x="10645902" y="3321558"/>
                  <a:ext cx="30450" cy="30450"/>
                </a:xfrm>
                <a:custGeom>
                  <a:avLst/>
                  <a:gdLst/>
                  <a:ahLst/>
                  <a:cxnLst/>
                  <a:rect l="0" t="0" r="r" b="b"/>
                  <a:pathLst>
                    <a:path w="30450" h="30450">
                      <a:moveTo>
                        <a:pt x="0" y="0"/>
                      </a:moveTo>
                      <a:lnTo>
                        <a:pt x="30450" y="0"/>
                      </a:lnTo>
                      <a:lnTo>
                        <a:pt x="30450" y="30450"/>
                      </a:lnTo>
                      <a:lnTo>
                        <a:pt x="0" y="30450"/>
                      </a:lnTo>
                      <a:close/>
                    </a:path>
                  </a:pathLst>
                </a:custGeom>
                <a:solidFill>
                  <a:srgbClr val="8F6B29"/>
                </a:solidFill>
                <a:ln>
                  <a:noFill/>
                </a:ln>
                <a:effectLst/>
              </p:spPr>
              <p:txBody>
                <a:bodyPr rtlCol="0" anchor="ctr"/>
                <a:lstStyle/>
                <a:p>
                  <a:pPr algn="ctr"/>
                </a:p>
              </p:txBody>
            </p:sp>
            <p:sp>
              <p:nvSpPr>
                <p:cNvPr id="915" name="Pickaxe colored pixel"/>
                <p:cNvSpPr/>
                <p:nvPr/>
              </p:nvSpPr>
              <p:spPr>
                <a:xfrm>
                  <a:off x="10675620" y="3321558"/>
                  <a:ext cx="30450" cy="30450"/>
                </a:xfrm>
                <a:custGeom>
                  <a:avLst/>
                  <a:gdLst/>
                  <a:ahLst/>
                  <a:cxnLst/>
                  <a:rect l="0" t="0" r="r" b="b"/>
                  <a:pathLst>
                    <a:path w="30450" h="30450">
                      <a:moveTo>
                        <a:pt x="0" y="0"/>
                      </a:moveTo>
                      <a:lnTo>
                        <a:pt x="30450" y="0"/>
                      </a:lnTo>
                      <a:lnTo>
                        <a:pt x="30450" y="30450"/>
                      </a:lnTo>
                      <a:lnTo>
                        <a:pt x="0" y="30450"/>
                      </a:lnTo>
                      <a:close/>
                    </a:path>
                  </a:pathLst>
                </a:custGeom>
                <a:solidFill>
                  <a:srgbClr val="8F6B29"/>
                </a:solidFill>
                <a:ln>
                  <a:noFill/>
                </a:ln>
                <a:effectLst/>
              </p:spPr>
              <p:txBody>
                <a:bodyPr rtlCol="0" anchor="ctr"/>
                <a:lstStyle/>
                <a:p>
                  <a:pPr algn="ctr"/>
                </a:p>
              </p:txBody>
            </p:sp>
            <p:sp>
              <p:nvSpPr>
                <p:cNvPr id="916" name="Pickaxe colored pixel"/>
                <p:cNvSpPr/>
                <p:nvPr/>
              </p:nvSpPr>
              <p:spPr>
                <a:xfrm>
                  <a:off x="10705338" y="3321558"/>
                  <a:ext cx="30450" cy="30450"/>
                </a:xfrm>
                <a:custGeom>
                  <a:avLst/>
                  <a:gdLst/>
                  <a:ahLst/>
                  <a:cxnLst/>
                  <a:rect l="0" t="0" r="r" b="b"/>
                  <a:pathLst>
                    <a:path w="30450" h="30450">
                      <a:moveTo>
                        <a:pt x="0" y="0"/>
                      </a:moveTo>
                      <a:lnTo>
                        <a:pt x="30450" y="0"/>
                      </a:lnTo>
                      <a:lnTo>
                        <a:pt x="30450" y="30450"/>
                      </a:lnTo>
                      <a:lnTo>
                        <a:pt x="0" y="30450"/>
                      </a:lnTo>
                      <a:close/>
                    </a:path>
                  </a:pathLst>
                </a:custGeom>
                <a:solidFill>
                  <a:srgbClr val="8F6B29"/>
                </a:solidFill>
                <a:ln>
                  <a:noFill/>
                </a:ln>
                <a:effectLst/>
              </p:spPr>
              <p:txBody>
                <a:bodyPr rtlCol="0" anchor="ctr"/>
                <a:lstStyle/>
                <a:p>
                  <a:pPr algn="ctr"/>
                </a:p>
              </p:txBody>
            </p:sp>
            <p:sp>
              <p:nvSpPr>
                <p:cNvPr id="917" name="Pickaxe colored pixel"/>
                <p:cNvSpPr/>
                <p:nvPr/>
              </p:nvSpPr>
              <p:spPr>
                <a:xfrm>
                  <a:off x="10527030" y="3351276"/>
                  <a:ext cx="30450" cy="30450"/>
                </a:xfrm>
                <a:custGeom>
                  <a:avLst/>
                  <a:gdLst/>
                  <a:ahLst/>
                  <a:cxnLst/>
                  <a:rect l="0" t="0" r="r" b="b"/>
                  <a:pathLst>
                    <a:path w="30450" h="30450">
                      <a:moveTo>
                        <a:pt x="0" y="0"/>
                      </a:moveTo>
                      <a:lnTo>
                        <a:pt x="30450" y="0"/>
                      </a:lnTo>
                      <a:lnTo>
                        <a:pt x="30450" y="30450"/>
                      </a:lnTo>
                      <a:lnTo>
                        <a:pt x="0" y="30450"/>
                      </a:lnTo>
                      <a:close/>
                    </a:path>
                  </a:pathLst>
                </a:custGeom>
                <a:solidFill>
                  <a:srgbClr val="BA9449"/>
                </a:solidFill>
                <a:ln>
                  <a:noFill/>
                </a:ln>
                <a:effectLst/>
              </p:spPr>
              <p:txBody>
                <a:bodyPr rtlCol="0" anchor="ctr"/>
                <a:lstStyle/>
                <a:p>
                  <a:pPr algn="ctr"/>
                </a:p>
              </p:txBody>
            </p:sp>
            <p:sp>
              <p:nvSpPr>
                <p:cNvPr id="918" name="Pickaxe colored pixel"/>
                <p:cNvSpPr/>
                <p:nvPr/>
              </p:nvSpPr>
              <p:spPr>
                <a:xfrm>
                  <a:off x="10556748" y="3351276"/>
                  <a:ext cx="30450" cy="30450"/>
                </a:xfrm>
                <a:custGeom>
                  <a:avLst/>
                  <a:gdLst/>
                  <a:ahLst/>
                  <a:cxnLst/>
                  <a:rect l="0" t="0" r="r" b="b"/>
                  <a:pathLst>
                    <a:path w="30450" h="30450">
                      <a:moveTo>
                        <a:pt x="0" y="0"/>
                      </a:moveTo>
                      <a:lnTo>
                        <a:pt x="30450" y="0"/>
                      </a:lnTo>
                      <a:lnTo>
                        <a:pt x="30450" y="30450"/>
                      </a:lnTo>
                      <a:lnTo>
                        <a:pt x="0" y="30450"/>
                      </a:lnTo>
                      <a:close/>
                    </a:path>
                  </a:pathLst>
                </a:custGeom>
                <a:solidFill>
                  <a:srgbClr val="BA9449"/>
                </a:solidFill>
                <a:ln>
                  <a:noFill/>
                </a:ln>
                <a:effectLst/>
              </p:spPr>
              <p:txBody>
                <a:bodyPr rtlCol="0" anchor="ctr"/>
                <a:lstStyle/>
                <a:p>
                  <a:pPr algn="ctr"/>
                </a:p>
              </p:txBody>
            </p:sp>
            <p:sp>
              <p:nvSpPr>
                <p:cNvPr id="919" name="Pickaxe colored pixel"/>
                <p:cNvSpPr/>
                <p:nvPr/>
              </p:nvSpPr>
              <p:spPr>
                <a:xfrm>
                  <a:off x="10586466" y="3351276"/>
                  <a:ext cx="30450" cy="30450"/>
                </a:xfrm>
                <a:custGeom>
                  <a:avLst/>
                  <a:gdLst/>
                  <a:ahLst/>
                  <a:cxnLst/>
                  <a:rect l="0" t="0" r="r" b="b"/>
                  <a:pathLst>
                    <a:path w="30450" h="30450">
                      <a:moveTo>
                        <a:pt x="0" y="0"/>
                      </a:moveTo>
                      <a:lnTo>
                        <a:pt x="30450" y="0"/>
                      </a:lnTo>
                      <a:lnTo>
                        <a:pt x="30450" y="30450"/>
                      </a:lnTo>
                      <a:lnTo>
                        <a:pt x="0" y="30450"/>
                      </a:lnTo>
                      <a:close/>
                    </a:path>
                  </a:pathLst>
                </a:custGeom>
                <a:solidFill>
                  <a:srgbClr val="BA9449"/>
                </a:solidFill>
                <a:ln>
                  <a:noFill/>
                </a:ln>
                <a:effectLst/>
              </p:spPr>
              <p:txBody>
                <a:bodyPr rtlCol="0" anchor="ctr"/>
                <a:lstStyle/>
                <a:p>
                  <a:pPr algn="ctr"/>
                </a:p>
              </p:txBody>
            </p:sp>
            <p:sp>
              <p:nvSpPr>
                <p:cNvPr id="920" name="Pickaxe colored pixel"/>
                <p:cNvSpPr/>
                <p:nvPr/>
              </p:nvSpPr>
              <p:spPr>
                <a:xfrm>
                  <a:off x="10616184" y="3351276"/>
                  <a:ext cx="30450" cy="30450"/>
                </a:xfrm>
                <a:custGeom>
                  <a:avLst/>
                  <a:gdLst/>
                  <a:ahLst/>
                  <a:cxnLst/>
                  <a:rect l="0" t="0" r="r" b="b"/>
                  <a:pathLst>
                    <a:path w="30450" h="30450">
                      <a:moveTo>
                        <a:pt x="0" y="0"/>
                      </a:moveTo>
                      <a:lnTo>
                        <a:pt x="30450" y="0"/>
                      </a:lnTo>
                      <a:lnTo>
                        <a:pt x="30450" y="30450"/>
                      </a:lnTo>
                      <a:lnTo>
                        <a:pt x="0" y="30450"/>
                      </a:lnTo>
                      <a:close/>
                    </a:path>
                  </a:pathLst>
                </a:custGeom>
                <a:solidFill>
                  <a:srgbClr val="BA9449"/>
                </a:solidFill>
                <a:ln>
                  <a:noFill/>
                </a:ln>
                <a:effectLst/>
              </p:spPr>
              <p:txBody>
                <a:bodyPr rtlCol="0" anchor="ctr"/>
                <a:lstStyle/>
                <a:p>
                  <a:pPr algn="ctr"/>
                </a:p>
              </p:txBody>
            </p:sp>
            <p:sp>
              <p:nvSpPr>
                <p:cNvPr id="921" name="Pickaxe colored pixel"/>
                <p:cNvSpPr/>
                <p:nvPr/>
              </p:nvSpPr>
              <p:spPr>
                <a:xfrm>
                  <a:off x="10645902" y="3351276"/>
                  <a:ext cx="30450" cy="30450"/>
                </a:xfrm>
                <a:custGeom>
                  <a:avLst/>
                  <a:gdLst/>
                  <a:ahLst/>
                  <a:cxnLst/>
                  <a:rect l="0" t="0" r="r" b="b"/>
                  <a:pathLst>
                    <a:path w="30450" h="30450">
                      <a:moveTo>
                        <a:pt x="0" y="0"/>
                      </a:moveTo>
                      <a:lnTo>
                        <a:pt x="30450" y="0"/>
                      </a:lnTo>
                      <a:lnTo>
                        <a:pt x="30450" y="30450"/>
                      </a:lnTo>
                      <a:lnTo>
                        <a:pt x="0" y="30450"/>
                      </a:lnTo>
                      <a:close/>
                    </a:path>
                  </a:pathLst>
                </a:custGeom>
                <a:solidFill>
                  <a:srgbClr val="BA9449"/>
                </a:solidFill>
                <a:ln>
                  <a:noFill/>
                </a:ln>
                <a:effectLst/>
              </p:spPr>
              <p:txBody>
                <a:bodyPr rtlCol="0" anchor="ctr"/>
                <a:lstStyle/>
                <a:p>
                  <a:pPr algn="ctr"/>
                </a:p>
              </p:txBody>
            </p:sp>
            <p:sp>
              <p:nvSpPr>
                <p:cNvPr id="922" name="Pickaxe colored pixel"/>
                <p:cNvSpPr/>
                <p:nvPr/>
              </p:nvSpPr>
              <p:spPr>
                <a:xfrm>
                  <a:off x="10675620" y="3351276"/>
                  <a:ext cx="30450" cy="30450"/>
                </a:xfrm>
                <a:custGeom>
                  <a:avLst/>
                  <a:gdLst/>
                  <a:ahLst/>
                  <a:cxnLst/>
                  <a:rect l="0" t="0" r="r" b="b"/>
                  <a:pathLst>
                    <a:path w="30450" h="30450">
                      <a:moveTo>
                        <a:pt x="0" y="0"/>
                      </a:moveTo>
                      <a:lnTo>
                        <a:pt x="30450" y="0"/>
                      </a:lnTo>
                      <a:lnTo>
                        <a:pt x="30450" y="30450"/>
                      </a:lnTo>
                      <a:lnTo>
                        <a:pt x="0" y="30450"/>
                      </a:lnTo>
                      <a:close/>
                    </a:path>
                  </a:pathLst>
                </a:custGeom>
                <a:solidFill>
                  <a:srgbClr val="BA9449"/>
                </a:solidFill>
                <a:ln>
                  <a:noFill/>
                </a:ln>
                <a:effectLst/>
              </p:spPr>
              <p:txBody>
                <a:bodyPr rtlCol="0" anchor="ctr"/>
                <a:lstStyle/>
                <a:p>
                  <a:pPr algn="ctr"/>
                </a:p>
              </p:txBody>
            </p:sp>
            <p:sp>
              <p:nvSpPr>
                <p:cNvPr id="923" name="Pickaxe colored pixel"/>
                <p:cNvSpPr/>
                <p:nvPr/>
              </p:nvSpPr>
              <p:spPr>
                <a:xfrm>
                  <a:off x="10675620" y="3380994"/>
                  <a:ext cx="30450" cy="30450"/>
                </a:xfrm>
                <a:custGeom>
                  <a:avLst/>
                  <a:gdLst/>
                  <a:ahLst/>
                  <a:cxnLst/>
                  <a:rect l="0" t="0" r="r" b="b"/>
                  <a:pathLst>
                    <a:path w="30450" h="30450">
                      <a:moveTo>
                        <a:pt x="0" y="0"/>
                      </a:moveTo>
                      <a:lnTo>
                        <a:pt x="30450" y="0"/>
                      </a:lnTo>
                      <a:lnTo>
                        <a:pt x="30450" y="30450"/>
                      </a:lnTo>
                      <a:lnTo>
                        <a:pt x="0" y="30450"/>
                      </a:lnTo>
                      <a:close/>
                    </a:path>
                  </a:pathLst>
                </a:custGeom>
                <a:solidFill>
                  <a:srgbClr val="967334"/>
                </a:solidFill>
                <a:ln>
                  <a:noFill/>
                </a:ln>
                <a:effectLst/>
              </p:spPr>
              <p:txBody>
                <a:bodyPr rtlCol="0" anchor="ctr"/>
                <a:lstStyle/>
                <a:p>
                  <a:pPr algn="ctr"/>
                </a:p>
              </p:txBody>
            </p:sp>
            <p:sp>
              <p:nvSpPr>
                <p:cNvPr id="924" name="Pickaxe colored pixel"/>
                <p:cNvSpPr/>
                <p:nvPr/>
              </p:nvSpPr>
              <p:spPr>
                <a:xfrm>
                  <a:off x="10735056" y="3410712"/>
                  <a:ext cx="30450" cy="30450"/>
                </a:xfrm>
                <a:custGeom>
                  <a:avLst/>
                  <a:gdLst/>
                  <a:ahLst/>
                  <a:cxnLst/>
                  <a:rect l="0" t="0" r="r" b="b"/>
                  <a:pathLst>
                    <a:path w="30450" h="30450">
                      <a:moveTo>
                        <a:pt x="0" y="0"/>
                      </a:moveTo>
                      <a:lnTo>
                        <a:pt x="30450" y="0"/>
                      </a:lnTo>
                      <a:lnTo>
                        <a:pt x="30450" y="30450"/>
                      </a:lnTo>
                      <a:lnTo>
                        <a:pt x="0" y="30450"/>
                      </a:lnTo>
                      <a:close/>
                    </a:path>
                  </a:pathLst>
                </a:custGeom>
                <a:solidFill>
                  <a:srgbClr val="9C7937"/>
                </a:solidFill>
                <a:ln>
                  <a:noFill/>
                </a:ln>
                <a:effectLst/>
              </p:spPr>
              <p:txBody>
                <a:bodyPr rtlCol="0" anchor="ctr"/>
                <a:lstStyle/>
                <a:p>
                  <a:pPr algn="ctr"/>
                </a:p>
              </p:txBody>
            </p:sp>
            <p:sp>
              <p:nvSpPr>
                <p:cNvPr id="925" name="Pickaxe colored pixel"/>
                <p:cNvSpPr/>
                <p:nvPr/>
              </p:nvSpPr>
              <p:spPr>
                <a:xfrm>
                  <a:off x="10735056" y="3440430"/>
                  <a:ext cx="30450" cy="30450"/>
                </a:xfrm>
                <a:custGeom>
                  <a:avLst/>
                  <a:gdLst/>
                  <a:ahLst/>
                  <a:cxnLst/>
                  <a:rect l="0" t="0" r="r" b="b"/>
                  <a:pathLst>
                    <a:path w="30450" h="30450">
                      <a:moveTo>
                        <a:pt x="0" y="0"/>
                      </a:moveTo>
                      <a:lnTo>
                        <a:pt x="30450" y="0"/>
                      </a:lnTo>
                      <a:lnTo>
                        <a:pt x="30450" y="30450"/>
                      </a:lnTo>
                      <a:lnTo>
                        <a:pt x="0" y="30450"/>
                      </a:lnTo>
                      <a:close/>
                    </a:path>
                  </a:pathLst>
                </a:custGeom>
                <a:solidFill>
                  <a:srgbClr val="9C7937"/>
                </a:solidFill>
                <a:ln>
                  <a:noFill/>
                </a:ln>
                <a:effectLst/>
              </p:spPr>
              <p:txBody>
                <a:bodyPr rtlCol="0" anchor="ctr"/>
                <a:lstStyle/>
                <a:p>
                  <a:pPr algn="ctr"/>
                </a:p>
              </p:txBody>
            </p:sp>
            <p:sp>
              <p:nvSpPr>
                <p:cNvPr id="926" name="Pickaxe colored pixel"/>
                <p:cNvSpPr/>
                <p:nvPr/>
              </p:nvSpPr>
              <p:spPr>
                <a:xfrm>
                  <a:off x="10735056" y="3470148"/>
                  <a:ext cx="30450" cy="30450"/>
                </a:xfrm>
                <a:custGeom>
                  <a:avLst/>
                  <a:gdLst/>
                  <a:ahLst/>
                  <a:cxnLst/>
                  <a:rect l="0" t="0" r="r" b="b"/>
                  <a:pathLst>
                    <a:path w="30450" h="30450">
                      <a:moveTo>
                        <a:pt x="0" y="0"/>
                      </a:moveTo>
                      <a:lnTo>
                        <a:pt x="30450" y="0"/>
                      </a:lnTo>
                      <a:lnTo>
                        <a:pt x="30450" y="30450"/>
                      </a:lnTo>
                      <a:lnTo>
                        <a:pt x="0" y="30450"/>
                      </a:lnTo>
                      <a:close/>
                    </a:path>
                  </a:pathLst>
                </a:custGeom>
                <a:solidFill>
                  <a:srgbClr val="9C7937"/>
                </a:solidFill>
                <a:ln>
                  <a:noFill/>
                </a:ln>
                <a:effectLst/>
              </p:spPr>
              <p:txBody>
                <a:bodyPr rtlCol="0" anchor="ctr"/>
                <a:lstStyle/>
                <a:p>
                  <a:pPr algn="ctr"/>
                </a:p>
              </p:txBody>
            </p:sp>
            <p:sp>
              <p:nvSpPr>
                <p:cNvPr id="927" name="Pickaxe colored pixel"/>
                <p:cNvSpPr/>
                <p:nvPr/>
              </p:nvSpPr>
              <p:spPr>
                <a:xfrm>
                  <a:off x="10735056" y="3499866"/>
                  <a:ext cx="30450" cy="30450"/>
                </a:xfrm>
                <a:custGeom>
                  <a:avLst/>
                  <a:gdLst/>
                  <a:ahLst/>
                  <a:cxnLst/>
                  <a:rect l="0" t="0" r="r" b="b"/>
                  <a:pathLst>
                    <a:path w="30450" h="30450">
                      <a:moveTo>
                        <a:pt x="0" y="0"/>
                      </a:moveTo>
                      <a:lnTo>
                        <a:pt x="30450" y="0"/>
                      </a:lnTo>
                      <a:lnTo>
                        <a:pt x="30450" y="30450"/>
                      </a:lnTo>
                      <a:lnTo>
                        <a:pt x="0" y="30450"/>
                      </a:lnTo>
                      <a:close/>
                    </a:path>
                  </a:pathLst>
                </a:custGeom>
                <a:solidFill>
                  <a:srgbClr val="9C7937"/>
                </a:solidFill>
                <a:ln>
                  <a:noFill/>
                </a:ln>
                <a:effectLst/>
              </p:spPr>
              <p:txBody>
                <a:bodyPr rtlCol="0" anchor="ctr"/>
                <a:lstStyle/>
                <a:p>
                  <a:pPr algn="ctr"/>
                </a:p>
              </p:txBody>
            </p:sp>
            <p:sp>
              <p:nvSpPr>
                <p:cNvPr id="928" name="Pickaxe colored pixel"/>
                <p:cNvSpPr/>
                <p:nvPr/>
              </p:nvSpPr>
              <p:spPr>
                <a:xfrm>
                  <a:off x="10735056" y="3529584"/>
                  <a:ext cx="30450" cy="30450"/>
                </a:xfrm>
                <a:custGeom>
                  <a:avLst/>
                  <a:gdLst/>
                  <a:ahLst/>
                  <a:cxnLst/>
                  <a:rect l="0" t="0" r="r" b="b"/>
                  <a:pathLst>
                    <a:path w="30450" h="30450">
                      <a:moveTo>
                        <a:pt x="0" y="0"/>
                      </a:moveTo>
                      <a:lnTo>
                        <a:pt x="30450" y="0"/>
                      </a:lnTo>
                      <a:lnTo>
                        <a:pt x="30450" y="30450"/>
                      </a:lnTo>
                      <a:lnTo>
                        <a:pt x="0" y="30450"/>
                      </a:lnTo>
                      <a:close/>
                    </a:path>
                  </a:pathLst>
                </a:custGeom>
                <a:solidFill>
                  <a:srgbClr val="9C7937"/>
                </a:solidFill>
                <a:ln>
                  <a:noFill/>
                </a:ln>
                <a:effectLst/>
              </p:spPr>
              <p:txBody>
                <a:bodyPr rtlCol="0" anchor="ctr"/>
                <a:lstStyle/>
                <a:p>
                  <a:pPr algn="ctr"/>
                </a:p>
              </p:txBody>
            </p:sp>
            <p:sp>
              <p:nvSpPr>
                <p:cNvPr id="929" name="Pickaxe colored pixel"/>
                <p:cNvSpPr/>
                <p:nvPr/>
              </p:nvSpPr>
              <p:spPr>
                <a:xfrm>
                  <a:off x="10764774" y="3410712"/>
                  <a:ext cx="30450" cy="30450"/>
                </a:xfrm>
                <a:custGeom>
                  <a:avLst/>
                  <a:gdLst/>
                  <a:ahLst/>
                  <a:cxnLst/>
                  <a:rect l="0" t="0" r="r" b="b"/>
                  <a:pathLst>
                    <a:path w="30450" h="30450">
                      <a:moveTo>
                        <a:pt x="0" y="0"/>
                      </a:moveTo>
                      <a:lnTo>
                        <a:pt x="30450" y="0"/>
                      </a:lnTo>
                      <a:lnTo>
                        <a:pt x="30450" y="30450"/>
                      </a:lnTo>
                      <a:lnTo>
                        <a:pt x="0" y="30450"/>
                      </a:lnTo>
                      <a:close/>
                    </a:path>
                  </a:pathLst>
                </a:custGeom>
                <a:solidFill>
                  <a:srgbClr val="67501F"/>
                </a:solidFill>
                <a:ln>
                  <a:noFill/>
                </a:ln>
                <a:effectLst/>
              </p:spPr>
              <p:txBody>
                <a:bodyPr rtlCol="0" anchor="ctr"/>
                <a:lstStyle/>
                <a:p>
                  <a:pPr algn="ctr"/>
                </a:p>
              </p:txBody>
            </p:sp>
            <p:sp>
              <p:nvSpPr>
                <p:cNvPr id="930" name="Pickaxe colored pixel"/>
                <p:cNvSpPr/>
                <p:nvPr/>
              </p:nvSpPr>
              <p:spPr>
                <a:xfrm>
                  <a:off x="10764774" y="3440430"/>
                  <a:ext cx="30450" cy="30450"/>
                </a:xfrm>
                <a:custGeom>
                  <a:avLst/>
                  <a:gdLst/>
                  <a:ahLst/>
                  <a:cxnLst/>
                  <a:rect l="0" t="0" r="r" b="b"/>
                  <a:pathLst>
                    <a:path w="30450" h="30450">
                      <a:moveTo>
                        <a:pt x="0" y="0"/>
                      </a:moveTo>
                      <a:lnTo>
                        <a:pt x="30450" y="0"/>
                      </a:lnTo>
                      <a:lnTo>
                        <a:pt x="30450" y="30450"/>
                      </a:lnTo>
                      <a:lnTo>
                        <a:pt x="0" y="30450"/>
                      </a:lnTo>
                      <a:close/>
                    </a:path>
                  </a:pathLst>
                </a:custGeom>
                <a:solidFill>
                  <a:srgbClr val="67501F"/>
                </a:solidFill>
                <a:ln>
                  <a:noFill/>
                </a:ln>
                <a:effectLst/>
              </p:spPr>
              <p:txBody>
                <a:bodyPr rtlCol="0" anchor="ctr"/>
                <a:lstStyle/>
                <a:p>
                  <a:pPr algn="ctr"/>
                </a:p>
              </p:txBody>
            </p:sp>
            <p:sp>
              <p:nvSpPr>
                <p:cNvPr id="931" name="Pickaxe colored pixel"/>
                <p:cNvSpPr/>
                <p:nvPr/>
              </p:nvSpPr>
              <p:spPr>
                <a:xfrm>
                  <a:off x="10764774" y="3470148"/>
                  <a:ext cx="30450" cy="30450"/>
                </a:xfrm>
                <a:custGeom>
                  <a:avLst/>
                  <a:gdLst/>
                  <a:ahLst/>
                  <a:cxnLst/>
                  <a:rect l="0" t="0" r="r" b="b"/>
                  <a:pathLst>
                    <a:path w="30450" h="30450">
                      <a:moveTo>
                        <a:pt x="0" y="0"/>
                      </a:moveTo>
                      <a:lnTo>
                        <a:pt x="30450" y="0"/>
                      </a:lnTo>
                      <a:lnTo>
                        <a:pt x="30450" y="30450"/>
                      </a:lnTo>
                      <a:lnTo>
                        <a:pt x="0" y="30450"/>
                      </a:lnTo>
                      <a:close/>
                    </a:path>
                  </a:pathLst>
                </a:custGeom>
                <a:solidFill>
                  <a:srgbClr val="67501F"/>
                </a:solidFill>
                <a:ln>
                  <a:noFill/>
                </a:ln>
                <a:effectLst/>
              </p:spPr>
              <p:txBody>
                <a:bodyPr rtlCol="0" anchor="ctr"/>
                <a:lstStyle/>
                <a:p>
                  <a:pPr algn="ctr"/>
                </a:p>
              </p:txBody>
            </p:sp>
            <p:sp>
              <p:nvSpPr>
                <p:cNvPr id="932" name="Pickaxe colored pixel"/>
                <p:cNvSpPr/>
                <p:nvPr/>
              </p:nvSpPr>
              <p:spPr>
                <a:xfrm>
                  <a:off x="10764774" y="3499866"/>
                  <a:ext cx="30450" cy="30450"/>
                </a:xfrm>
                <a:custGeom>
                  <a:avLst/>
                  <a:gdLst/>
                  <a:ahLst/>
                  <a:cxnLst/>
                  <a:rect l="0" t="0" r="r" b="b"/>
                  <a:pathLst>
                    <a:path w="30450" h="30450">
                      <a:moveTo>
                        <a:pt x="0" y="0"/>
                      </a:moveTo>
                      <a:lnTo>
                        <a:pt x="30450" y="0"/>
                      </a:lnTo>
                      <a:lnTo>
                        <a:pt x="30450" y="30450"/>
                      </a:lnTo>
                      <a:lnTo>
                        <a:pt x="0" y="30450"/>
                      </a:lnTo>
                      <a:close/>
                    </a:path>
                  </a:pathLst>
                </a:custGeom>
                <a:solidFill>
                  <a:srgbClr val="67501F"/>
                </a:solidFill>
                <a:ln>
                  <a:noFill/>
                </a:ln>
                <a:effectLst/>
              </p:spPr>
              <p:txBody>
                <a:bodyPr rtlCol="0" anchor="ctr"/>
                <a:lstStyle/>
                <a:p>
                  <a:pPr algn="ctr"/>
                </a:p>
              </p:txBody>
            </p:sp>
            <p:sp>
              <p:nvSpPr>
                <p:cNvPr id="933" name="Pickaxe colored pixel"/>
                <p:cNvSpPr/>
                <p:nvPr/>
              </p:nvSpPr>
              <p:spPr>
                <a:xfrm>
                  <a:off x="10764774" y="3529584"/>
                  <a:ext cx="30450" cy="30450"/>
                </a:xfrm>
                <a:custGeom>
                  <a:avLst/>
                  <a:gdLst/>
                  <a:ahLst/>
                  <a:cxnLst/>
                  <a:rect l="0" t="0" r="r" b="b"/>
                  <a:pathLst>
                    <a:path w="30450" h="30450">
                      <a:moveTo>
                        <a:pt x="0" y="0"/>
                      </a:moveTo>
                      <a:lnTo>
                        <a:pt x="30450" y="0"/>
                      </a:lnTo>
                      <a:lnTo>
                        <a:pt x="30450" y="30450"/>
                      </a:lnTo>
                      <a:lnTo>
                        <a:pt x="0" y="30450"/>
                      </a:lnTo>
                      <a:close/>
                    </a:path>
                  </a:pathLst>
                </a:custGeom>
                <a:solidFill>
                  <a:srgbClr val="67501F"/>
                </a:solidFill>
                <a:ln>
                  <a:noFill/>
                </a:ln>
                <a:effectLst/>
              </p:spPr>
              <p:txBody>
                <a:bodyPr rtlCol="0" anchor="ctr"/>
                <a:lstStyle/>
                <a:p>
                  <a:pPr algn="ctr"/>
                </a:p>
              </p:txBody>
            </p:sp>
          </p:grpSp>
        </p:grpSp>
        <p:sp>
          <p:nvSpPr>
            <p:cNvPr id="934" name="&quot;nodes&quot;:[{&quot;id&quot;:1,wood}..]"/>
            <p:cNvSpPr txBox="1"/>
            <p:nvPr/>
          </p:nvSpPr>
          <p:spPr>
            <a:xfrm>
              <a:off x="9857232" y="3691753"/>
              <a:ext cx="3570732" cy="314782"/>
            </a:xfrm>
            <a:prstGeom prst="rect">
              <a:avLst/>
            </a:prstGeom>
            <a:noFill/>
          </p:spPr>
          <p:txBody>
            <a:bodyPr wrap="none" lIns="0" rIns="0" tIns="0" bIns="0" anchor="t" anchorCtr="0">
              <a:noAutofit/>
            </a:bodyPr>
            <a:lstStyle/>
            <a:p>
              <a:pPr>
                <a:lnSpc>
                  <a:spcPct val="100000"/>
                </a:lnSpc>
                <a:spcBef>
                  <a:spcPts val="0"/>
                </a:spcBef>
                <a:spcAft>
                  <a:spcPts val="0"/>
                </a:spcAft>
              </a:pPr>
              <a:r>
                <a:rPr sz="1836" b="1" i="0" lang="en-US" dirty="0">
                  <a:solidFill>
                    <a:srgbClr val="000000"/>
                  </a:solidFill>
                  <a:latin typeface="Nimbus Mono PS"/>
                  <a:ea typeface="Courier New"/>
                  <a:cs typeface="Courier New"/>
                </a:rPr>
                <a:t>"nodes":[{"id":1,wood}..]</a:t>
              </a:r>
            </a:p>
          </p:txBody>
        </p:sp>
        <p:sp>
          <p:nvSpPr>
            <p:cNvPr id="935" name="&quot;edges&quot;:[(1,2),(2,3),...]"/>
            <p:cNvSpPr txBox="1"/>
            <p:nvPr/>
          </p:nvSpPr>
          <p:spPr>
            <a:xfrm>
              <a:off x="9857232" y="3966073"/>
              <a:ext cx="3570732" cy="314782"/>
            </a:xfrm>
            <a:prstGeom prst="rect">
              <a:avLst/>
            </a:prstGeom>
            <a:noFill/>
          </p:spPr>
          <p:txBody>
            <a:bodyPr wrap="none" lIns="0" rIns="0" tIns="0" bIns="0" anchor="t" anchorCtr="0">
              <a:noAutofit/>
            </a:bodyPr>
            <a:lstStyle/>
            <a:p>
              <a:pPr>
                <a:lnSpc>
                  <a:spcPct val="100000"/>
                </a:lnSpc>
                <a:spcBef>
                  <a:spcPts val="0"/>
                </a:spcBef>
                <a:spcAft>
                  <a:spcPts val="0"/>
                </a:spcAft>
              </a:pPr>
              <a:r>
                <a:rPr sz="1836" b="1" i="0" lang="en-US" dirty="0">
                  <a:solidFill>
                    <a:srgbClr val="000000"/>
                  </a:solidFill>
                  <a:latin typeface="Nimbus Mono PS"/>
                  <a:ea typeface="Courier New"/>
                  <a:cs typeface="Courier New"/>
                </a:rPr>
                <a:t>"edges":[(1,2),(2,3),...]</a:t>
              </a:r>
            </a:p>
          </p:txBody>
        </p:sp>
        <p:grpSp>
          <p:nvGrpSpPr>
            <p:cNvPr id="936" name="Editable scene graph"/>
            <p:cNvGrpSpPr/>
            <p:nvPr/>
          </p:nvGrpSpPr>
          <p:grpSpPr>
            <a:xfrm>
              <a:off x="13889736" y="2868244"/>
              <a:ext cx="3209544" cy="872795"/>
              <a:chOff x="13889736" y="2868244"/>
              <a:chExt cx="3209544" cy="872795"/>
            </a:xfrm>
          </p:grpSpPr>
          <p:sp>
            <p:nvSpPr>
              <p:cNvPr id="937" name="Plains to desert"/>
              <p:cNvSpPr/>
              <p:nvPr/>
            </p:nvSpPr>
            <p:spPr>
              <a:xfrm>
                <a:off x="15160752" y="3026664"/>
                <a:ext cx="795528" cy="54864"/>
              </a:xfrm>
              <a:custGeom>
                <a:avLst/>
                <a:gdLst/>
                <a:ahLst/>
                <a:cxnLst/>
                <a:rect l="0" t="0" r="r" b="b"/>
                <a:pathLst>
                  <a:path w="795528" h="54864">
                    <a:moveTo>
                      <a:pt x="0" y="0"/>
                    </a:moveTo>
                    <a:lnTo>
                      <a:pt x="795528" y="54864"/>
                    </a:lnTo>
                  </a:path>
                </a:pathLst>
              </a:custGeom>
              <a:noFill/>
              <a:ln w="34747" cap="flat">
                <a:solidFill>
                  <a:srgbClr val="A681B7"/>
                </a:solidFill>
                <a:round/>
              </a:ln>
              <a:effectLst/>
            </p:spPr>
            <p:txBody>
              <a:bodyPr rtlCol="0" anchor="ctr"/>
              <a:lstStyle/>
              <a:p>
                <a:pPr algn="ctr"/>
              </a:p>
            </p:txBody>
          </p:sp>
          <p:sp>
            <p:nvSpPr>
              <p:cNvPr id="938" name="Plains to sheep"/>
              <p:cNvSpPr/>
              <p:nvPr/>
            </p:nvSpPr>
            <p:spPr>
              <a:xfrm>
                <a:off x="14328648" y="3182112"/>
                <a:ext cx="493776" cy="338328"/>
              </a:xfrm>
              <a:custGeom>
                <a:avLst/>
                <a:gdLst/>
                <a:ahLst/>
                <a:cxnLst/>
                <a:rect l="0" t="0" r="r" b="b"/>
                <a:pathLst>
                  <a:path w="493776" h="338328">
                    <a:moveTo>
                      <a:pt x="493776" y="0"/>
                    </a:moveTo>
                    <a:lnTo>
                      <a:pt x="0" y="338328"/>
                    </a:lnTo>
                  </a:path>
                </a:pathLst>
              </a:custGeom>
              <a:noFill/>
              <a:ln w="34747" cap="flat">
                <a:solidFill>
                  <a:srgbClr val="A4C2EF"/>
                </a:solidFill>
                <a:round/>
              </a:ln>
              <a:effectLst/>
            </p:spPr>
            <p:txBody>
              <a:bodyPr rtlCol="0" anchor="ctr"/>
              <a:lstStyle/>
              <a:p>
                <a:pPr algn="ctr"/>
              </a:p>
            </p:txBody>
          </p:sp>
          <p:sp>
            <p:nvSpPr>
              <p:cNvPr id="939" name="Plains to zombie"/>
              <p:cNvSpPr/>
              <p:nvPr/>
            </p:nvSpPr>
            <p:spPr>
              <a:xfrm>
                <a:off x="14822424" y="3182112"/>
                <a:ext cx="612648" cy="384048"/>
              </a:xfrm>
              <a:custGeom>
                <a:avLst/>
                <a:gdLst/>
                <a:ahLst/>
                <a:cxnLst/>
                <a:rect l="0" t="0" r="r" b="b"/>
                <a:pathLst>
                  <a:path w="612648" h="384048">
                    <a:moveTo>
                      <a:pt x="0" y="0"/>
                    </a:moveTo>
                    <a:lnTo>
                      <a:pt x="612648" y="384048"/>
                    </a:lnTo>
                  </a:path>
                </a:pathLst>
              </a:custGeom>
              <a:noFill/>
              <a:ln w="34747" cap="flat">
                <a:solidFill>
                  <a:srgbClr val="A4C2EF"/>
                </a:solidFill>
                <a:round/>
              </a:ln>
              <a:effectLst/>
            </p:spPr>
            <p:txBody>
              <a:bodyPr rtlCol="0" anchor="ctr"/>
              <a:lstStyle/>
              <a:p>
                <a:pPr algn="ctr"/>
              </a:p>
            </p:txBody>
          </p:sp>
          <p:sp>
            <p:nvSpPr>
              <p:cNvPr id="940" name="Desert to sand"/>
              <p:cNvSpPr/>
              <p:nvPr/>
            </p:nvSpPr>
            <p:spPr>
              <a:xfrm>
                <a:off x="16248888" y="3172968"/>
                <a:ext cx="393192" cy="338328"/>
              </a:xfrm>
              <a:custGeom>
                <a:avLst/>
                <a:gdLst/>
                <a:ahLst/>
                <a:cxnLst/>
                <a:rect l="0" t="0" r="r" b="b"/>
                <a:pathLst>
                  <a:path w="393192" h="338328">
                    <a:moveTo>
                      <a:pt x="0" y="0"/>
                    </a:moveTo>
                    <a:lnTo>
                      <a:pt x="393192" y="338328"/>
                    </a:lnTo>
                  </a:path>
                </a:pathLst>
              </a:custGeom>
              <a:noFill/>
              <a:ln w="34747" cap="flat">
                <a:solidFill>
                  <a:srgbClr val="A4C2EF"/>
                </a:solidFill>
                <a:round/>
              </a:ln>
              <a:effectLst/>
            </p:spPr>
            <p:txBody>
              <a:bodyPr rtlCol="0" anchor="ctr"/>
              <a:lstStyle/>
              <a:p>
                <a:pPr algn="ctr"/>
              </a:p>
            </p:txBody>
          </p:sp>
          <p:sp>
            <p:nvSpPr>
              <p:cNvPr id="941" name="Scene graph node plains"/>
              <p:cNvSpPr/>
              <p:nvPr/>
            </p:nvSpPr>
            <p:spPr>
              <a:xfrm>
                <a:off x="14365224" y="2889504"/>
                <a:ext cx="923544" cy="301752"/>
              </a:xfrm>
              <a:custGeom>
                <a:avLst/>
                <a:gdLst/>
                <a:ahLst/>
                <a:cxnLst/>
                <a:rect l="0" t="0" r="r" b="b"/>
                <a:pathLst>
                  <a:path w="923544" h="301752">
                    <a:moveTo>
                      <a:pt x="137160" y="0"/>
                    </a:moveTo>
                    <a:lnTo>
                      <a:pt x="786384" y="0"/>
                    </a:lnTo>
                    <a:cubicBezTo>
                      <a:pt x="862135" y="0"/>
                      <a:pt x="923544" y="61409"/>
                      <a:pt x="923544" y="137160"/>
                    </a:cubicBezTo>
                    <a:lnTo>
                      <a:pt x="923544" y="164592"/>
                    </a:lnTo>
                    <a:cubicBezTo>
                      <a:pt x="923544" y="240343"/>
                      <a:pt x="862135" y="301752"/>
                      <a:pt x="786384" y="301752"/>
                    </a:cubicBezTo>
                    <a:lnTo>
                      <a:pt x="137160" y="301752"/>
                    </a:lnTo>
                    <a:cubicBezTo>
                      <a:pt x="61409" y="301752"/>
                      <a:pt x="0" y="240343"/>
                      <a:pt x="0" y="164592"/>
                    </a:cubicBezTo>
                    <a:lnTo>
                      <a:pt x="0" y="137160"/>
                    </a:lnTo>
                    <a:cubicBezTo>
                      <a:pt x="0" y="61409"/>
                      <a:pt x="61409" y="0"/>
                      <a:pt x="137160" y="0"/>
                    </a:cubicBezTo>
                    <a:close/>
                  </a:path>
                </a:pathLst>
              </a:custGeom>
              <a:solidFill>
                <a:srgbClr val="A681B7"/>
              </a:solidFill>
              <a:ln>
                <a:noFill/>
              </a:ln>
              <a:effectLst/>
            </p:spPr>
            <p:txBody>
              <a:bodyPr rtlCol="0" anchor="ctr"/>
              <a:lstStyle/>
              <a:p>
                <a:pPr algn="ctr"/>
              </a:p>
            </p:txBody>
          </p:sp>
          <p:sp>
            <p:nvSpPr>
              <p:cNvPr id="942" name="plains"/>
              <p:cNvSpPr txBox="1"/>
              <p:nvPr/>
            </p:nvSpPr>
            <p:spPr>
              <a:xfrm>
                <a:off x="14504462" y="2868244"/>
                <a:ext cx="718220" cy="333299"/>
              </a:xfrm>
              <a:prstGeom prst="rect">
                <a:avLst/>
              </a:prstGeom>
              <a:noFill/>
            </p:spPr>
            <p:txBody>
              <a:bodyPr wrap="none" lIns="0" rIns="0" tIns="0" bIns="0" anchor="t" anchorCtr="0">
                <a:noAutofit/>
              </a:bodyPr>
              <a:lstStyle/>
              <a:p>
                <a:pPr>
                  <a:lnSpc>
                    <a:spcPct val="100000"/>
                  </a:lnSpc>
                  <a:spcBef>
                    <a:spcPts val="0"/>
                  </a:spcBef>
                  <a:spcAft>
                    <a:spcPts val="0"/>
                  </a:spcAft>
                </a:pPr>
                <a:r>
                  <a:rPr sz="1943" b="0" i="0" lang="en-US" dirty="0">
                    <a:solidFill>
                      <a:srgbClr val="FFFFFF"/>
                    </a:solidFill>
                    <a:latin typeface="Arial"/>
                    <a:ea typeface="Arial"/>
                    <a:cs typeface="Arial"/>
                  </a:rPr>
                  <a:t>plains</a:t>
                </a:r>
              </a:p>
            </p:txBody>
          </p:sp>
          <p:sp>
            <p:nvSpPr>
              <p:cNvPr id="943" name="Scene graph node desert"/>
              <p:cNvSpPr/>
              <p:nvPr/>
            </p:nvSpPr>
            <p:spPr>
              <a:xfrm>
                <a:off x="15809976" y="2916936"/>
                <a:ext cx="896112" cy="301752"/>
              </a:xfrm>
              <a:custGeom>
                <a:avLst/>
                <a:gdLst/>
                <a:ahLst/>
                <a:cxnLst/>
                <a:rect l="0" t="0" r="r" b="b"/>
                <a:pathLst>
                  <a:path w="896112" h="301752">
                    <a:moveTo>
                      <a:pt x="137160" y="0"/>
                    </a:moveTo>
                    <a:lnTo>
                      <a:pt x="758952" y="0"/>
                    </a:lnTo>
                    <a:cubicBezTo>
                      <a:pt x="834703" y="0"/>
                      <a:pt x="896112" y="61409"/>
                      <a:pt x="896112" y="137160"/>
                    </a:cubicBezTo>
                    <a:lnTo>
                      <a:pt x="896112" y="164592"/>
                    </a:lnTo>
                    <a:cubicBezTo>
                      <a:pt x="896112" y="240343"/>
                      <a:pt x="834703" y="301752"/>
                      <a:pt x="758952" y="301752"/>
                    </a:cubicBezTo>
                    <a:lnTo>
                      <a:pt x="137160" y="301752"/>
                    </a:lnTo>
                    <a:cubicBezTo>
                      <a:pt x="61409" y="301752"/>
                      <a:pt x="0" y="240343"/>
                      <a:pt x="0" y="164592"/>
                    </a:cubicBezTo>
                    <a:lnTo>
                      <a:pt x="0" y="137160"/>
                    </a:lnTo>
                    <a:cubicBezTo>
                      <a:pt x="0" y="61409"/>
                      <a:pt x="61409" y="0"/>
                      <a:pt x="137160" y="0"/>
                    </a:cubicBezTo>
                    <a:close/>
                  </a:path>
                </a:pathLst>
              </a:custGeom>
              <a:solidFill>
                <a:srgbClr val="A681B7"/>
              </a:solidFill>
              <a:ln>
                <a:noFill/>
              </a:ln>
              <a:effectLst/>
            </p:spPr>
            <p:txBody>
              <a:bodyPr rtlCol="0" anchor="ctr"/>
              <a:lstStyle/>
              <a:p>
                <a:pPr algn="ctr"/>
              </a:p>
            </p:txBody>
          </p:sp>
          <p:sp>
            <p:nvSpPr>
              <p:cNvPr id="944" name="desert"/>
              <p:cNvSpPr txBox="1"/>
              <p:nvPr/>
            </p:nvSpPr>
            <p:spPr>
              <a:xfrm>
                <a:off x="15914945" y="2895676"/>
                <a:ext cx="759326" cy="333299"/>
              </a:xfrm>
              <a:prstGeom prst="rect">
                <a:avLst/>
              </a:prstGeom>
              <a:noFill/>
            </p:spPr>
            <p:txBody>
              <a:bodyPr wrap="none" lIns="0" rIns="0" tIns="0" bIns="0" anchor="t" anchorCtr="0">
                <a:noAutofit/>
              </a:bodyPr>
              <a:lstStyle/>
              <a:p>
                <a:pPr>
                  <a:lnSpc>
                    <a:spcPct val="100000"/>
                  </a:lnSpc>
                  <a:spcBef>
                    <a:spcPts val="0"/>
                  </a:spcBef>
                  <a:spcAft>
                    <a:spcPts val="0"/>
                  </a:spcAft>
                </a:pPr>
                <a:r>
                  <a:rPr sz="1943" b="0" i="0" lang="en-US" dirty="0">
                    <a:solidFill>
                      <a:srgbClr val="FFFFFF"/>
                    </a:solidFill>
                    <a:latin typeface="Arial"/>
                    <a:ea typeface="Arial"/>
                    <a:cs typeface="Arial"/>
                  </a:rPr>
                  <a:t>desert</a:t>
                </a:r>
              </a:p>
            </p:txBody>
          </p:sp>
          <p:sp>
            <p:nvSpPr>
              <p:cNvPr id="945" name="Scene graph node sheep"/>
              <p:cNvSpPr/>
              <p:nvPr/>
            </p:nvSpPr>
            <p:spPr>
              <a:xfrm>
                <a:off x="13889736" y="3383280"/>
                <a:ext cx="914400" cy="301752"/>
              </a:xfrm>
              <a:custGeom>
                <a:avLst/>
                <a:gdLst/>
                <a:ahLst/>
                <a:cxnLst/>
                <a:rect l="0" t="0" r="r" b="b"/>
                <a:pathLst>
                  <a:path w="914400" h="301752">
                    <a:moveTo>
                      <a:pt x="137160" y="0"/>
                    </a:moveTo>
                    <a:lnTo>
                      <a:pt x="777240" y="0"/>
                    </a:lnTo>
                    <a:cubicBezTo>
                      <a:pt x="852991" y="0"/>
                      <a:pt x="914400" y="61409"/>
                      <a:pt x="914400" y="137160"/>
                    </a:cubicBezTo>
                    <a:lnTo>
                      <a:pt x="914400" y="164592"/>
                    </a:lnTo>
                    <a:cubicBezTo>
                      <a:pt x="914400" y="240343"/>
                      <a:pt x="852991" y="301752"/>
                      <a:pt x="777240" y="301752"/>
                    </a:cubicBezTo>
                    <a:lnTo>
                      <a:pt x="137160" y="301752"/>
                    </a:lnTo>
                    <a:cubicBezTo>
                      <a:pt x="61409" y="301752"/>
                      <a:pt x="0" y="240343"/>
                      <a:pt x="0" y="164592"/>
                    </a:cubicBezTo>
                    <a:lnTo>
                      <a:pt x="0" y="137160"/>
                    </a:lnTo>
                    <a:cubicBezTo>
                      <a:pt x="0" y="61409"/>
                      <a:pt x="61409" y="0"/>
                      <a:pt x="137160" y="0"/>
                    </a:cubicBezTo>
                    <a:close/>
                  </a:path>
                </a:pathLst>
              </a:custGeom>
              <a:solidFill>
                <a:srgbClr val="A4C2EF"/>
              </a:solidFill>
              <a:ln>
                <a:noFill/>
              </a:ln>
              <a:effectLst/>
            </p:spPr>
            <p:txBody>
              <a:bodyPr rtlCol="0" anchor="ctr"/>
              <a:lstStyle/>
              <a:p>
                <a:pPr algn="ctr"/>
              </a:p>
            </p:txBody>
          </p:sp>
          <p:sp>
            <p:nvSpPr>
              <p:cNvPr id="946" name="sheep"/>
              <p:cNvSpPr txBox="1"/>
              <p:nvPr/>
            </p:nvSpPr>
            <p:spPr>
              <a:xfrm>
                <a:off x="14010600" y="3362020"/>
                <a:ext cx="745825" cy="333299"/>
              </a:xfrm>
              <a:prstGeom prst="rect">
                <a:avLst/>
              </a:prstGeom>
              <a:noFill/>
            </p:spPr>
            <p:txBody>
              <a:bodyPr wrap="none" lIns="0" rIns="0" tIns="0" bIns="0" anchor="t" anchorCtr="0">
                <a:noAutofit/>
              </a:bodyPr>
              <a:lstStyle/>
              <a:p>
                <a:pPr>
                  <a:lnSpc>
                    <a:spcPct val="100000"/>
                  </a:lnSpc>
                  <a:spcBef>
                    <a:spcPts val="0"/>
                  </a:spcBef>
                  <a:spcAft>
                    <a:spcPts val="0"/>
                  </a:spcAft>
                </a:pPr>
                <a:r>
                  <a:rPr sz="1943" b="0" i="0" lang="en-US" dirty="0">
                    <a:solidFill>
                      <a:srgbClr val="FFFFFF"/>
                    </a:solidFill>
                    <a:latin typeface="Arial"/>
                    <a:ea typeface="Arial"/>
                    <a:cs typeface="Arial"/>
                  </a:rPr>
                  <a:t>sheep</a:t>
                </a:r>
              </a:p>
            </p:txBody>
          </p:sp>
          <p:sp>
            <p:nvSpPr>
              <p:cNvPr id="947" name="Scene graph node zombie"/>
              <p:cNvSpPr/>
              <p:nvPr/>
            </p:nvSpPr>
            <p:spPr>
              <a:xfrm>
                <a:off x="14977872" y="3429000"/>
                <a:ext cx="923544" cy="301752"/>
              </a:xfrm>
              <a:custGeom>
                <a:avLst/>
                <a:gdLst/>
                <a:ahLst/>
                <a:cxnLst/>
                <a:rect l="0" t="0" r="r" b="b"/>
                <a:pathLst>
                  <a:path w="923544" h="301752">
                    <a:moveTo>
                      <a:pt x="137160" y="0"/>
                    </a:moveTo>
                    <a:lnTo>
                      <a:pt x="786384" y="0"/>
                    </a:lnTo>
                    <a:cubicBezTo>
                      <a:pt x="862135" y="0"/>
                      <a:pt x="923544" y="61409"/>
                      <a:pt x="923544" y="137160"/>
                    </a:cubicBezTo>
                    <a:lnTo>
                      <a:pt x="923544" y="164592"/>
                    </a:lnTo>
                    <a:cubicBezTo>
                      <a:pt x="923544" y="240343"/>
                      <a:pt x="862135" y="301752"/>
                      <a:pt x="786384" y="301752"/>
                    </a:cubicBezTo>
                    <a:lnTo>
                      <a:pt x="137160" y="301752"/>
                    </a:lnTo>
                    <a:cubicBezTo>
                      <a:pt x="61409" y="301752"/>
                      <a:pt x="0" y="240343"/>
                      <a:pt x="0" y="164592"/>
                    </a:cubicBezTo>
                    <a:lnTo>
                      <a:pt x="0" y="137160"/>
                    </a:lnTo>
                    <a:cubicBezTo>
                      <a:pt x="0" y="61409"/>
                      <a:pt x="61409" y="0"/>
                      <a:pt x="137160" y="0"/>
                    </a:cubicBezTo>
                    <a:close/>
                  </a:path>
                </a:pathLst>
              </a:custGeom>
              <a:solidFill>
                <a:srgbClr val="A4C2EF"/>
              </a:solidFill>
              <a:ln>
                <a:noFill/>
              </a:ln>
              <a:effectLst/>
            </p:spPr>
            <p:txBody>
              <a:bodyPr rtlCol="0" anchor="ctr"/>
              <a:lstStyle/>
              <a:p>
                <a:pPr algn="ctr"/>
              </a:p>
            </p:txBody>
          </p:sp>
          <p:sp>
            <p:nvSpPr>
              <p:cNvPr id="948" name="zombie"/>
              <p:cNvSpPr txBox="1"/>
              <p:nvPr/>
            </p:nvSpPr>
            <p:spPr>
              <a:xfrm>
                <a:off x="15041706" y="3407740"/>
                <a:ext cx="869029" cy="333299"/>
              </a:xfrm>
              <a:prstGeom prst="rect">
                <a:avLst/>
              </a:prstGeom>
              <a:noFill/>
            </p:spPr>
            <p:txBody>
              <a:bodyPr wrap="none" lIns="0" rIns="0" tIns="0" bIns="0" anchor="t" anchorCtr="0">
                <a:noAutofit/>
              </a:bodyPr>
              <a:lstStyle/>
              <a:p>
                <a:pPr>
                  <a:lnSpc>
                    <a:spcPct val="100000"/>
                  </a:lnSpc>
                  <a:spcBef>
                    <a:spcPts val="0"/>
                  </a:spcBef>
                  <a:spcAft>
                    <a:spcPts val="0"/>
                  </a:spcAft>
                </a:pPr>
                <a:r>
                  <a:rPr sz="1943" b="0" i="0" lang="en-US" dirty="0">
                    <a:solidFill>
                      <a:srgbClr val="FFFFFF"/>
                    </a:solidFill>
                    <a:latin typeface="Arial"/>
                    <a:ea typeface="Arial"/>
                    <a:cs typeface="Arial"/>
                  </a:rPr>
                  <a:t>zombie</a:t>
                </a:r>
              </a:p>
            </p:txBody>
          </p:sp>
          <p:sp>
            <p:nvSpPr>
              <p:cNvPr id="949" name="Scene graph node sand"/>
              <p:cNvSpPr/>
              <p:nvPr/>
            </p:nvSpPr>
            <p:spPr>
              <a:xfrm>
                <a:off x="16184880" y="3383280"/>
                <a:ext cx="914400" cy="301752"/>
              </a:xfrm>
              <a:custGeom>
                <a:avLst/>
                <a:gdLst/>
                <a:ahLst/>
                <a:cxnLst/>
                <a:rect l="0" t="0" r="r" b="b"/>
                <a:pathLst>
                  <a:path w="914400" h="301752">
                    <a:moveTo>
                      <a:pt x="137160" y="0"/>
                    </a:moveTo>
                    <a:lnTo>
                      <a:pt x="777240" y="0"/>
                    </a:lnTo>
                    <a:cubicBezTo>
                      <a:pt x="852991" y="0"/>
                      <a:pt x="914400" y="61409"/>
                      <a:pt x="914400" y="137160"/>
                    </a:cubicBezTo>
                    <a:lnTo>
                      <a:pt x="914400" y="164592"/>
                    </a:lnTo>
                    <a:cubicBezTo>
                      <a:pt x="914400" y="240343"/>
                      <a:pt x="852991" y="301752"/>
                      <a:pt x="777240" y="301752"/>
                    </a:cubicBezTo>
                    <a:lnTo>
                      <a:pt x="137160" y="301752"/>
                    </a:lnTo>
                    <a:cubicBezTo>
                      <a:pt x="61409" y="301752"/>
                      <a:pt x="0" y="240343"/>
                      <a:pt x="0" y="164592"/>
                    </a:cubicBezTo>
                    <a:lnTo>
                      <a:pt x="0" y="137160"/>
                    </a:lnTo>
                    <a:cubicBezTo>
                      <a:pt x="0" y="61409"/>
                      <a:pt x="61409" y="0"/>
                      <a:pt x="137160" y="0"/>
                    </a:cubicBezTo>
                    <a:close/>
                  </a:path>
                </a:pathLst>
              </a:custGeom>
              <a:solidFill>
                <a:srgbClr val="A4C2EF"/>
              </a:solidFill>
              <a:ln>
                <a:noFill/>
              </a:ln>
              <a:effectLst/>
            </p:spPr>
            <p:txBody>
              <a:bodyPr rtlCol="0" anchor="ctr"/>
              <a:lstStyle/>
              <a:p>
                <a:pPr algn="ctr"/>
              </a:p>
            </p:txBody>
          </p:sp>
          <p:sp>
            <p:nvSpPr>
              <p:cNvPr id="950" name="sand"/>
              <p:cNvSpPr txBox="1"/>
              <p:nvPr/>
            </p:nvSpPr>
            <p:spPr>
              <a:xfrm>
                <a:off x="16374397" y="3362020"/>
                <a:ext cx="608517" cy="333299"/>
              </a:xfrm>
              <a:prstGeom prst="rect">
                <a:avLst/>
              </a:prstGeom>
              <a:noFill/>
            </p:spPr>
            <p:txBody>
              <a:bodyPr wrap="none" lIns="0" rIns="0" tIns="0" bIns="0" anchor="t" anchorCtr="0">
                <a:noAutofit/>
              </a:bodyPr>
              <a:lstStyle/>
              <a:p>
                <a:pPr>
                  <a:lnSpc>
                    <a:spcPct val="100000"/>
                  </a:lnSpc>
                  <a:spcBef>
                    <a:spcPts val="0"/>
                  </a:spcBef>
                  <a:spcAft>
                    <a:spcPts val="0"/>
                  </a:spcAft>
                </a:pPr>
                <a:r>
                  <a:rPr sz="1943" b="0" i="0" lang="en-US" dirty="0">
                    <a:solidFill>
                      <a:srgbClr val="FFFFFF"/>
                    </a:solidFill>
                    <a:latin typeface="Arial"/>
                    <a:ea typeface="Arial"/>
                    <a:cs typeface="Arial"/>
                  </a:rPr>
                  <a:t>sand</a:t>
                </a:r>
              </a:p>
            </p:txBody>
          </p:sp>
        </p:grpSp>
        <p:sp>
          <p:nvSpPr>
            <p:cNvPr id="951" name="&quot;nodes&quot;:[{&quot;id&quot;:1,plains}]"/>
            <p:cNvSpPr txBox="1"/>
            <p:nvPr/>
          </p:nvSpPr>
          <p:spPr>
            <a:xfrm>
              <a:off x="13688568" y="3730213"/>
              <a:ext cx="3543300" cy="312313"/>
            </a:xfrm>
            <a:prstGeom prst="rect">
              <a:avLst/>
            </a:prstGeom>
            <a:noFill/>
          </p:spPr>
          <p:txBody>
            <a:bodyPr wrap="none" lIns="0" rIns="0" tIns="0" bIns="0" anchor="t" anchorCtr="0">
              <a:noAutofit/>
            </a:bodyPr>
            <a:lstStyle/>
            <a:p>
              <a:pPr>
                <a:lnSpc>
                  <a:spcPct val="100000"/>
                </a:lnSpc>
                <a:spcBef>
                  <a:spcPts val="0"/>
                </a:spcBef>
                <a:spcAft>
                  <a:spcPts val="0"/>
                </a:spcAft>
              </a:pPr>
              <a:r>
                <a:rPr sz="1821" b="1" i="0" lang="en-US" dirty="0">
                  <a:solidFill>
                    <a:srgbClr val="000000"/>
                  </a:solidFill>
                  <a:latin typeface="Nimbus Mono PS"/>
                  <a:ea typeface="Courier New"/>
                  <a:cs typeface="Courier New"/>
                </a:rPr>
                <a:t>"nodes":[{"id":1,plains}]</a:t>
              </a:r>
            </a:p>
          </p:txBody>
        </p:sp>
        <p:sp>
          <p:nvSpPr>
            <p:cNvPr id="952" name="&quot;edges&quot;:[(1,2),(2,3),...]"/>
            <p:cNvSpPr txBox="1"/>
            <p:nvPr/>
          </p:nvSpPr>
          <p:spPr>
            <a:xfrm>
              <a:off x="13688568" y="3995389"/>
              <a:ext cx="3543300" cy="312313"/>
            </a:xfrm>
            <a:prstGeom prst="rect">
              <a:avLst/>
            </a:prstGeom>
            <a:noFill/>
          </p:spPr>
          <p:txBody>
            <a:bodyPr wrap="none" lIns="0" rIns="0" tIns="0" bIns="0" anchor="t" anchorCtr="0">
              <a:noAutofit/>
            </a:bodyPr>
            <a:lstStyle/>
            <a:p>
              <a:pPr>
                <a:lnSpc>
                  <a:spcPct val="100000"/>
                </a:lnSpc>
                <a:spcBef>
                  <a:spcPts val="0"/>
                </a:spcBef>
                <a:spcAft>
                  <a:spcPts val="0"/>
                </a:spcAft>
              </a:pPr>
              <a:r>
                <a:rPr sz="1821" b="1" i="0" lang="en-US" dirty="0">
                  <a:solidFill>
                    <a:srgbClr val="000000"/>
                  </a:solidFill>
                  <a:latin typeface="Nimbus Mono PS"/>
                  <a:ea typeface="Courier New"/>
                  <a:cs typeface="Courier New"/>
                </a:rPr>
                <a:t>"edges":[(1,2),(2,3),...]</a:t>
              </a:r>
            </a:p>
          </p:txBody>
        </p:sp>
      </p:grpSp>
      <p:grpSp>
        <p:nvGrpSpPr>
          <p:cNvPr id="953" name="04 Stage 4 - Code Rule Set Pruning via Maximum Set Coverage"/>
          <p:cNvGrpSpPr/>
          <p:nvPr/>
        </p:nvGrpSpPr>
        <p:grpSpPr>
          <a:xfrm>
            <a:off x="219456" y="4690872"/>
            <a:ext cx="7581477" cy="4864608"/>
            <a:chOff x="219456" y="4690872"/>
            <a:chExt cx="7581477" cy="4864608"/>
          </a:xfrm>
        </p:grpSpPr>
        <p:sp>
          <p:nvSpPr>
            <p:cNvPr id="954" name="Stage 4 panel"/>
            <p:cNvSpPr/>
            <p:nvPr/>
          </p:nvSpPr>
          <p:spPr>
            <a:xfrm>
              <a:off x="219456" y="4690872"/>
              <a:ext cx="7543800" cy="4864608"/>
            </a:xfrm>
            <a:custGeom>
              <a:avLst/>
              <a:gdLst/>
              <a:ahLst/>
              <a:cxnLst/>
              <a:rect l="0" t="0" r="r" b="b"/>
              <a:pathLst>
                <a:path w="7543800" h="4864608">
                  <a:moveTo>
                    <a:pt x="237744" y="0"/>
                  </a:moveTo>
                  <a:lnTo>
                    <a:pt x="7306056" y="0"/>
                  </a:lnTo>
                  <a:cubicBezTo>
                    <a:pt x="7437358" y="0"/>
                    <a:pt x="7543800" y="106442"/>
                    <a:pt x="7543800" y="237744"/>
                  </a:cubicBezTo>
                  <a:lnTo>
                    <a:pt x="7543800" y="4626864"/>
                  </a:lnTo>
                  <a:cubicBezTo>
                    <a:pt x="7543800" y="4758166"/>
                    <a:pt x="7437358" y="4864608"/>
                    <a:pt x="7306056" y="4864608"/>
                  </a:cubicBezTo>
                  <a:lnTo>
                    <a:pt x="237744" y="4864608"/>
                  </a:lnTo>
                  <a:cubicBezTo>
                    <a:pt x="106442" y="4864608"/>
                    <a:pt x="0" y="4758166"/>
                    <a:pt x="0" y="4626864"/>
                  </a:cubicBezTo>
                  <a:lnTo>
                    <a:pt x="0" y="237744"/>
                  </a:lnTo>
                  <a:cubicBezTo>
                    <a:pt x="0" y="106442"/>
                    <a:pt x="106442" y="0"/>
                    <a:pt x="237744" y="0"/>
                  </a:cubicBezTo>
                  <a:close/>
                </a:path>
              </a:pathLst>
            </a:custGeom>
            <a:solidFill>
              <a:srgbClr val="FFFFFF"/>
            </a:solidFill>
            <a:ln w="32004" cap="flat">
              <a:solidFill>
                <a:srgbClr val="000000"/>
              </a:solidFill>
              <a:round/>
            </a:ln>
            <a:effectLst/>
          </p:spPr>
          <p:txBody>
            <a:bodyPr rtlCol="0" anchor="ctr"/>
            <a:lstStyle/>
            <a:p>
              <a:pPr algn="ctr"/>
            </a:p>
          </p:txBody>
        </p:sp>
        <p:sp>
          <p:nvSpPr>
            <p:cNvPr id="955" name="Stage 4. Code Rule Set Pruning via Maximum Set Coverage"/>
            <p:cNvSpPr txBox="1"/>
            <p:nvPr/>
          </p:nvSpPr>
          <p:spPr>
            <a:xfrm>
              <a:off x="601066" y="4769968"/>
              <a:ext cx="6771436"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Arial"/>
                  <a:ea typeface="Arial"/>
                  <a:cs typeface="Arial"/>
                </a:rPr>
                <a:t>Stage 4. Code Rule Set Pruning via Maximum Set Coverage</a:t>
              </a:r>
            </a:p>
          </p:txBody>
        </p:sp>
        <p:grpSp>
          <p:nvGrpSpPr>
            <p:cNvPr id="956" name="Selected and dropped code rule coverage regions"/>
            <p:cNvGrpSpPr/>
            <p:nvPr/>
          </p:nvGrpSpPr>
          <p:grpSpPr>
            <a:xfrm>
              <a:off x="282722" y="5121436"/>
              <a:ext cx="7518211" cy="3624132"/>
              <a:chOff x="282722" y="5121436"/>
              <a:chExt cx="7518211" cy="3624132"/>
            </a:xfrm>
          </p:grpSpPr>
          <p:sp>
            <p:nvSpPr>
              <p:cNvPr id="957" name="Selected region CodeRule_2"/>
              <p:cNvSpPr/>
              <p:nvPr/>
            </p:nvSpPr>
            <p:spPr>
              <a:xfrm>
                <a:off x="282722" y="5143010"/>
                <a:ext cx="2890988" cy="3247101"/>
              </a:xfrm>
              <a:custGeom>
                <a:avLst/>
                <a:gdLst/>
                <a:ahLst/>
                <a:cxnLst/>
                <a:rect l="0" t="0" r="r" b="b"/>
                <a:pathLst>
                  <a:path w="2890988" h="3247101">
                    <a:moveTo>
                      <a:pt x="2464426" y="2235786"/>
                    </a:moveTo>
                    <a:cubicBezTo>
                      <a:pt x="2037864" y="2945705"/>
                      <a:pt x="1235875" y="3247101"/>
                      <a:pt x="673135" y="2908972"/>
                    </a:cubicBezTo>
                    <a:cubicBezTo>
                      <a:pt x="110394" y="2570844"/>
                      <a:pt x="0" y="1721233"/>
                      <a:pt x="426562" y="1011314"/>
                    </a:cubicBezTo>
                    <a:cubicBezTo>
                      <a:pt x="853125" y="301396"/>
                      <a:pt x="1655113" y="0"/>
                      <a:pt x="2217854" y="338129"/>
                    </a:cubicBezTo>
                    <a:cubicBezTo>
                      <a:pt x="2780594" y="676257"/>
                      <a:pt x="2890988" y="1525868"/>
                      <a:pt x="2464426" y="2235786"/>
                    </a:cubicBezTo>
                    <a:close/>
                  </a:path>
                </a:pathLst>
              </a:custGeom>
              <a:solidFill>
                <a:srgbClr val="FED966"/>
              </a:solidFill>
              <a:ln w="32004" cap="flat">
                <a:solidFill>
                  <a:srgbClr val="555555"/>
                </a:solidFill>
                <a:round/>
                <a:custDash>
                  <a:ds d="314286" sp="314286"/>
                </a:custDash>
              </a:ln>
              <a:effectLst/>
            </p:spPr>
            <p:txBody>
              <a:bodyPr rtlCol="0" anchor="ctr"/>
              <a:lstStyle/>
              <a:p>
                <a:pPr algn="ctr"/>
              </a:p>
            </p:txBody>
          </p:sp>
          <p:sp>
            <p:nvSpPr>
              <p:cNvPr id="958" name="Selected region CodeRule_1"/>
              <p:cNvSpPr/>
              <p:nvPr/>
            </p:nvSpPr>
            <p:spPr>
              <a:xfrm>
                <a:off x="3446187" y="5121436"/>
                <a:ext cx="4354746" cy="3363400"/>
              </a:xfrm>
              <a:custGeom>
                <a:avLst/>
                <a:gdLst/>
                <a:ahLst/>
                <a:cxnLst/>
                <a:rect l="0" t="0" r="r" b="b"/>
                <a:pathLst>
                  <a:path w="4354746" h="3363400">
                    <a:moveTo>
                      <a:pt x="4003613" y="2779015"/>
                    </a:moveTo>
                    <a:cubicBezTo>
                      <a:pt x="3652479" y="3363400"/>
                      <a:pt x="2550194" y="3345852"/>
                      <a:pt x="1541589" y="2739821"/>
                    </a:cubicBezTo>
                    <a:cubicBezTo>
                      <a:pt x="532985" y="2133791"/>
                      <a:pt x="0" y="1168769"/>
                      <a:pt x="351134" y="584384"/>
                    </a:cubicBezTo>
                    <a:cubicBezTo>
                      <a:pt x="702267" y="0"/>
                      <a:pt x="1804552" y="17548"/>
                      <a:pt x="2813157" y="623578"/>
                    </a:cubicBezTo>
                    <a:cubicBezTo>
                      <a:pt x="3821761" y="1229609"/>
                      <a:pt x="4354746" y="2194631"/>
                      <a:pt x="4003613" y="2779015"/>
                    </a:cubicBezTo>
                    <a:close/>
                  </a:path>
                </a:pathLst>
              </a:custGeom>
              <a:solidFill>
                <a:srgbClr val="FED966"/>
              </a:solidFill>
              <a:ln w="32004" cap="flat">
                <a:solidFill>
                  <a:srgbClr val="555555"/>
                </a:solidFill>
                <a:round/>
                <a:custDash>
                  <a:ds d="314286" sp="314286"/>
                </a:custDash>
              </a:ln>
              <a:effectLst/>
            </p:spPr>
            <p:txBody>
              <a:bodyPr rtlCol="0" anchor="ctr"/>
              <a:lstStyle/>
              <a:p>
                <a:pPr algn="ctr"/>
              </a:p>
            </p:txBody>
          </p:sp>
          <p:sp>
            <p:nvSpPr>
              <p:cNvPr id="959" name="Dropped region CodeRule_i"/>
              <p:cNvSpPr/>
              <p:nvPr/>
            </p:nvSpPr>
            <p:spPr>
              <a:xfrm>
                <a:off x="2585935" y="6982111"/>
                <a:ext cx="1686131" cy="1763457"/>
              </a:xfrm>
              <a:custGeom>
                <a:avLst/>
                <a:gdLst/>
                <a:ahLst/>
                <a:cxnLst/>
                <a:rect l="0" t="0" r="r" b="b"/>
                <a:pathLst>
                  <a:path w="1686131" h="1763457">
                    <a:moveTo>
                      <a:pt x="1516433" y="1167556"/>
                    </a:moveTo>
                    <a:cubicBezTo>
                      <a:pt x="1346735" y="1567339"/>
                      <a:pt x="907691" y="1763457"/>
                      <a:pt x="535801" y="1605599"/>
                    </a:cubicBezTo>
                    <a:cubicBezTo>
                      <a:pt x="163910" y="1447741"/>
                      <a:pt x="0" y="995683"/>
                      <a:pt x="169698" y="595901"/>
                    </a:cubicBezTo>
                    <a:cubicBezTo>
                      <a:pt x="339395" y="196118"/>
                      <a:pt x="778439" y="0"/>
                      <a:pt x="1150330" y="157858"/>
                    </a:cubicBezTo>
                    <a:cubicBezTo>
                      <a:pt x="1522221" y="315716"/>
                      <a:pt x="1686131" y="767774"/>
                      <a:pt x="1516433" y="1167556"/>
                    </a:cubicBezTo>
                    <a:close/>
                  </a:path>
                </a:pathLst>
              </a:custGeom>
              <a:solidFill>
                <a:srgbClr val="E6E6E6"/>
              </a:solidFill>
              <a:ln w="32004" cap="flat">
                <a:solidFill>
                  <a:srgbClr val="555555"/>
                </a:solidFill>
                <a:round/>
                <a:custDash>
                  <a:ds d="314286" sp="314286"/>
                </a:custDash>
              </a:ln>
              <a:effectLst/>
            </p:spPr>
            <p:txBody>
              <a:bodyPr rtlCol="0" anchor="ctr"/>
              <a:lstStyle/>
              <a:p>
                <a:pPr algn="ctr"/>
              </a:p>
            </p:txBody>
          </p:sp>
          <p:sp>
            <p:nvSpPr>
              <p:cNvPr id="960" name="Dropped region CodeRule_0"/>
              <p:cNvSpPr/>
              <p:nvPr/>
            </p:nvSpPr>
            <p:spPr>
              <a:xfrm>
                <a:off x="4696725" y="5723103"/>
                <a:ext cx="1689077" cy="1757730"/>
              </a:xfrm>
              <a:custGeom>
                <a:avLst/>
                <a:gdLst/>
                <a:ahLst/>
                <a:cxnLst/>
                <a:rect l="0" t="0" r="r" b="b"/>
                <a:pathLst>
                  <a:path w="1689077" h="1757730">
                    <a:moveTo>
                      <a:pt x="1540535" y="1132187"/>
                    </a:moveTo>
                    <a:cubicBezTo>
                      <a:pt x="1391993" y="1540303"/>
                      <a:pt x="959968" y="1757730"/>
                      <a:pt x="575579" y="1617824"/>
                    </a:cubicBezTo>
                    <a:cubicBezTo>
                      <a:pt x="191191" y="1477918"/>
                      <a:pt x="0" y="1033659"/>
                      <a:pt x="148542" y="625543"/>
                    </a:cubicBezTo>
                    <a:cubicBezTo>
                      <a:pt x="297084" y="217427"/>
                      <a:pt x="729109" y="0"/>
                      <a:pt x="1113498" y="139906"/>
                    </a:cubicBezTo>
                    <a:cubicBezTo>
                      <a:pt x="1497886" y="279812"/>
                      <a:pt x="1689077" y="724071"/>
                      <a:pt x="1540535" y="1132187"/>
                    </a:cubicBezTo>
                    <a:close/>
                  </a:path>
                </a:pathLst>
              </a:custGeom>
              <a:solidFill>
                <a:srgbClr val="E6E6E6"/>
              </a:solidFill>
              <a:ln w="32004" cap="flat">
                <a:solidFill>
                  <a:srgbClr val="555555"/>
                </a:solidFill>
                <a:round/>
                <a:custDash>
                  <a:ds d="314286" sp="314286"/>
                </a:custDash>
              </a:ln>
              <a:effectLst/>
            </p:spPr>
            <p:txBody>
              <a:bodyPr rtlCol="0" anchor="ctr"/>
              <a:lstStyle/>
              <a:p>
                <a:pPr algn="ctr"/>
              </a:p>
            </p:txBody>
          </p:sp>
        </p:grpSp>
        <p:grpSp>
          <p:nvGrpSpPr>
            <p:cNvPr id="961" name="Transitions in rule regions"/>
            <p:cNvGrpSpPr/>
            <p:nvPr/>
          </p:nvGrpSpPr>
          <p:grpSpPr>
            <a:xfrm>
              <a:off x="746150" y="5565038"/>
              <a:ext cx="6508699" cy="2787091"/>
              <a:chOff x="746150" y="5565038"/>
              <a:chExt cx="6508699" cy="2787091"/>
            </a:xfrm>
          </p:grpSpPr>
          <p:sp>
            <p:nvSpPr>
              <p:cNvPr id="962" name="Transition cannot be predicted 1"/>
              <p:cNvSpPr/>
              <p:nvPr/>
            </p:nvSpPr>
            <p:spPr>
              <a:xfrm>
                <a:off x="1066190" y="5830214"/>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63" name="Transition cannot be predicted 2"/>
              <p:cNvSpPr/>
              <p:nvPr/>
            </p:nvSpPr>
            <p:spPr>
              <a:xfrm>
                <a:off x="1614830" y="5665622"/>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64" name="Transition cannot be predicted 3"/>
              <p:cNvSpPr/>
              <p:nvPr/>
            </p:nvSpPr>
            <p:spPr>
              <a:xfrm>
                <a:off x="1980590" y="5976518"/>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65" name="Transition cannot be predicted 4"/>
              <p:cNvSpPr/>
              <p:nvPr/>
            </p:nvSpPr>
            <p:spPr>
              <a:xfrm>
                <a:off x="1468526" y="6241694"/>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66" name="Transition cannot be predicted 5"/>
              <p:cNvSpPr/>
              <p:nvPr/>
            </p:nvSpPr>
            <p:spPr>
              <a:xfrm>
                <a:off x="938174" y="6378854"/>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67" name="Transition cannot be predicted 6"/>
              <p:cNvSpPr/>
              <p:nvPr/>
            </p:nvSpPr>
            <p:spPr>
              <a:xfrm>
                <a:off x="1175918" y="6671462"/>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68" name="Transition cannot be predicted 7"/>
              <p:cNvSpPr/>
              <p:nvPr/>
            </p:nvSpPr>
            <p:spPr>
              <a:xfrm>
                <a:off x="2355494" y="6378854"/>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69" name="Transition cannot be predicted 8"/>
              <p:cNvSpPr/>
              <p:nvPr/>
            </p:nvSpPr>
            <p:spPr>
              <a:xfrm>
                <a:off x="2401214" y="6772046"/>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70" name="Transition cannot be predicted 9"/>
              <p:cNvSpPr/>
              <p:nvPr/>
            </p:nvSpPr>
            <p:spPr>
              <a:xfrm>
                <a:off x="2318918" y="7156094"/>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71" name="Transition cannot be predicted 10"/>
              <p:cNvSpPr/>
              <p:nvPr/>
            </p:nvSpPr>
            <p:spPr>
              <a:xfrm>
                <a:off x="2008022" y="7649870"/>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72" name="Transition cannot be predicted 11"/>
              <p:cNvSpPr/>
              <p:nvPr/>
            </p:nvSpPr>
            <p:spPr>
              <a:xfrm>
                <a:off x="4065422" y="5693054"/>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73" name="Transition cannot be predicted 12"/>
              <p:cNvSpPr/>
              <p:nvPr/>
            </p:nvSpPr>
            <p:spPr>
              <a:xfrm>
                <a:off x="4595774" y="5619902"/>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74" name="Transition cannot be predicted 13"/>
              <p:cNvSpPr/>
              <p:nvPr/>
            </p:nvSpPr>
            <p:spPr>
              <a:xfrm>
                <a:off x="5336438" y="5565038"/>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75" name="Transition cannot be predicted 14"/>
              <p:cNvSpPr/>
              <p:nvPr/>
            </p:nvSpPr>
            <p:spPr>
              <a:xfrm>
                <a:off x="3992270" y="6259982"/>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76" name="Transition cannot be predicted 15"/>
              <p:cNvSpPr/>
              <p:nvPr/>
            </p:nvSpPr>
            <p:spPr>
              <a:xfrm>
                <a:off x="4550054" y="6259982"/>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77" name="Transition cannot be predicted 16"/>
              <p:cNvSpPr/>
              <p:nvPr/>
            </p:nvSpPr>
            <p:spPr>
              <a:xfrm>
                <a:off x="4175150" y="7009790"/>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78" name="Transition cannot be predicted 17"/>
              <p:cNvSpPr/>
              <p:nvPr/>
            </p:nvSpPr>
            <p:spPr>
              <a:xfrm>
                <a:off x="4824374" y="7393838"/>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79" name="Transition cannot be predicted 18"/>
              <p:cNvSpPr/>
              <p:nvPr/>
            </p:nvSpPr>
            <p:spPr>
              <a:xfrm>
                <a:off x="5949086" y="6250838"/>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80" name="Transition cannot be predicted 19"/>
              <p:cNvSpPr/>
              <p:nvPr/>
            </p:nvSpPr>
            <p:spPr>
              <a:xfrm>
                <a:off x="6195974" y="7220102"/>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81" name="Transition cannot be predicted 20"/>
              <p:cNvSpPr/>
              <p:nvPr/>
            </p:nvSpPr>
            <p:spPr>
              <a:xfrm>
                <a:off x="6634886" y="6168542"/>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82" name="Transition cannot be predicted 21"/>
              <p:cNvSpPr/>
              <p:nvPr/>
            </p:nvSpPr>
            <p:spPr>
              <a:xfrm>
                <a:off x="7046366" y="7320686"/>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FF67B4"/>
              </a:solidFill>
              <a:ln w="32004" cap="flat">
                <a:solidFill>
                  <a:srgbClr val="000000"/>
                </a:solidFill>
                <a:round/>
              </a:ln>
              <a:effectLst/>
            </p:spPr>
            <p:txBody>
              <a:bodyPr rtlCol="0" anchor="ctr"/>
              <a:lstStyle/>
              <a:p>
                <a:pPr algn="ctr"/>
              </a:p>
            </p:txBody>
          </p:sp>
          <p:sp>
            <p:nvSpPr>
              <p:cNvPr id="983" name="Transition can be predicted 1"/>
              <p:cNvSpPr/>
              <p:nvPr/>
            </p:nvSpPr>
            <p:spPr>
              <a:xfrm>
                <a:off x="1770278" y="6543446"/>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65FFFF"/>
              </a:solidFill>
              <a:ln w="32004" cap="flat">
                <a:solidFill>
                  <a:srgbClr val="000000"/>
                </a:solidFill>
                <a:round/>
              </a:ln>
              <a:effectLst/>
            </p:spPr>
            <p:txBody>
              <a:bodyPr rtlCol="0" anchor="ctr"/>
              <a:lstStyle/>
              <a:p>
                <a:pPr algn="ctr"/>
              </a:p>
            </p:txBody>
          </p:sp>
          <p:sp>
            <p:nvSpPr>
              <p:cNvPr id="984" name="Transition can be predicted 2"/>
              <p:cNvSpPr/>
              <p:nvPr/>
            </p:nvSpPr>
            <p:spPr>
              <a:xfrm>
                <a:off x="746150" y="7009790"/>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65FFFF"/>
              </a:solidFill>
              <a:ln w="32004" cap="flat">
                <a:solidFill>
                  <a:srgbClr val="000000"/>
                </a:solidFill>
                <a:round/>
              </a:ln>
              <a:effectLst/>
            </p:spPr>
            <p:txBody>
              <a:bodyPr rtlCol="0" anchor="ctr"/>
              <a:lstStyle/>
              <a:p>
                <a:pPr algn="ctr"/>
              </a:p>
            </p:txBody>
          </p:sp>
          <p:sp>
            <p:nvSpPr>
              <p:cNvPr id="985" name="Transition can be predicted 3"/>
              <p:cNvSpPr/>
              <p:nvPr/>
            </p:nvSpPr>
            <p:spPr>
              <a:xfrm>
                <a:off x="1276502" y="7723022"/>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65FFFF"/>
              </a:solidFill>
              <a:ln w="32004" cap="flat">
                <a:solidFill>
                  <a:srgbClr val="000000"/>
                </a:solidFill>
                <a:round/>
              </a:ln>
              <a:effectLst/>
            </p:spPr>
            <p:txBody>
              <a:bodyPr rtlCol="0" anchor="ctr"/>
              <a:lstStyle/>
              <a:p>
                <a:pPr algn="ctr"/>
              </a:p>
            </p:txBody>
          </p:sp>
          <p:sp>
            <p:nvSpPr>
              <p:cNvPr id="986" name="Transition can be predicted 4"/>
              <p:cNvSpPr/>
              <p:nvPr/>
            </p:nvSpPr>
            <p:spPr>
              <a:xfrm>
                <a:off x="2949854" y="7503566"/>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65FFFF"/>
              </a:solidFill>
              <a:ln w="32004" cap="flat">
                <a:solidFill>
                  <a:srgbClr val="000000"/>
                </a:solidFill>
                <a:round/>
              </a:ln>
              <a:effectLst/>
            </p:spPr>
            <p:txBody>
              <a:bodyPr rtlCol="0" anchor="ctr"/>
              <a:lstStyle/>
              <a:p>
                <a:pPr algn="ctr"/>
              </a:p>
            </p:txBody>
          </p:sp>
          <p:sp>
            <p:nvSpPr>
              <p:cNvPr id="987" name="Transition can be predicted 5"/>
              <p:cNvSpPr/>
              <p:nvPr/>
            </p:nvSpPr>
            <p:spPr>
              <a:xfrm>
                <a:off x="3370478" y="7302398"/>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65FFFF"/>
              </a:solidFill>
              <a:ln w="32004" cap="flat">
                <a:solidFill>
                  <a:srgbClr val="000000"/>
                </a:solidFill>
                <a:round/>
              </a:ln>
              <a:effectLst/>
            </p:spPr>
            <p:txBody>
              <a:bodyPr rtlCol="0" anchor="ctr"/>
              <a:lstStyle/>
              <a:p>
                <a:pPr algn="ctr"/>
              </a:p>
            </p:txBody>
          </p:sp>
          <p:sp>
            <p:nvSpPr>
              <p:cNvPr id="988" name="Transition can be predicted 6"/>
              <p:cNvSpPr/>
              <p:nvPr/>
            </p:nvSpPr>
            <p:spPr>
              <a:xfrm>
                <a:off x="3727094" y="7604150"/>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65FFFF"/>
              </a:solidFill>
              <a:ln w="32004" cap="flat">
                <a:solidFill>
                  <a:srgbClr val="000000"/>
                </a:solidFill>
                <a:round/>
              </a:ln>
              <a:effectLst/>
            </p:spPr>
            <p:txBody>
              <a:bodyPr rtlCol="0" anchor="ctr"/>
              <a:lstStyle/>
              <a:p>
                <a:pPr algn="ctr"/>
              </a:p>
            </p:txBody>
          </p:sp>
          <p:sp>
            <p:nvSpPr>
              <p:cNvPr id="989" name="Transition can be predicted 7"/>
              <p:cNvSpPr/>
              <p:nvPr/>
            </p:nvSpPr>
            <p:spPr>
              <a:xfrm>
                <a:off x="2904134" y="8143646"/>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65FFFF"/>
              </a:solidFill>
              <a:ln w="32004" cap="flat">
                <a:solidFill>
                  <a:srgbClr val="000000"/>
                </a:solidFill>
                <a:round/>
              </a:ln>
              <a:effectLst/>
            </p:spPr>
            <p:txBody>
              <a:bodyPr rtlCol="0" anchor="ctr"/>
              <a:lstStyle/>
              <a:p>
                <a:pPr algn="ctr"/>
              </a:p>
            </p:txBody>
          </p:sp>
          <p:sp>
            <p:nvSpPr>
              <p:cNvPr id="990" name="Transition can be predicted 8"/>
              <p:cNvSpPr/>
              <p:nvPr/>
            </p:nvSpPr>
            <p:spPr>
              <a:xfrm>
                <a:off x="3480206" y="8143646"/>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65FFFF"/>
              </a:solidFill>
              <a:ln w="32004" cap="flat">
                <a:solidFill>
                  <a:srgbClr val="000000"/>
                </a:solidFill>
                <a:round/>
              </a:ln>
              <a:effectLst/>
            </p:spPr>
            <p:txBody>
              <a:bodyPr rtlCol="0" anchor="ctr"/>
              <a:lstStyle/>
              <a:p>
                <a:pPr algn="ctr"/>
              </a:p>
            </p:txBody>
          </p:sp>
          <p:sp>
            <p:nvSpPr>
              <p:cNvPr id="991" name="Transition can be predicted 9"/>
              <p:cNvSpPr/>
              <p:nvPr/>
            </p:nvSpPr>
            <p:spPr>
              <a:xfrm>
                <a:off x="5437022" y="6049670"/>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65FFFF"/>
              </a:solidFill>
              <a:ln w="32004" cap="flat">
                <a:solidFill>
                  <a:srgbClr val="000000"/>
                </a:solidFill>
                <a:round/>
              </a:ln>
              <a:effectLst/>
            </p:spPr>
            <p:txBody>
              <a:bodyPr rtlCol="0" anchor="ctr"/>
              <a:lstStyle/>
              <a:p>
                <a:pPr algn="ctr"/>
              </a:p>
            </p:txBody>
          </p:sp>
          <p:sp>
            <p:nvSpPr>
              <p:cNvPr id="992" name="Transition can be predicted 10"/>
              <p:cNvSpPr/>
              <p:nvPr/>
            </p:nvSpPr>
            <p:spPr>
              <a:xfrm>
                <a:off x="5135270" y="6954926"/>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65FFFF"/>
              </a:solidFill>
              <a:ln w="32004" cap="flat">
                <a:solidFill>
                  <a:srgbClr val="000000"/>
                </a:solidFill>
                <a:round/>
              </a:ln>
              <a:effectLst/>
            </p:spPr>
            <p:txBody>
              <a:bodyPr rtlCol="0" anchor="ctr"/>
              <a:lstStyle/>
              <a:p>
                <a:pPr algn="ctr"/>
              </a:p>
            </p:txBody>
          </p:sp>
          <p:sp>
            <p:nvSpPr>
              <p:cNvPr id="993" name="Transition can be predicted 11"/>
              <p:cNvSpPr/>
              <p:nvPr/>
            </p:nvSpPr>
            <p:spPr>
              <a:xfrm>
                <a:off x="5519318" y="7000646"/>
                <a:ext cx="208483" cy="208483"/>
              </a:xfrm>
              <a:custGeom>
                <a:avLst/>
                <a:gdLst/>
                <a:ahLst/>
                <a:cxnLst/>
                <a:rect l="0" t="0" r="r" b="b"/>
                <a:pathLst>
                  <a:path w="208483" h="208483">
                    <a:moveTo>
                      <a:pt x="208483" y="104242"/>
                    </a:moveTo>
                    <a:cubicBezTo>
                      <a:pt x="208483" y="161813"/>
                      <a:pt x="161813" y="208483"/>
                      <a:pt x="104242" y="208483"/>
                    </a:cubicBezTo>
                    <a:cubicBezTo>
                      <a:pt x="46671" y="208483"/>
                      <a:pt x="0" y="161813"/>
                      <a:pt x="0" y="104242"/>
                    </a:cubicBezTo>
                    <a:cubicBezTo>
                      <a:pt x="0" y="46671"/>
                      <a:pt x="46671" y="0"/>
                      <a:pt x="104242" y="0"/>
                    </a:cubicBezTo>
                    <a:cubicBezTo>
                      <a:pt x="161813" y="0"/>
                      <a:pt x="208483" y="46671"/>
                      <a:pt x="208483" y="104242"/>
                    </a:cubicBezTo>
                    <a:close/>
                  </a:path>
                </a:pathLst>
              </a:custGeom>
              <a:solidFill>
                <a:srgbClr val="65FFFF"/>
              </a:solidFill>
              <a:ln w="32004" cap="flat">
                <a:solidFill>
                  <a:srgbClr val="000000"/>
                </a:solidFill>
                <a:round/>
              </a:ln>
              <a:effectLst/>
            </p:spPr>
            <p:txBody>
              <a:bodyPr rtlCol="0" anchor="ctr"/>
              <a:lstStyle/>
              <a:p>
                <a:pPr algn="ctr"/>
              </a:p>
            </p:txBody>
          </p:sp>
        </p:grpSp>
        <p:sp>
          <p:nvSpPr>
            <p:cNvPr id="994" name="CodeRule_2"/>
            <p:cNvSpPr txBox="1"/>
            <p:nvPr/>
          </p:nvSpPr>
          <p:spPr>
            <a:xfrm>
              <a:off x="777240" y="7244060"/>
              <a:ext cx="1499616"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Nimbus Mono PS"/>
                  <a:ea typeface="Courier New"/>
                  <a:cs typeface="Courier New"/>
                </a:rPr>
                <a:t>CodeRule_2</a:t>
              </a:r>
            </a:p>
          </p:txBody>
        </p:sp>
        <p:sp>
          <p:nvSpPr>
            <p:cNvPr id="995" name="CodeRule_i"/>
            <p:cNvSpPr txBox="1"/>
            <p:nvPr/>
          </p:nvSpPr>
          <p:spPr>
            <a:xfrm>
              <a:off x="2688336" y="7701260"/>
              <a:ext cx="1499616"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Nimbus Mono PS"/>
                  <a:ea typeface="Courier New"/>
                  <a:cs typeface="Courier New"/>
                </a:rPr>
                <a:t>CodeRule_i</a:t>
              </a:r>
            </a:p>
          </p:txBody>
        </p:sp>
        <p:sp>
          <p:nvSpPr>
            <p:cNvPr id="996" name="CodeRule_0"/>
            <p:cNvSpPr txBox="1"/>
            <p:nvPr/>
          </p:nvSpPr>
          <p:spPr>
            <a:xfrm>
              <a:off x="4800600" y="6430244"/>
              <a:ext cx="1499616"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Nimbus Mono PS"/>
                  <a:ea typeface="Courier New"/>
                  <a:cs typeface="Courier New"/>
                </a:rPr>
                <a:t>CodeRule_0</a:t>
              </a:r>
            </a:p>
          </p:txBody>
        </p:sp>
        <p:sp>
          <p:nvSpPr>
            <p:cNvPr id="997" name="CodeRule_1"/>
            <p:cNvSpPr txBox="1"/>
            <p:nvPr/>
          </p:nvSpPr>
          <p:spPr>
            <a:xfrm>
              <a:off x="5532120" y="7692116"/>
              <a:ext cx="1499616"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Nimbus Mono PS"/>
                  <a:ea typeface="Courier New"/>
                  <a:cs typeface="Courier New"/>
                </a:rPr>
                <a:t>CodeRule_1</a:t>
              </a:r>
            </a:p>
          </p:txBody>
        </p:sp>
        <p:grpSp>
          <p:nvGrpSpPr>
            <p:cNvPr id="998" name="Coverage legend"/>
            <p:cNvGrpSpPr/>
            <p:nvPr/>
          </p:nvGrpSpPr>
          <p:grpSpPr>
            <a:xfrm>
              <a:off x="420624" y="8748979"/>
              <a:ext cx="6506876" cy="395021"/>
              <a:chOff x="420624" y="8748979"/>
              <a:chExt cx="6506876" cy="395021"/>
            </a:xfrm>
          </p:grpSpPr>
          <p:sp>
            <p:nvSpPr>
              <p:cNvPr id="999" name="Selected rule legend marker"/>
              <p:cNvSpPr/>
              <p:nvPr/>
            </p:nvSpPr>
            <p:spPr>
              <a:xfrm>
                <a:off x="420624" y="8823960"/>
                <a:ext cx="237744" cy="237744"/>
              </a:xfrm>
              <a:custGeom>
                <a:avLst/>
                <a:gdLst/>
                <a:ahLst/>
                <a:cxnLst/>
                <a:rect l="0" t="0" r="r" b="b"/>
                <a:pathLst>
                  <a:path w="237744" h="237744">
                    <a:moveTo>
                      <a:pt x="237744" y="118872"/>
                    </a:moveTo>
                    <a:cubicBezTo>
                      <a:pt x="237744" y="184523"/>
                      <a:pt x="184523" y="237744"/>
                      <a:pt x="118872" y="237744"/>
                    </a:cubicBezTo>
                    <a:cubicBezTo>
                      <a:pt x="53221" y="237744"/>
                      <a:pt x="0" y="184523"/>
                      <a:pt x="0" y="118872"/>
                    </a:cubicBezTo>
                    <a:cubicBezTo>
                      <a:pt x="0" y="53221"/>
                      <a:pt x="53221" y="0"/>
                      <a:pt x="118872" y="0"/>
                    </a:cubicBezTo>
                    <a:cubicBezTo>
                      <a:pt x="184523" y="0"/>
                      <a:pt x="237744" y="53221"/>
                      <a:pt x="237744" y="118872"/>
                    </a:cubicBezTo>
                    <a:close/>
                  </a:path>
                </a:pathLst>
              </a:custGeom>
              <a:solidFill>
                <a:srgbClr val="FED966"/>
              </a:solidFill>
              <a:ln w="32004" cap="flat">
                <a:solidFill>
                  <a:srgbClr val="555555"/>
                </a:solidFill>
                <a:round/>
                <a:custDash>
                  <a:ds d="257143" sp="228571"/>
                </a:custDash>
              </a:ln>
              <a:effectLst/>
            </p:spPr>
            <p:txBody>
              <a:bodyPr rtlCol="0" anchor="ctr"/>
              <a:lstStyle/>
              <a:p>
                <a:pPr algn="ctr"/>
              </a:p>
            </p:txBody>
          </p:sp>
          <p:sp>
            <p:nvSpPr>
              <p:cNvPr id="1000" name="Dropped rule legend marker"/>
              <p:cNvSpPr/>
              <p:nvPr/>
            </p:nvSpPr>
            <p:spPr>
              <a:xfrm>
                <a:off x="905256" y="8823960"/>
                <a:ext cx="237744" cy="237744"/>
              </a:xfrm>
              <a:custGeom>
                <a:avLst/>
                <a:gdLst/>
                <a:ahLst/>
                <a:cxnLst/>
                <a:rect l="0" t="0" r="r" b="b"/>
                <a:pathLst>
                  <a:path w="237744" h="237744">
                    <a:moveTo>
                      <a:pt x="237744" y="118872"/>
                    </a:moveTo>
                    <a:cubicBezTo>
                      <a:pt x="237744" y="184523"/>
                      <a:pt x="184523" y="237744"/>
                      <a:pt x="118872" y="237744"/>
                    </a:cubicBezTo>
                    <a:cubicBezTo>
                      <a:pt x="53221" y="237744"/>
                      <a:pt x="0" y="184523"/>
                      <a:pt x="0" y="118872"/>
                    </a:cubicBezTo>
                    <a:cubicBezTo>
                      <a:pt x="0" y="53221"/>
                      <a:pt x="53221" y="0"/>
                      <a:pt x="118872" y="0"/>
                    </a:cubicBezTo>
                    <a:cubicBezTo>
                      <a:pt x="184523" y="0"/>
                      <a:pt x="237744" y="53221"/>
                      <a:pt x="237744" y="118872"/>
                    </a:cubicBezTo>
                    <a:close/>
                  </a:path>
                </a:pathLst>
              </a:custGeom>
              <a:solidFill>
                <a:srgbClr val="E6E6E6"/>
              </a:solidFill>
              <a:ln w="32004" cap="flat">
                <a:solidFill>
                  <a:srgbClr val="555555"/>
                </a:solidFill>
                <a:round/>
                <a:custDash>
                  <a:ds d="257143" sp="228571"/>
                </a:custDash>
              </a:ln>
              <a:effectLst/>
            </p:spPr>
            <p:txBody>
              <a:bodyPr rtlCol="0" anchor="ctr"/>
              <a:lstStyle/>
              <a:p>
                <a:pPr algn="ctr"/>
              </a:p>
            </p:txBody>
          </p:sp>
          <p:sp>
            <p:nvSpPr>
              <p:cNvPr id="1001" name="/"/>
              <p:cNvSpPr txBox="1"/>
              <p:nvPr/>
            </p:nvSpPr>
            <p:spPr>
              <a:xfrm>
                <a:off x="713232" y="8748979"/>
                <a:ext cx="154448" cy="395021"/>
              </a:xfrm>
              <a:prstGeom prst="rect">
                <a:avLst/>
              </a:prstGeom>
              <a:noFill/>
            </p:spPr>
            <p:txBody>
              <a:bodyPr wrap="none" lIns="0" rIns="0" tIns="0" bIns="0" anchor="t" anchorCtr="0">
                <a:noAutofit/>
              </a:bodyPr>
              <a:lstStyle/>
              <a:p>
                <a:pPr>
                  <a:lnSpc>
                    <a:spcPct val="100000"/>
                  </a:lnSpc>
                  <a:spcBef>
                    <a:spcPts val="0"/>
                  </a:spcBef>
                  <a:spcAft>
                    <a:spcPts val="0"/>
                  </a:spcAft>
                </a:pPr>
                <a:r>
                  <a:rPr sz="2304" b="1" i="0" lang="en-US" dirty="0">
                    <a:solidFill>
                      <a:srgbClr val="000000"/>
                    </a:solidFill>
                    <a:latin typeface="Arial"/>
                    <a:ea typeface="Arial"/>
                    <a:cs typeface="Arial"/>
                  </a:rPr>
                  <a:t>/</a:t>
                </a:r>
              </a:p>
            </p:txBody>
          </p:sp>
          <p:sp>
            <p:nvSpPr>
              <p:cNvPr id="1002" name="Regions covered by selected/dropped CodeRules"/>
              <p:cNvSpPr txBox="1"/>
              <p:nvPr/>
            </p:nvSpPr>
            <p:spPr>
              <a:xfrm>
                <a:off x="1252728" y="8765896"/>
                <a:ext cx="5674772"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Arial"/>
                    <a:ea typeface="Arial"/>
                    <a:cs typeface="Arial"/>
                  </a:rPr>
                  <a:t>Regions covered by selected/dropped CodeRules</a:t>
                </a:r>
              </a:p>
            </p:txBody>
          </p:sp>
        </p:grpSp>
        <p:grpSp>
          <p:nvGrpSpPr>
            <p:cNvPr id="1003" name="Transition legend"/>
            <p:cNvGrpSpPr/>
            <p:nvPr/>
          </p:nvGrpSpPr>
          <p:grpSpPr>
            <a:xfrm>
              <a:off x="420624" y="9104224"/>
              <a:ext cx="6783855" cy="405536"/>
              <a:chOff x="420624" y="9104224"/>
              <a:chExt cx="6783855" cy="405536"/>
            </a:xfrm>
          </p:grpSpPr>
          <p:sp>
            <p:nvSpPr>
              <p:cNvPr id="1004" name="Predictable transition legend marker"/>
              <p:cNvSpPr/>
              <p:nvPr/>
            </p:nvSpPr>
            <p:spPr>
              <a:xfrm>
                <a:off x="420624" y="9189720"/>
                <a:ext cx="237744" cy="237744"/>
              </a:xfrm>
              <a:custGeom>
                <a:avLst/>
                <a:gdLst/>
                <a:ahLst/>
                <a:cxnLst/>
                <a:rect l="0" t="0" r="r" b="b"/>
                <a:pathLst>
                  <a:path w="237744" h="237744">
                    <a:moveTo>
                      <a:pt x="237744" y="118872"/>
                    </a:moveTo>
                    <a:cubicBezTo>
                      <a:pt x="237744" y="184523"/>
                      <a:pt x="184523" y="237744"/>
                      <a:pt x="118872" y="237744"/>
                    </a:cubicBezTo>
                    <a:cubicBezTo>
                      <a:pt x="53221" y="237744"/>
                      <a:pt x="0" y="184523"/>
                      <a:pt x="0" y="118872"/>
                    </a:cubicBezTo>
                    <a:cubicBezTo>
                      <a:pt x="0" y="53221"/>
                      <a:pt x="53221" y="0"/>
                      <a:pt x="118872" y="0"/>
                    </a:cubicBezTo>
                    <a:cubicBezTo>
                      <a:pt x="184523" y="0"/>
                      <a:pt x="237744" y="53221"/>
                      <a:pt x="237744" y="118872"/>
                    </a:cubicBezTo>
                    <a:close/>
                  </a:path>
                </a:pathLst>
              </a:custGeom>
              <a:solidFill>
                <a:srgbClr val="65FFFF"/>
              </a:solidFill>
              <a:ln w="32004" cap="flat">
                <a:solidFill>
                  <a:srgbClr val="000000"/>
                </a:solidFill>
                <a:round/>
              </a:ln>
              <a:effectLst/>
            </p:spPr>
            <p:txBody>
              <a:bodyPr rtlCol="0" anchor="ctr"/>
              <a:lstStyle/>
              <a:p>
                <a:pPr algn="ctr"/>
              </a:p>
            </p:txBody>
          </p:sp>
          <p:sp>
            <p:nvSpPr>
              <p:cNvPr id="1005" name="Unpredictable transition legend marker"/>
              <p:cNvSpPr/>
              <p:nvPr/>
            </p:nvSpPr>
            <p:spPr>
              <a:xfrm>
                <a:off x="896112" y="9189720"/>
                <a:ext cx="237744" cy="237744"/>
              </a:xfrm>
              <a:custGeom>
                <a:avLst/>
                <a:gdLst/>
                <a:ahLst/>
                <a:cxnLst/>
                <a:rect l="0" t="0" r="r" b="b"/>
                <a:pathLst>
                  <a:path w="237744" h="237744">
                    <a:moveTo>
                      <a:pt x="237744" y="118872"/>
                    </a:moveTo>
                    <a:cubicBezTo>
                      <a:pt x="237744" y="184523"/>
                      <a:pt x="184523" y="237744"/>
                      <a:pt x="118872" y="237744"/>
                    </a:cubicBezTo>
                    <a:cubicBezTo>
                      <a:pt x="53221" y="237744"/>
                      <a:pt x="0" y="184523"/>
                      <a:pt x="0" y="118872"/>
                    </a:cubicBezTo>
                    <a:cubicBezTo>
                      <a:pt x="0" y="53221"/>
                      <a:pt x="53221" y="0"/>
                      <a:pt x="118872" y="0"/>
                    </a:cubicBezTo>
                    <a:cubicBezTo>
                      <a:pt x="184523" y="0"/>
                      <a:pt x="237744" y="53221"/>
                      <a:pt x="237744" y="118872"/>
                    </a:cubicBezTo>
                    <a:close/>
                  </a:path>
                </a:pathLst>
              </a:custGeom>
              <a:solidFill>
                <a:srgbClr val="FF67B4"/>
              </a:solidFill>
              <a:ln w="32004" cap="flat">
                <a:solidFill>
                  <a:srgbClr val="000000"/>
                </a:solidFill>
                <a:round/>
              </a:ln>
              <a:effectLst/>
            </p:spPr>
            <p:txBody>
              <a:bodyPr rtlCol="0" anchor="ctr"/>
              <a:lstStyle/>
              <a:p>
                <a:pPr algn="ctr"/>
              </a:p>
            </p:txBody>
          </p:sp>
          <p:sp>
            <p:nvSpPr>
              <p:cNvPr id="1006" name="/"/>
              <p:cNvSpPr txBox="1"/>
              <p:nvPr/>
            </p:nvSpPr>
            <p:spPr>
              <a:xfrm>
                <a:off x="722376" y="9114739"/>
                <a:ext cx="154448" cy="395021"/>
              </a:xfrm>
              <a:prstGeom prst="rect">
                <a:avLst/>
              </a:prstGeom>
              <a:noFill/>
            </p:spPr>
            <p:txBody>
              <a:bodyPr wrap="none" lIns="0" rIns="0" tIns="0" bIns="0" anchor="t" anchorCtr="0">
                <a:noAutofit/>
              </a:bodyPr>
              <a:lstStyle/>
              <a:p>
                <a:pPr>
                  <a:lnSpc>
                    <a:spcPct val="100000"/>
                  </a:lnSpc>
                  <a:spcBef>
                    <a:spcPts val="0"/>
                  </a:spcBef>
                  <a:spcAft>
                    <a:spcPts val="0"/>
                  </a:spcAft>
                </a:pPr>
                <a:r>
                  <a:rPr sz="2304" b="1" i="0" lang="en-US" dirty="0">
                    <a:solidFill>
                      <a:srgbClr val="000000"/>
                    </a:solidFill>
                    <a:latin typeface="Arial"/>
                    <a:ea typeface="Arial"/>
                    <a:cs typeface="Arial"/>
                  </a:rPr>
                  <a:t>/</a:t>
                </a:r>
              </a:p>
            </p:txBody>
          </p:sp>
          <p:sp>
            <p:nvSpPr>
              <p:cNvPr id="1007" name="Transitions can/cannot be predicted by world model"/>
              <p:cNvSpPr txBox="1"/>
              <p:nvPr/>
            </p:nvSpPr>
            <p:spPr>
              <a:xfrm>
                <a:off x="1252728" y="9104224"/>
                <a:ext cx="5951751"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Arial"/>
                    <a:ea typeface="Arial"/>
                    <a:cs typeface="Arial"/>
                  </a:rPr>
                  <a:t>Transitions can/cannot be predicted by world model</a:t>
                </a:r>
              </a:p>
            </p:txBody>
          </p:sp>
        </p:grpSp>
      </p:grpSp>
      <p:grpSp>
        <p:nvGrpSpPr>
          <p:cNvPr id="1008" name="03 Stage 3 - Translating Symbolic Knowledge to Code"/>
          <p:cNvGrpSpPr/>
          <p:nvPr/>
        </p:nvGrpSpPr>
        <p:grpSpPr>
          <a:xfrm>
            <a:off x="7936992" y="4700016"/>
            <a:ext cx="9491472" cy="4864608"/>
            <a:chOff x="7936992" y="4700016"/>
            <a:chExt cx="9491472" cy="4864608"/>
          </a:xfrm>
        </p:grpSpPr>
        <p:sp>
          <p:nvSpPr>
            <p:cNvPr id="1009" name="Stage 3 panel"/>
            <p:cNvSpPr/>
            <p:nvPr/>
          </p:nvSpPr>
          <p:spPr>
            <a:xfrm>
              <a:off x="7936992" y="4700016"/>
              <a:ext cx="9491472" cy="4864608"/>
            </a:xfrm>
            <a:custGeom>
              <a:avLst/>
              <a:gdLst/>
              <a:ahLst/>
              <a:cxnLst/>
              <a:rect l="0" t="0" r="r" b="b"/>
              <a:pathLst>
                <a:path w="9491472" h="4864608">
                  <a:moveTo>
                    <a:pt x="201168" y="0"/>
                  </a:moveTo>
                  <a:lnTo>
                    <a:pt x="9290304" y="0"/>
                  </a:lnTo>
                  <a:cubicBezTo>
                    <a:pt x="9401406" y="0"/>
                    <a:pt x="9491472" y="90066"/>
                    <a:pt x="9491472" y="201168"/>
                  </a:cubicBezTo>
                  <a:lnTo>
                    <a:pt x="9491472" y="4663440"/>
                  </a:lnTo>
                  <a:cubicBezTo>
                    <a:pt x="9491472" y="4774542"/>
                    <a:pt x="9401406" y="4864608"/>
                    <a:pt x="9290304" y="4864608"/>
                  </a:cubicBezTo>
                  <a:lnTo>
                    <a:pt x="201168" y="4864608"/>
                  </a:lnTo>
                  <a:cubicBezTo>
                    <a:pt x="90066" y="4864608"/>
                    <a:pt x="0" y="4774542"/>
                    <a:pt x="0" y="4663440"/>
                  </a:cubicBezTo>
                  <a:lnTo>
                    <a:pt x="0" y="201168"/>
                  </a:lnTo>
                  <a:cubicBezTo>
                    <a:pt x="0" y="90066"/>
                    <a:pt x="90066" y="0"/>
                    <a:pt x="201168" y="0"/>
                  </a:cubicBezTo>
                  <a:close/>
                </a:path>
              </a:pathLst>
            </a:custGeom>
            <a:solidFill>
              <a:srgbClr val="E6E6E6"/>
            </a:solidFill>
            <a:ln w="32004" cap="flat">
              <a:solidFill>
                <a:srgbClr val="000000"/>
              </a:solidFill>
              <a:round/>
            </a:ln>
            <a:effectLst/>
          </p:spPr>
          <p:txBody>
            <a:bodyPr rtlCol="0" anchor="ctr"/>
            <a:lstStyle/>
            <a:p>
              <a:pPr algn="ctr"/>
            </a:p>
          </p:txBody>
        </p:sp>
        <p:sp>
          <p:nvSpPr>
            <p:cNvPr id="1010" name="Stage 3. Translating Symbolic Knowledge to Code"/>
            <p:cNvSpPr txBox="1"/>
            <p:nvPr/>
          </p:nvSpPr>
          <p:spPr>
            <a:xfrm>
              <a:off x="10011189" y="4760824"/>
              <a:ext cx="5727126" cy="320954"/>
            </a:xfrm>
            <a:prstGeom prst="rect">
              <a:avLst/>
            </a:prstGeom>
            <a:noFill/>
          </p:spPr>
          <p:txBody>
            <a:bodyPr wrap="none" lIns="0" rIns="0" tIns="0" bIns="0" anchor="t" anchorCtr="0">
              <a:noAutofit/>
            </a:bodyPr>
            <a:lstStyle/>
            <a:p>
              <a:pPr>
                <a:lnSpc>
                  <a:spcPct val="100000"/>
                </a:lnSpc>
                <a:spcBef>
                  <a:spcPts val="0"/>
                </a:spcBef>
                <a:spcAft>
                  <a:spcPts val="0"/>
                </a:spcAft>
              </a:pPr>
              <a:r>
                <a:rPr sz="1872" b="1" i="0" lang="en-US" dirty="0">
                  <a:solidFill>
                    <a:srgbClr val="000000"/>
                  </a:solidFill>
                  <a:latin typeface="Arial"/>
                  <a:ea typeface="Arial"/>
                  <a:cs typeface="Arial"/>
                </a:rPr>
                <a:t>Stage 3. Translating Symbolic Knowledge to Code</a:t>
              </a:r>
            </a:p>
          </p:txBody>
        </p:sp>
        <p:sp>
          <p:nvSpPr>
            <p:cNvPr id="1011" name="Prompt and input box"/>
            <p:cNvSpPr/>
            <p:nvPr/>
          </p:nvSpPr>
          <p:spPr>
            <a:xfrm>
              <a:off x="8339328" y="5148072"/>
              <a:ext cx="8714232" cy="1335024"/>
            </a:xfrm>
            <a:custGeom>
              <a:avLst/>
              <a:gdLst/>
              <a:ahLst/>
              <a:cxnLst/>
              <a:rect l="0" t="0" r="r" b="b"/>
              <a:pathLst>
                <a:path w="8714232" h="1335024">
                  <a:moveTo>
                    <a:pt x="109728" y="0"/>
                  </a:moveTo>
                  <a:lnTo>
                    <a:pt x="8604504" y="0"/>
                  </a:lnTo>
                  <a:cubicBezTo>
                    <a:pt x="8665105" y="0"/>
                    <a:pt x="8714232" y="49127"/>
                    <a:pt x="8714232" y="109728"/>
                  </a:cubicBezTo>
                  <a:lnTo>
                    <a:pt x="8714232" y="1225296"/>
                  </a:lnTo>
                  <a:cubicBezTo>
                    <a:pt x="8714232" y="1285897"/>
                    <a:pt x="8665105" y="1335024"/>
                    <a:pt x="8604504" y="1335024"/>
                  </a:cubicBezTo>
                  <a:lnTo>
                    <a:pt x="109728" y="1335024"/>
                  </a:lnTo>
                  <a:cubicBezTo>
                    <a:pt x="49127" y="1335024"/>
                    <a:pt x="0" y="1285897"/>
                    <a:pt x="0" y="1225296"/>
                  </a:cubicBezTo>
                  <a:lnTo>
                    <a:pt x="0" y="109728"/>
                  </a:lnTo>
                  <a:cubicBezTo>
                    <a:pt x="0" y="49127"/>
                    <a:pt x="49127" y="0"/>
                    <a:pt x="109728" y="0"/>
                  </a:cubicBezTo>
                  <a:close/>
                </a:path>
              </a:pathLst>
            </a:custGeom>
            <a:solidFill>
              <a:srgbClr val="FFFFFF"/>
            </a:solidFill>
            <a:ln w="32004" cap="flat">
              <a:solidFill>
                <a:srgbClr val="000000"/>
              </a:solidFill>
              <a:round/>
            </a:ln>
            <a:effectLst/>
          </p:spPr>
          <p:txBody>
            <a:bodyPr rtlCol="0" anchor="ctr"/>
            <a:lstStyle/>
            <a:p>
              <a:pPr algn="ctr"/>
            </a:p>
          </p:txBody>
        </p:sp>
        <p:grpSp>
          <p:nvGrpSpPr>
            <p:cNvPr id="1012" name="Prompt with editable highlights"/>
            <p:cNvGrpSpPr/>
            <p:nvPr/>
          </p:nvGrpSpPr>
          <p:grpSpPr>
            <a:xfrm>
              <a:off x="8714232" y="5184776"/>
              <a:ext cx="7835311" cy="1182959"/>
              <a:chOff x="8714232" y="5184776"/>
              <a:chExt cx="7835311" cy="1182959"/>
            </a:xfrm>
          </p:grpSpPr>
          <p:grpSp>
            <p:nvGrpSpPr>
              <p:cNvPr id="1013" name="Editable code line"/>
              <p:cNvGrpSpPr/>
              <p:nvPr/>
            </p:nvGrpSpPr>
            <p:grpSpPr>
              <a:xfrm>
                <a:off x="8714232" y="5184776"/>
                <a:ext cx="7835311" cy="323423"/>
                <a:chOff x="8714232" y="5184776"/>
                <a:chExt cx="7835311" cy="323423"/>
              </a:xfrm>
            </p:grpSpPr>
            <p:sp>
              <p:nvSpPr>
                <p:cNvPr id="1014" name="Highlight: Prompt"/>
                <p:cNvSpPr/>
                <p:nvPr/>
              </p:nvSpPr>
              <p:spPr>
                <a:xfrm>
                  <a:off x="8714232" y="5230368"/>
                  <a:ext cx="862462" cy="274320"/>
                </a:xfrm>
                <a:custGeom>
                  <a:avLst/>
                  <a:gdLst/>
                  <a:ahLst/>
                  <a:cxnLst/>
                  <a:rect l="0" t="0" r="r" b="b"/>
                  <a:pathLst>
                    <a:path w="862462" h="274320">
                      <a:moveTo>
                        <a:pt x="0" y="0"/>
                      </a:moveTo>
                      <a:lnTo>
                        <a:pt x="862462" y="0"/>
                      </a:lnTo>
                      <a:lnTo>
                        <a:pt x="862462" y="274320"/>
                      </a:lnTo>
                      <a:lnTo>
                        <a:pt x="0" y="274320"/>
                      </a:lnTo>
                      <a:close/>
                    </a:path>
                  </a:pathLst>
                </a:custGeom>
                <a:solidFill>
                  <a:srgbClr val="FFCB99"/>
                </a:solidFill>
                <a:ln>
                  <a:noFill/>
                </a:ln>
                <a:effectLst/>
              </p:spPr>
              <p:txBody>
                <a:bodyPr rtlCol="0" anchor="ctr"/>
                <a:lstStyle/>
                <a:p>
                  <a:pPr algn="ctr"/>
                </a:p>
              </p:txBody>
            </p:sp>
            <p:sp>
              <p:nvSpPr>
                <p:cNvPr id="1015" name="Highlight: Python function"/>
                <p:cNvSpPr/>
                <p:nvPr/>
              </p:nvSpPr>
              <p:spPr>
                <a:xfrm>
                  <a:off x="14320236" y="5230368"/>
                  <a:ext cx="2156155" cy="274320"/>
                </a:xfrm>
                <a:custGeom>
                  <a:avLst/>
                  <a:gdLst/>
                  <a:ahLst/>
                  <a:cxnLst/>
                  <a:rect l="0" t="0" r="r" b="b"/>
                  <a:pathLst>
                    <a:path w="2156155" h="274320">
                      <a:moveTo>
                        <a:pt x="0" y="0"/>
                      </a:moveTo>
                      <a:lnTo>
                        <a:pt x="2156155" y="0"/>
                      </a:lnTo>
                      <a:lnTo>
                        <a:pt x="2156155" y="274320"/>
                      </a:lnTo>
                      <a:lnTo>
                        <a:pt x="0" y="274320"/>
                      </a:lnTo>
                      <a:close/>
                    </a:path>
                  </a:pathLst>
                </a:custGeom>
                <a:solidFill>
                  <a:srgbClr val="FFCB99"/>
                </a:solidFill>
                <a:ln>
                  <a:noFill/>
                </a:ln>
                <a:effectLst/>
              </p:spPr>
              <p:txBody>
                <a:bodyPr rtlCol="0" anchor="ctr"/>
                <a:lstStyle/>
                <a:p>
                  <a:pPr algn="ctr"/>
                </a:p>
              </p:txBody>
            </p:sp>
            <p:sp>
              <p:nvSpPr>
                <p:cNvPr id="1016" name="Prompt: Implement the learned rules in Python function"/>
                <p:cNvSpPr txBox="1"/>
                <p:nvPr/>
              </p:nvSpPr>
              <p:spPr>
                <a:xfrm>
                  <a:off x="8714232" y="5184776"/>
                  <a:ext cx="7835311"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Prompt: Implement the learned rules in Python function</a:t>
                  </a:r>
                </a:p>
              </p:txBody>
            </p:sp>
          </p:grpSp>
          <p:sp>
            <p:nvSpPr>
              <p:cNvPr id="1017" name="to evaluate a observation and action, optionally using"/>
              <p:cNvSpPr txBox="1"/>
              <p:nvPr/>
            </p:nvSpPr>
            <p:spPr>
              <a:xfrm>
                <a:off x="8714232" y="5468240"/>
                <a:ext cx="7835311"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to evaluate a observation and action, optionally using</a:t>
                </a:r>
              </a:p>
            </p:txBody>
          </p:sp>
          <p:sp>
            <p:nvSpPr>
              <p:cNvPr id="1018" name="the Knowledge Graph or Scene Graph as extra arguments."/>
              <p:cNvSpPr txBox="1"/>
              <p:nvPr/>
            </p:nvSpPr>
            <p:spPr>
              <a:xfrm>
                <a:off x="8714232" y="5769992"/>
                <a:ext cx="7835311"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the Knowledge Graph or Scene Graph as extra arguments.</a:t>
                </a:r>
              </a:p>
            </p:txBody>
          </p:sp>
          <p:grpSp>
            <p:nvGrpSpPr>
              <p:cNvPr id="1019" name="Editable code line"/>
              <p:cNvGrpSpPr/>
              <p:nvPr/>
            </p:nvGrpSpPr>
            <p:grpSpPr>
              <a:xfrm>
                <a:off x="8714232" y="6044312"/>
                <a:ext cx="7547823" cy="323423"/>
                <a:chOff x="8714232" y="6044312"/>
                <a:chExt cx="7547823" cy="323423"/>
              </a:xfrm>
            </p:grpSpPr>
            <p:sp>
              <p:nvSpPr>
                <p:cNvPr id="1020" name="Highlight: Input"/>
                <p:cNvSpPr/>
                <p:nvPr/>
              </p:nvSpPr>
              <p:spPr>
                <a:xfrm>
                  <a:off x="8714232" y="6089904"/>
                  <a:ext cx="718718" cy="274320"/>
                </a:xfrm>
                <a:custGeom>
                  <a:avLst/>
                  <a:gdLst/>
                  <a:ahLst/>
                  <a:cxnLst/>
                  <a:rect l="0" t="0" r="r" b="b"/>
                  <a:pathLst>
                    <a:path w="718718" h="274320">
                      <a:moveTo>
                        <a:pt x="0" y="0"/>
                      </a:moveTo>
                      <a:lnTo>
                        <a:pt x="718718" y="0"/>
                      </a:lnTo>
                      <a:lnTo>
                        <a:pt x="718718" y="274320"/>
                      </a:lnTo>
                      <a:lnTo>
                        <a:pt x="0" y="274320"/>
                      </a:lnTo>
                      <a:close/>
                    </a:path>
                  </a:pathLst>
                </a:custGeom>
                <a:solidFill>
                  <a:srgbClr val="FFCB99"/>
                </a:solidFill>
                <a:ln>
                  <a:noFill/>
                </a:ln>
                <a:effectLst/>
              </p:spPr>
              <p:txBody>
                <a:bodyPr rtlCol="0" anchor="ctr"/>
                <a:lstStyle/>
                <a:p>
                  <a:pPr algn="ctr"/>
                </a:p>
              </p:txBody>
            </p:sp>
            <p:sp>
              <p:nvSpPr>
                <p:cNvPr id="1021" name="Highlight: textual rules"/>
                <p:cNvSpPr/>
                <p:nvPr/>
              </p:nvSpPr>
              <p:spPr>
                <a:xfrm>
                  <a:off x="9864181" y="6089904"/>
                  <a:ext cx="1868668" cy="274320"/>
                </a:xfrm>
                <a:custGeom>
                  <a:avLst/>
                  <a:gdLst/>
                  <a:ahLst/>
                  <a:cxnLst/>
                  <a:rect l="0" t="0" r="r" b="b"/>
                  <a:pathLst>
                    <a:path w="1868668" h="274320">
                      <a:moveTo>
                        <a:pt x="0" y="0"/>
                      </a:moveTo>
                      <a:lnTo>
                        <a:pt x="1868668" y="0"/>
                      </a:lnTo>
                      <a:lnTo>
                        <a:pt x="1868668" y="274320"/>
                      </a:lnTo>
                      <a:lnTo>
                        <a:pt x="0" y="274320"/>
                      </a:lnTo>
                      <a:close/>
                    </a:path>
                  </a:pathLst>
                </a:custGeom>
                <a:solidFill>
                  <a:srgbClr val="FFCB99"/>
                </a:solidFill>
                <a:ln>
                  <a:noFill/>
                </a:ln>
                <a:effectLst/>
              </p:spPr>
              <p:txBody>
                <a:bodyPr rtlCol="0" anchor="ctr"/>
                <a:lstStyle/>
                <a:p>
                  <a:pPr algn="ctr"/>
                </a:p>
              </p:txBody>
            </p:sp>
            <p:sp>
              <p:nvSpPr>
                <p:cNvPr id="1022" name="Highlight: knowledge_graph"/>
                <p:cNvSpPr/>
                <p:nvPr/>
              </p:nvSpPr>
              <p:spPr>
                <a:xfrm>
                  <a:off x="12020337" y="6089904"/>
                  <a:ext cx="2156155" cy="274320"/>
                </a:xfrm>
                <a:custGeom>
                  <a:avLst/>
                  <a:gdLst/>
                  <a:ahLst/>
                  <a:cxnLst/>
                  <a:rect l="0" t="0" r="r" b="b"/>
                  <a:pathLst>
                    <a:path w="2156155" h="274320">
                      <a:moveTo>
                        <a:pt x="0" y="0"/>
                      </a:moveTo>
                      <a:lnTo>
                        <a:pt x="2156155" y="0"/>
                      </a:lnTo>
                      <a:lnTo>
                        <a:pt x="2156155" y="274320"/>
                      </a:lnTo>
                      <a:lnTo>
                        <a:pt x="0" y="274320"/>
                      </a:lnTo>
                      <a:close/>
                    </a:path>
                  </a:pathLst>
                </a:custGeom>
                <a:solidFill>
                  <a:srgbClr val="FFCB99"/>
                </a:solidFill>
                <a:ln>
                  <a:noFill/>
                </a:ln>
                <a:effectLst/>
              </p:spPr>
              <p:txBody>
                <a:bodyPr rtlCol="0" anchor="ctr"/>
                <a:lstStyle/>
                <a:p>
                  <a:pPr algn="ctr"/>
                </a:p>
              </p:txBody>
            </p:sp>
            <p:sp>
              <p:nvSpPr>
                <p:cNvPr id="1023" name="Highlight: scene_graph"/>
                <p:cNvSpPr/>
                <p:nvPr/>
              </p:nvSpPr>
              <p:spPr>
                <a:xfrm>
                  <a:off x="14463979" y="6089904"/>
                  <a:ext cx="1581180" cy="274320"/>
                </a:xfrm>
                <a:custGeom>
                  <a:avLst/>
                  <a:gdLst/>
                  <a:ahLst/>
                  <a:cxnLst/>
                  <a:rect l="0" t="0" r="r" b="b"/>
                  <a:pathLst>
                    <a:path w="1581180" h="274320">
                      <a:moveTo>
                        <a:pt x="0" y="0"/>
                      </a:moveTo>
                      <a:lnTo>
                        <a:pt x="1581180" y="0"/>
                      </a:lnTo>
                      <a:lnTo>
                        <a:pt x="1581180" y="274320"/>
                      </a:lnTo>
                      <a:lnTo>
                        <a:pt x="0" y="274320"/>
                      </a:lnTo>
                      <a:close/>
                    </a:path>
                  </a:pathLst>
                </a:custGeom>
                <a:solidFill>
                  <a:srgbClr val="FFCB99"/>
                </a:solidFill>
                <a:ln>
                  <a:noFill/>
                </a:ln>
                <a:effectLst/>
              </p:spPr>
              <p:txBody>
                <a:bodyPr rtlCol="0" anchor="ctr"/>
                <a:lstStyle/>
                <a:p>
                  <a:pPr algn="ctr"/>
                </a:p>
              </p:txBody>
            </p:sp>
            <p:sp>
              <p:nvSpPr>
                <p:cNvPr id="1024" name="Input: [textual rules, knowledge_graph, scene_graph]"/>
                <p:cNvSpPr txBox="1"/>
                <p:nvPr/>
              </p:nvSpPr>
              <p:spPr>
                <a:xfrm>
                  <a:off x="8714232" y="6044312"/>
                  <a:ext cx="7547823"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Input: [textual rules, knowledge_graph, scene_graph]</a:t>
                  </a:r>
                </a:p>
              </p:txBody>
            </p:sp>
          </p:grpSp>
        </p:grpSp>
        <p:sp>
          <p:nvSpPr>
            <p:cNvPr id="1025" name="Prompt to LLM"/>
            <p:cNvSpPr/>
            <p:nvPr/>
          </p:nvSpPr>
          <p:spPr>
            <a:xfrm>
              <a:off x="12710160" y="6483096"/>
              <a:ext cx="91" cy="164592"/>
            </a:xfrm>
            <a:custGeom>
              <a:avLst/>
              <a:gdLst/>
              <a:ahLst/>
              <a:cxnLst/>
              <a:rect l="0" t="0" r="r" b="b"/>
              <a:pathLst>
                <a:path w="91" h="164592">
                  <a:moveTo>
                    <a:pt x="0" y="0"/>
                  </a:moveTo>
                  <a:lnTo>
                    <a:pt x="0" y="164592"/>
                  </a:lnTo>
                </a:path>
              </a:pathLst>
            </a:custGeom>
            <a:noFill/>
            <a:ln w="32004" cap="flat">
              <a:solidFill>
                <a:srgbClr val="000000"/>
              </a:solidFill>
              <a:round/>
            </a:ln>
            <a:effectLst/>
          </p:spPr>
          <p:txBody>
            <a:bodyPr rtlCol="0" anchor="ctr"/>
            <a:lstStyle/>
            <a:p>
              <a:pPr algn="ctr"/>
            </a:p>
          </p:txBody>
        </p:sp>
        <p:sp>
          <p:nvSpPr>
            <p:cNvPr id="1026" name="Stage 3 LLM bar"/>
            <p:cNvSpPr/>
            <p:nvPr/>
          </p:nvSpPr>
          <p:spPr>
            <a:xfrm>
              <a:off x="8339328" y="6647688"/>
              <a:ext cx="8750808" cy="420624"/>
            </a:xfrm>
            <a:custGeom>
              <a:avLst/>
              <a:gdLst/>
              <a:ahLst/>
              <a:cxnLst/>
              <a:rect l="0" t="0" r="r" b="b"/>
              <a:pathLst>
                <a:path w="8750808" h="420624">
                  <a:moveTo>
                    <a:pt x="73152" y="0"/>
                  </a:moveTo>
                  <a:lnTo>
                    <a:pt x="8677656" y="0"/>
                  </a:lnTo>
                  <a:cubicBezTo>
                    <a:pt x="8718057" y="0"/>
                    <a:pt x="8750808" y="32751"/>
                    <a:pt x="8750808" y="73152"/>
                  </a:cubicBezTo>
                  <a:lnTo>
                    <a:pt x="8750808" y="347472"/>
                  </a:lnTo>
                  <a:cubicBezTo>
                    <a:pt x="8750808" y="387873"/>
                    <a:pt x="8718057" y="420624"/>
                    <a:pt x="8677656" y="420624"/>
                  </a:cubicBezTo>
                  <a:lnTo>
                    <a:pt x="73152" y="420624"/>
                  </a:lnTo>
                  <a:cubicBezTo>
                    <a:pt x="32751" y="420624"/>
                    <a:pt x="0" y="387873"/>
                    <a:pt x="0" y="347472"/>
                  </a:cubicBezTo>
                  <a:lnTo>
                    <a:pt x="0" y="73152"/>
                  </a:lnTo>
                  <a:cubicBezTo>
                    <a:pt x="0" y="32751"/>
                    <a:pt x="32751" y="0"/>
                    <a:pt x="73152" y="0"/>
                  </a:cubicBezTo>
                  <a:close/>
                </a:path>
              </a:pathLst>
            </a:custGeom>
            <a:solidFill>
              <a:srgbClr val="FECCCB"/>
            </a:solidFill>
            <a:ln w="32004" cap="flat">
              <a:solidFill>
                <a:srgbClr val="000000"/>
              </a:solidFill>
              <a:round/>
            </a:ln>
            <a:effectLst/>
          </p:spPr>
          <p:txBody>
            <a:bodyPr rtlCol="0" anchor="ctr"/>
            <a:lstStyle/>
            <a:p>
              <a:pPr algn="ctr"/>
            </a:p>
          </p:txBody>
        </p:sp>
        <p:sp>
          <p:nvSpPr>
            <p:cNvPr id="1027" name="LLM"/>
            <p:cNvSpPr txBox="1"/>
            <p:nvPr/>
          </p:nvSpPr>
          <p:spPr>
            <a:xfrm>
              <a:off x="12443341" y="6672834"/>
              <a:ext cx="606790" cy="370332"/>
            </a:xfrm>
            <a:prstGeom prst="rect">
              <a:avLst/>
            </a:prstGeom>
            <a:noFill/>
          </p:spPr>
          <p:txBody>
            <a:bodyPr wrap="none" lIns="0" rIns="0" tIns="0" bIns="0" anchor="t" anchorCtr="0">
              <a:noAutofit/>
            </a:bodyPr>
            <a:lstStyle/>
            <a:p>
              <a:pPr>
                <a:lnSpc>
                  <a:spcPct val="100000"/>
                </a:lnSpc>
                <a:spcBef>
                  <a:spcPts val="0"/>
                </a:spcBef>
                <a:spcAft>
                  <a:spcPts val="0"/>
                </a:spcAft>
              </a:pPr>
              <a:r>
                <a:rPr sz="2160" b="0" i="0" lang="en-US" dirty="0">
                  <a:solidFill>
                    <a:srgbClr val="000000"/>
                  </a:solidFill>
                  <a:latin typeface="Arial"/>
                  <a:ea typeface="Arial"/>
                  <a:cs typeface="Arial"/>
                </a:rPr>
                <a:t>LLM</a:t>
              </a:r>
            </a:p>
          </p:txBody>
        </p:sp>
        <p:sp>
          <p:nvSpPr>
            <p:cNvPr id="1028" name="LLM to Python code shaft"/>
            <p:cNvSpPr/>
            <p:nvPr/>
          </p:nvSpPr>
          <p:spPr>
            <a:xfrm>
              <a:off x="12710160" y="7068312"/>
              <a:ext cx="91" cy="130759"/>
            </a:xfrm>
            <a:custGeom>
              <a:avLst/>
              <a:gdLst/>
              <a:ahLst/>
              <a:cxnLst/>
              <a:rect l="0" t="0" r="r" b="b"/>
              <a:pathLst>
                <a:path w="91" h="130759">
                  <a:moveTo>
                    <a:pt x="0" y="0"/>
                  </a:moveTo>
                  <a:lnTo>
                    <a:pt x="0" y="130759"/>
                  </a:lnTo>
                </a:path>
              </a:pathLst>
            </a:custGeom>
            <a:noFill/>
            <a:ln w="32004" cap="flat">
              <a:solidFill>
                <a:srgbClr val="000000"/>
              </a:solidFill>
              <a:round/>
            </a:ln>
            <a:effectLst/>
          </p:spPr>
          <p:txBody>
            <a:bodyPr rtlCol="0" anchor="ctr"/>
            <a:lstStyle/>
            <a:p>
              <a:pPr algn="ctr"/>
            </a:p>
          </p:txBody>
        </p:sp>
        <p:sp>
          <p:nvSpPr>
            <p:cNvPr id="1029" name="LLM to Python code head"/>
            <p:cNvSpPr/>
            <p:nvPr/>
          </p:nvSpPr>
          <p:spPr>
            <a:xfrm>
              <a:off x="12618720" y="7141464"/>
              <a:ext cx="182880" cy="164592"/>
            </a:xfrm>
            <a:custGeom>
              <a:avLst/>
              <a:gdLst/>
              <a:ahLst/>
              <a:cxnLst/>
              <a:rect l="0" t="0" r="r" b="b"/>
              <a:pathLst>
                <a:path w="182880" h="164592">
                  <a:moveTo>
                    <a:pt x="91440" y="164592"/>
                  </a:moveTo>
                  <a:lnTo>
                    <a:pt x="0" y="0"/>
                  </a:lnTo>
                  <a:lnTo>
                    <a:pt x="91440" y="44440"/>
                  </a:lnTo>
                  <a:lnTo>
                    <a:pt x="182880" y="0"/>
                  </a:lnTo>
                  <a:close/>
                </a:path>
              </a:pathLst>
            </a:custGeom>
            <a:solidFill>
              <a:srgbClr val="000000"/>
            </a:solidFill>
            <a:ln>
              <a:noFill/>
            </a:ln>
            <a:effectLst/>
          </p:spPr>
          <p:txBody>
            <a:bodyPr rtlCol="0" anchor="ctr"/>
            <a:lstStyle/>
            <a:p>
              <a:pPr algn="ctr"/>
            </a:p>
          </p:txBody>
        </p:sp>
        <p:sp>
          <p:nvSpPr>
            <p:cNvPr id="1030" name="Generated code output box"/>
            <p:cNvSpPr/>
            <p:nvPr/>
          </p:nvSpPr>
          <p:spPr>
            <a:xfrm>
              <a:off x="8339328" y="7306056"/>
              <a:ext cx="8750808" cy="2121408"/>
            </a:xfrm>
            <a:custGeom>
              <a:avLst/>
              <a:gdLst/>
              <a:ahLst/>
              <a:cxnLst/>
              <a:rect l="0" t="0" r="r" b="b"/>
              <a:pathLst>
                <a:path w="8750808" h="2121408">
                  <a:moveTo>
                    <a:pt x="155448" y="0"/>
                  </a:moveTo>
                  <a:lnTo>
                    <a:pt x="8595360" y="0"/>
                  </a:lnTo>
                  <a:cubicBezTo>
                    <a:pt x="8681212" y="0"/>
                    <a:pt x="8750808" y="69596"/>
                    <a:pt x="8750808" y="155448"/>
                  </a:cubicBezTo>
                  <a:lnTo>
                    <a:pt x="8750808" y="1965960"/>
                  </a:lnTo>
                  <a:cubicBezTo>
                    <a:pt x="8750808" y="2051812"/>
                    <a:pt x="8681212" y="2121408"/>
                    <a:pt x="8595360" y="2121408"/>
                  </a:cubicBezTo>
                  <a:lnTo>
                    <a:pt x="155448" y="2121408"/>
                  </a:lnTo>
                  <a:cubicBezTo>
                    <a:pt x="69596" y="2121408"/>
                    <a:pt x="0" y="2051812"/>
                    <a:pt x="0" y="1965960"/>
                  </a:cubicBezTo>
                  <a:lnTo>
                    <a:pt x="0" y="155448"/>
                  </a:lnTo>
                  <a:cubicBezTo>
                    <a:pt x="0" y="69596"/>
                    <a:pt x="69596" y="0"/>
                    <a:pt x="155448" y="0"/>
                  </a:cubicBezTo>
                  <a:close/>
                </a:path>
              </a:pathLst>
            </a:custGeom>
            <a:solidFill>
              <a:srgbClr val="FFFFFF"/>
            </a:solidFill>
            <a:ln w="32004" cap="flat">
              <a:solidFill>
                <a:srgbClr val="000000"/>
              </a:solidFill>
              <a:round/>
            </a:ln>
            <a:effectLst/>
          </p:spPr>
          <p:txBody>
            <a:bodyPr rtlCol="0" anchor="ctr"/>
            <a:lstStyle/>
            <a:p>
              <a:pPr algn="ctr"/>
            </a:p>
          </p:txBody>
        </p:sp>
        <p:grpSp>
          <p:nvGrpSpPr>
            <p:cNvPr id="1031" name="Editable output Python code"/>
            <p:cNvGrpSpPr/>
            <p:nvPr/>
          </p:nvGrpSpPr>
          <p:grpSpPr>
            <a:xfrm>
              <a:off x="8714232" y="7342760"/>
              <a:ext cx="7835311" cy="2033351"/>
              <a:chOff x="8714232" y="7342760"/>
              <a:chExt cx="7835311" cy="2033351"/>
            </a:xfrm>
          </p:grpSpPr>
          <p:grpSp>
            <p:nvGrpSpPr>
              <p:cNvPr id="1032" name="Editable code line"/>
              <p:cNvGrpSpPr/>
              <p:nvPr/>
            </p:nvGrpSpPr>
            <p:grpSpPr>
              <a:xfrm>
                <a:off x="8714232" y="7342760"/>
                <a:ext cx="2804282" cy="323423"/>
                <a:chOff x="8714232" y="7342760"/>
                <a:chExt cx="2804282" cy="323423"/>
              </a:xfrm>
            </p:grpSpPr>
            <p:sp>
              <p:nvSpPr>
                <p:cNvPr id="1033" name="Highlight: Output"/>
                <p:cNvSpPr/>
                <p:nvPr/>
              </p:nvSpPr>
              <p:spPr>
                <a:xfrm>
                  <a:off x="8714232" y="7388352"/>
                  <a:ext cx="862462" cy="274320"/>
                </a:xfrm>
                <a:custGeom>
                  <a:avLst/>
                  <a:gdLst/>
                  <a:ahLst/>
                  <a:cxnLst/>
                  <a:rect l="0" t="0" r="r" b="b"/>
                  <a:pathLst>
                    <a:path w="862462" h="274320">
                      <a:moveTo>
                        <a:pt x="0" y="0"/>
                      </a:moveTo>
                      <a:lnTo>
                        <a:pt x="862462" y="0"/>
                      </a:lnTo>
                      <a:lnTo>
                        <a:pt x="862462" y="274320"/>
                      </a:lnTo>
                      <a:lnTo>
                        <a:pt x="0" y="274320"/>
                      </a:lnTo>
                      <a:close/>
                    </a:path>
                  </a:pathLst>
                </a:custGeom>
                <a:solidFill>
                  <a:srgbClr val="FFCB99"/>
                </a:solidFill>
                <a:ln>
                  <a:noFill/>
                </a:ln>
                <a:effectLst/>
              </p:spPr>
              <p:txBody>
                <a:bodyPr rtlCol="0" anchor="ctr"/>
                <a:lstStyle/>
                <a:p>
                  <a:pPr algn="ctr"/>
                </a:p>
              </p:txBody>
            </p:sp>
            <p:sp>
              <p:nvSpPr>
                <p:cNvPr id="1034" name="Highlight: code rules"/>
                <p:cNvSpPr/>
                <p:nvPr/>
              </p:nvSpPr>
              <p:spPr>
                <a:xfrm>
                  <a:off x="9864181" y="7388352"/>
                  <a:ext cx="1437437" cy="274320"/>
                </a:xfrm>
                <a:custGeom>
                  <a:avLst/>
                  <a:gdLst/>
                  <a:ahLst/>
                  <a:cxnLst/>
                  <a:rect l="0" t="0" r="r" b="b"/>
                  <a:pathLst>
                    <a:path w="1437437" h="274320">
                      <a:moveTo>
                        <a:pt x="0" y="0"/>
                      </a:moveTo>
                      <a:lnTo>
                        <a:pt x="1437437" y="0"/>
                      </a:lnTo>
                      <a:lnTo>
                        <a:pt x="1437437" y="274320"/>
                      </a:lnTo>
                      <a:lnTo>
                        <a:pt x="0" y="274320"/>
                      </a:lnTo>
                      <a:close/>
                    </a:path>
                  </a:pathLst>
                </a:custGeom>
                <a:solidFill>
                  <a:srgbClr val="CCEC8B"/>
                </a:solidFill>
                <a:ln>
                  <a:noFill/>
                </a:ln>
                <a:effectLst/>
              </p:spPr>
              <p:txBody>
                <a:bodyPr rtlCol="0" anchor="ctr"/>
                <a:lstStyle/>
                <a:p>
                  <a:pPr algn="ctr"/>
                </a:p>
              </p:txBody>
            </p:sp>
            <p:sp>
              <p:nvSpPr>
                <p:cNvPr id="1035" name="Output:[code rules]"/>
                <p:cNvSpPr txBox="1"/>
                <p:nvPr/>
              </p:nvSpPr>
              <p:spPr>
                <a:xfrm>
                  <a:off x="8714232" y="7342760"/>
                  <a:ext cx="2804282"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Output:[code rules]</a:t>
                  </a:r>
                </a:p>
              </p:txBody>
            </p:sp>
          </p:grpSp>
          <p:grpSp>
            <p:nvGrpSpPr>
              <p:cNvPr id="1036" name="Editable code line"/>
              <p:cNvGrpSpPr/>
              <p:nvPr/>
            </p:nvGrpSpPr>
            <p:grpSpPr>
              <a:xfrm>
                <a:off x="8714232" y="7626224"/>
                <a:ext cx="7691567" cy="323423"/>
                <a:chOff x="8714232" y="7626224"/>
                <a:chExt cx="7691567" cy="323423"/>
              </a:xfrm>
            </p:grpSpPr>
            <p:sp>
              <p:nvSpPr>
                <p:cNvPr id="1037" name="Highlight: def CodeRule_0(observation, action, knowledge_graph):"/>
                <p:cNvSpPr/>
                <p:nvPr/>
              </p:nvSpPr>
              <p:spPr>
                <a:xfrm>
                  <a:off x="8714232" y="7671816"/>
                  <a:ext cx="7618415" cy="274320"/>
                </a:xfrm>
                <a:custGeom>
                  <a:avLst/>
                  <a:gdLst/>
                  <a:ahLst/>
                  <a:cxnLst/>
                  <a:rect l="0" t="0" r="r" b="b"/>
                  <a:pathLst>
                    <a:path w="7618415" h="274320">
                      <a:moveTo>
                        <a:pt x="0" y="0"/>
                      </a:moveTo>
                      <a:lnTo>
                        <a:pt x="7618415" y="0"/>
                      </a:lnTo>
                      <a:lnTo>
                        <a:pt x="7618415" y="274320"/>
                      </a:lnTo>
                      <a:lnTo>
                        <a:pt x="0" y="274320"/>
                      </a:lnTo>
                      <a:close/>
                    </a:path>
                  </a:pathLst>
                </a:custGeom>
                <a:solidFill>
                  <a:srgbClr val="CCEC8B"/>
                </a:solidFill>
                <a:ln>
                  <a:noFill/>
                </a:ln>
                <a:effectLst/>
              </p:spPr>
              <p:txBody>
                <a:bodyPr rtlCol="0" anchor="ctr"/>
                <a:lstStyle/>
                <a:p>
                  <a:pPr algn="ctr"/>
                </a:p>
              </p:txBody>
            </p:sp>
            <p:sp>
              <p:nvSpPr>
                <p:cNvPr id="1038" name="def CodeRule_0(observation, action, knowledge_graph):"/>
                <p:cNvSpPr txBox="1"/>
                <p:nvPr/>
              </p:nvSpPr>
              <p:spPr>
                <a:xfrm>
                  <a:off x="8714232" y="7626224"/>
                  <a:ext cx="7691567"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def CodeRule_0(observation, action, knowledge_graph):</a:t>
                  </a:r>
                </a:p>
              </p:txBody>
            </p:sp>
          </p:grpSp>
          <p:sp>
            <p:nvSpPr>
              <p:cNvPr id="1039" name="    if state[&quot;inventory&quot;].get(material, 0) &lt; quantity:"/>
              <p:cNvSpPr txBox="1"/>
              <p:nvPr/>
            </p:nvSpPr>
            <p:spPr>
              <a:xfrm>
                <a:off x="8714232" y="7927976"/>
                <a:ext cx="7835311"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    if state["inventory"].get(material, 0) &lt; quantity:</a:t>
                </a:r>
              </a:p>
            </p:txBody>
          </p:sp>
          <p:sp>
            <p:nvSpPr>
              <p:cNvPr id="1040" name="       ..."/>
              <p:cNvSpPr txBox="1"/>
              <p:nvPr/>
            </p:nvSpPr>
            <p:spPr>
              <a:xfrm>
                <a:off x="8714232" y="8211440"/>
                <a:ext cx="1510589"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       ...</a:t>
                </a:r>
              </a:p>
            </p:txBody>
          </p:sp>
          <p:grpSp>
            <p:nvGrpSpPr>
              <p:cNvPr id="1041" name="Editable code line"/>
              <p:cNvGrpSpPr/>
              <p:nvPr/>
            </p:nvGrpSpPr>
            <p:grpSpPr>
              <a:xfrm>
                <a:off x="8714232" y="8513192"/>
                <a:ext cx="7116592" cy="323423"/>
                <a:chOff x="8714232" y="8513192"/>
                <a:chExt cx="7116592" cy="323423"/>
              </a:xfrm>
            </p:grpSpPr>
            <p:sp>
              <p:nvSpPr>
                <p:cNvPr id="1042" name="Highlight: def CodeRule_i(observation, action, scene_graph):"/>
                <p:cNvSpPr/>
                <p:nvPr/>
              </p:nvSpPr>
              <p:spPr>
                <a:xfrm>
                  <a:off x="8714232" y="8558784"/>
                  <a:ext cx="7043440" cy="274320"/>
                </a:xfrm>
                <a:custGeom>
                  <a:avLst/>
                  <a:gdLst/>
                  <a:ahLst/>
                  <a:cxnLst/>
                  <a:rect l="0" t="0" r="r" b="b"/>
                  <a:pathLst>
                    <a:path w="7043440" h="274320">
                      <a:moveTo>
                        <a:pt x="0" y="0"/>
                      </a:moveTo>
                      <a:lnTo>
                        <a:pt x="7043440" y="0"/>
                      </a:lnTo>
                      <a:lnTo>
                        <a:pt x="7043440" y="274320"/>
                      </a:lnTo>
                      <a:lnTo>
                        <a:pt x="0" y="274320"/>
                      </a:lnTo>
                      <a:close/>
                    </a:path>
                  </a:pathLst>
                </a:custGeom>
                <a:solidFill>
                  <a:srgbClr val="CCEC8B"/>
                </a:solidFill>
                <a:ln>
                  <a:noFill/>
                </a:ln>
                <a:effectLst/>
              </p:spPr>
              <p:txBody>
                <a:bodyPr rtlCol="0" anchor="ctr"/>
                <a:lstStyle/>
                <a:p>
                  <a:pPr algn="ctr"/>
                </a:p>
              </p:txBody>
            </p:sp>
            <p:sp>
              <p:nvSpPr>
                <p:cNvPr id="1043" name="def CodeRule_i(observation, action, scene_graph):"/>
                <p:cNvSpPr txBox="1"/>
                <p:nvPr/>
              </p:nvSpPr>
              <p:spPr>
                <a:xfrm>
                  <a:off x="8714232" y="8513192"/>
                  <a:ext cx="7116592"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def CodeRule_i(observation, action, scene_graph):</a:t>
                  </a:r>
                </a:p>
              </p:txBody>
            </p:sp>
          </p:grpSp>
          <p:sp>
            <p:nvSpPr>
              <p:cNvPr id="1044" name="    if &quot;Unexplored&quot; not in location_items:"/>
              <p:cNvSpPr txBox="1"/>
              <p:nvPr/>
            </p:nvSpPr>
            <p:spPr>
              <a:xfrm>
                <a:off x="8714232" y="8778368"/>
                <a:ext cx="6110387"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    if "Unexplored" not in location_items:</a:t>
                </a:r>
              </a:p>
            </p:txBody>
          </p:sp>
          <p:sp>
            <p:nvSpPr>
              <p:cNvPr id="1045" name="       ..."/>
              <p:cNvSpPr txBox="1"/>
              <p:nvPr/>
            </p:nvSpPr>
            <p:spPr>
              <a:xfrm>
                <a:off x="8714232" y="9052688"/>
                <a:ext cx="1510589" cy="323423"/>
              </a:xfrm>
              <a:prstGeom prst="rect">
                <a:avLst/>
              </a:prstGeom>
              <a:noFill/>
            </p:spPr>
            <p:txBody>
              <a:bodyPr wrap="none" lIns="0" rIns="0" tIns="0" bIns="0" anchor="t" anchorCtr="0">
                <a:noAutofit/>
              </a:bodyPr>
              <a:lstStyle/>
              <a:p>
                <a:pPr>
                  <a:lnSpc>
                    <a:spcPct val="100000"/>
                  </a:lnSpc>
                  <a:spcBef>
                    <a:spcPts val="0"/>
                  </a:spcBef>
                  <a:spcAft>
                    <a:spcPts val="0"/>
                  </a:spcAft>
                </a:pPr>
                <a:r>
                  <a:rPr sz="1886" b="1" i="0" lang="en-US" dirty="0">
                    <a:solidFill>
                      <a:srgbClr val="000000"/>
                    </a:solidFill>
                    <a:latin typeface="Nimbus Mono PS"/>
                    <a:ea typeface="Courier New"/>
                    <a:cs typeface="Courier New"/>
                  </a:rPr>
                  <a:t>       ...</a:t>
                </a:r>
              </a:p>
            </p:txBody>
          </p:sp>
        </p:gr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__ORIGINAL_REFERENCE_IMAGE__" descr="WALL-E World Alignment by NeuroSymbolic Learning improves World Model-based LLM Agents_diagram.jpg"/>
          <p:cNvPicPr>
            <a:picLocks noChangeAspect="1"/>
          </p:cNvPicPr>
          <p:nvPr/>
        </p:nvPicPr>
        <p:blipFill>
          <a:blip r:embed="rId2"/>
          <a:stretch>
            <a:fillRect/>
          </a:stretch>
        </p:blipFill>
        <p:spPr>
          <a:xfrm>
            <a:off x="0" y="0"/>
            <a:ext cx="17556480" cy="9692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font-license.xml><?xml version="1.0" encoding="utf-8"?>
<font-license font="Nimbus Mono PS Bold" source="https://github.com/ArtifexSoftware/urw-base35-fonts">Format: https://www.debian.org/doc/packaging-manuals/copyright-format/1.0/
Upstream-Name: urw-base35-fonts
Source: https://github.com/ArtifexSoftware/urw-base35-fonts
Files: *
Copyright: 2015 URW Software
           2013, 2014 (URW)++ Design &amp; Development
License: AGPL-3 with Font exception
 The font and related files in this directory are distributed under the
 GNU AFFERO GENERAL PUBLIC LICENSE Version 3 (see the file COPYING), with
 the following exemption:
 .
 As a special exception, permission is granted to include these font
 programs in a Postscript or PDF file that consists of a document that
 contains text to be displayed or printed using this font, regardless
 of the conditions or license applying to the document itself.
Files: debian/*
Copyright: 1997 Joost Witteveen &lt;joost@rulcmc.leidenuniv.nl&gt;
           1998 Marco Pistore &lt;pistore@di.unipi.it&gt;
           1999-2011 Roland Rosenfeld &lt;roland@debian.org&gt;
           2000-2001 Torsten Landschoff &lt;torsten@debian.org&gt;
           2001 Yasuhiro Take &lt;take@debian.org&gt;
           2002-2003 Peter Hawkins &lt;peterh@debian.org&gt;
           2004-2009 Masayuki Hatta (mhatta) &lt;mhatta@debian.org&gt;
           2004 Florian Weimer &lt;fw@deneb.enyo.de&gt;
           2005 Matthias Klose &lt;doko@debian.org&gt;
           2005 Steve Langasek &lt;vorlon@debian.org&gt;
           2006 Adeodato Simó &lt;dato@net.com.org.es&gt;
           2010 Kenshi Muto &lt;kmuto@debian.org&gt;
           2013-2018 Fabian Greffrath &lt;fabian@debian.org&gt;
License: GPL-2+
 This package is free software; you can redistribute it and/or modify
 it under the terms of the GNU General Public License as published by
 the Free Software Foundation; either version 2 of the License, or
 (at your option) any later version.
 .
 This package is distributed in the hope that it will be useful,
 but WITHOUT ANY WARRANTY; without even the implied warranty of
 MERCHANTABILITY or FITNESS FOR A PARTICULAR PURPOSE.  See the
 GNU General Public License for more details.
 .
 You should have received a copy of the GNU General Public License
 along with this program. If not, see &lt;http://www.gnu.org/licenses/&gt;
 .
 On Debian systems, the complete text of the GNU General
 Public License version 2 can be found in "/usr/share/common-licenses/GPL-2".
License: AGPL-3
                     GNU AFFERO GENERAL PUBLIC LICENSE
                        Version 3, 19 November 2007
 .
  Copyright (C) 2007 Free Software Foundation, Inc. &lt;http://fsf.org/&gt;
  Everyone is permitted to copy and distribute verbatim copies
  of this license document, but changing it is not allowed.
 .
                             Preamble
 .
   The GNU Affero General Public License is a free, copyleft license for
 software and other kinds of works, specifically designed to ensure
 cooperation with the community in the case of network server software.
 .
   The licenses for most software and other practical works are designed
 to take away your freedom to share and change the works.  By contrast,
 our General Public Licenses are intended to guarantee your freedom to
 share and change all versions of a program--to make sure it remains free
 software for all its users.
 .
   When we speak of free software, we are referring to freedom, not
 price.  Our General Public Licenses are designed to make sure that you
 have the freedom to distribute copies of free software (and charge for
 them if you wish), that you receive source code or can get it if you
 want it, that you can change the software or use pieces of it in new
 free programs, and that you know you can do these things.
 .
   Developers that use our General Public Licenses protect your rights
 with two steps: (1) assert copyright on the software, and (2) offer
 you this License which gives you legal permission to copy, distribute
 and/or modify the software.
 .
   A secondary benefit of defending all users' freedom is that
 improvements made in alternate versions of the program, if they
 receive widespread use, become available for other developers to
 incorporate.  Many developers of free software are heartened and
 encouraged by the resulting cooperation.  However, in the case of
 software used on network servers, this result may fail to come about.
 The GNU General Public License permits making a modified version and
 letting the public access it on a server without ever releasing its
 source code to the public.
 .
   The GNU Affero General Public License is designed specifically to
 ensure that, in such cases, the modified source code becomes available
 to the community.  It requires the operator of a network server to
 provide the source code of the modified version running there to the
 users of that server.  Therefore, public use of a modified version, on
 a publicly accessible server, gives the public access to the source
 code of the modified version.
 .
   An older license, called the Affero General Public License and
 published by Affero, was designed to accomplish similar goals.  This is
 a different license, not a version of the Affero GPL, but Affero has
 released a new version of the Affero GPL which permits relicensing under
 this license.
 .
   The precise terms and conditions for copying, distribution and
 modification follow.
 .
                        TERMS AND CONDITIONS
 .
   0. Definitions.
 .
   "This License" refers to version 3 of the GNU Affero General Public License.
 .
   "Copyright" also means copyright-like laws that apply to other kinds of
 works, such as semiconductor masks.
 .
   "The Program" refers to any copyrightable work licensed under this
 License.  Each licensee is addressed as "you".  "Licensees" and
 "recipients" may be individuals or organizations.
 .
   To "modify" a work means to copy from or adapt all or part of the work
 in a fashion requiring copyright permission, other than the making of an
 exact copy.  The resulting work is called a "modified version" of the
 earlier work or a work "based on" the earlier work.
 .
   A "covered work" means either the unmodified Program or a work based
 on the Program.
 .
   To "propagate" a work means to do anything with it that, without
 permission, would make you directly or secondarily liable for
 infringement under applicable copyright law, except executing it on a
 computer or modifying a private copy.  Propagation includes copying,
 distribution (with or without modification), making available to the
 public, and in some countries other activities as well.
 .
   To "convey" a work means any kind of propagation that enables other
 parties to make or receive copies.  Mere interaction with a user through
 a computer network, with no transfer of a copy, is not conveying.
 .
   An interactive user interface displays "Appropriate Legal Notices"
 to the extent that it includes a convenient and prominently visible
 feature that (1) displays an appropriate copyright notice, and (2)
 tells the user that there is no warranty for the work (except to the
 extent that warranties are provided), that licensees may convey the
 work under this License, and how to view a copy of this License.  If
 the interface presents a list of user commands or options, such as a
 menu, a prominent item in the list meets this criterion.
 .
   1. Source Code.
 .
   The "source code" for a work means the preferred form of the work
 for making modifications to it.  "Object code" means any non-source
 form of a work.
 .
   A "Standard Interface" means an interface that either is an official
 standard defined by a recognized standards body, or, in the case of
 interfaces specified for a particular programming language, one that
 is widely used among developers working in that language.
 .
   The "System Libraries" of an executable work include anything, other
 than the work as a whole, that (a) is included in the normal form of
 packaging a Major Component, but which is not part of that Major
 Component, and (b) serves only to enable use of the work with that
 Major Component, or to implement a Standard Interface for which an
 implementation is available to the public in source code form.  A
 "Major Component", in this context, means a major essential component
 (kernel, window system, and so on) of the specific operating system
 (if any) on which the executable work runs, or a compiler used to
 produce the work, or an object code interpreter used to run it.
 .
   The "Corresponding Source" for a work in object code form means all
 the source code needed to generate, install, and (for an executable
 work) run the object code and to modify the work, including scripts to
 control those activities.  However, it does not include the work's
 System Libraries, or general-purpose tools or generally available free
 programs which are used unmodified in performing those activities but
 which are not part of the work.  For example, Corresponding Source
 includes interface definition files associated with source files for
 the work, and the source code for shared libraries and dynamically
 linked subprograms that the work is specifically designed to require,
 such as by intimate data communication or control flow between those
 subprograms and other parts of the work.
 .
   The Corresponding Source need not include anything that users
 can regenerate automatically from other parts of the Corresponding
 Source.
 .
   The Corresponding Source for a work in source code form is that
 same work.
 .
   2. Basic Permissions.
 .
   All rights granted under this License are granted for the term of
 copyright on the Program, and are irrevocable provided the stated
 conditions are met.  This License explicitly affirms your unlimited
 permission to run the unmodified Program.  The output from running a
 covered work is covered by this License only if the output, given its
 content, constitutes a covered work.  This License acknowledges your
 rights of fair use or other equivalent, as provided by copyright law.
 .
   You may make, run and propagate covered works that you do not
 convey, without conditions so long as your license otherwise remains
 in force.  You may convey covered works to others for the sole purpose
 of having them make modifications exclusively for you, or provide you
 with facilities for running those works, provided that you comply with
 the terms of this License in conveying all material for which you do
 not control copyright.  Those thus making or running the covered works
 for you must do so exclusively on your behalf, under your direction
 and control, on terms that prohibit them from making any copies of
 your copyrighted material outside their relationship with you.
 .
   Conveying under any other circumstances is permitted solely under
 the conditions stated below.  Sublicensing is not allowed; section 10
 makes it unnecessary.
 .
   3. Protecting Users' Legal Rights From Anti-Circumvention Law.
 .
   No covered work shall be deemed part of an effective technological
 measure under any applicable law fulfilling obligations under article
 11 of the WIPO copyright treaty adopted on 20 December 1996, or
 similar laws prohibiting or restricting circumvention of such
 measures.
 .
   When you convey a covered work, you waive any legal power to forbid
 circumvention of technological measures to the extent such circumvention
 is effected by exercising rights under this License with respect to
 the covered work, and you disclaim any intention to limit operation or
 modification of the work as a means of enforcing, against the work's
 users, your or third parties' legal rights to forbid circumvention of
 technological measures.
 .
   4. Conveying Verbatim Copies.
 .
   You may convey verbatim copies of the Program's source code as you
 receive it, in any medium, provided that you conspicuously and
 appropriately publish on each copy an appropriate copyright notice;
 keep intact all notices stating that this License and any
 non-permissive terms added in accord with section 7 apply to the code;
 keep intact all notices of the absence of any warranty; and give all
 recipients a copy of this License along with the Program.
 .
   You may charge any price or no price for each copy that you convey,
 and you may offer support or warranty protection for a fee.
 .
   5. Conveying Modified Source Versions.
 .
   You may convey a work based on the Program, or the modifications to
 produce it from the Program, in the form of source code under the
 terms of section 4, provided that you also meet all of these conditions:
 .
     a) The work must carry prominent notices stating that you modified
     it, and giving a relevant date.
 .
     b) The work must carry prominent notices stating that it is
     released under this License and any conditions added under section
     7.  This requirement modifies the requirement in section 4 to
     "keep intact all notices".
 .
     c) You must license the entire work, as a whole, under this
     License to anyone who comes into possession of a copy.  This
     License will therefore apply, along with any applicable section 7
     additional terms, to the whole of the work, and all its parts,
     regardless of how they are packaged.  This License gives no
     permission to license the work in any other way, but it does not
     invalidate such permission if you have separately received it.
 .
     d) If the work has interactive user interfaces, each must display
     Appropriate Legal Notices; however, if the Program has interactive
     interfaces that do not display Appropriate Legal Notices, your
     work need not make them do so.
 .
   A compilation of a covered work with other separate and independent
 works, which are not by their nature extensions of the covered work,
 and which are not combined with it such as to form a larger program,
 in or on a volume of a storage or distribution medium, is called an
 "aggregate" if the compilation and its resulting copyright are not
 used to limit the access or legal rights of the compilation's users
 beyond what the individual works permit.  Inclusion of a covered work
 in an aggregate does not cause this License to apply to the other
 parts of the aggregate.
 .
   6. Conveying Non-Source Forms.
 .
   You may convey a covered work in object code form under the terms
 of sections 4 and 5, provided that you also convey the
 machine-readable Corresponding Source under the terms of this License,
 in one of these ways:
 .
     a) Convey the object code in, or embodied in, a physical product
     (including a physical distribution medium), accompanied by the
     Corresponding Source fixed on a durable physical medium
     customarily used for software interchange.
 .
     b) Convey the object code in, or embodied in, a physical product
     (including a physical distribution medium), accompanied by a
     written offer, valid for at least three years and valid for as
     long as you offer spare parts or customer support for that product
     model, to give anyone who possesses the object code either (1) a
     copy of the Corresponding Source for all the software in the
     product that is covered by this License, on a durable physical
     medium customarily used for software interchange, for a price no
     more than your reasonable cost of physically performing this
     conveying of source, or (2) access to copy the
     Corresponding Source from a network server at no charge.
 .
     c) Convey individual copies of the object code with a copy of the
     written offer to provide the Corresponding Source.  This
     alternative is allowed only occasionally and noncommercially, and
     only if you received the object code with such an offer, in accord
     with subsection 6b.
 .
     d) Convey the object code by offering access from a designated
     place (gratis or for a charge), and offer equivalent access to the
     Corresponding Source in the same way through the same place at no
     further charge.  You need not require recipients to copy the
     Corresponding Source along with the object code.  If the place to
     copy the object code is a network server, the Corresponding Source
     may be on a different server (operated by you or a third party)
     that supports equivalent copying facilities, provided you maintain
     clear directions next to the object code saying where to find the
     Corresponding Source.  Regardless of what server hosts the
     Corresponding Source, you remain obligated to ensure that it is
     available for as long as needed to satisfy these requirements.
 .
     e) Convey the object code using peer-to-peer transmission, provided
     you inform other peers where the object code and Corresponding
     Source of the work are being offered to the general public at no
     charge under subsection 6d.
 .
   A separable portion of the object code, whose source code is excluded
 from the Corresponding Source as a System Library, need not be
 included in conveying the object code work.
 .
   A "User Product" is either (1) a "consumer product", which means any
 tangible personal property which is normally used for personal, family,
 or household purposes, or (2) anything designed or sold for incorporation
 into a dwelling.  In determining whether a product is a consumer product,
 doubtful cases shall be resolved in favor of coverage.  For a particular
 product received by a particular user, "normally used" refers to a
 typical or common use of that class of product, regardless of the status
 of the particular user or of the way in which the particular user
 actually uses, or expects or is expected to use, the product.  A product
 is a consumer product regardless of whether the product has substantial
 commercial, industrial or non-consumer uses, unless such uses represent
 the only significant mode of use of the product.
 .
   "Installation Information" for a User Product means any methods,
 procedures, authorization keys, or other information required to install
 and execute modified versions of a covered work in that User Product from
 a modified version of its Corresponding Source.  The information must
 suffice to ensure that the continued functioning of the modified object
 code is in no case prevented or interfered with solely because
 modification has been made.
 .
   If you convey an object code work under this section in, or with, or
 specifically for use in, a User Product, and the conveying occurs as
 part of a transaction in which the right of possession and use of the
 User Product is transferred to the recipient in perpetuity or for a
 fixed term (regardless of how the transaction is characterized), the
 Corresponding Source conveyed under this section must be accompanied
 by the Installation Information.  But this requirement does not apply
 if neither you nor any third party retains the ability to install
 modified object code on the User Product (for example, the work has
 been installed in ROM).
 .
   The requirement to provide Installation Information does not include a
 requirement to continue to provide support service, warranty, or updates
 for a work that has been modified or installed by the recipient, or for
 the User Product in which it has been modified or installed.  Access to a
 network may be denied when the modification itself materially and
 adversely affects the operation of the network or violates the rules and
 protocols for communication across the network.
 .
   Corresponding Source conveyed, and Installation Information provided,
 in accord with this section must be in a format that is publicly
 documented (and with an implementation available to the public in
 source code form), and must require no special password or key for
 unpacking, reading or copying.
 .
   7. Additional Terms.
 .
   "Additional permissions" are terms that supplement the terms of this
 License by making exceptions from one or more of its conditions.
 Additional permissions that are applicable to the entire Program shall
 be treated as though they were included in this License, to the extent
 that they are valid under applicable law.  If additional permissions
 apply only to part of the Program, that part may be used separately
 under those permissions, but the entire Program remains governed by
 this License without regard to the additional permissions.
 .
   When you convey a copy of a covered work, you may at your option
 remove any additional permissions from that copy, or from any part of
 it.  (Additional permissions may be written to require their own
 removal in certain cases when you modify the work.)  You may place
 additional permissions on material, added by you to a covered work,
 for which you have or can give appropriate copyright permission.
 .
   Notwithstanding any other provision of this License, for material you
 add to a covered work, you may (if authorized by the copyright holders of
 that material) supplement the terms of this License with terms:
 .
     a) Disclaiming warranty or limiting liability differently from the
     terms of sections 15 and 16 of this License; or
 .
     b) Requiring preservation of specified reasonable legal notices or
     author attributions in that material or in the Appropriate Legal
     Notices displayed by works containing it; or
 .
     c) Prohibiting misrepresentation of the origin of that material, or
     requiring that modified versions of such material be marked in
     reasonable ways as different from the original version; or
 .
     d) Limiting the use for publicity purposes of names of licensors or
     authors of the material; or
 .
     e) Declining to grant rights under trademark law for use of some
     trade names, trademarks, or service marks; or
 .
     f) Requiring indemnification of licensors and authors of that
     material by anyone who conveys the material (or modified versions of
     it) with contractual assumptions of liability to the recipient, for
     any liability that these contractual assumptions directly impose on
     those licensors and authors.
 .
   All other non-permissive additional terms are considered "further
 restrictions" within the meaning of section 10.  If the Program as you
 received it, or any part of it, contains a notice stating that it is
 governed by this License along with a term that is a further
 restriction, you may remove that term.  If a license document contains
 a further restriction but permits relicensing or conveying under this
 License, you may add to a covered work material governed by the terms
 of that license document, provided that the further restriction does
 not survive such relicensing or conveying.
 .
   If you add terms to a covered work in accord with this section, you
 must place, in the relevant source files, a statement of the
 additional terms that apply to those files, or a notice indicating
 where to find the applicable terms.
 .
   Additional terms, permissive or non-permissive, may be stated in the
 form of a separately written license, or stated as exceptions;
 the above requirements apply either way.
 .
   8. Termination.
 .
   You may not propagate or modify a covered work except as expressly
 provided under this License.  Any attempt otherwise to propagate or
 modify it is void, and will automatically terminate your rights under
 this License (including any patent licenses granted under the third
 paragraph of section 11).
 .
   However, if you cease all violation of this License, then your
 license from a particular copyright holder is reinstated (a)
 provisionally, unless and until the copyright holder explicitly and
 finally terminates your license, and (b) permanently, if the copyright
 holder fails to notify you of the violation by some reasonable means
 prior to 60 days after the cessation.
 .
   Moreover, your license from a particular copyright holder is
 reinstated permanently if the copyright holder notifies you of the
 violation by some reasonable means, this is the first time you have
 received notice of violation of this License (for any work) from that
 copyright holder, and you cure the violation prior to 30 days after
 your receipt of the notice.
 .
   Termination of your rights under this section does not terminate the
 licenses of parties who have received copies or rights from you under
 this License.  If your rights have been terminated and not permanently
 reinstated, you do not qualify to receive new licenses for the same
 material under section 10.
 .
   9. Acceptance Not Required for Having Copies.
 .
   You are not required to accept this License in order to receive or
 run a copy of the Program.  Ancillary propagation of a covered work
 occurring solely as a consequence of using peer-to-peer transmission
 to receive a copy likewise does not require acceptance.  However,
 nothing other than this License grants you permission to propagate or
 modify any covered work.  These actions infringe copyright if you do
 not accept this License.  Therefore, by modifying or propagating a
 covered work, you indicate your acceptance of this License to do so.
 .
   10. Automatic Licensing of Downstream Recipients.
 .
   Each time you convey a covered work, the recipient automatically
 receives a license from the original licensors, to run, modify and
 propagate that work, subject to this License.  You are not responsible
 for enforcing compliance by third parties with this License.
 .
   An "entity transaction" is a transaction transferring control of an
 organization, or substantially all assets of one, or subdividing an
 organization, or merging organizations.  If propagation of a covered
 work results from an entity transaction, each party to that
 transaction who receives a copy of the work also receives whatever
 licenses to the work the party's predecessor in interest had or could
 give under the previous paragraph, plus a right to possession of the
 Corresponding Source of the work from the predecessor in interest, if
 the predecessor has it or can get it with reasonable efforts.
 .
   You may not impose any further restrictions on the exercise of the
 rights granted or affirmed under this License.  For example, you may
 not impose a license fee, royalty, or other charge for exercise of
 rights granted under this License, and you may not initiate litigation
 (including a cross-claim or counterclaim in a lawsuit) alleging that
 any patent claim is infringed by making, using, selling, offering for
 sale, or importing the Program or any portion of it.
 .
   11. Patents.
 .
   A "contributor" is a copyright holder who authorizes use under this
 License of the Program or a work on which the Program is based.  The
 work thus licensed is called the contributor's "contributor version".
 .
   A contributor's "essential patent claims" are all patent claims
 owned or controlled by the contributor, whether already acquired or
 hereafter acquired, that would be infringed by some manner, permitted
 by this License, of making, using, or selling its contributor version,
 but do not include claims that would be infringed only as a
 consequence of further modification of the contributor version.  For
 purposes of this definition, "control" includes the right to grant
 patent sublicenses in a manner consistent with the requirements of
 this License.
 .
   Each contributor grants you a non-exclusive, worldwide, royalty-free
 patent license under the contributor's essential patent claims, to
 make, use, sell, offer for sale, import and otherwise run, modify and
 propagate the contents of its contributor version.
 .
   In the following three paragraphs, a "patent license" is any express
 agreement or commitment, however denominated, not to enforce a patent
 (such as an express permission to practice a patent or covenant not to
 sue for patent infringement).  To "grant" such a patent license to a
 party means to make such an agreement or commitment not to enforce a
 patent against the party.
 .
   If you convey a covered work, knowingly relying on a patent license,
 and the Corresponding Source of the work is not available for anyone
 to copy, free of charge and under the terms of this License, through a
 publicly available network server or other readily accessible means,
 then you must either (1) cause the Corresponding Source to be so
 available, or (2) arrange to deprive yourself of the benefit of the
 patent license for this particular work, or (3) arrange, in a manner
 consistent with the requirements of this License, to extend the patent
 license to downstream recipients.  "Knowingly relying" means you have
 actual knowledge that, but for the patent license, your conveying the
 covered work in a country, or your recipient's use of the covered work
 in a country, would infringe one or more identifiable patents in that
 country that you have reason to believe are valid.
 .
   If, pursuant to or in connection with a single transaction or
 arrangement, you convey, or propagate by procuring conveyance of, a
 covered work, and grant a patent license to some of the parties
 receiving the covered work authorizing them to use, propagate, modify
 or convey a specific copy of the covered work, then the patent license
 you grant is automatically extended to all recipients of the covered
 work and works based on it.
 .
   A patent license is "discriminatory" if it does not include within
 the scope of its coverage, prohibits the exercise of, or is
 conditioned on the non-exercise of one or more of the rights that are
 specifically granted under this License.  You may not convey a covered
 work if you are a party to an arrangement with a third party that is
 in the business of distributing software, under which you make payment
 to the third party based on the extent of your activity of conveying
 the work, and under which the third party grants, to any of the
 parties who would receive the covered work from you, a discriminatory
 patent license (a) in connection with copies of the covered work
 conveyed by you (or copies made from those copies), or (b) primarily
 for and in connection with specific products or compilations that
 contain the covered work, unless you entered into that arrangement,
 or that patent license was granted, prior to 28 March 2007.
 .
   Nothing in this License shall be construed as excluding or limiting
 any implied license or other defenses to infringement that may
 otherwise be available to you under applicable patent law.
 .
   12. No Surrender of Others' Freedom.
 .
   If conditions are imposed on you (whether by court order, agreement or
 otherwise) that contradict the conditions of this License, they do not
 excuse you from the conditions of this License.  If you cannot convey a
 covered work so as to satisfy simultaneously your obligations under this
 License and any other pertinent obligations, then as a consequence you may
 not convey it at all.  For example, if you agree to terms that obligate you
 to collect a royalty for further conveying from those to whom you convey
 the Program, the only way you could satisfy both those terms and this
 License would be to refrain entirely from conveying the Program.
 .
   13. Remote Network Interaction; Use with the GNU General Public License.
 .
   Notwithstanding any other provision of this License, if you modify the
 Program, your modified version must prominently offer all users
 interacting with it remotely through a computer network (if your version
 supports such interaction) an opportunity to receive the Corresponding
 Source of your version by providing access to the Corresponding Source
 from a network server at no charge, through some standard or customary
 means of facilitating copying of software.  This Corresponding Source
 shall include the Corresponding Source for any work covered by version 3
 of the GNU General Public License that is incorporated pursuant to the
 following paragraph.
 .
   Notwithstanding any other provision of this License, you have
 permission to link or combine any covered work with a work licensed
 under version 3 of the GNU General Public License into a single
 combined work, and to convey the resulting work.  The terms of this
 License will continue to apply to the part which is the covered work,
 but the work with which it is combined will remain governed by version
 3 of the GNU General Public License.
 .
   14. Revised Versions of this License.
 .
   The Free Software Foundation may publish revised and/or new versions of
 the GNU Affero General Public License from time to time.  Such new versions
 will be similar in spirit to the present version, but may differ in detail to
 address new problems or concerns.
 .
   Each version is given a distinguishing version number.  If the
 Program specifies that a certain numbered version of the GNU Affero General
 Public License "or any later version" applies to it, you have the
 option of following the terms and conditions either of that numbered
 version or of any later version published by the Free Software
 Foundation.  If the Program does not specify a version number of the
 GNU Affero General Public License, you may choose any version ever published
 by the Free Software Foundation.
 .
   If the Program specifies that a proxy can decide which future
 versions of the GNU Affero General Public License can be used, that proxy's
 public statement of acceptance of a version permanently authorizes you
 to choose that version for the Program.
 .
   Later license versions may give you additional or different
 permissions.  However, no additional obligations are imposed on any
 author or copyright holder as a result of your choosing to follow a
 later version.
 .
   15. Disclaimer of Warranty.
 .
   THERE IS NO WARRANTY FOR THE PROGRAM, TO THE EXTENT PERMITTED BY
 APPLICABLE LAW.  EXCEPT WHEN OTHERWISE STATED IN WRITING THE COPYRIGHT
 HOLDERS AND/OR OTHER PARTIES PROVIDE THE PROGRAM "AS IS" WITHOUT WARRANTY
 OF ANY KIND, EITHER EXPRESSED OR IMPLIED, INCLUDING, BUT NOT LIMITED TO,
 THE IMPLIED WARRANTIES OF MERCHANTABILITY AND FITNESS FOR A PARTICULAR
 PURPOSE.  THE ENTIRE RISK AS TO THE QUALITY AND PERFORMANCE OF THE PROGRAM
 IS WITH YOU.  SHOULD THE PROGRAM PROVE DEFECTIVE, YOU ASSUME THE COST OF
 ALL NECESSARY SERVICING, REPAIR OR CORRECTION.
 .
   16. Limitation of Liability.
 .
   IN NO EVENT UNLESS REQUIRED BY APPLICABLE LAW OR AGREED TO IN WRITING
 WILL ANY COPYRIGHT HOLDER, OR ANY OTHER PARTY WHO MODIFIES AND/OR CONVEYS
 THE PROGRAM AS PERMITTED ABOVE, BE LIABLE TO YOU FOR DAMAGES, INCLUDING ANY
 GENERAL, SPECIAL, INCIDENTAL OR CONSEQUENTIAL DAMAGES ARISING OUT OF THE
 USE OR INABILITY TO USE THE PROGRAM (INCLUDING BUT NOT LIMITED TO LOSS OF
 DATA OR DATA BEING RENDERED INACCURATE OR LOSSES SUSTAINED BY YOU OR THIRD
 PARTIES OR A FAILURE OF THE PROGRAM TO OPERATE WITH ANY OTHER PROGRAMS),
 EVEN IF SUCH HOLDER OR OTHER PARTY HAS BEEN ADVISED OF THE POSSIBILITY OF
 SUCH DAMAGES.
 .
   17. Interpretation of Sections 15 and 16.
 .
   If the disclaimer of warranty and limitation of liability provided
 above cannot be given local legal effect according to their terms,
 reviewing courts shall apply local law that most closely approximates
 an absolute waiver of all civil liability in connection with the
 Program, unless a warranty or assumption of liability accompanies a
 copy of the Program in return for a fee.
 .
                      END OF TERMS AND CONDITIONS
 .
             How to Apply These Terms to Your New Programs
 .
   If you develop a new program, and you want it to be of the greatest
 possible use to the public, the best way to achieve this is to make it
 free software which everyone can redistribute and change under these terms.
 .
   To do so, attach the following notices to the program.  It is safest
 to attach them to the start of each source file to most effectively
 state the exclusion of warranty; and each file should have at least
 the "copyright" line and a pointer to where the full notice is found.
 .
     &lt;one line to give the program's name and a brief idea of what it does.&gt;
     Copyright (C) &lt;year&gt;  &lt;name of author&gt;
 .
     This program is free software: you can redistribute it and/or modify
     it under the terms of the GNU Affero General Public License as published by
     the Free Software Foundation, either version 3 of the License, or
     (at your option) any later version.
 .
     This program is distributed in the hope that it will be useful,
     but WITHOUT ANY WARRANTY; without even the implied warranty of
     MERCHANTABILITY or FITNESS FOR A PARTICULAR PURPOSE.  See the
     GNU Affero General Public License for more details.
 .
     You should have received a copy of the GNU Affero General Public License
     along with this program.  If not, see &lt;http://www.gnu.org/licenses/&gt;.
 .
 Also add information on how to contact you by electronic and paper mail.
 .
   If your software can interact with users remotely through a computer
 network, you should also make sure that it provides a way for users to
 get its source.  For example, if your program is a web application, its
 interface could display a "Source" link that leads users to an archive
 of the code.  There are many ways you could offer source, and different
 solutions will be better for different programs; see section 13 for the
 specific requirements.
 .
   You should also get your employer (if you work as a programmer) or school,
 if any, to sign a "copyright disclaimer" for the program, if necessary.
 For more information on this, and how to apply and follow the GNU AGPL, see
 &lt;http://www.gnu.org/licenses/&gt;.
</font-licens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NeuroSymbolic Learning of Code Rules</dc:title>
  <dc:subject>Editable reconstruction of the reference diagram</dc:subject>
  <dc:creator/>
  <cp:keywords>NeuroSymbolic; world model; editable diagram; code rules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