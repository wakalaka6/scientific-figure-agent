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848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o_branch_panel"/>
          <p:cNvSpPr/>
          <p:nvPr/>
        </p:nvSpPr>
        <p:spPr>
          <a:xfrm>
            <a:off x="145143" y="107279"/>
            <a:ext cx="4903304" cy="1729093"/>
          </a:xfrm>
          <a:prstGeom prst="roundRect">
            <a:avLst>
              <a:gd name="adj" fmla="val 16788"/>
            </a:avLst>
          </a:prstGeom>
          <a:solidFill>
            <a:srgbClr val="F5F4F9"/>
          </a:solidFill>
          <a:ln w="25242">
            <a:solidFill>
              <a:srgbClr val="8686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tation_history_card"/>
          <p:cNvSpPr/>
          <p:nvPr/>
        </p:nvSpPr>
        <p:spPr>
          <a:xfrm>
            <a:off x="309217" y="195627"/>
            <a:ext cx="1350460" cy="1451428"/>
          </a:xfrm>
          <a:prstGeom prst="rect">
            <a:avLst/>
          </a:prstGeom>
          <a:solidFill>
            <a:srgbClr val="E9F0E8"/>
          </a:solidFill>
          <a:ln w="37863">
            <a:solidFill>
              <a:srgbClr val="B6D8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tion_location_dot"/>
          <p:cNvSpPr/>
          <p:nvPr/>
        </p:nvSpPr>
        <p:spPr>
          <a:xfrm>
            <a:off x="832994" y="340770"/>
            <a:ext cx="239801" cy="239801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tion_location_label"/>
          <p:cNvSpPr txBox="1"/>
          <p:nvPr/>
        </p:nvSpPr>
        <p:spPr>
          <a:xfrm>
            <a:off x="315528" y="668919"/>
            <a:ext cx="1337838" cy="227180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42" b="1" i="0">
                <a:solidFill>
                  <a:srgbClr val="000000"/>
                </a:solidFill>
                <a:latin typeface="Liberation Serif"/>
              </a:rPr>
              <a:t>Station Location(P)</a:t>
            </a:r>
          </a:p>
        </p:txBody>
      </p:sp>
      <p:sp>
        <p:nvSpPr>
          <p:cNvPr id="6" name="history_wave_box"/>
          <p:cNvSpPr/>
          <p:nvPr/>
        </p:nvSpPr>
        <p:spPr>
          <a:xfrm>
            <a:off x="448050" y="959205"/>
            <a:ext cx="1009689" cy="359702"/>
          </a:xfrm>
          <a:prstGeom prst="roundRect">
            <a:avLst>
              <a:gd name="adj" fmla="val 14035"/>
            </a:avLst>
          </a:prstGeom>
          <a:solidFill>
            <a:srgbClr val="ACB7C9"/>
          </a:solidFill>
          <a:ln w="1262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history_wave_1"/>
          <p:cNvCxnSpPr/>
          <p:nvPr/>
        </p:nvCxnSpPr>
        <p:spPr>
          <a:xfrm flipV="1">
            <a:off x="511155" y="1110658"/>
            <a:ext cx="69416" cy="82038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8" name="history_wave_2"/>
          <p:cNvCxnSpPr/>
          <p:nvPr/>
        </p:nvCxnSpPr>
        <p:spPr>
          <a:xfrm flipV="1">
            <a:off x="580571" y="1072795"/>
            <a:ext cx="63106" cy="37863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9" name="history_wave_3"/>
          <p:cNvCxnSpPr/>
          <p:nvPr/>
        </p:nvCxnSpPr>
        <p:spPr>
          <a:xfrm>
            <a:off x="643677" y="1072795"/>
            <a:ext cx="63106" cy="12621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0" name="history_wave_4"/>
          <p:cNvCxnSpPr/>
          <p:nvPr/>
        </p:nvCxnSpPr>
        <p:spPr>
          <a:xfrm>
            <a:off x="706783" y="1085416"/>
            <a:ext cx="69416" cy="94658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1" name="history_wave_5"/>
          <p:cNvCxnSpPr/>
          <p:nvPr/>
        </p:nvCxnSpPr>
        <p:spPr>
          <a:xfrm>
            <a:off x="776199" y="1180074"/>
            <a:ext cx="75726" cy="25243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2" name="history_wave_6"/>
          <p:cNvCxnSpPr/>
          <p:nvPr/>
        </p:nvCxnSpPr>
        <p:spPr>
          <a:xfrm flipV="1">
            <a:off x="851925" y="1180074"/>
            <a:ext cx="75727" cy="25243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3" name="history_wave_7"/>
          <p:cNvCxnSpPr/>
          <p:nvPr/>
        </p:nvCxnSpPr>
        <p:spPr>
          <a:xfrm flipV="1">
            <a:off x="927652" y="1110658"/>
            <a:ext cx="75727" cy="69416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4" name="history_wave_8"/>
          <p:cNvCxnSpPr/>
          <p:nvPr/>
        </p:nvCxnSpPr>
        <p:spPr>
          <a:xfrm flipV="1">
            <a:off x="1003379" y="1091727"/>
            <a:ext cx="63105" cy="18931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5" name="history_wave_9"/>
          <p:cNvCxnSpPr/>
          <p:nvPr/>
        </p:nvCxnSpPr>
        <p:spPr>
          <a:xfrm>
            <a:off x="1066484" y="1091727"/>
            <a:ext cx="75727" cy="25242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6" name="history_wave_10"/>
          <p:cNvCxnSpPr/>
          <p:nvPr/>
        </p:nvCxnSpPr>
        <p:spPr>
          <a:xfrm>
            <a:off x="1142211" y="1116969"/>
            <a:ext cx="75727" cy="82037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7" name="history_wave_11"/>
          <p:cNvCxnSpPr/>
          <p:nvPr/>
        </p:nvCxnSpPr>
        <p:spPr>
          <a:xfrm>
            <a:off x="1217938" y="1199006"/>
            <a:ext cx="69416" cy="25242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cxnSp>
        <p:nvCxnSpPr>
          <p:cNvPr id="18" name="history_wave_12"/>
          <p:cNvCxnSpPr/>
          <p:nvPr/>
        </p:nvCxnSpPr>
        <p:spPr>
          <a:xfrm flipV="1">
            <a:off x="1287354" y="1079106"/>
            <a:ext cx="100969" cy="145142"/>
          </a:xfrm>
          <a:prstGeom prst="line">
            <a:avLst/>
          </a:prstGeom>
          <a:ln w="12621">
            <a:solidFill>
              <a:srgbClr val="2F5DA8"/>
            </a:solidFill>
          </a:ln>
        </p:spPr>
      </p:cxnSp>
      <p:sp>
        <p:nvSpPr>
          <p:cNvPr id="19" name="history_label"/>
          <p:cNvSpPr txBox="1"/>
          <p:nvPr/>
        </p:nvSpPr>
        <p:spPr>
          <a:xfrm>
            <a:off x="353391" y="1413565"/>
            <a:ext cx="1262112" cy="195627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92" b="1" i="0">
                <a:solidFill>
                  <a:srgbClr val="000000"/>
                </a:solidFill>
                <a:latin typeface="Liberation Serif"/>
              </a:rPr>
              <a:t>Historical Data(H)</a:t>
            </a:r>
          </a:p>
        </p:txBody>
      </p:sp>
      <p:cxnSp>
        <p:nvCxnSpPr>
          <p:cNvPr id="20" name="station_to_liquid_1"/>
          <p:cNvCxnSpPr/>
          <p:nvPr/>
        </p:nvCxnSpPr>
        <p:spPr>
          <a:xfrm>
            <a:off x="1659677" y="915031"/>
            <a:ext cx="441739" cy="0"/>
          </a:xfrm>
          <a:prstGeom prst="line">
            <a:avLst/>
          </a:prstGeom>
          <a:ln w="119900">
            <a:solidFill>
              <a:srgbClr val="3D3894"/>
            </a:solidFill>
            <a:tailEnd type="triangle" w="med" len="med"/>
          </a:ln>
        </p:spPr>
      </p:cxnSp>
      <p:sp>
        <p:nvSpPr>
          <p:cNvPr id="21" name="liquid_state_bar"/>
          <p:cNvSpPr/>
          <p:nvPr/>
        </p:nvSpPr>
        <p:spPr>
          <a:xfrm>
            <a:off x="2101416" y="713093"/>
            <a:ext cx="1886857" cy="416497"/>
          </a:xfrm>
          <a:prstGeom prst="rect">
            <a:avLst/>
          </a:prstGeom>
          <a:solidFill>
            <a:srgbClr val="DDD2E2"/>
          </a:solidFill>
          <a:ln w="31552">
            <a:solidFill>
              <a:srgbClr val="C1AA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liquid_state_0"/>
          <p:cNvSpPr/>
          <p:nvPr/>
        </p:nvSpPr>
        <p:spPr>
          <a:xfrm>
            <a:off x="2177143" y="807751"/>
            <a:ext cx="227180" cy="227180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liquid_state_1"/>
          <p:cNvSpPr/>
          <p:nvPr/>
        </p:nvSpPr>
        <p:spPr>
          <a:xfrm>
            <a:off x="2587329" y="807751"/>
            <a:ext cx="227180" cy="227180"/>
          </a:xfrm>
          <a:prstGeom prst="ellipse">
            <a:avLst/>
          </a:prstGeom>
          <a:solidFill>
            <a:srgbClr val="3C7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liquid_state_2"/>
          <p:cNvSpPr/>
          <p:nvPr/>
        </p:nvSpPr>
        <p:spPr>
          <a:xfrm>
            <a:off x="2972273" y="883478"/>
            <a:ext cx="75727" cy="75727"/>
          </a:xfrm>
          <a:prstGeom prst="ellipse">
            <a:avLst/>
          </a:prstGeom>
          <a:solidFill>
            <a:srgbClr val="527D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liquid_state_3"/>
          <p:cNvSpPr/>
          <p:nvPr/>
        </p:nvSpPr>
        <p:spPr>
          <a:xfrm>
            <a:off x="3060621" y="883478"/>
            <a:ext cx="75727" cy="75727"/>
          </a:xfrm>
          <a:prstGeom prst="ellipse">
            <a:avLst/>
          </a:prstGeom>
          <a:solidFill>
            <a:srgbClr val="4A7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liquid_state_4"/>
          <p:cNvSpPr/>
          <p:nvPr/>
        </p:nvSpPr>
        <p:spPr>
          <a:xfrm>
            <a:off x="3155279" y="889789"/>
            <a:ext cx="63106" cy="63106"/>
          </a:xfrm>
          <a:prstGeom prst="ellipse">
            <a:avLst/>
          </a:prstGeom>
          <a:solidFill>
            <a:srgbClr val="5D8D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liquid_state_5"/>
          <p:cNvSpPr/>
          <p:nvPr/>
        </p:nvSpPr>
        <p:spPr>
          <a:xfrm>
            <a:off x="3237317" y="889789"/>
            <a:ext cx="63106" cy="63106"/>
          </a:xfrm>
          <a:prstGeom prst="ellipse">
            <a:avLst/>
          </a:prstGeom>
          <a:solidFill>
            <a:srgbClr val="3E7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liquid_state_6"/>
          <p:cNvSpPr/>
          <p:nvPr/>
        </p:nvSpPr>
        <p:spPr>
          <a:xfrm>
            <a:off x="3325664" y="889789"/>
            <a:ext cx="63106" cy="63106"/>
          </a:xfrm>
          <a:prstGeom prst="ellipse">
            <a:avLst/>
          </a:prstGeom>
          <a:solidFill>
            <a:srgbClr val="5E8F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liquid_state_7"/>
          <p:cNvSpPr/>
          <p:nvPr/>
        </p:nvSpPr>
        <p:spPr>
          <a:xfrm>
            <a:off x="3414012" y="889789"/>
            <a:ext cx="63106" cy="63106"/>
          </a:xfrm>
          <a:prstGeom prst="ellipse">
            <a:avLst/>
          </a:prstGeom>
          <a:solidFill>
            <a:srgbClr val="467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liquid_state_8"/>
          <p:cNvSpPr/>
          <p:nvPr/>
        </p:nvSpPr>
        <p:spPr>
          <a:xfrm>
            <a:off x="3622261" y="807751"/>
            <a:ext cx="227180" cy="227180"/>
          </a:xfrm>
          <a:prstGeom prst="ellipse">
            <a:avLst/>
          </a:prstGeom>
          <a:solidFill>
            <a:srgbClr val="2F5D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de_formula"/>
          <p:cNvSpPr txBox="1"/>
          <p:nvPr/>
        </p:nvSpPr>
        <p:spPr>
          <a:xfrm>
            <a:off x="2208695" y="296596"/>
            <a:ext cx="1672298" cy="214559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1">
                <a:solidFill>
                  <a:srgbClr val="000000"/>
                </a:solidFill>
                <a:latin typeface="Liberation Serif"/>
              </a:rPr>
              <a:t>Δh = dt · f (h, x)</a:t>
            </a:r>
          </a:p>
        </p:txBody>
      </p:sp>
      <p:cxnSp>
        <p:nvCxnSpPr>
          <p:cNvPr id="32" name="ode_direction_1"/>
          <p:cNvCxnSpPr/>
          <p:nvPr/>
        </p:nvCxnSpPr>
        <p:spPr>
          <a:xfrm>
            <a:off x="2360149" y="599503"/>
            <a:ext cx="1369391" cy="0"/>
          </a:xfrm>
          <a:prstGeom prst="line">
            <a:avLst/>
          </a:prstGeom>
          <a:ln w="25242">
            <a:solidFill>
              <a:srgbClr val="566C85"/>
            </a:solidFill>
            <a:tailEnd type="triangle" w="med" len="med"/>
          </a:ln>
        </p:spPr>
      </p:cxnSp>
      <p:cxnSp>
        <p:nvCxnSpPr>
          <p:cNvPr id="33" name="liquid_to_embedding_1"/>
          <p:cNvCxnSpPr/>
          <p:nvPr/>
        </p:nvCxnSpPr>
        <p:spPr>
          <a:xfrm>
            <a:off x="3988273" y="915031"/>
            <a:ext cx="366012" cy="0"/>
          </a:xfrm>
          <a:prstGeom prst="line">
            <a:avLst/>
          </a:prstGeom>
          <a:ln w="119900">
            <a:solidFill>
              <a:srgbClr val="3D3894"/>
            </a:solidFill>
            <a:tailEnd type="triangle" w="med" len="med"/>
          </a:ln>
        </p:spPr>
      </p:cxnSp>
      <p:sp>
        <p:nvSpPr>
          <p:cNvPr id="34" name="geo_embedding_back"/>
          <p:cNvSpPr/>
          <p:nvPr/>
        </p:nvSpPr>
        <p:spPr>
          <a:xfrm>
            <a:off x="4354285" y="214559"/>
            <a:ext cx="460671" cy="1375702"/>
          </a:xfrm>
          <a:prstGeom prst="roundRect">
            <a:avLst>
              <a:gd name="adj" fmla="val 19178"/>
            </a:avLst>
          </a:prstGeom>
          <a:solidFill>
            <a:srgbClr val="C8CA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eo_embedding_cell_0_0"/>
          <p:cNvSpPr/>
          <p:nvPr/>
        </p:nvSpPr>
        <p:spPr>
          <a:xfrm>
            <a:off x="4423702" y="271354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eo_embedding_cell_0_1"/>
          <p:cNvSpPr/>
          <p:nvPr/>
        </p:nvSpPr>
        <p:spPr>
          <a:xfrm>
            <a:off x="4638260" y="271354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eo_embedding_cell_1_0"/>
          <p:cNvSpPr/>
          <p:nvPr/>
        </p:nvSpPr>
        <p:spPr>
          <a:xfrm>
            <a:off x="4423702" y="466981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eo_embedding_cell_1_1"/>
          <p:cNvSpPr/>
          <p:nvPr/>
        </p:nvSpPr>
        <p:spPr>
          <a:xfrm>
            <a:off x="4638260" y="466981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eo_embedding_cell_2_0"/>
          <p:cNvSpPr/>
          <p:nvPr/>
        </p:nvSpPr>
        <p:spPr>
          <a:xfrm>
            <a:off x="4423702" y="662609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eo_embedding_cell_2_1"/>
          <p:cNvSpPr/>
          <p:nvPr/>
        </p:nvSpPr>
        <p:spPr>
          <a:xfrm>
            <a:off x="4638260" y="662609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eo_embedding_cell_3_0"/>
          <p:cNvSpPr/>
          <p:nvPr/>
        </p:nvSpPr>
        <p:spPr>
          <a:xfrm>
            <a:off x="4423702" y="858236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eo_embedding_cell_3_1"/>
          <p:cNvSpPr/>
          <p:nvPr/>
        </p:nvSpPr>
        <p:spPr>
          <a:xfrm>
            <a:off x="4638260" y="858236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eo_embedding_cell_4_0"/>
          <p:cNvSpPr/>
          <p:nvPr/>
        </p:nvSpPr>
        <p:spPr>
          <a:xfrm>
            <a:off x="4423702" y="1053863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eo_embedding_cell_4_1"/>
          <p:cNvSpPr/>
          <p:nvPr/>
        </p:nvSpPr>
        <p:spPr>
          <a:xfrm>
            <a:off x="4638260" y="1053863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eo_embedding_cell_5_0"/>
          <p:cNvSpPr/>
          <p:nvPr/>
        </p:nvSpPr>
        <p:spPr>
          <a:xfrm>
            <a:off x="4423702" y="1249491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eo_embedding_cell_5_1"/>
          <p:cNvSpPr/>
          <p:nvPr/>
        </p:nvSpPr>
        <p:spPr>
          <a:xfrm>
            <a:off x="4638260" y="1249491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geo_embedding_cell_6_0"/>
          <p:cNvSpPr/>
          <p:nvPr/>
        </p:nvSpPr>
        <p:spPr>
          <a:xfrm>
            <a:off x="4423702" y="1445118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geo_embedding_cell_6_1"/>
          <p:cNvSpPr/>
          <p:nvPr/>
        </p:nvSpPr>
        <p:spPr>
          <a:xfrm>
            <a:off x="4638260" y="1445118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eoliquidnet_label"/>
          <p:cNvSpPr txBox="1"/>
          <p:nvPr/>
        </p:nvSpPr>
        <p:spPr>
          <a:xfrm>
            <a:off x="2063553" y="1287354"/>
            <a:ext cx="1842683" cy="271354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88" b="1" i="0">
                <a:solidFill>
                  <a:srgbClr val="000000"/>
                </a:solidFill>
                <a:latin typeface="Liberation Serif"/>
              </a:rPr>
              <a:t>GeoLiquidNet</a:t>
            </a:r>
          </a:p>
        </p:txBody>
      </p:sp>
      <p:sp>
        <p:nvSpPr>
          <p:cNvPr id="50" name="grid_branch_panel"/>
          <p:cNvSpPr/>
          <p:nvPr/>
        </p:nvSpPr>
        <p:spPr>
          <a:xfrm>
            <a:off x="145143" y="1981515"/>
            <a:ext cx="4903304" cy="1785888"/>
          </a:xfrm>
          <a:prstGeom prst="roundRect">
            <a:avLst>
              <a:gd name="adj" fmla="val 16254"/>
            </a:avLst>
          </a:prstGeom>
          <a:solidFill>
            <a:srgbClr val="F3F2F8"/>
          </a:solidFill>
          <a:ln w="25242">
            <a:solidFill>
              <a:srgbClr val="8686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orecast_tile_back_4"/>
          <p:cNvSpPr/>
          <p:nvPr/>
        </p:nvSpPr>
        <p:spPr>
          <a:xfrm>
            <a:off x="586882" y="2208695"/>
            <a:ext cx="832994" cy="933963"/>
          </a:xfrm>
          <a:prstGeom prst="rect">
            <a:avLst/>
          </a:prstGeom>
          <a:solidFill>
            <a:srgbClr val="B7E2E2"/>
          </a:solidFill>
          <a:ln w="25242">
            <a:solidFill>
              <a:srgbClr val="53A8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orecast_tile_back_3"/>
          <p:cNvSpPr/>
          <p:nvPr/>
        </p:nvSpPr>
        <p:spPr>
          <a:xfrm>
            <a:off x="511155" y="2271801"/>
            <a:ext cx="832994" cy="933963"/>
          </a:xfrm>
          <a:prstGeom prst="rect">
            <a:avLst/>
          </a:prstGeom>
          <a:solidFill>
            <a:srgbClr val="B7E2E2"/>
          </a:solidFill>
          <a:ln w="25242">
            <a:solidFill>
              <a:srgbClr val="53A8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forecast_tile_back_2"/>
          <p:cNvSpPr/>
          <p:nvPr/>
        </p:nvSpPr>
        <p:spPr>
          <a:xfrm>
            <a:off x="435429" y="2334907"/>
            <a:ext cx="832994" cy="933963"/>
          </a:xfrm>
          <a:prstGeom prst="rect">
            <a:avLst/>
          </a:prstGeom>
          <a:solidFill>
            <a:srgbClr val="B7E2E2"/>
          </a:solidFill>
          <a:ln w="25242">
            <a:solidFill>
              <a:srgbClr val="53A8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orecast_tile_back_1"/>
          <p:cNvSpPr/>
          <p:nvPr/>
        </p:nvSpPr>
        <p:spPr>
          <a:xfrm>
            <a:off x="359702" y="2398012"/>
            <a:ext cx="832994" cy="933963"/>
          </a:xfrm>
          <a:prstGeom prst="rect">
            <a:avLst/>
          </a:prstGeom>
          <a:solidFill>
            <a:srgbClr val="B7E2E2"/>
          </a:solidFill>
          <a:ln w="25242">
            <a:solidFill>
              <a:srgbClr val="53A8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orecast_tile_front"/>
          <p:cNvSpPr/>
          <p:nvPr/>
        </p:nvSpPr>
        <p:spPr>
          <a:xfrm>
            <a:off x="283975" y="2454807"/>
            <a:ext cx="832994" cy="933963"/>
          </a:xfrm>
          <a:prstGeom prst="rect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orecast_globe"/>
          <p:cNvSpPr/>
          <p:nvPr/>
        </p:nvSpPr>
        <p:spPr>
          <a:xfrm>
            <a:off x="384944" y="2555776"/>
            <a:ext cx="643677" cy="643677"/>
          </a:xfrm>
          <a:prstGeom prst="ellipse">
            <a:avLst/>
          </a:prstGeom>
          <a:solidFill>
            <a:srgbClr val="53A8AD"/>
          </a:solidFill>
          <a:ln w="25242">
            <a:solidFill>
              <a:srgbClr val="3B67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ontinent_north"/>
          <p:cNvSpPr/>
          <p:nvPr/>
        </p:nvSpPr>
        <p:spPr>
          <a:xfrm>
            <a:off x="473292" y="2612571"/>
            <a:ext cx="290286" cy="220870"/>
          </a:xfrm>
          <a:custGeom>
            <a:avLst/>
            <a:gdLst/>
            <a:ahLst/>
            <a:cxnLst/>
            <a:rect l="l" t="t" r="r" b="b"/>
            <a:pathLst>
              <a:path w="290286" h="220870">
                <a:moveTo>
                  <a:pt x="0" y="75727"/>
                </a:moveTo>
                <a:lnTo>
                  <a:pt x="56795" y="12621"/>
                </a:lnTo>
                <a:lnTo>
                  <a:pt x="132522" y="0"/>
                </a:lnTo>
                <a:lnTo>
                  <a:pt x="164074" y="50485"/>
                </a:lnTo>
                <a:lnTo>
                  <a:pt x="246112" y="63106"/>
                </a:lnTo>
                <a:lnTo>
                  <a:pt x="290286" y="138833"/>
                </a:lnTo>
                <a:lnTo>
                  <a:pt x="246112" y="195628"/>
                </a:lnTo>
                <a:lnTo>
                  <a:pt x="176696" y="170385"/>
                </a:lnTo>
                <a:lnTo>
                  <a:pt x="138832" y="220870"/>
                </a:lnTo>
                <a:lnTo>
                  <a:pt x="50484" y="183006"/>
                </a:lnTo>
                <a:close/>
              </a:path>
            </a:pathLst>
          </a:custGeom>
          <a:solidFill>
            <a:srgbClr val="486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continent_south"/>
          <p:cNvSpPr/>
          <p:nvPr/>
        </p:nvSpPr>
        <p:spPr>
          <a:xfrm>
            <a:off x="624745" y="2820820"/>
            <a:ext cx="189317" cy="309217"/>
          </a:xfrm>
          <a:custGeom>
            <a:avLst/>
            <a:gdLst/>
            <a:ahLst/>
            <a:cxnLst/>
            <a:rect l="l" t="t" r="r" b="b"/>
            <a:pathLst>
              <a:path w="189317" h="309217">
                <a:moveTo>
                  <a:pt x="56795" y="0"/>
                </a:moveTo>
                <a:lnTo>
                  <a:pt x="151454" y="31552"/>
                </a:lnTo>
                <a:lnTo>
                  <a:pt x="189317" y="119900"/>
                </a:lnTo>
                <a:lnTo>
                  <a:pt x="138833" y="239801"/>
                </a:lnTo>
                <a:lnTo>
                  <a:pt x="82038" y="309217"/>
                </a:lnTo>
                <a:lnTo>
                  <a:pt x="37864" y="208248"/>
                </a:lnTo>
                <a:lnTo>
                  <a:pt x="50485" y="113590"/>
                </a:lnTo>
                <a:lnTo>
                  <a:pt x="0" y="56795"/>
                </a:lnTo>
                <a:close/>
              </a:path>
            </a:pathLst>
          </a:custGeom>
          <a:solidFill>
            <a:srgbClr val="486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continent_east"/>
          <p:cNvSpPr/>
          <p:nvPr/>
        </p:nvSpPr>
        <p:spPr>
          <a:xfrm>
            <a:off x="795130" y="2644124"/>
            <a:ext cx="183007" cy="170385"/>
          </a:xfrm>
          <a:custGeom>
            <a:avLst/>
            <a:gdLst/>
            <a:ahLst/>
            <a:cxnLst/>
            <a:rect l="l" t="t" r="r" b="b"/>
            <a:pathLst>
              <a:path w="183007" h="170385">
                <a:moveTo>
                  <a:pt x="31553" y="0"/>
                </a:moveTo>
                <a:lnTo>
                  <a:pt x="138833" y="63106"/>
                </a:lnTo>
                <a:lnTo>
                  <a:pt x="183007" y="151453"/>
                </a:lnTo>
                <a:lnTo>
                  <a:pt x="113590" y="170385"/>
                </a:lnTo>
                <a:lnTo>
                  <a:pt x="75727" y="119901"/>
                </a:lnTo>
                <a:lnTo>
                  <a:pt x="0" y="113590"/>
                </a:lnTo>
                <a:close/>
              </a:path>
            </a:pathLst>
          </a:custGeom>
          <a:solidFill>
            <a:srgbClr val="486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gridded_label"/>
          <p:cNvSpPr txBox="1"/>
          <p:nvPr/>
        </p:nvSpPr>
        <p:spPr>
          <a:xfrm>
            <a:off x="195627" y="3432944"/>
            <a:ext cx="1400944" cy="227180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92" b="1" i="0">
                <a:solidFill>
                  <a:srgbClr val="000000"/>
                </a:solidFill>
                <a:latin typeface="Liberation Serif"/>
              </a:rPr>
              <a:t>Gridded Forecast(X)</a:t>
            </a:r>
          </a:p>
        </p:txBody>
      </p:sp>
      <p:cxnSp>
        <p:nvCxnSpPr>
          <p:cNvPr id="61" name="temporal_icon_edge_0_1"/>
          <p:cNvCxnSpPr/>
          <p:nvPr/>
        </p:nvCxnSpPr>
        <p:spPr>
          <a:xfrm flipV="1">
            <a:off x="1741714" y="2069863"/>
            <a:ext cx="63106" cy="56795"/>
          </a:xfrm>
          <a:prstGeom prst="line">
            <a:avLst/>
          </a:prstGeom>
          <a:ln w="11359">
            <a:solidFill>
              <a:srgbClr val="486B8A"/>
            </a:solidFill>
          </a:ln>
        </p:spPr>
      </p:cxnSp>
      <p:cxnSp>
        <p:nvCxnSpPr>
          <p:cNvPr id="62" name="temporal_icon_edge_1_1"/>
          <p:cNvCxnSpPr/>
          <p:nvPr/>
        </p:nvCxnSpPr>
        <p:spPr>
          <a:xfrm>
            <a:off x="1804820" y="2069863"/>
            <a:ext cx="63105" cy="69416"/>
          </a:xfrm>
          <a:prstGeom prst="line">
            <a:avLst/>
          </a:prstGeom>
          <a:ln w="11359">
            <a:solidFill>
              <a:srgbClr val="486B8A"/>
            </a:solidFill>
          </a:ln>
        </p:spPr>
      </p:cxnSp>
      <p:cxnSp>
        <p:nvCxnSpPr>
          <p:cNvPr id="63" name="temporal_icon_edge_2_1"/>
          <p:cNvCxnSpPr/>
          <p:nvPr/>
        </p:nvCxnSpPr>
        <p:spPr>
          <a:xfrm>
            <a:off x="1741714" y="2126658"/>
            <a:ext cx="37863" cy="75727"/>
          </a:xfrm>
          <a:prstGeom prst="line">
            <a:avLst/>
          </a:prstGeom>
          <a:ln w="11359">
            <a:solidFill>
              <a:srgbClr val="486B8A"/>
            </a:solidFill>
          </a:ln>
        </p:spPr>
      </p:cxnSp>
      <p:cxnSp>
        <p:nvCxnSpPr>
          <p:cNvPr id="64" name="temporal_icon_edge_3_1"/>
          <p:cNvCxnSpPr/>
          <p:nvPr/>
        </p:nvCxnSpPr>
        <p:spPr>
          <a:xfrm>
            <a:off x="1779577" y="2202385"/>
            <a:ext cx="88348" cy="75727"/>
          </a:xfrm>
          <a:prstGeom prst="line">
            <a:avLst/>
          </a:prstGeom>
          <a:ln w="11359">
            <a:solidFill>
              <a:srgbClr val="486B8A"/>
            </a:solidFill>
          </a:ln>
        </p:spPr>
      </p:cxnSp>
      <p:cxnSp>
        <p:nvCxnSpPr>
          <p:cNvPr id="65" name="temporal_icon_edge_4_1"/>
          <p:cNvCxnSpPr/>
          <p:nvPr/>
        </p:nvCxnSpPr>
        <p:spPr>
          <a:xfrm flipH="1">
            <a:off x="1773267" y="2202385"/>
            <a:ext cx="6310" cy="119901"/>
          </a:xfrm>
          <a:prstGeom prst="line">
            <a:avLst/>
          </a:prstGeom>
          <a:ln w="11359">
            <a:solidFill>
              <a:srgbClr val="486B8A"/>
            </a:solidFill>
          </a:ln>
        </p:spPr>
      </p:cxnSp>
      <p:cxnSp>
        <p:nvCxnSpPr>
          <p:cNvPr id="66" name="temporal_icon_edge_5_1"/>
          <p:cNvCxnSpPr/>
          <p:nvPr/>
        </p:nvCxnSpPr>
        <p:spPr>
          <a:xfrm flipH="1">
            <a:off x="1703851" y="2202385"/>
            <a:ext cx="75726" cy="50484"/>
          </a:xfrm>
          <a:prstGeom prst="line">
            <a:avLst/>
          </a:prstGeom>
          <a:ln w="11359">
            <a:solidFill>
              <a:srgbClr val="486B8A"/>
            </a:solidFill>
          </a:ln>
        </p:spPr>
      </p:cxnSp>
      <p:cxnSp>
        <p:nvCxnSpPr>
          <p:cNvPr id="67" name="temporal_icon_edge_6_1"/>
          <p:cNvCxnSpPr/>
          <p:nvPr/>
        </p:nvCxnSpPr>
        <p:spPr>
          <a:xfrm flipH="1">
            <a:off x="1779577" y="2139279"/>
            <a:ext cx="88348" cy="63106"/>
          </a:xfrm>
          <a:prstGeom prst="line">
            <a:avLst/>
          </a:prstGeom>
          <a:ln w="11359">
            <a:solidFill>
              <a:srgbClr val="486B8A"/>
            </a:solidFill>
          </a:ln>
        </p:spPr>
      </p:cxnSp>
      <p:sp>
        <p:nvSpPr>
          <p:cNvPr id="68" name="temporal_icon_node_0"/>
          <p:cNvSpPr/>
          <p:nvPr/>
        </p:nvSpPr>
        <p:spPr>
          <a:xfrm>
            <a:off x="1710161" y="2095105"/>
            <a:ext cx="63106" cy="63106"/>
          </a:xfrm>
          <a:prstGeom prst="ellipse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mporal_icon_node_1"/>
          <p:cNvSpPr/>
          <p:nvPr/>
        </p:nvSpPr>
        <p:spPr>
          <a:xfrm>
            <a:off x="1773267" y="2038310"/>
            <a:ext cx="63106" cy="63106"/>
          </a:xfrm>
          <a:prstGeom prst="ellipse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mporal_icon_node_2"/>
          <p:cNvSpPr/>
          <p:nvPr/>
        </p:nvSpPr>
        <p:spPr>
          <a:xfrm>
            <a:off x="1836373" y="2107727"/>
            <a:ext cx="63106" cy="63106"/>
          </a:xfrm>
          <a:prstGeom prst="ellipse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mporal_icon_node_3"/>
          <p:cNvSpPr/>
          <p:nvPr/>
        </p:nvSpPr>
        <p:spPr>
          <a:xfrm>
            <a:off x="1748025" y="2170832"/>
            <a:ext cx="63106" cy="63106"/>
          </a:xfrm>
          <a:prstGeom prst="ellipse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mporal_icon_node_4"/>
          <p:cNvSpPr/>
          <p:nvPr/>
        </p:nvSpPr>
        <p:spPr>
          <a:xfrm>
            <a:off x="1836373" y="2246559"/>
            <a:ext cx="63106" cy="63106"/>
          </a:xfrm>
          <a:prstGeom prst="ellipse">
            <a:avLst/>
          </a:prstGeom>
          <a:solidFill>
            <a:srgbClr val="E46F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mporal_icon_node_5"/>
          <p:cNvSpPr/>
          <p:nvPr/>
        </p:nvSpPr>
        <p:spPr>
          <a:xfrm>
            <a:off x="1741714" y="2290733"/>
            <a:ext cx="63106" cy="63106"/>
          </a:xfrm>
          <a:prstGeom prst="ellipse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mporal_icon_node_6"/>
          <p:cNvSpPr/>
          <p:nvPr/>
        </p:nvSpPr>
        <p:spPr>
          <a:xfrm>
            <a:off x="1672298" y="2221317"/>
            <a:ext cx="63106" cy="63106"/>
          </a:xfrm>
          <a:prstGeom prst="ellipse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mporal_mlp_label"/>
          <p:cNvSpPr txBox="1"/>
          <p:nvPr/>
        </p:nvSpPr>
        <p:spPr>
          <a:xfrm>
            <a:off x="1981515" y="2126658"/>
            <a:ext cx="2082484" cy="220870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92" b="1" i="0">
                <a:solidFill>
                  <a:srgbClr val="000000"/>
                </a:solidFill>
                <a:latin typeface="Liberation Serif"/>
              </a:rPr>
              <a:t>Temporal Attention MLP</a:t>
            </a:r>
          </a:p>
        </p:txBody>
      </p:sp>
      <p:cxnSp>
        <p:nvCxnSpPr>
          <p:cNvPr id="76" name="temporal_source_1"/>
          <p:cNvCxnSpPr/>
          <p:nvPr/>
        </p:nvCxnSpPr>
        <p:spPr>
          <a:xfrm>
            <a:off x="1426186" y="2454807"/>
            <a:ext cx="990758" cy="0"/>
          </a:xfrm>
          <a:prstGeom prst="line">
            <a:avLst/>
          </a:prstGeom>
          <a:ln w="63105">
            <a:solidFill>
              <a:srgbClr val="2F5DA8"/>
            </a:solidFill>
          </a:ln>
        </p:spPr>
      </p:cxnSp>
      <p:cxnSp>
        <p:nvCxnSpPr>
          <p:cNvPr id="77" name="temporal_source_2"/>
          <p:cNvCxnSpPr/>
          <p:nvPr/>
        </p:nvCxnSpPr>
        <p:spPr>
          <a:xfrm>
            <a:off x="2416944" y="2454807"/>
            <a:ext cx="0" cy="220870"/>
          </a:xfrm>
          <a:prstGeom prst="line">
            <a:avLst/>
          </a:prstGeom>
          <a:ln w="63105">
            <a:solidFill>
              <a:srgbClr val="2F5DA8"/>
            </a:solidFill>
          </a:ln>
        </p:spPr>
      </p:cxnSp>
      <p:cxnSp>
        <p:nvCxnSpPr>
          <p:cNvPr id="78" name="temporal_source_drop_1"/>
          <p:cNvCxnSpPr/>
          <p:nvPr/>
        </p:nvCxnSpPr>
        <p:spPr>
          <a:xfrm>
            <a:off x="2416944" y="2454807"/>
            <a:ext cx="0" cy="220870"/>
          </a:xfrm>
          <a:prstGeom prst="line">
            <a:avLst/>
          </a:prstGeom>
          <a:ln w="25242">
            <a:solidFill>
              <a:srgbClr val="2F5DA8"/>
            </a:solidFill>
            <a:tailEnd type="triangle" w="med" len="med"/>
          </a:ln>
        </p:spPr>
      </p:cxnSp>
      <p:sp>
        <p:nvSpPr>
          <p:cNvPr id="79" name="multiply_symbol"/>
          <p:cNvSpPr txBox="1"/>
          <p:nvPr/>
        </p:nvSpPr>
        <p:spPr>
          <a:xfrm>
            <a:off x="1539776" y="2574708"/>
            <a:ext cx="277665" cy="391255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782" b="1" i="0">
                <a:solidFill>
                  <a:srgbClr val="3D3894"/>
                </a:solidFill>
                <a:latin typeface="Liberation Sans"/>
              </a:rPr>
              <a:t>×</a:t>
            </a:r>
          </a:p>
        </p:txBody>
      </p:sp>
      <p:sp>
        <p:nvSpPr>
          <p:cNvPr id="80" name="attention_heat_border"/>
          <p:cNvSpPr/>
          <p:nvPr/>
        </p:nvSpPr>
        <p:spPr>
          <a:xfrm>
            <a:off x="1924720" y="2669366"/>
            <a:ext cx="952894" cy="265043"/>
          </a:xfrm>
          <a:prstGeom prst="rect">
            <a:avLst/>
          </a:prstGeom>
          <a:solidFill>
            <a:srgbClr val="F48C96"/>
          </a:solidFill>
          <a:ln w="12621">
            <a:solidFill>
              <a:srgbClr val="F48C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attention_heat_0"/>
          <p:cNvSpPr/>
          <p:nvPr/>
        </p:nvSpPr>
        <p:spPr>
          <a:xfrm>
            <a:off x="1956273" y="2707230"/>
            <a:ext cx="176696" cy="189317"/>
          </a:xfrm>
          <a:prstGeom prst="rect">
            <a:avLst/>
          </a:prstGeom>
          <a:solidFill>
            <a:srgbClr val="F4B1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attention_heat_1"/>
          <p:cNvSpPr/>
          <p:nvPr/>
        </p:nvSpPr>
        <p:spPr>
          <a:xfrm>
            <a:off x="2132969" y="2707230"/>
            <a:ext cx="176696" cy="189317"/>
          </a:xfrm>
          <a:prstGeom prst="rect">
            <a:avLst/>
          </a:prstGeom>
          <a:solidFill>
            <a:srgbClr val="F7D7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attention_heat_2"/>
          <p:cNvSpPr/>
          <p:nvPr/>
        </p:nvSpPr>
        <p:spPr>
          <a:xfrm>
            <a:off x="2309664" y="2707230"/>
            <a:ext cx="176696" cy="189317"/>
          </a:xfrm>
          <a:prstGeom prst="rect">
            <a:avLst/>
          </a:prstGeom>
          <a:solidFill>
            <a:srgbClr val="E889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attention_heat_3"/>
          <p:cNvSpPr/>
          <p:nvPr/>
        </p:nvSpPr>
        <p:spPr>
          <a:xfrm>
            <a:off x="2486360" y="2707230"/>
            <a:ext cx="176696" cy="189317"/>
          </a:xfrm>
          <a:prstGeom prst="rect">
            <a:avLst/>
          </a:prstGeom>
          <a:solidFill>
            <a:srgbClr val="EA77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attention_heat_4"/>
          <p:cNvSpPr/>
          <p:nvPr/>
        </p:nvSpPr>
        <p:spPr>
          <a:xfrm>
            <a:off x="2663056" y="2707230"/>
            <a:ext cx="176696" cy="189317"/>
          </a:xfrm>
          <a:prstGeom prst="rect">
            <a:avLst/>
          </a:prstGeom>
          <a:solidFill>
            <a:srgbClr val="F064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attention_weights_label"/>
          <p:cNvSpPr txBox="1"/>
          <p:nvPr/>
        </p:nvSpPr>
        <p:spPr>
          <a:xfrm>
            <a:off x="1741714" y="3155279"/>
            <a:ext cx="1331528" cy="366012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92" b="1" i="0">
                <a:solidFill>
                  <a:srgbClr val="000000"/>
                </a:solidFill>
                <a:latin typeface="Liberation Serif"/>
              </a:rPr>
              <a:t>Temporal Attention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92" b="1" i="0">
                <a:solidFill>
                  <a:srgbClr val="000000"/>
                </a:solidFill>
                <a:latin typeface="Liberation Serif"/>
              </a:rPr>
              <a:t>Weights</a:t>
            </a:r>
          </a:p>
        </p:txBody>
      </p:sp>
      <p:cxnSp>
        <p:nvCxnSpPr>
          <p:cNvPr id="87" name="attention_to_embedding_1"/>
          <p:cNvCxnSpPr/>
          <p:nvPr/>
        </p:nvCxnSpPr>
        <p:spPr>
          <a:xfrm>
            <a:off x="3167900" y="2801888"/>
            <a:ext cx="353392" cy="0"/>
          </a:xfrm>
          <a:prstGeom prst="line">
            <a:avLst/>
          </a:prstGeom>
          <a:ln w="75726">
            <a:solidFill>
              <a:srgbClr val="3D3894"/>
            </a:solidFill>
            <a:tailEnd type="triangle" w="med" len="med"/>
          </a:ln>
        </p:spPr>
      </p:cxnSp>
      <p:sp>
        <p:nvSpPr>
          <p:cNvPr id="88" name="embedding_wedge"/>
          <p:cNvSpPr/>
          <p:nvPr/>
        </p:nvSpPr>
        <p:spPr>
          <a:xfrm>
            <a:off x="3597018" y="2385391"/>
            <a:ext cx="504845" cy="801441"/>
          </a:xfrm>
          <a:custGeom>
            <a:avLst/>
            <a:gdLst/>
            <a:ahLst/>
            <a:cxnLst/>
            <a:rect l="l" t="t" r="r" b="b"/>
            <a:pathLst>
              <a:path w="504845" h="801441">
                <a:moveTo>
                  <a:pt x="0" y="208249"/>
                </a:moveTo>
                <a:lnTo>
                  <a:pt x="504845" y="0"/>
                </a:lnTo>
                <a:lnTo>
                  <a:pt x="504845" y="801441"/>
                </a:lnTo>
                <a:lnTo>
                  <a:pt x="0" y="599503"/>
                </a:lnTo>
                <a:close/>
              </a:path>
            </a:pathLst>
          </a:custGeom>
          <a:solidFill>
            <a:srgbClr val="DDD2E2"/>
          </a:solidFill>
          <a:ln w="25242">
            <a:solidFill>
              <a:srgbClr val="C1AA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embedding_mlp_label"/>
          <p:cNvSpPr txBox="1"/>
          <p:nvPr/>
        </p:nvSpPr>
        <p:spPr>
          <a:xfrm>
            <a:off x="3382459" y="3155279"/>
            <a:ext cx="896099" cy="410186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42" b="1" i="0">
                <a:solidFill>
                  <a:srgbClr val="000000"/>
                </a:solidFill>
                <a:latin typeface="Liberation Serif"/>
              </a:rPr>
              <a:t>Embedding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42" b="1" i="0">
                <a:solidFill>
                  <a:srgbClr val="000000"/>
                </a:solidFill>
                <a:latin typeface="Liberation Serif"/>
              </a:rPr>
              <a:t>MLP</a:t>
            </a:r>
          </a:p>
        </p:txBody>
      </p:sp>
      <p:sp>
        <p:nvSpPr>
          <p:cNvPr id="90" name="grid_embedding_back"/>
          <p:cNvSpPr/>
          <p:nvPr/>
        </p:nvSpPr>
        <p:spPr>
          <a:xfrm>
            <a:off x="4316422" y="2082484"/>
            <a:ext cx="460671" cy="1394633"/>
          </a:xfrm>
          <a:prstGeom prst="roundRect">
            <a:avLst>
              <a:gd name="adj" fmla="val 19178"/>
            </a:avLst>
          </a:prstGeom>
          <a:solidFill>
            <a:srgbClr val="C8CA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grid_embedding_cell_0_0"/>
          <p:cNvSpPr/>
          <p:nvPr/>
        </p:nvSpPr>
        <p:spPr>
          <a:xfrm>
            <a:off x="4385838" y="2139279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grid_embedding_cell_0_1"/>
          <p:cNvSpPr/>
          <p:nvPr/>
        </p:nvSpPr>
        <p:spPr>
          <a:xfrm>
            <a:off x="4600397" y="2139279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grid_embedding_cell_1_0"/>
          <p:cNvSpPr/>
          <p:nvPr/>
        </p:nvSpPr>
        <p:spPr>
          <a:xfrm>
            <a:off x="4385838" y="2334907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grid_embedding_cell_1_1"/>
          <p:cNvSpPr/>
          <p:nvPr/>
        </p:nvSpPr>
        <p:spPr>
          <a:xfrm>
            <a:off x="4600397" y="2334907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grid_embedding_cell_2_0"/>
          <p:cNvSpPr/>
          <p:nvPr/>
        </p:nvSpPr>
        <p:spPr>
          <a:xfrm>
            <a:off x="4385838" y="2530534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grid_embedding_cell_2_1"/>
          <p:cNvSpPr/>
          <p:nvPr/>
        </p:nvSpPr>
        <p:spPr>
          <a:xfrm>
            <a:off x="4600397" y="2530534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grid_embedding_cell_3_0"/>
          <p:cNvSpPr/>
          <p:nvPr/>
        </p:nvSpPr>
        <p:spPr>
          <a:xfrm>
            <a:off x="4385838" y="2726161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grid_embedding_cell_3_1"/>
          <p:cNvSpPr/>
          <p:nvPr/>
        </p:nvSpPr>
        <p:spPr>
          <a:xfrm>
            <a:off x="4600397" y="2726161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grid_embedding_cell_4_0"/>
          <p:cNvSpPr/>
          <p:nvPr/>
        </p:nvSpPr>
        <p:spPr>
          <a:xfrm>
            <a:off x="4385838" y="2921789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grid_embedding_cell_4_1"/>
          <p:cNvSpPr/>
          <p:nvPr/>
        </p:nvSpPr>
        <p:spPr>
          <a:xfrm>
            <a:off x="4600397" y="2921789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grid_embedding_cell_5_0"/>
          <p:cNvSpPr/>
          <p:nvPr/>
        </p:nvSpPr>
        <p:spPr>
          <a:xfrm>
            <a:off x="4385838" y="3117416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grid_embedding_cell_5_1"/>
          <p:cNvSpPr/>
          <p:nvPr/>
        </p:nvSpPr>
        <p:spPr>
          <a:xfrm>
            <a:off x="4600397" y="3117416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grid_embedding_cell_6_0"/>
          <p:cNvSpPr/>
          <p:nvPr/>
        </p:nvSpPr>
        <p:spPr>
          <a:xfrm>
            <a:off x="4385838" y="3313043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grid_embedding_cell_6_1"/>
          <p:cNvSpPr/>
          <p:nvPr/>
        </p:nvSpPr>
        <p:spPr>
          <a:xfrm>
            <a:off x="4600397" y="3313043"/>
            <a:ext cx="138832" cy="145143"/>
          </a:xfrm>
          <a:prstGeom prst="roundRect">
            <a:avLst>
              <a:gd name="adj" fmla="val 13636"/>
            </a:avLst>
          </a:prstGeom>
          <a:solidFill>
            <a:srgbClr val="8E9FCA"/>
          </a:solidFill>
          <a:ln w="25242">
            <a:solidFill>
              <a:srgbClr val="5A5FA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geo_to_modulator_1"/>
          <p:cNvCxnSpPr/>
          <p:nvPr/>
        </p:nvCxnSpPr>
        <p:spPr>
          <a:xfrm>
            <a:off x="5016894" y="959205"/>
            <a:ext cx="643677" cy="0"/>
          </a:xfrm>
          <a:prstGeom prst="line">
            <a:avLst/>
          </a:prstGeom>
          <a:ln w="37863">
            <a:solidFill>
              <a:srgbClr val="000000"/>
            </a:solidFill>
          </a:ln>
        </p:spPr>
      </p:cxnSp>
      <p:cxnSp>
        <p:nvCxnSpPr>
          <p:cNvPr id="106" name="geo_to_modulator_2"/>
          <p:cNvCxnSpPr/>
          <p:nvPr/>
        </p:nvCxnSpPr>
        <p:spPr>
          <a:xfrm>
            <a:off x="5660571" y="959205"/>
            <a:ext cx="0" cy="239801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cxnSp>
        <p:nvCxnSpPr>
          <p:cNvPr id="107" name="grid_to_modulator_1"/>
          <p:cNvCxnSpPr/>
          <p:nvPr/>
        </p:nvCxnSpPr>
        <p:spPr>
          <a:xfrm>
            <a:off x="5016894" y="3073242"/>
            <a:ext cx="643677" cy="0"/>
          </a:xfrm>
          <a:prstGeom prst="line">
            <a:avLst/>
          </a:prstGeom>
          <a:ln w="37863">
            <a:solidFill>
              <a:srgbClr val="000000"/>
            </a:solidFill>
          </a:ln>
        </p:spPr>
      </p:cxnSp>
      <p:cxnSp>
        <p:nvCxnSpPr>
          <p:cNvPr id="108" name="grid_to_modulator_2"/>
          <p:cNvCxnSpPr/>
          <p:nvPr/>
        </p:nvCxnSpPr>
        <p:spPr>
          <a:xfrm flipV="1">
            <a:off x="5660571" y="2637813"/>
            <a:ext cx="0" cy="435429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cxnSp>
        <p:nvCxnSpPr>
          <p:cNvPr id="109" name="modulator_to_graph_1"/>
          <p:cNvCxnSpPr/>
          <p:nvPr/>
        </p:nvCxnSpPr>
        <p:spPr>
          <a:xfrm>
            <a:off x="5919304" y="1918410"/>
            <a:ext cx="315528" cy="0"/>
          </a:xfrm>
          <a:prstGeom prst="line">
            <a:avLst/>
          </a:prstGeom>
          <a:ln w="37863">
            <a:solidFill>
              <a:srgbClr val="000000"/>
            </a:solidFill>
          </a:ln>
        </p:spPr>
      </p:cxnSp>
      <p:cxnSp>
        <p:nvCxnSpPr>
          <p:cNvPr id="110" name="modulator_to_graph_2"/>
          <p:cNvCxnSpPr/>
          <p:nvPr/>
        </p:nvCxnSpPr>
        <p:spPr>
          <a:xfrm flipV="1">
            <a:off x="6234832" y="1047553"/>
            <a:ext cx="0" cy="870857"/>
          </a:xfrm>
          <a:prstGeom prst="line">
            <a:avLst/>
          </a:prstGeom>
          <a:ln w="37863">
            <a:solidFill>
              <a:srgbClr val="000000"/>
            </a:solidFill>
          </a:ln>
        </p:spPr>
      </p:cxnSp>
      <p:cxnSp>
        <p:nvCxnSpPr>
          <p:cNvPr id="111" name="modulator_to_graph_3"/>
          <p:cNvCxnSpPr/>
          <p:nvPr/>
        </p:nvCxnSpPr>
        <p:spPr>
          <a:xfrm>
            <a:off x="6234832" y="1047553"/>
            <a:ext cx="321838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cxnSp>
        <p:nvCxnSpPr>
          <p:cNvPr id="112" name="graph_to_diffuser_1"/>
          <p:cNvCxnSpPr/>
          <p:nvPr/>
        </p:nvCxnSpPr>
        <p:spPr>
          <a:xfrm>
            <a:off x="7799850" y="1053863"/>
            <a:ext cx="448050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cxnSp>
        <p:nvCxnSpPr>
          <p:cNvPr id="113" name="diffuser_to_score_1"/>
          <p:cNvCxnSpPr/>
          <p:nvPr/>
        </p:nvCxnSpPr>
        <p:spPr>
          <a:xfrm>
            <a:off x="8777987" y="1066484"/>
            <a:ext cx="359702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114" name="dynamic_modulator"/>
          <p:cNvSpPr/>
          <p:nvPr/>
        </p:nvSpPr>
        <p:spPr>
          <a:xfrm>
            <a:off x="5382906" y="1199006"/>
            <a:ext cx="536397" cy="1438807"/>
          </a:xfrm>
          <a:prstGeom prst="rect">
            <a:avLst/>
          </a:prstGeom>
          <a:solidFill>
            <a:srgbClr val="B7CCE7"/>
          </a:solidFill>
          <a:ln w="25242">
            <a:solidFill>
              <a:srgbClr val="2F5D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dynamic_modulator_text"/>
          <p:cNvSpPr txBox="1"/>
          <p:nvPr/>
        </p:nvSpPr>
        <p:spPr>
          <a:xfrm rot="5400000">
            <a:off x="5023205" y="1571329"/>
            <a:ext cx="1262112" cy="694161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F5DA8"/>
                </a:solidFill>
                <a:latin typeface="Liberation Serif"/>
              </a:rPr>
              <a:t>Dynamic Edge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F5DA8"/>
                </a:solidFill>
                <a:latin typeface="Liberation Serif"/>
              </a:rPr>
              <a:t>Modulator</a:t>
            </a:r>
          </a:p>
        </p:txBody>
      </p:sp>
      <p:sp>
        <p:nvSpPr>
          <p:cNvPr id="116" name="graph_card"/>
          <p:cNvSpPr/>
          <p:nvPr/>
        </p:nvSpPr>
        <p:spPr>
          <a:xfrm>
            <a:off x="6556670" y="290286"/>
            <a:ext cx="1243180" cy="1520845"/>
          </a:xfrm>
          <a:prstGeom prst="roundRect">
            <a:avLst>
              <a:gd name="adj" fmla="val 17258"/>
            </a:avLst>
          </a:prstGeom>
          <a:solidFill>
            <a:srgbClr val="D1D8E2"/>
          </a:solidFill>
          <a:ln w="31552">
            <a:solidFill>
              <a:srgbClr val="ACB7C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7" name="graph_edge_0_1"/>
          <p:cNvCxnSpPr/>
          <p:nvPr/>
        </p:nvCxnSpPr>
        <p:spPr>
          <a:xfrm flipV="1">
            <a:off x="6708124" y="1072795"/>
            <a:ext cx="422807" cy="56795"/>
          </a:xfrm>
          <a:prstGeom prst="line">
            <a:avLst/>
          </a:prstGeom>
          <a:ln w="25242">
            <a:solidFill>
              <a:srgbClr val="6F5569"/>
            </a:solidFill>
          </a:ln>
        </p:spPr>
      </p:cxnSp>
      <p:cxnSp>
        <p:nvCxnSpPr>
          <p:cNvPr id="118" name="graph_edge_1_1"/>
          <p:cNvCxnSpPr/>
          <p:nvPr/>
        </p:nvCxnSpPr>
        <p:spPr>
          <a:xfrm flipH="1" flipV="1">
            <a:off x="6884819" y="807751"/>
            <a:ext cx="246112" cy="265044"/>
          </a:xfrm>
          <a:prstGeom prst="line">
            <a:avLst/>
          </a:prstGeom>
          <a:ln w="25242">
            <a:solidFill>
              <a:srgbClr val="6F5569"/>
            </a:solidFill>
          </a:ln>
        </p:spPr>
      </p:cxnSp>
      <p:cxnSp>
        <p:nvCxnSpPr>
          <p:cNvPr id="119" name="graph_edge_2_1"/>
          <p:cNvCxnSpPr/>
          <p:nvPr/>
        </p:nvCxnSpPr>
        <p:spPr>
          <a:xfrm flipV="1">
            <a:off x="7130931" y="801441"/>
            <a:ext cx="246112" cy="271354"/>
          </a:xfrm>
          <a:prstGeom prst="line">
            <a:avLst/>
          </a:prstGeom>
          <a:ln w="25242">
            <a:solidFill>
              <a:srgbClr val="6F5569"/>
            </a:solidFill>
          </a:ln>
        </p:spPr>
      </p:cxnSp>
      <p:cxnSp>
        <p:nvCxnSpPr>
          <p:cNvPr id="120" name="graph_edge_3_1"/>
          <p:cNvCxnSpPr/>
          <p:nvPr/>
        </p:nvCxnSpPr>
        <p:spPr>
          <a:xfrm flipH="1">
            <a:off x="6891130" y="1072795"/>
            <a:ext cx="239801" cy="227180"/>
          </a:xfrm>
          <a:prstGeom prst="line">
            <a:avLst/>
          </a:prstGeom>
          <a:ln w="25242">
            <a:solidFill>
              <a:srgbClr val="6F5569"/>
            </a:solidFill>
          </a:ln>
        </p:spPr>
      </p:cxnSp>
      <p:cxnSp>
        <p:nvCxnSpPr>
          <p:cNvPr id="121" name="graph_edge_4_1"/>
          <p:cNvCxnSpPr/>
          <p:nvPr/>
        </p:nvCxnSpPr>
        <p:spPr>
          <a:xfrm>
            <a:off x="7130931" y="1072795"/>
            <a:ext cx="246112" cy="227180"/>
          </a:xfrm>
          <a:prstGeom prst="line">
            <a:avLst/>
          </a:prstGeom>
          <a:ln w="25242">
            <a:solidFill>
              <a:srgbClr val="6F5569"/>
            </a:solidFill>
          </a:ln>
        </p:spPr>
      </p:cxnSp>
      <p:cxnSp>
        <p:nvCxnSpPr>
          <p:cNvPr id="122" name="graph_edge_5_1"/>
          <p:cNvCxnSpPr/>
          <p:nvPr/>
        </p:nvCxnSpPr>
        <p:spPr>
          <a:xfrm>
            <a:off x="7130931" y="1072795"/>
            <a:ext cx="195627" cy="599503"/>
          </a:xfrm>
          <a:prstGeom prst="line">
            <a:avLst/>
          </a:prstGeom>
          <a:ln w="25242">
            <a:solidFill>
              <a:srgbClr val="B184A1"/>
            </a:solidFill>
          </a:ln>
        </p:spPr>
      </p:cxnSp>
      <p:cxnSp>
        <p:nvCxnSpPr>
          <p:cNvPr id="123" name="graph_edge_6_1"/>
          <p:cNvCxnSpPr/>
          <p:nvPr/>
        </p:nvCxnSpPr>
        <p:spPr>
          <a:xfrm flipV="1">
            <a:off x="7130931" y="561640"/>
            <a:ext cx="94658" cy="511155"/>
          </a:xfrm>
          <a:prstGeom prst="line">
            <a:avLst/>
          </a:prstGeom>
          <a:ln w="25242">
            <a:solidFill>
              <a:srgbClr val="A78999"/>
            </a:solidFill>
            <a:prstDash val="dash"/>
          </a:ln>
        </p:spPr>
      </p:cxnSp>
      <p:cxnSp>
        <p:nvCxnSpPr>
          <p:cNvPr id="124" name="graph_edge_7_1"/>
          <p:cNvCxnSpPr/>
          <p:nvPr/>
        </p:nvCxnSpPr>
        <p:spPr>
          <a:xfrm flipV="1">
            <a:off x="7225589" y="410186"/>
            <a:ext cx="366013" cy="151454"/>
          </a:xfrm>
          <a:prstGeom prst="line">
            <a:avLst/>
          </a:prstGeom>
          <a:ln w="25242">
            <a:solidFill>
              <a:srgbClr val="A78999"/>
            </a:solidFill>
          </a:ln>
        </p:spPr>
      </p:cxnSp>
      <p:sp>
        <p:nvSpPr>
          <p:cNvPr id="125" name="graph_node_0"/>
          <p:cNvSpPr/>
          <p:nvPr/>
        </p:nvSpPr>
        <p:spPr>
          <a:xfrm>
            <a:off x="6651329" y="1072795"/>
            <a:ext cx="113590" cy="113590"/>
          </a:xfrm>
          <a:prstGeom prst="ellipse">
            <a:avLst/>
          </a:prstGeom>
          <a:solidFill>
            <a:srgbClr val="D7DEE8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graph_node_1"/>
          <p:cNvSpPr/>
          <p:nvPr/>
        </p:nvSpPr>
        <p:spPr>
          <a:xfrm>
            <a:off x="7074136" y="1016000"/>
            <a:ext cx="113590" cy="113590"/>
          </a:xfrm>
          <a:prstGeom prst="ellipse">
            <a:avLst/>
          </a:prstGeom>
          <a:solidFill>
            <a:srgbClr val="3D3894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graph_node_2"/>
          <p:cNvSpPr/>
          <p:nvPr/>
        </p:nvSpPr>
        <p:spPr>
          <a:xfrm>
            <a:off x="6809093" y="732025"/>
            <a:ext cx="151453" cy="151453"/>
          </a:xfrm>
          <a:prstGeom prst="rect">
            <a:avLst/>
          </a:prstGeom>
          <a:solidFill>
            <a:srgbClr val="53A8AD"/>
          </a:solidFill>
          <a:ln w="25242">
            <a:solidFill>
              <a:srgbClr val="235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graph_node_3"/>
          <p:cNvSpPr/>
          <p:nvPr/>
        </p:nvSpPr>
        <p:spPr>
          <a:xfrm>
            <a:off x="7301316" y="725714"/>
            <a:ext cx="151453" cy="151453"/>
          </a:xfrm>
          <a:prstGeom prst="rect">
            <a:avLst/>
          </a:prstGeom>
          <a:solidFill>
            <a:srgbClr val="53A8AD"/>
          </a:solidFill>
          <a:ln w="25242">
            <a:solidFill>
              <a:srgbClr val="235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graph_node_4"/>
          <p:cNvSpPr/>
          <p:nvPr/>
        </p:nvSpPr>
        <p:spPr>
          <a:xfrm>
            <a:off x="6815403" y="1224248"/>
            <a:ext cx="151453" cy="151453"/>
          </a:xfrm>
          <a:prstGeom prst="rect">
            <a:avLst/>
          </a:prstGeom>
          <a:solidFill>
            <a:srgbClr val="83C4C4"/>
          </a:solidFill>
          <a:ln w="25242">
            <a:solidFill>
              <a:srgbClr val="235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graph_node_5"/>
          <p:cNvSpPr/>
          <p:nvPr/>
        </p:nvSpPr>
        <p:spPr>
          <a:xfrm>
            <a:off x="7301316" y="1224248"/>
            <a:ext cx="151453" cy="151453"/>
          </a:xfrm>
          <a:prstGeom prst="rect">
            <a:avLst/>
          </a:prstGeom>
          <a:solidFill>
            <a:srgbClr val="83C4C4"/>
          </a:solidFill>
          <a:ln w="25242">
            <a:solidFill>
              <a:srgbClr val="235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graph_node_6"/>
          <p:cNvSpPr/>
          <p:nvPr/>
        </p:nvSpPr>
        <p:spPr>
          <a:xfrm>
            <a:off x="7269763" y="1615503"/>
            <a:ext cx="113590" cy="113590"/>
          </a:xfrm>
          <a:prstGeom prst="ellipse">
            <a:avLst/>
          </a:prstGeom>
          <a:solidFill>
            <a:srgbClr val="D7DEE8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graph_node_7"/>
          <p:cNvSpPr/>
          <p:nvPr/>
        </p:nvSpPr>
        <p:spPr>
          <a:xfrm>
            <a:off x="7168794" y="504845"/>
            <a:ext cx="113590" cy="113590"/>
          </a:xfrm>
          <a:prstGeom prst="ellipse">
            <a:avLst/>
          </a:prstGeom>
          <a:solidFill>
            <a:srgbClr val="91ACDB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graph_node_8"/>
          <p:cNvSpPr/>
          <p:nvPr/>
        </p:nvSpPr>
        <p:spPr>
          <a:xfrm>
            <a:off x="7534807" y="353391"/>
            <a:ext cx="113590" cy="113590"/>
          </a:xfrm>
          <a:prstGeom prst="ellipse">
            <a:avLst/>
          </a:prstGeom>
          <a:solidFill>
            <a:srgbClr val="91ACDB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forecast_diffuser"/>
          <p:cNvSpPr/>
          <p:nvPr/>
        </p:nvSpPr>
        <p:spPr>
          <a:xfrm>
            <a:off x="8247900" y="145143"/>
            <a:ext cx="530087" cy="1848994"/>
          </a:xfrm>
          <a:prstGeom prst="roundRect">
            <a:avLst>
              <a:gd name="adj" fmla="val 20238"/>
            </a:avLst>
          </a:prstGeom>
          <a:solidFill>
            <a:srgbClr val="FBE6D3"/>
          </a:solidFill>
          <a:ln w="25242">
            <a:solidFill>
              <a:srgbClr val="F29A6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forecast_diffuser_text"/>
          <p:cNvSpPr txBox="1"/>
          <p:nvPr/>
        </p:nvSpPr>
        <p:spPr>
          <a:xfrm rot="5400000">
            <a:off x="7724124" y="656298"/>
            <a:ext cx="1577640" cy="820373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46F2B"/>
                </a:solidFill>
                <a:latin typeface="Liberation Serif"/>
              </a:rPr>
              <a:t>Probabilistic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46F2B"/>
                </a:solidFill>
                <a:latin typeface="Liberation Serif"/>
              </a:rPr>
              <a:t>Forecast Diffuser</a:t>
            </a:r>
          </a:p>
        </p:txBody>
      </p:sp>
      <p:sp>
        <p:nvSpPr>
          <p:cNvPr id="136" name="score_panel"/>
          <p:cNvSpPr/>
          <p:nvPr/>
        </p:nvSpPr>
        <p:spPr>
          <a:xfrm>
            <a:off x="9137689" y="145143"/>
            <a:ext cx="3003826" cy="1842683"/>
          </a:xfrm>
          <a:prstGeom prst="roundRect">
            <a:avLst>
              <a:gd name="adj" fmla="val 16438"/>
            </a:avLst>
          </a:prstGeom>
          <a:solidFill>
            <a:srgbClr val="C6DCDA"/>
          </a:solidFill>
          <a:ln w="31552">
            <a:solidFill>
              <a:srgbClr val="6E9C9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score_branch_spine_1"/>
          <p:cNvCxnSpPr/>
          <p:nvPr/>
        </p:nvCxnSpPr>
        <p:spPr>
          <a:xfrm>
            <a:off x="9510012" y="466981"/>
            <a:ext cx="0" cy="1192696"/>
          </a:xfrm>
          <a:prstGeom prst="line">
            <a:avLst/>
          </a:prstGeom>
          <a:ln w="25242">
            <a:solidFill>
              <a:srgbClr val="000000"/>
            </a:solidFill>
          </a:ln>
        </p:spPr>
      </p:cxnSp>
      <p:cxnSp>
        <p:nvCxnSpPr>
          <p:cNvPr id="138" name="score_attention_in_1"/>
          <p:cNvCxnSpPr/>
          <p:nvPr/>
        </p:nvCxnSpPr>
        <p:spPr>
          <a:xfrm>
            <a:off x="9510012" y="466981"/>
            <a:ext cx="656298" cy="0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cxnSp>
        <p:nvCxnSpPr>
          <p:cNvPr id="139" name="score_gcn_in_1"/>
          <p:cNvCxnSpPr/>
          <p:nvPr/>
        </p:nvCxnSpPr>
        <p:spPr>
          <a:xfrm>
            <a:off x="9137689" y="1066484"/>
            <a:ext cx="1028621" cy="0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cxnSp>
        <p:nvCxnSpPr>
          <p:cNvPr id="140" name="score_mlp_in_1"/>
          <p:cNvCxnSpPr/>
          <p:nvPr/>
        </p:nvCxnSpPr>
        <p:spPr>
          <a:xfrm>
            <a:off x="9510012" y="1659677"/>
            <a:ext cx="656298" cy="0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sp>
        <p:nvSpPr>
          <p:cNvPr id="141" name="attention_label"/>
          <p:cNvSpPr txBox="1"/>
          <p:nvPr/>
        </p:nvSpPr>
        <p:spPr>
          <a:xfrm>
            <a:off x="9383800" y="265043"/>
            <a:ext cx="732025" cy="233491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92" b="1" i="0">
                <a:solidFill>
                  <a:srgbClr val="000000"/>
                </a:solidFill>
                <a:latin typeface="Liberation Serif"/>
              </a:rPr>
              <a:t>Attention</a:t>
            </a:r>
          </a:p>
        </p:txBody>
      </p:sp>
      <p:sp>
        <p:nvSpPr>
          <p:cNvPr id="142" name="gcn_label"/>
          <p:cNvSpPr txBox="1"/>
          <p:nvPr/>
        </p:nvSpPr>
        <p:spPr>
          <a:xfrm>
            <a:off x="9484769" y="820373"/>
            <a:ext cx="504845" cy="252422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42" b="1" i="0">
                <a:solidFill>
                  <a:srgbClr val="000000"/>
                </a:solidFill>
                <a:latin typeface="Liberation Serif"/>
              </a:rPr>
              <a:t>GCN</a:t>
            </a:r>
          </a:p>
        </p:txBody>
      </p:sp>
      <p:sp>
        <p:nvSpPr>
          <p:cNvPr id="143" name="mlp_label"/>
          <p:cNvSpPr txBox="1"/>
          <p:nvPr/>
        </p:nvSpPr>
        <p:spPr>
          <a:xfrm>
            <a:off x="9503701" y="1413565"/>
            <a:ext cx="492224" cy="252422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42" b="1" i="0">
                <a:solidFill>
                  <a:srgbClr val="000000"/>
                </a:solidFill>
                <a:latin typeface="Liberation Serif"/>
              </a:rPr>
              <a:t>MLP</a:t>
            </a:r>
          </a:p>
        </p:txBody>
      </p:sp>
      <p:sp>
        <p:nvSpPr>
          <p:cNvPr id="144" name="score_cell_0"/>
          <p:cNvSpPr/>
          <p:nvPr/>
        </p:nvSpPr>
        <p:spPr>
          <a:xfrm>
            <a:off x="10159999" y="214559"/>
            <a:ext cx="1066484" cy="523776"/>
          </a:xfrm>
          <a:prstGeom prst="rect">
            <a:avLst/>
          </a:prstGeom>
          <a:solidFill>
            <a:srgbClr val="B5D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score_cell_1"/>
          <p:cNvSpPr/>
          <p:nvPr/>
        </p:nvSpPr>
        <p:spPr>
          <a:xfrm>
            <a:off x="10159999" y="795130"/>
            <a:ext cx="1066484" cy="523776"/>
          </a:xfrm>
          <a:prstGeom prst="rect">
            <a:avLst/>
          </a:prstGeom>
          <a:solidFill>
            <a:srgbClr val="B5D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score_cell_2"/>
          <p:cNvSpPr/>
          <p:nvPr/>
        </p:nvSpPr>
        <p:spPr>
          <a:xfrm>
            <a:off x="10159999" y="1382012"/>
            <a:ext cx="1066484" cy="523776"/>
          </a:xfrm>
          <a:prstGeom prst="rect">
            <a:avLst/>
          </a:prstGeom>
          <a:solidFill>
            <a:srgbClr val="B5D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att_input_0"/>
          <p:cNvSpPr/>
          <p:nvPr/>
        </p:nvSpPr>
        <p:spPr>
          <a:xfrm>
            <a:off x="10368248" y="258733"/>
            <a:ext cx="88348" cy="119901"/>
          </a:xfrm>
          <a:prstGeom prst="roundRect">
            <a:avLst>
              <a:gd name="adj" fmla="val 14285"/>
            </a:avLst>
          </a:prstGeom>
          <a:solidFill>
            <a:srgbClr val="F5CB83"/>
          </a:solidFill>
          <a:ln w="6350">
            <a:solidFill>
              <a:srgbClr val="E5A64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8" name="att_wire_0_1"/>
          <p:cNvCxnSpPr/>
          <p:nvPr/>
        </p:nvCxnSpPr>
        <p:spPr>
          <a:xfrm>
            <a:off x="10456595" y="315528"/>
            <a:ext cx="119901" cy="0"/>
          </a:xfrm>
          <a:prstGeom prst="line">
            <a:avLst/>
          </a:prstGeom>
          <a:ln w="8834">
            <a:solidFill>
              <a:srgbClr val="2F5DA8"/>
            </a:solidFill>
          </a:ln>
        </p:spPr>
      </p:cxnSp>
      <p:sp>
        <p:nvSpPr>
          <p:cNvPr id="149" name="att_input_1"/>
          <p:cNvSpPr/>
          <p:nvPr/>
        </p:nvSpPr>
        <p:spPr>
          <a:xfrm>
            <a:off x="10368248" y="416497"/>
            <a:ext cx="88348" cy="119901"/>
          </a:xfrm>
          <a:prstGeom prst="roundRect">
            <a:avLst>
              <a:gd name="adj" fmla="val 14285"/>
            </a:avLst>
          </a:prstGeom>
          <a:solidFill>
            <a:srgbClr val="F5CB83"/>
          </a:solidFill>
          <a:ln w="6350">
            <a:solidFill>
              <a:srgbClr val="E5A64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0" name="att_wire_1_1"/>
          <p:cNvCxnSpPr/>
          <p:nvPr/>
        </p:nvCxnSpPr>
        <p:spPr>
          <a:xfrm>
            <a:off x="10456595" y="473292"/>
            <a:ext cx="119901" cy="0"/>
          </a:xfrm>
          <a:prstGeom prst="line">
            <a:avLst/>
          </a:prstGeom>
          <a:ln w="8834">
            <a:solidFill>
              <a:srgbClr val="2F5DA8"/>
            </a:solidFill>
          </a:ln>
        </p:spPr>
      </p:cxnSp>
      <p:sp>
        <p:nvSpPr>
          <p:cNvPr id="151" name="att_input_2"/>
          <p:cNvSpPr/>
          <p:nvPr/>
        </p:nvSpPr>
        <p:spPr>
          <a:xfrm>
            <a:off x="10368248" y="574261"/>
            <a:ext cx="88348" cy="119901"/>
          </a:xfrm>
          <a:prstGeom prst="roundRect">
            <a:avLst>
              <a:gd name="adj" fmla="val 14285"/>
            </a:avLst>
          </a:prstGeom>
          <a:solidFill>
            <a:srgbClr val="F5CB83"/>
          </a:solidFill>
          <a:ln w="6350">
            <a:solidFill>
              <a:srgbClr val="E5A64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2" name="att_wire_2_1"/>
          <p:cNvCxnSpPr/>
          <p:nvPr/>
        </p:nvCxnSpPr>
        <p:spPr>
          <a:xfrm>
            <a:off x="10456595" y="631056"/>
            <a:ext cx="119901" cy="0"/>
          </a:xfrm>
          <a:prstGeom prst="line">
            <a:avLst/>
          </a:prstGeom>
          <a:ln w="8834">
            <a:solidFill>
              <a:srgbClr val="2F5DA8"/>
            </a:solidFill>
          </a:ln>
        </p:spPr>
      </p:cxnSp>
      <p:sp>
        <p:nvSpPr>
          <p:cNvPr id="153" name="att_hidden"/>
          <p:cNvSpPr/>
          <p:nvPr/>
        </p:nvSpPr>
        <p:spPr>
          <a:xfrm>
            <a:off x="10576496" y="239801"/>
            <a:ext cx="132522" cy="479602"/>
          </a:xfrm>
          <a:prstGeom prst="roundRect">
            <a:avLst>
              <a:gd name="adj" fmla="val 19047"/>
            </a:avLst>
          </a:prstGeom>
          <a:solidFill>
            <a:srgbClr val="E3A9B1"/>
          </a:solidFill>
          <a:ln w="6350">
            <a:solidFill>
              <a:srgbClr val="B76B7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4" name="att_hidden_wire_1"/>
          <p:cNvCxnSpPr/>
          <p:nvPr/>
        </p:nvCxnSpPr>
        <p:spPr>
          <a:xfrm>
            <a:off x="10709018" y="479602"/>
            <a:ext cx="107279" cy="0"/>
          </a:xfrm>
          <a:prstGeom prst="line">
            <a:avLst/>
          </a:prstGeom>
          <a:ln w="8834">
            <a:solidFill>
              <a:srgbClr val="2F5DA8"/>
            </a:solidFill>
          </a:ln>
        </p:spPr>
      </p:cxnSp>
      <p:sp>
        <p:nvSpPr>
          <p:cNvPr id="155" name="att_output"/>
          <p:cNvSpPr/>
          <p:nvPr/>
        </p:nvSpPr>
        <p:spPr>
          <a:xfrm>
            <a:off x="10816297" y="366012"/>
            <a:ext cx="119901" cy="239801"/>
          </a:xfrm>
          <a:prstGeom prst="roundRect">
            <a:avLst>
              <a:gd name="adj" fmla="val 15789"/>
            </a:avLst>
          </a:prstGeom>
          <a:solidFill>
            <a:srgbClr val="F6F0DC"/>
          </a:solidFill>
          <a:ln w="6350">
            <a:solidFill>
              <a:srgbClr val="D2C19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6" name="att_cell_arrow_1"/>
          <p:cNvCxnSpPr/>
          <p:nvPr/>
        </p:nvCxnSpPr>
        <p:spPr>
          <a:xfrm>
            <a:off x="10936198" y="485913"/>
            <a:ext cx="151453" cy="0"/>
          </a:xfrm>
          <a:prstGeom prst="line">
            <a:avLst/>
          </a:prstGeom>
          <a:ln w="15776">
            <a:solidFill>
              <a:srgbClr val="79ACE1"/>
            </a:solidFill>
            <a:tailEnd type="triangle" w="med" len="med"/>
          </a:ln>
        </p:spPr>
      </p:cxnSp>
      <p:sp>
        <p:nvSpPr>
          <p:cNvPr id="157" name="gcn_l_box"/>
          <p:cNvSpPr/>
          <p:nvPr/>
        </p:nvSpPr>
        <p:spPr>
          <a:xfrm>
            <a:off x="10254658" y="877168"/>
            <a:ext cx="277665" cy="403876"/>
          </a:xfrm>
          <a:prstGeom prst="roundRect">
            <a:avLst>
              <a:gd name="adj" fmla="val 18181"/>
            </a:avLst>
          </a:prstGeom>
          <a:solidFill>
            <a:srgbClr val="AEBCE0"/>
          </a:solidFill>
          <a:ln w="6350">
            <a:solidFill>
              <a:srgbClr val="8296C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8" name="gcn_l_edge_a_1"/>
          <p:cNvCxnSpPr/>
          <p:nvPr/>
        </p:nvCxnSpPr>
        <p:spPr>
          <a:xfrm>
            <a:off x="10330384" y="965515"/>
            <a:ext cx="119901" cy="138833"/>
          </a:xfrm>
          <a:prstGeom prst="line">
            <a:avLst/>
          </a:prstGeom>
          <a:ln w="8834">
            <a:solidFill>
              <a:srgbClr val="E16B31"/>
            </a:solidFill>
          </a:ln>
        </p:spPr>
      </p:cxnSp>
      <p:cxnSp>
        <p:nvCxnSpPr>
          <p:cNvPr id="159" name="gcn_l_edge_b_1"/>
          <p:cNvCxnSpPr/>
          <p:nvPr/>
        </p:nvCxnSpPr>
        <p:spPr>
          <a:xfrm flipH="1">
            <a:off x="10330384" y="1104348"/>
            <a:ext cx="119901" cy="94658"/>
          </a:xfrm>
          <a:prstGeom prst="line">
            <a:avLst/>
          </a:prstGeom>
          <a:ln w="8834">
            <a:solidFill>
              <a:srgbClr val="E16B31"/>
            </a:solidFill>
          </a:ln>
        </p:spPr>
      </p:cxnSp>
      <p:cxnSp>
        <p:nvCxnSpPr>
          <p:cNvPr id="160" name="gcn_l_edge_c_1"/>
          <p:cNvCxnSpPr/>
          <p:nvPr/>
        </p:nvCxnSpPr>
        <p:spPr>
          <a:xfrm>
            <a:off x="10330384" y="965515"/>
            <a:ext cx="0" cy="233491"/>
          </a:xfrm>
          <a:prstGeom prst="line">
            <a:avLst/>
          </a:prstGeom>
          <a:ln w="8834">
            <a:solidFill>
              <a:srgbClr val="E16B31"/>
            </a:solidFill>
          </a:ln>
        </p:spPr>
      </p:cxnSp>
      <p:sp>
        <p:nvSpPr>
          <p:cNvPr id="161" name="gcn_l_node_0"/>
          <p:cNvSpPr/>
          <p:nvPr/>
        </p:nvSpPr>
        <p:spPr>
          <a:xfrm>
            <a:off x="10305142" y="940273"/>
            <a:ext cx="50484" cy="50484"/>
          </a:xfrm>
          <a:prstGeom prst="ellipse">
            <a:avLst/>
          </a:prstGeom>
          <a:solidFill>
            <a:srgbClr val="527DCC"/>
          </a:solidFill>
          <a:ln w="63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gcn_l_node_1"/>
          <p:cNvSpPr/>
          <p:nvPr/>
        </p:nvSpPr>
        <p:spPr>
          <a:xfrm>
            <a:off x="10425043" y="1079106"/>
            <a:ext cx="50484" cy="50484"/>
          </a:xfrm>
          <a:prstGeom prst="ellipse">
            <a:avLst/>
          </a:prstGeom>
          <a:solidFill>
            <a:srgbClr val="E46F2B"/>
          </a:solidFill>
          <a:ln w="63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gcn_l_node_2"/>
          <p:cNvSpPr/>
          <p:nvPr/>
        </p:nvSpPr>
        <p:spPr>
          <a:xfrm>
            <a:off x="10305142" y="1173764"/>
            <a:ext cx="50484" cy="50484"/>
          </a:xfrm>
          <a:prstGeom prst="ellipse">
            <a:avLst/>
          </a:prstGeom>
          <a:solidFill>
            <a:srgbClr val="527DCC"/>
          </a:solidFill>
          <a:ln w="63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gcn_r_box"/>
          <p:cNvSpPr/>
          <p:nvPr/>
        </p:nvSpPr>
        <p:spPr>
          <a:xfrm>
            <a:off x="10854161" y="877168"/>
            <a:ext cx="277665" cy="403876"/>
          </a:xfrm>
          <a:prstGeom prst="roundRect">
            <a:avLst>
              <a:gd name="adj" fmla="val 18181"/>
            </a:avLst>
          </a:prstGeom>
          <a:solidFill>
            <a:srgbClr val="AEBCE0"/>
          </a:solidFill>
          <a:ln w="6350">
            <a:solidFill>
              <a:srgbClr val="8296C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5" name="gcn_r_edge_a_1"/>
          <p:cNvCxnSpPr/>
          <p:nvPr/>
        </p:nvCxnSpPr>
        <p:spPr>
          <a:xfrm>
            <a:off x="10929887" y="965515"/>
            <a:ext cx="119901" cy="138833"/>
          </a:xfrm>
          <a:prstGeom prst="line">
            <a:avLst/>
          </a:prstGeom>
          <a:ln w="8834">
            <a:solidFill>
              <a:srgbClr val="E16B31"/>
            </a:solidFill>
          </a:ln>
        </p:spPr>
      </p:cxnSp>
      <p:cxnSp>
        <p:nvCxnSpPr>
          <p:cNvPr id="166" name="gcn_r_edge_b_1"/>
          <p:cNvCxnSpPr/>
          <p:nvPr/>
        </p:nvCxnSpPr>
        <p:spPr>
          <a:xfrm flipH="1">
            <a:off x="10929887" y="1104348"/>
            <a:ext cx="119901" cy="94658"/>
          </a:xfrm>
          <a:prstGeom prst="line">
            <a:avLst/>
          </a:prstGeom>
          <a:ln w="8834">
            <a:solidFill>
              <a:srgbClr val="E16B31"/>
            </a:solidFill>
          </a:ln>
        </p:spPr>
      </p:cxnSp>
      <p:cxnSp>
        <p:nvCxnSpPr>
          <p:cNvPr id="167" name="gcn_r_edge_c_1"/>
          <p:cNvCxnSpPr/>
          <p:nvPr/>
        </p:nvCxnSpPr>
        <p:spPr>
          <a:xfrm>
            <a:off x="10929887" y="965515"/>
            <a:ext cx="0" cy="233491"/>
          </a:xfrm>
          <a:prstGeom prst="line">
            <a:avLst/>
          </a:prstGeom>
          <a:ln w="8834">
            <a:solidFill>
              <a:srgbClr val="E16B31"/>
            </a:solidFill>
          </a:ln>
        </p:spPr>
      </p:cxnSp>
      <p:sp>
        <p:nvSpPr>
          <p:cNvPr id="168" name="gcn_r_node_0"/>
          <p:cNvSpPr/>
          <p:nvPr/>
        </p:nvSpPr>
        <p:spPr>
          <a:xfrm>
            <a:off x="10904645" y="940273"/>
            <a:ext cx="50484" cy="50484"/>
          </a:xfrm>
          <a:prstGeom prst="ellipse">
            <a:avLst/>
          </a:prstGeom>
          <a:solidFill>
            <a:srgbClr val="527DCC"/>
          </a:solidFill>
          <a:ln w="63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gcn_r_node_1"/>
          <p:cNvSpPr/>
          <p:nvPr/>
        </p:nvSpPr>
        <p:spPr>
          <a:xfrm>
            <a:off x="11024546" y="1079106"/>
            <a:ext cx="50484" cy="50484"/>
          </a:xfrm>
          <a:prstGeom prst="ellipse">
            <a:avLst/>
          </a:prstGeom>
          <a:solidFill>
            <a:srgbClr val="E46F2B"/>
          </a:solidFill>
          <a:ln w="63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gcn_r_node_2"/>
          <p:cNvSpPr/>
          <p:nvPr/>
        </p:nvSpPr>
        <p:spPr>
          <a:xfrm>
            <a:off x="10904645" y="1173764"/>
            <a:ext cx="50484" cy="50484"/>
          </a:xfrm>
          <a:prstGeom prst="ellipse">
            <a:avLst/>
          </a:prstGeom>
          <a:solidFill>
            <a:srgbClr val="527DCC"/>
          </a:solidFill>
          <a:ln w="63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1" name="gcn_message_1"/>
          <p:cNvCxnSpPr/>
          <p:nvPr/>
        </p:nvCxnSpPr>
        <p:spPr>
          <a:xfrm>
            <a:off x="10532322" y="1079106"/>
            <a:ext cx="309217" cy="0"/>
          </a:xfrm>
          <a:prstGeom prst="line">
            <a:avLst/>
          </a:prstGeom>
          <a:ln w="8834">
            <a:solidFill>
              <a:srgbClr val="2F5DA8"/>
            </a:solidFill>
            <a:prstDash val="dash"/>
          </a:ln>
        </p:spPr>
      </p:cxnSp>
      <p:cxnSp>
        <p:nvCxnSpPr>
          <p:cNvPr id="172" name="mlp_wire_0_244_232_1"/>
          <p:cNvCxnSpPr/>
          <p:nvPr/>
        </p:nvCxnSpPr>
        <p:spPr>
          <a:xfrm flipV="1">
            <a:off x="10361937" y="1464050"/>
            <a:ext cx="372323" cy="7572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73" name="mlp_wire_0_244_252_1"/>
          <p:cNvCxnSpPr/>
          <p:nvPr/>
        </p:nvCxnSpPr>
        <p:spPr>
          <a:xfrm>
            <a:off x="10361937" y="1539776"/>
            <a:ext cx="372323" cy="50485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74" name="mlp_wire_0_244_272_1"/>
          <p:cNvCxnSpPr/>
          <p:nvPr/>
        </p:nvCxnSpPr>
        <p:spPr>
          <a:xfrm>
            <a:off x="10361937" y="1539776"/>
            <a:ext cx="372323" cy="17669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75" name="mlp_wire_0_244_292_1"/>
          <p:cNvCxnSpPr/>
          <p:nvPr/>
        </p:nvCxnSpPr>
        <p:spPr>
          <a:xfrm>
            <a:off x="10361937" y="1539776"/>
            <a:ext cx="372323" cy="302907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76" name="mlp_wire_0_263_232_1"/>
          <p:cNvCxnSpPr/>
          <p:nvPr/>
        </p:nvCxnSpPr>
        <p:spPr>
          <a:xfrm flipV="1">
            <a:off x="10361937" y="1464050"/>
            <a:ext cx="372323" cy="195627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77" name="mlp_wire_0_263_252_1"/>
          <p:cNvCxnSpPr/>
          <p:nvPr/>
        </p:nvCxnSpPr>
        <p:spPr>
          <a:xfrm flipV="1">
            <a:off x="10361937" y="1590261"/>
            <a:ext cx="372323" cy="6941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78" name="mlp_wire_0_263_272_1"/>
          <p:cNvCxnSpPr/>
          <p:nvPr/>
        </p:nvCxnSpPr>
        <p:spPr>
          <a:xfrm>
            <a:off x="10361937" y="1659677"/>
            <a:ext cx="372323" cy="56795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79" name="mlp_wire_0_263_292_1"/>
          <p:cNvCxnSpPr/>
          <p:nvPr/>
        </p:nvCxnSpPr>
        <p:spPr>
          <a:xfrm>
            <a:off x="10361937" y="1659677"/>
            <a:ext cx="372323" cy="18300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0" name="mlp_wire_0_282_232_1"/>
          <p:cNvCxnSpPr/>
          <p:nvPr/>
        </p:nvCxnSpPr>
        <p:spPr>
          <a:xfrm flipV="1">
            <a:off x="10361937" y="1464050"/>
            <a:ext cx="372323" cy="315527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1" name="mlp_wire_0_282_252_1"/>
          <p:cNvCxnSpPr/>
          <p:nvPr/>
        </p:nvCxnSpPr>
        <p:spPr>
          <a:xfrm flipV="1">
            <a:off x="10361937" y="1590261"/>
            <a:ext cx="372323" cy="18931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2" name="mlp_wire_0_282_272_1"/>
          <p:cNvCxnSpPr/>
          <p:nvPr/>
        </p:nvCxnSpPr>
        <p:spPr>
          <a:xfrm flipV="1">
            <a:off x="10361937" y="1716472"/>
            <a:ext cx="372323" cy="63105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3" name="mlp_wire_0_282_292_1"/>
          <p:cNvCxnSpPr/>
          <p:nvPr/>
        </p:nvCxnSpPr>
        <p:spPr>
          <a:xfrm>
            <a:off x="10361937" y="1779577"/>
            <a:ext cx="372323" cy="6310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4" name="mlp_wire_1_232_263_1"/>
          <p:cNvCxnSpPr/>
          <p:nvPr/>
        </p:nvCxnSpPr>
        <p:spPr>
          <a:xfrm>
            <a:off x="10734260" y="1464050"/>
            <a:ext cx="309217" cy="195627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5" name="mlp_wire_1_252_263_1"/>
          <p:cNvCxnSpPr/>
          <p:nvPr/>
        </p:nvCxnSpPr>
        <p:spPr>
          <a:xfrm>
            <a:off x="10734260" y="1590261"/>
            <a:ext cx="309217" cy="6941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6" name="mlp_wire_1_272_263_1"/>
          <p:cNvCxnSpPr/>
          <p:nvPr/>
        </p:nvCxnSpPr>
        <p:spPr>
          <a:xfrm flipV="1">
            <a:off x="10734260" y="1659677"/>
            <a:ext cx="309217" cy="56795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cxnSp>
        <p:nvCxnSpPr>
          <p:cNvPr id="187" name="mlp_wire_1_292_263_1"/>
          <p:cNvCxnSpPr/>
          <p:nvPr/>
        </p:nvCxnSpPr>
        <p:spPr>
          <a:xfrm flipV="1">
            <a:off x="10734260" y="1659677"/>
            <a:ext cx="309217" cy="183006"/>
          </a:xfrm>
          <a:prstGeom prst="line">
            <a:avLst/>
          </a:prstGeom>
          <a:ln w="8203">
            <a:solidFill>
              <a:srgbClr val="153E75"/>
            </a:solidFill>
          </a:ln>
        </p:spPr>
      </p:cxnSp>
      <p:sp>
        <p:nvSpPr>
          <p:cNvPr id="188" name="mlp_node_0_0"/>
          <p:cNvSpPr/>
          <p:nvPr/>
        </p:nvSpPr>
        <p:spPr>
          <a:xfrm>
            <a:off x="10292521" y="1470360"/>
            <a:ext cx="138832" cy="138832"/>
          </a:xfrm>
          <a:prstGeom prst="ellipse">
            <a:avLst/>
          </a:prstGeom>
          <a:solidFill>
            <a:srgbClr val="3A9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lp_node_0_1"/>
          <p:cNvSpPr/>
          <p:nvPr/>
        </p:nvSpPr>
        <p:spPr>
          <a:xfrm>
            <a:off x="10292521" y="1590261"/>
            <a:ext cx="138832" cy="138832"/>
          </a:xfrm>
          <a:prstGeom prst="ellipse">
            <a:avLst/>
          </a:prstGeom>
          <a:solidFill>
            <a:srgbClr val="3A9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lp_node_0_2"/>
          <p:cNvSpPr/>
          <p:nvPr/>
        </p:nvSpPr>
        <p:spPr>
          <a:xfrm>
            <a:off x="10292521" y="1710161"/>
            <a:ext cx="138832" cy="138832"/>
          </a:xfrm>
          <a:prstGeom prst="ellipse">
            <a:avLst/>
          </a:prstGeom>
          <a:solidFill>
            <a:srgbClr val="3A9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lp_node_1_0"/>
          <p:cNvSpPr/>
          <p:nvPr/>
        </p:nvSpPr>
        <p:spPr>
          <a:xfrm>
            <a:off x="10664844" y="1394633"/>
            <a:ext cx="138832" cy="138832"/>
          </a:xfrm>
          <a:prstGeom prst="ellipse">
            <a:avLst/>
          </a:prstGeom>
          <a:solidFill>
            <a:srgbClr val="479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lp_node_1_1"/>
          <p:cNvSpPr/>
          <p:nvPr/>
        </p:nvSpPr>
        <p:spPr>
          <a:xfrm>
            <a:off x="10664844" y="1520845"/>
            <a:ext cx="138832" cy="138832"/>
          </a:xfrm>
          <a:prstGeom prst="ellipse">
            <a:avLst/>
          </a:prstGeom>
          <a:solidFill>
            <a:srgbClr val="479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lp_node_1_2"/>
          <p:cNvSpPr/>
          <p:nvPr/>
        </p:nvSpPr>
        <p:spPr>
          <a:xfrm>
            <a:off x="10664844" y="1647056"/>
            <a:ext cx="138832" cy="138832"/>
          </a:xfrm>
          <a:prstGeom prst="ellipse">
            <a:avLst/>
          </a:prstGeom>
          <a:solidFill>
            <a:srgbClr val="479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lp_node_1_3"/>
          <p:cNvSpPr/>
          <p:nvPr/>
        </p:nvSpPr>
        <p:spPr>
          <a:xfrm>
            <a:off x="10664844" y="1773267"/>
            <a:ext cx="138832" cy="138832"/>
          </a:xfrm>
          <a:prstGeom prst="ellipse">
            <a:avLst/>
          </a:prstGeom>
          <a:solidFill>
            <a:srgbClr val="479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lp_node_2_0"/>
          <p:cNvSpPr/>
          <p:nvPr/>
        </p:nvSpPr>
        <p:spPr>
          <a:xfrm>
            <a:off x="10974061" y="1590261"/>
            <a:ext cx="138832" cy="138832"/>
          </a:xfrm>
          <a:prstGeom prst="ellipse">
            <a:avLst/>
          </a:prstGeom>
          <a:solidFill>
            <a:srgbClr val="3A9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6" name="attention_to_aggregator_1"/>
          <p:cNvCxnSpPr/>
          <p:nvPr/>
        </p:nvCxnSpPr>
        <p:spPr>
          <a:xfrm>
            <a:off x="11226484" y="485913"/>
            <a:ext cx="258732" cy="0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cxnSp>
        <p:nvCxnSpPr>
          <p:cNvPr id="197" name="gcn_to_aggregator_1"/>
          <p:cNvCxnSpPr/>
          <p:nvPr/>
        </p:nvCxnSpPr>
        <p:spPr>
          <a:xfrm>
            <a:off x="11226484" y="1079106"/>
            <a:ext cx="258732" cy="0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cxnSp>
        <p:nvCxnSpPr>
          <p:cNvPr id="198" name="mlp_to_aggregator_1"/>
          <p:cNvCxnSpPr/>
          <p:nvPr/>
        </p:nvCxnSpPr>
        <p:spPr>
          <a:xfrm>
            <a:off x="11226484" y="1659677"/>
            <a:ext cx="258732" cy="0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sp>
        <p:nvSpPr>
          <p:cNvPr id="199" name="score_aggregator"/>
          <p:cNvSpPr/>
          <p:nvPr/>
        </p:nvSpPr>
        <p:spPr>
          <a:xfrm>
            <a:off x="11485216" y="252422"/>
            <a:ext cx="378634" cy="1628124"/>
          </a:xfrm>
          <a:prstGeom prst="rect">
            <a:avLst/>
          </a:prstGeom>
          <a:solidFill>
            <a:srgbClr val="53A8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score_aggregator_main"/>
          <p:cNvSpPr txBox="1"/>
          <p:nvPr/>
        </p:nvSpPr>
        <p:spPr>
          <a:xfrm rot="5400000">
            <a:off x="11002459" y="956050"/>
            <a:ext cx="1369391" cy="227180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92" b="1" i="0">
                <a:solidFill>
                  <a:srgbClr val="000000"/>
                </a:solidFill>
                <a:latin typeface="Liberation Serif"/>
              </a:rPr>
              <a:t>Multi-Criteria Score</a:t>
            </a:r>
          </a:p>
        </p:txBody>
      </p:sp>
      <p:sp>
        <p:nvSpPr>
          <p:cNvPr id="201" name="score_aggregator_sub"/>
          <p:cNvSpPr txBox="1"/>
          <p:nvPr/>
        </p:nvSpPr>
        <p:spPr>
          <a:xfrm rot="5400000">
            <a:off x="10863626" y="943428"/>
            <a:ext cx="978137" cy="214559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2" b="1" i="0">
                <a:solidFill>
                  <a:srgbClr val="000000"/>
                </a:solidFill>
                <a:latin typeface="Liberation Serif"/>
              </a:rPr>
              <a:t>Aggregator</a:t>
            </a:r>
          </a:p>
        </p:txBody>
      </p:sp>
      <p:cxnSp>
        <p:nvCxnSpPr>
          <p:cNvPr id="202" name="aggregator_to_features_1"/>
          <p:cNvCxnSpPr/>
          <p:nvPr/>
        </p:nvCxnSpPr>
        <p:spPr>
          <a:xfrm>
            <a:off x="11674533" y="1880546"/>
            <a:ext cx="0" cy="1047553"/>
          </a:xfrm>
          <a:prstGeom prst="line">
            <a:avLst/>
          </a:prstGeom>
          <a:ln w="88347">
            <a:solidFill>
              <a:srgbClr val="527B77"/>
            </a:solidFill>
          </a:ln>
        </p:spPr>
      </p:cxnSp>
      <p:cxnSp>
        <p:nvCxnSpPr>
          <p:cNvPr id="203" name="aggregator_to_features_2"/>
          <p:cNvCxnSpPr/>
          <p:nvPr/>
        </p:nvCxnSpPr>
        <p:spPr>
          <a:xfrm flipH="1">
            <a:off x="11251726" y="2928099"/>
            <a:ext cx="422807" cy="0"/>
          </a:xfrm>
          <a:prstGeom prst="line">
            <a:avLst/>
          </a:prstGeom>
          <a:ln w="88347">
            <a:solidFill>
              <a:srgbClr val="527B77"/>
            </a:solidFill>
            <a:tailEnd type="triangle" w="med" len="med"/>
          </a:ln>
        </p:spPr>
      </p:cxnSp>
      <p:sp>
        <p:nvSpPr>
          <p:cNvPr id="204" name="station_features_card"/>
          <p:cNvSpPr/>
          <p:nvPr/>
        </p:nvSpPr>
        <p:spPr>
          <a:xfrm>
            <a:off x="9711950" y="2196074"/>
            <a:ext cx="1539776" cy="1464050"/>
          </a:xfrm>
          <a:prstGeom prst="rect">
            <a:avLst/>
          </a:prstGeom>
          <a:solidFill>
            <a:srgbClr val="EEF6EB"/>
          </a:solidFill>
          <a:ln w="37863">
            <a:solidFill>
              <a:srgbClr val="B6D8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station_features_stack_bg"/>
          <p:cNvSpPr/>
          <p:nvPr/>
        </p:nvSpPr>
        <p:spPr>
          <a:xfrm>
            <a:off x="10305142" y="2265490"/>
            <a:ext cx="328149" cy="1060174"/>
          </a:xfrm>
          <a:prstGeom prst="roundRect">
            <a:avLst>
              <a:gd name="adj" fmla="val 23076"/>
            </a:avLst>
          </a:prstGeom>
          <a:solidFill>
            <a:srgbClr val="E8B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station_feature_cell_0_0"/>
          <p:cNvSpPr/>
          <p:nvPr/>
        </p:nvSpPr>
        <p:spPr>
          <a:xfrm>
            <a:off x="10349316" y="2334907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station_feature_cell_0_1"/>
          <p:cNvSpPr/>
          <p:nvPr/>
        </p:nvSpPr>
        <p:spPr>
          <a:xfrm>
            <a:off x="10500769" y="2334907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station_feature_cell_1_0"/>
          <p:cNvSpPr/>
          <p:nvPr/>
        </p:nvSpPr>
        <p:spPr>
          <a:xfrm>
            <a:off x="10349316" y="2492671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station_feature_cell_1_1"/>
          <p:cNvSpPr/>
          <p:nvPr/>
        </p:nvSpPr>
        <p:spPr>
          <a:xfrm>
            <a:off x="10500769" y="2492671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station_feature_cell_2_0"/>
          <p:cNvSpPr/>
          <p:nvPr/>
        </p:nvSpPr>
        <p:spPr>
          <a:xfrm>
            <a:off x="10349316" y="2650435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station_feature_cell_2_1"/>
          <p:cNvSpPr/>
          <p:nvPr/>
        </p:nvSpPr>
        <p:spPr>
          <a:xfrm>
            <a:off x="10500769" y="2650435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station_feature_cell_3_0"/>
          <p:cNvSpPr/>
          <p:nvPr/>
        </p:nvSpPr>
        <p:spPr>
          <a:xfrm>
            <a:off x="10349316" y="2808199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station_feature_cell_3_1"/>
          <p:cNvSpPr/>
          <p:nvPr/>
        </p:nvSpPr>
        <p:spPr>
          <a:xfrm>
            <a:off x="10500769" y="2808199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station_feature_cell_4_0"/>
          <p:cNvSpPr/>
          <p:nvPr/>
        </p:nvSpPr>
        <p:spPr>
          <a:xfrm>
            <a:off x="10349316" y="2965962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station_feature_cell_4_1"/>
          <p:cNvSpPr/>
          <p:nvPr/>
        </p:nvSpPr>
        <p:spPr>
          <a:xfrm>
            <a:off x="10500769" y="2965962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station_feature_cell_5_0"/>
          <p:cNvSpPr/>
          <p:nvPr/>
        </p:nvSpPr>
        <p:spPr>
          <a:xfrm>
            <a:off x="10349316" y="3123726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station_feature_cell_5_1"/>
          <p:cNvSpPr/>
          <p:nvPr/>
        </p:nvSpPr>
        <p:spPr>
          <a:xfrm>
            <a:off x="10500769" y="3123726"/>
            <a:ext cx="94658" cy="113590"/>
          </a:xfrm>
          <a:prstGeom prst="roundRect">
            <a:avLst>
              <a:gd name="adj" fmla="val 20000"/>
            </a:avLst>
          </a:prstGeom>
          <a:solidFill>
            <a:srgbClr val="D7A2BB"/>
          </a:solidFill>
          <a:ln w="18931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station_features_label"/>
          <p:cNvSpPr txBox="1"/>
          <p:nvPr/>
        </p:nvSpPr>
        <p:spPr>
          <a:xfrm>
            <a:off x="9756123" y="3325664"/>
            <a:ext cx="1451428" cy="265043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0000"/>
                </a:solidFill>
                <a:latin typeface="Liberation Serif"/>
              </a:rPr>
              <a:t>Station Features</a:t>
            </a:r>
          </a:p>
        </p:txBody>
      </p:sp>
      <p:cxnSp>
        <p:nvCxnSpPr>
          <p:cNvPr id="219" name="features_to_bias_1"/>
          <p:cNvCxnSpPr/>
          <p:nvPr/>
        </p:nvCxnSpPr>
        <p:spPr>
          <a:xfrm flipH="1">
            <a:off x="9181863" y="2928099"/>
            <a:ext cx="530087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220" name="station_bias_chart"/>
          <p:cNvSpPr/>
          <p:nvPr/>
        </p:nvSpPr>
        <p:spPr>
          <a:xfrm>
            <a:off x="8481391" y="2158211"/>
            <a:ext cx="700472" cy="1659677"/>
          </a:xfrm>
          <a:prstGeom prst="roundRect">
            <a:avLst>
              <a:gd name="adj" fmla="val 16216"/>
            </a:avLst>
          </a:prstGeom>
          <a:solidFill>
            <a:srgbClr val="E2F1F6"/>
          </a:solidFill>
          <a:ln w="31552">
            <a:solidFill>
              <a:srgbClr val="5194A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station_bias_title_box"/>
          <p:cNvSpPr/>
          <p:nvPr/>
        </p:nvSpPr>
        <p:spPr>
          <a:xfrm>
            <a:off x="8531875" y="2013068"/>
            <a:ext cx="593192" cy="328149"/>
          </a:xfrm>
          <a:prstGeom prst="rect">
            <a:avLst/>
          </a:prstGeom>
          <a:solidFill>
            <a:srgbClr val="B9D9E5"/>
          </a:solidFill>
          <a:ln w="25242">
            <a:solidFill>
              <a:srgbClr val="5194A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station_bias_title"/>
          <p:cNvSpPr txBox="1"/>
          <p:nvPr/>
        </p:nvSpPr>
        <p:spPr>
          <a:xfrm>
            <a:off x="8544496" y="2032000"/>
            <a:ext cx="567950" cy="290286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93" b="1" i="0">
                <a:solidFill>
                  <a:srgbClr val="000000"/>
                </a:solidFill>
                <a:latin typeface="Liberation Serif"/>
              </a:rPr>
              <a:t>Station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93" b="1" i="0">
                <a:solidFill>
                  <a:srgbClr val="000000"/>
                </a:solidFill>
                <a:latin typeface="Liberation Serif"/>
              </a:rPr>
              <a:t>Bias</a:t>
            </a:r>
          </a:p>
        </p:txBody>
      </p:sp>
      <p:sp>
        <p:nvSpPr>
          <p:cNvPr id="223" name="bias_bar_1"/>
          <p:cNvSpPr/>
          <p:nvPr/>
        </p:nvSpPr>
        <p:spPr>
          <a:xfrm>
            <a:off x="8506633" y="2745093"/>
            <a:ext cx="126211" cy="422807"/>
          </a:xfrm>
          <a:prstGeom prst="roundRect">
            <a:avLst>
              <a:gd name="adj" fmla="val 25000"/>
            </a:avLst>
          </a:prstGeom>
          <a:solidFill>
            <a:srgbClr val="38A6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bias_bar_2"/>
          <p:cNvSpPr/>
          <p:nvPr/>
        </p:nvSpPr>
        <p:spPr>
          <a:xfrm>
            <a:off x="8733813" y="2637813"/>
            <a:ext cx="145143" cy="706783"/>
          </a:xfrm>
          <a:prstGeom prst="roundRect">
            <a:avLst>
              <a:gd name="adj" fmla="val 21739"/>
            </a:avLst>
          </a:prstGeom>
          <a:solidFill>
            <a:srgbClr val="38A6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bias_bar_3"/>
          <p:cNvSpPr/>
          <p:nvPr/>
        </p:nvSpPr>
        <p:spPr>
          <a:xfrm>
            <a:off x="8960993" y="2416944"/>
            <a:ext cx="138832" cy="1123279"/>
          </a:xfrm>
          <a:prstGeom prst="roundRect">
            <a:avLst>
              <a:gd name="adj" fmla="val 22727"/>
            </a:avLst>
          </a:prstGeom>
          <a:solidFill>
            <a:srgbClr val="38A6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6" name="bias_to_precip_1"/>
          <p:cNvCxnSpPr/>
          <p:nvPr/>
        </p:nvCxnSpPr>
        <p:spPr>
          <a:xfrm flipH="1">
            <a:off x="7768297" y="2928099"/>
            <a:ext cx="713094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227" name="precip_value_card"/>
          <p:cNvSpPr/>
          <p:nvPr/>
        </p:nvSpPr>
        <p:spPr>
          <a:xfrm>
            <a:off x="6228521" y="2196074"/>
            <a:ext cx="1539776" cy="1464050"/>
          </a:xfrm>
          <a:prstGeom prst="rect">
            <a:avLst/>
          </a:prstGeom>
          <a:solidFill>
            <a:srgbClr val="EEF6EB"/>
          </a:solidFill>
          <a:ln w="37863">
            <a:solidFill>
              <a:srgbClr val="B6D8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precip_value_symbol"/>
          <p:cNvSpPr/>
          <p:nvPr/>
        </p:nvSpPr>
        <p:spPr>
          <a:xfrm>
            <a:off x="6783850" y="2631503"/>
            <a:ext cx="372323" cy="366012"/>
          </a:xfrm>
          <a:prstGeom prst="roundRect">
            <a:avLst>
              <a:gd name="adj" fmla="val 18965"/>
            </a:avLst>
          </a:prstGeom>
          <a:solidFill>
            <a:srgbClr val="D7A2BB"/>
          </a:solidFill>
          <a:ln w="31552">
            <a:solidFill>
              <a:srgbClr val="B55C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precip_value_label"/>
          <p:cNvSpPr txBox="1"/>
          <p:nvPr/>
        </p:nvSpPr>
        <p:spPr>
          <a:xfrm>
            <a:off x="6310558" y="3111105"/>
            <a:ext cx="1375702" cy="435429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42" b="1" i="0">
                <a:solidFill>
                  <a:srgbClr val="000000"/>
                </a:solidFill>
                <a:latin typeface="Liberation Serif"/>
              </a:rPr>
              <a:t>Station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42" b="1" i="0">
                <a:solidFill>
                  <a:srgbClr val="000000"/>
                </a:solidFill>
                <a:latin typeface="Liberation Serif"/>
              </a:rPr>
              <a:t>Precipitation Value</a:t>
            </a:r>
          </a:p>
        </p:txBody>
      </p:sp>
      <p:cxnSp>
        <p:nvCxnSpPr>
          <p:cNvPr id="230" name="horizontal_section_divider_1"/>
          <p:cNvCxnSpPr/>
          <p:nvPr/>
        </p:nvCxnSpPr>
        <p:spPr>
          <a:xfrm>
            <a:off x="44174" y="3925167"/>
            <a:ext cx="12122583" cy="0"/>
          </a:xfrm>
          <a:prstGeom prst="line">
            <a:avLst/>
          </a:prstGeom>
          <a:ln w="37863">
            <a:solidFill>
              <a:srgbClr val="000000"/>
            </a:solidFill>
            <a:prstDash val="dash"/>
          </a:ln>
        </p:spPr>
      </p:cxnSp>
      <p:cxnSp>
        <p:nvCxnSpPr>
          <p:cNvPr id="231" name="vertical_section_divider_1"/>
          <p:cNvCxnSpPr/>
          <p:nvPr/>
        </p:nvCxnSpPr>
        <p:spPr>
          <a:xfrm>
            <a:off x="6077068" y="3925167"/>
            <a:ext cx="0" cy="2959652"/>
          </a:xfrm>
          <a:prstGeom prst="line">
            <a:avLst/>
          </a:prstGeom>
          <a:ln w="37863">
            <a:solidFill>
              <a:srgbClr val="000000"/>
            </a:solidFill>
            <a:prstDash val="dash"/>
          </a:ln>
        </p:spPr>
      </p:cxnSp>
      <p:sp>
        <p:nvSpPr>
          <p:cNvPr id="232" name="edge_explainer_panel"/>
          <p:cNvSpPr/>
          <p:nvPr/>
        </p:nvSpPr>
        <p:spPr>
          <a:xfrm>
            <a:off x="378634" y="4076621"/>
            <a:ext cx="5464944" cy="2719851"/>
          </a:xfrm>
          <a:prstGeom prst="roundRect">
            <a:avLst>
              <a:gd name="adj" fmla="val 15777"/>
            </a:avLst>
          </a:prstGeom>
          <a:solidFill>
            <a:srgbClr val="CADB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edge_explainer_title_box"/>
          <p:cNvSpPr/>
          <p:nvPr/>
        </p:nvSpPr>
        <p:spPr>
          <a:xfrm>
            <a:off x="3691677" y="3988273"/>
            <a:ext cx="2019379" cy="504845"/>
          </a:xfrm>
          <a:prstGeom prst="rect">
            <a:avLst/>
          </a:prstGeom>
          <a:solidFill>
            <a:srgbClr val="CADBED"/>
          </a:solidFill>
          <a:ln w="25242">
            <a:solidFill>
              <a:srgbClr val="2F5D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edge_explainer_title"/>
          <p:cNvSpPr txBox="1"/>
          <p:nvPr/>
        </p:nvSpPr>
        <p:spPr>
          <a:xfrm>
            <a:off x="3723230" y="3994584"/>
            <a:ext cx="1956273" cy="485913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9" b="1" i="0">
                <a:solidFill>
                  <a:srgbClr val="2F5DA8"/>
                </a:solidFill>
                <a:latin typeface="Liberation Serif"/>
              </a:rPr>
              <a:t>Dynamic Edge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9" b="1" i="0">
                <a:solidFill>
                  <a:srgbClr val="2F5DA8"/>
                </a:solidFill>
                <a:latin typeface="Liberation Serif"/>
              </a:rPr>
              <a:t>Modulator</a:t>
            </a:r>
          </a:p>
        </p:txBody>
      </p:sp>
      <p:sp>
        <p:nvSpPr>
          <p:cNvPr id="235" name="edge_input_pair_card"/>
          <p:cNvSpPr/>
          <p:nvPr/>
        </p:nvSpPr>
        <p:spPr>
          <a:xfrm>
            <a:off x="542708" y="4884372"/>
            <a:ext cx="649988" cy="713093"/>
          </a:xfrm>
          <a:prstGeom prst="roundRect">
            <a:avLst>
              <a:gd name="adj" fmla="val 16504"/>
            </a:avLst>
          </a:prstGeom>
          <a:solidFill>
            <a:srgbClr val="B8C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6" name="edge_input_pair_edge_1"/>
          <p:cNvCxnSpPr/>
          <p:nvPr/>
        </p:nvCxnSpPr>
        <p:spPr>
          <a:xfrm>
            <a:off x="744646" y="5130484"/>
            <a:ext cx="271354" cy="246112"/>
          </a:xfrm>
          <a:prstGeom prst="line">
            <a:avLst/>
          </a:prstGeom>
          <a:ln w="25242">
            <a:solidFill>
              <a:srgbClr val="527DCC"/>
            </a:solidFill>
            <a:prstDash val="dash"/>
          </a:ln>
        </p:spPr>
      </p:cxnSp>
      <p:sp>
        <p:nvSpPr>
          <p:cNvPr id="237" name="edge_input_pair_a"/>
          <p:cNvSpPr/>
          <p:nvPr/>
        </p:nvSpPr>
        <p:spPr>
          <a:xfrm>
            <a:off x="662609" y="5048447"/>
            <a:ext cx="170385" cy="170385"/>
          </a:xfrm>
          <a:prstGeom prst="ellipse">
            <a:avLst/>
          </a:prstGeom>
          <a:solidFill>
            <a:srgbClr val="527DCC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edge_input_pair_b"/>
          <p:cNvSpPr/>
          <p:nvPr/>
        </p:nvSpPr>
        <p:spPr>
          <a:xfrm>
            <a:off x="933963" y="5294559"/>
            <a:ext cx="170385" cy="170385"/>
          </a:xfrm>
          <a:prstGeom prst="ellipse">
            <a:avLst/>
          </a:prstGeom>
          <a:solidFill>
            <a:srgbClr val="D1D8E2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9" name="edge_pair_to_gate_1"/>
          <p:cNvCxnSpPr/>
          <p:nvPr/>
        </p:nvCxnSpPr>
        <p:spPr>
          <a:xfrm>
            <a:off x="1192696" y="5237764"/>
            <a:ext cx="511155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240" name="edge_gating_bar"/>
          <p:cNvSpPr/>
          <p:nvPr/>
        </p:nvSpPr>
        <p:spPr>
          <a:xfrm>
            <a:off x="1703851" y="4385838"/>
            <a:ext cx="460671" cy="1804820"/>
          </a:xfrm>
          <a:prstGeom prst="roundRect">
            <a:avLst>
              <a:gd name="adj" fmla="val 21917"/>
            </a:avLst>
          </a:prstGeom>
          <a:solidFill>
            <a:srgbClr val="F6BA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edge_gating_text"/>
          <p:cNvSpPr txBox="1"/>
          <p:nvPr/>
        </p:nvSpPr>
        <p:spPr>
          <a:xfrm rot="5400000">
            <a:off x="1227404" y="5095776"/>
            <a:ext cx="1419876" cy="378634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000000"/>
                </a:solidFill>
                <a:latin typeface="Liberation Serif"/>
              </a:rPr>
              <a:t>Edge Gating</a:t>
            </a:r>
          </a:p>
        </p:txBody>
      </p:sp>
      <p:cxnSp>
        <p:nvCxnSpPr>
          <p:cNvPr id="242" name="gate_to_candidate_a_1"/>
          <p:cNvCxnSpPr/>
          <p:nvPr/>
        </p:nvCxnSpPr>
        <p:spPr>
          <a:xfrm>
            <a:off x="2164522" y="4606708"/>
            <a:ext cx="441739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cxnSp>
        <p:nvCxnSpPr>
          <p:cNvPr id="243" name="gate_to_candidate_b_1"/>
          <p:cNvCxnSpPr/>
          <p:nvPr/>
        </p:nvCxnSpPr>
        <p:spPr>
          <a:xfrm>
            <a:off x="2164522" y="5793093"/>
            <a:ext cx="441739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244" name="candidate_a_card"/>
          <p:cNvSpPr/>
          <p:nvPr/>
        </p:nvSpPr>
        <p:spPr>
          <a:xfrm>
            <a:off x="2606261" y="4247006"/>
            <a:ext cx="649988" cy="713093"/>
          </a:xfrm>
          <a:prstGeom prst="roundRect">
            <a:avLst>
              <a:gd name="adj" fmla="val 16504"/>
            </a:avLst>
          </a:prstGeom>
          <a:solidFill>
            <a:srgbClr val="B8C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5" name="candidate_a_edge_1"/>
          <p:cNvCxnSpPr/>
          <p:nvPr/>
        </p:nvCxnSpPr>
        <p:spPr>
          <a:xfrm>
            <a:off x="2808199" y="4493118"/>
            <a:ext cx="271354" cy="246111"/>
          </a:xfrm>
          <a:prstGeom prst="line">
            <a:avLst/>
          </a:prstGeom>
          <a:ln w="25242">
            <a:solidFill>
              <a:srgbClr val="4E6784"/>
            </a:solidFill>
          </a:ln>
        </p:spPr>
      </p:cxnSp>
      <p:sp>
        <p:nvSpPr>
          <p:cNvPr id="246" name="candidate_a_a"/>
          <p:cNvSpPr/>
          <p:nvPr/>
        </p:nvSpPr>
        <p:spPr>
          <a:xfrm>
            <a:off x="2726161" y="4411080"/>
            <a:ext cx="170385" cy="170385"/>
          </a:xfrm>
          <a:prstGeom prst="ellipse">
            <a:avLst/>
          </a:prstGeom>
          <a:solidFill>
            <a:srgbClr val="527DCC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candidate_a_b"/>
          <p:cNvSpPr/>
          <p:nvPr/>
        </p:nvSpPr>
        <p:spPr>
          <a:xfrm>
            <a:off x="2997515" y="4657192"/>
            <a:ext cx="170385" cy="170385"/>
          </a:xfrm>
          <a:prstGeom prst="ellipse">
            <a:avLst/>
          </a:prstGeom>
          <a:solidFill>
            <a:srgbClr val="D1D8E2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candidate_b_card"/>
          <p:cNvSpPr/>
          <p:nvPr/>
        </p:nvSpPr>
        <p:spPr>
          <a:xfrm>
            <a:off x="2606261" y="5433391"/>
            <a:ext cx="649988" cy="713093"/>
          </a:xfrm>
          <a:prstGeom prst="roundRect">
            <a:avLst>
              <a:gd name="adj" fmla="val 16504"/>
            </a:avLst>
          </a:prstGeom>
          <a:solidFill>
            <a:srgbClr val="B8C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9" name="candidate_b_edge_1"/>
          <p:cNvCxnSpPr/>
          <p:nvPr/>
        </p:nvCxnSpPr>
        <p:spPr>
          <a:xfrm>
            <a:off x="2808199" y="5679503"/>
            <a:ext cx="271354" cy="246111"/>
          </a:xfrm>
          <a:prstGeom prst="line">
            <a:avLst/>
          </a:prstGeom>
          <a:ln w="25242">
            <a:solidFill>
              <a:srgbClr val="527DCC"/>
            </a:solidFill>
          </a:ln>
        </p:spPr>
      </p:cxnSp>
      <p:sp>
        <p:nvSpPr>
          <p:cNvPr id="250" name="candidate_b_a"/>
          <p:cNvSpPr/>
          <p:nvPr/>
        </p:nvSpPr>
        <p:spPr>
          <a:xfrm>
            <a:off x="2726161" y="5597465"/>
            <a:ext cx="170385" cy="170385"/>
          </a:xfrm>
          <a:prstGeom prst="ellipse">
            <a:avLst/>
          </a:prstGeom>
          <a:solidFill>
            <a:srgbClr val="527DCC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candidate_b_b"/>
          <p:cNvSpPr/>
          <p:nvPr/>
        </p:nvSpPr>
        <p:spPr>
          <a:xfrm>
            <a:off x="2997515" y="5843577"/>
            <a:ext cx="170385" cy="170385"/>
          </a:xfrm>
          <a:prstGeom prst="ellipse">
            <a:avLst/>
          </a:prstGeom>
          <a:solidFill>
            <a:srgbClr val="D1D8E2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2" name="candidate_to_attention_1"/>
          <p:cNvCxnSpPr/>
          <p:nvPr/>
        </p:nvCxnSpPr>
        <p:spPr>
          <a:xfrm>
            <a:off x="3256248" y="5793093"/>
            <a:ext cx="265044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253" name="attention_net_bar"/>
          <p:cNvSpPr/>
          <p:nvPr/>
        </p:nvSpPr>
        <p:spPr>
          <a:xfrm>
            <a:off x="3521292" y="4928546"/>
            <a:ext cx="410186" cy="1748025"/>
          </a:xfrm>
          <a:prstGeom prst="rect">
            <a:avLst/>
          </a:prstGeom>
          <a:solidFill>
            <a:srgbClr val="E2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attention_net_text"/>
          <p:cNvSpPr txBox="1"/>
          <p:nvPr/>
        </p:nvSpPr>
        <p:spPr>
          <a:xfrm rot="5400000">
            <a:off x="3003826" y="5641639"/>
            <a:ext cx="1451428" cy="328149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00000"/>
                </a:solidFill>
                <a:latin typeface="Liberation Serif"/>
              </a:rPr>
              <a:t>Attention Net</a:t>
            </a:r>
          </a:p>
        </p:txBody>
      </p:sp>
      <p:cxnSp>
        <p:nvCxnSpPr>
          <p:cNvPr id="255" name="attention_to_decay_1"/>
          <p:cNvCxnSpPr/>
          <p:nvPr/>
        </p:nvCxnSpPr>
        <p:spPr>
          <a:xfrm>
            <a:off x="3931478" y="5793093"/>
            <a:ext cx="321838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256" name="geographic_decay_bar"/>
          <p:cNvSpPr/>
          <p:nvPr/>
        </p:nvSpPr>
        <p:spPr>
          <a:xfrm>
            <a:off x="4253316" y="4928546"/>
            <a:ext cx="416497" cy="1748025"/>
          </a:xfrm>
          <a:prstGeom prst="rect">
            <a:avLst/>
          </a:prstGeom>
          <a:solidFill>
            <a:srgbClr val="8E9F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geographic_decay_text"/>
          <p:cNvSpPr txBox="1"/>
          <p:nvPr/>
        </p:nvSpPr>
        <p:spPr>
          <a:xfrm rot="5400000">
            <a:off x="3679056" y="5641639"/>
            <a:ext cx="1552397" cy="328149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0000"/>
                </a:solidFill>
                <a:latin typeface="Liberation Serif"/>
              </a:rPr>
              <a:t>Geographic Decay</a:t>
            </a:r>
          </a:p>
        </p:txBody>
      </p:sp>
      <p:cxnSp>
        <p:nvCxnSpPr>
          <p:cNvPr id="258" name="decay_to_output_1"/>
          <p:cNvCxnSpPr/>
          <p:nvPr/>
        </p:nvCxnSpPr>
        <p:spPr>
          <a:xfrm>
            <a:off x="4669813" y="5793093"/>
            <a:ext cx="435429" cy="0"/>
          </a:xfrm>
          <a:prstGeom prst="line">
            <a:avLst/>
          </a:prstGeom>
          <a:ln w="37863">
            <a:solidFill>
              <a:srgbClr val="000000"/>
            </a:solidFill>
            <a:tailEnd type="triangle" w="med" len="med"/>
          </a:ln>
        </p:spPr>
      </p:cxnSp>
      <p:sp>
        <p:nvSpPr>
          <p:cNvPr id="259" name="edge_output_pair_card"/>
          <p:cNvSpPr/>
          <p:nvPr/>
        </p:nvSpPr>
        <p:spPr>
          <a:xfrm>
            <a:off x="5105242" y="5433391"/>
            <a:ext cx="649988" cy="713093"/>
          </a:xfrm>
          <a:prstGeom prst="roundRect">
            <a:avLst>
              <a:gd name="adj" fmla="val 16504"/>
            </a:avLst>
          </a:prstGeom>
          <a:solidFill>
            <a:srgbClr val="B8C5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0" name="edge_output_pair_edge_1"/>
          <p:cNvCxnSpPr/>
          <p:nvPr/>
        </p:nvCxnSpPr>
        <p:spPr>
          <a:xfrm>
            <a:off x="5307180" y="5679503"/>
            <a:ext cx="271354" cy="246111"/>
          </a:xfrm>
          <a:prstGeom prst="line">
            <a:avLst/>
          </a:prstGeom>
          <a:ln w="25242">
            <a:solidFill>
              <a:srgbClr val="263E5E"/>
            </a:solidFill>
          </a:ln>
        </p:spPr>
      </p:cxnSp>
      <p:sp>
        <p:nvSpPr>
          <p:cNvPr id="261" name="edge_output_pair_a"/>
          <p:cNvSpPr/>
          <p:nvPr/>
        </p:nvSpPr>
        <p:spPr>
          <a:xfrm>
            <a:off x="5225142" y="5597465"/>
            <a:ext cx="170385" cy="170385"/>
          </a:xfrm>
          <a:prstGeom prst="ellipse">
            <a:avLst/>
          </a:prstGeom>
          <a:solidFill>
            <a:srgbClr val="527DCC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edge_output_pair_b"/>
          <p:cNvSpPr/>
          <p:nvPr/>
        </p:nvSpPr>
        <p:spPr>
          <a:xfrm>
            <a:off x="5496496" y="5843577"/>
            <a:ext cx="170385" cy="170385"/>
          </a:xfrm>
          <a:prstGeom prst="ellipse">
            <a:avLst/>
          </a:prstGeom>
          <a:solidFill>
            <a:srgbClr val="D1D8E2"/>
          </a:solidFill>
          <a:ln w="1262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diffuser_explainer_panel"/>
          <p:cNvSpPr/>
          <p:nvPr/>
        </p:nvSpPr>
        <p:spPr>
          <a:xfrm>
            <a:off x="6253763" y="4177590"/>
            <a:ext cx="5685813" cy="2618882"/>
          </a:xfrm>
          <a:prstGeom prst="roundRect">
            <a:avLst>
              <a:gd name="adj" fmla="val 16385"/>
            </a:avLst>
          </a:prstGeom>
          <a:solidFill>
            <a:srgbClr val="FDE5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diffuser_explainer_title_box"/>
          <p:cNvSpPr/>
          <p:nvPr/>
        </p:nvSpPr>
        <p:spPr>
          <a:xfrm>
            <a:off x="6430459" y="3988273"/>
            <a:ext cx="2044621" cy="504845"/>
          </a:xfrm>
          <a:prstGeom prst="rect">
            <a:avLst/>
          </a:prstGeom>
          <a:solidFill>
            <a:srgbClr val="FBE6D3"/>
          </a:solidFill>
          <a:ln w="25242">
            <a:solidFill>
              <a:srgbClr val="F29A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diffuser_explainer_title"/>
          <p:cNvSpPr txBox="1"/>
          <p:nvPr/>
        </p:nvSpPr>
        <p:spPr>
          <a:xfrm>
            <a:off x="6468322" y="3994584"/>
            <a:ext cx="1968894" cy="479602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9" b="1" i="0">
                <a:solidFill>
                  <a:srgbClr val="E46F2B"/>
                </a:solidFill>
                <a:latin typeface="Liberation Serif"/>
              </a:rPr>
              <a:t>Probabilistic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9" b="1" i="0">
                <a:solidFill>
                  <a:srgbClr val="E46F2B"/>
                </a:solidFill>
                <a:latin typeface="Liberation Serif"/>
              </a:rPr>
              <a:t>Forecast Diffuser</a:t>
            </a:r>
          </a:p>
        </p:txBody>
      </p:sp>
      <p:sp>
        <p:nvSpPr>
          <p:cNvPr id="266" name="add_noise_label"/>
          <p:cNvSpPr txBox="1"/>
          <p:nvPr/>
        </p:nvSpPr>
        <p:spPr>
          <a:xfrm>
            <a:off x="6297937" y="4827577"/>
            <a:ext cx="561640" cy="473292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00000"/>
                </a:solidFill>
                <a:latin typeface="Liberation Serif"/>
              </a:rPr>
              <a:t>Add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00000"/>
                </a:solidFill>
                <a:latin typeface="Liberation Serif"/>
              </a:rPr>
              <a:t>Noise</a:t>
            </a:r>
          </a:p>
        </p:txBody>
      </p:sp>
      <p:cxnSp>
        <p:nvCxnSpPr>
          <p:cNvPr id="267" name="noise_input_1"/>
          <p:cNvCxnSpPr/>
          <p:nvPr/>
        </p:nvCxnSpPr>
        <p:spPr>
          <a:xfrm>
            <a:off x="6253763" y="5446012"/>
            <a:ext cx="599504" cy="0"/>
          </a:xfrm>
          <a:prstGeom prst="line">
            <a:avLst/>
          </a:prstGeom>
          <a:ln w="31552">
            <a:solidFill>
              <a:srgbClr val="000000"/>
            </a:solidFill>
            <a:tailEnd type="triangle" w="med" len="med"/>
          </a:ln>
        </p:spPr>
      </p:cxnSp>
      <p:sp>
        <p:nvSpPr>
          <p:cNvPr id="268" name="noise_0_0"/>
          <p:cNvSpPr/>
          <p:nvPr/>
        </p:nvSpPr>
        <p:spPr>
          <a:xfrm>
            <a:off x="6853267" y="5004273"/>
            <a:ext cx="32447" cy="33987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noise_0_1"/>
          <p:cNvSpPr/>
          <p:nvPr/>
        </p:nvSpPr>
        <p:spPr>
          <a:xfrm>
            <a:off x="6883505" y="5004273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noise_0_2"/>
          <p:cNvSpPr/>
          <p:nvPr/>
        </p:nvSpPr>
        <p:spPr>
          <a:xfrm>
            <a:off x="6913743" y="5004273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noise_0_3"/>
          <p:cNvSpPr/>
          <p:nvPr/>
        </p:nvSpPr>
        <p:spPr>
          <a:xfrm>
            <a:off x="6943981" y="5004273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noise_0_4"/>
          <p:cNvSpPr/>
          <p:nvPr/>
        </p:nvSpPr>
        <p:spPr>
          <a:xfrm>
            <a:off x="6974219" y="5004273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noise_0_5"/>
          <p:cNvSpPr/>
          <p:nvPr/>
        </p:nvSpPr>
        <p:spPr>
          <a:xfrm>
            <a:off x="7004457" y="5004273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noise_0_6"/>
          <p:cNvSpPr/>
          <p:nvPr/>
        </p:nvSpPr>
        <p:spPr>
          <a:xfrm>
            <a:off x="7034695" y="5004273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noise_0_7"/>
          <p:cNvSpPr/>
          <p:nvPr/>
        </p:nvSpPr>
        <p:spPr>
          <a:xfrm>
            <a:off x="7064933" y="5004273"/>
            <a:ext cx="32447" cy="33987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noise_0_8"/>
          <p:cNvSpPr/>
          <p:nvPr/>
        </p:nvSpPr>
        <p:spPr>
          <a:xfrm>
            <a:off x="7095171" y="5004273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noise_0_9"/>
          <p:cNvSpPr/>
          <p:nvPr/>
        </p:nvSpPr>
        <p:spPr>
          <a:xfrm>
            <a:off x="7125409" y="5004273"/>
            <a:ext cx="32447" cy="33987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noise_0_10"/>
          <p:cNvSpPr/>
          <p:nvPr/>
        </p:nvSpPr>
        <p:spPr>
          <a:xfrm>
            <a:off x="7155647" y="5004273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noise_0_11"/>
          <p:cNvSpPr/>
          <p:nvPr/>
        </p:nvSpPr>
        <p:spPr>
          <a:xfrm>
            <a:off x="7185886" y="5004273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noise_0_12"/>
          <p:cNvSpPr/>
          <p:nvPr/>
        </p:nvSpPr>
        <p:spPr>
          <a:xfrm>
            <a:off x="7216124" y="5004273"/>
            <a:ext cx="32447" cy="33987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noise_0_13"/>
          <p:cNvSpPr/>
          <p:nvPr/>
        </p:nvSpPr>
        <p:spPr>
          <a:xfrm>
            <a:off x="7246362" y="5004273"/>
            <a:ext cx="32447" cy="33987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noise_0_14"/>
          <p:cNvSpPr/>
          <p:nvPr/>
        </p:nvSpPr>
        <p:spPr>
          <a:xfrm>
            <a:off x="7276600" y="5004273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noise_0_15"/>
          <p:cNvSpPr/>
          <p:nvPr/>
        </p:nvSpPr>
        <p:spPr>
          <a:xfrm>
            <a:off x="7306838" y="5004273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noise_0_16"/>
          <p:cNvSpPr/>
          <p:nvPr/>
        </p:nvSpPr>
        <p:spPr>
          <a:xfrm>
            <a:off x="7337076" y="5004273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noise_0_17"/>
          <p:cNvSpPr/>
          <p:nvPr/>
        </p:nvSpPr>
        <p:spPr>
          <a:xfrm>
            <a:off x="7367314" y="5004273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noise_0_18"/>
          <p:cNvSpPr/>
          <p:nvPr/>
        </p:nvSpPr>
        <p:spPr>
          <a:xfrm>
            <a:off x="7397552" y="5004273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noise_0_19"/>
          <p:cNvSpPr/>
          <p:nvPr/>
        </p:nvSpPr>
        <p:spPr>
          <a:xfrm>
            <a:off x="7427790" y="5004273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noise_0_20"/>
          <p:cNvSpPr/>
          <p:nvPr/>
        </p:nvSpPr>
        <p:spPr>
          <a:xfrm>
            <a:off x="7458028" y="5004273"/>
            <a:ext cx="32447" cy="33987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noise_0_21"/>
          <p:cNvSpPr/>
          <p:nvPr/>
        </p:nvSpPr>
        <p:spPr>
          <a:xfrm>
            <a:off x="7488266" y="5004273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noise_0_22"/>
          <p:cNvSpPr/>
          <p:nvPr/>
        </p:nvSpPr>
        <p:spPr>
          <a:xfrm>
            <a:off x="7518505" y="5004273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noise_0_23"/>
          <p:cNvSpPr/>
          <p:nvPr/>
        </p:nvSpPr>
        <p:spPr>
          <a:xfrm>
            <a:off x="7548743" y="5004273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noise_1_0"/>
          <p:cNvSpPr/>
          <p:nvPr/>
        </p:nvSpPr>
        <p:spPr>
          <a:xfrm>
            <a:off x="6853267" y="5036051"/>
            <a:ext cx="32447" cy="33987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noise_1_1"/>
          <p:cNvSpPr/>
          <p:nvPr/>
        </p:nvSpPr>
        <p:spPr>
          <a:xfrm>
            <a:off x="6883505" y="5036051"/>
            <a:ext cx="32447" cy="33987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noise_1_2"/>
          <p:cNvSpPr/>
          <p:nvPr/>
        </p:nvSpPr>
        <p:spPr>
          <a:xfrm>
            <a:off x="6913743" y="5036051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noise_1_3"/>
          <p:cNvSpPr/>
          <p:nvPr/>
        </p:nvSpPr>
        <p:spPr>
          <a:xfrm>
            <a:off x="6943981" y="5036051"/>
            <a:ext cx="32447" cy="3398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noise_1_4"/>
          <p:cNvSpPr/>
          <p:nvPr/>
        </p:nvSpPr>
        <p:spPr>
          <a:xfrm>
            <a:off x="6974219" y="5036051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noise_1_5"/>
          <p:cNvSpPr/>
          <p:nvPr/>
        </p:nvSpPr>
        <p:spPr>
          <a:xfrm>
            <a:off x="7004457" y="5036051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noise_1_6"/>
          <p:cNvSpPr/>
          <p:nvPr/>
        </p:nvSpPr>
        <p:spPr>
          <a:xfrm>
            <a:off x="7034695" y="5036051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noise_1_7"/>
          <p:cNvSpPr/>
          <p:nvPr/>
        </p:nvSpPr>
        <p:spPr>
          <a:xfrm>
            <a:off x="7064933" y="5036051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noise_1_8"/>
          <p:cNvSpPr/>
          <p:nvPr/>
        </p:nvSpPr>
        <p:spPr>
          <a:xfrm>
            <a:off x="7095171" y="5036051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noise_1_9"/>
          <p:cNvSpPr/>
          <p:nvPr/>
        </p:nvSpPr>
        <p:spPr>
          <a:xfrm>
            <a:off x="7125409" y="5036051"/>
            <a:ext cx="32447" cy="3398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noise_1_10"/>
          <p:cNvSpPr/>
          <p:nvPr/>
        </p:nvSpPr>
        <p:spPr>
          <a:xfrm>
            <a:off x="7155647" y="5036051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noise_1_11"/>
          <p:cNvSpPr/>
          <p:nvPr/>
        </p:nvSpPr>
        <p:spPr>
          <a:xfrm>
            <a:off x="7185886" y="5036051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noise_1_12"/>
          <p:cNvSpPr/>
          <p:nvPr/>
        </p:nvSpPr>
        <p:spPr>
          <a:xfrm>
            <a:off x="7216124" y="5036051"/>
            <a:ext cx="32447" cy="33987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noise_1_13"/>
          <p:cNvSpPr/>
          <p:nvPr/>
        </p:nvSpPr>
        <p:spPr>
          <a:xfrm>
            <a:off x="7246362" y="5036051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noise_1_14"/>
          <p:cNvSpPr/>
          <p:nvPr/>
        </p:nvSpPr>
        <p:spPr>
          <a:xfrm>
            <a:off x="7276600" y="5036051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noise_1_15"/>
          <p:cNvSpPr/>
          <p:nvPr/>
        </p:nvSpPr>
        <p:spPr>
          <a:xfrm>
            <a:off x="7306838" y="5036051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noise_1_16"/>
          <p:cNvSpPr/>
          <p:nvPr/>
        </p:nvSpPr>
        <p:spPr>
          <a:xfrm>
            <a:off x="7337076" y="5036051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noise_1_17"/>
          <p:cNvSpPr/>
          <p:nvPr/>
        </p:nvSpPr>
        <p:spPr>
          <a:xfrm>
            <a:off x="7367314" y="5036051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noise_1_18"/>
          <p:cNvSpPr/>
          <p:nvPr/>
        </p:nvSpPr>
        <p:spPr>
          <a:xfrm>
            <a:off x="7397552" y="5036051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noise_1_19"/>
          <p:cNvSpPr/>
          <p:nvPr/>
        </p:nvSpPr>
        <p:spPr>
          <a:xfrm>
            <a:off x="7427790" y="5036051"/>
            <a:ext cx="32447" cy="3398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noise_1_20"/>
          <p:cNvSpPr/>
          <p:nvPr/>
        </p:nvSpPr>
        <p:spPr>
          <a:xfrm>
            <a:off x="7458028" y="5036051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noise_1_21"/>
          <p:cNvSpPr/>
          <p:nvPr/>
        </p:nvSpPr>
        <p:spPr>
          <a:xfrm>
            <a:off x="7488266" y="5036051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noise_1_22"/>
          <p:cNvSpPr/>
          <p:nvPr/>
        </p:nvSpPr>
        <p:spPr>
          <a:xfrm>
            <a:off x="7518505" y="5036051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noise_1_23"/>
          <p:cNvSpPr/>
          <p:nvPr/>
        </p:nvSpPr>
        <p:spPr>
          <a:xfrm>
            <a:off x="7548743" y="5036051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noise_2_0"/>
          <p:cNvSpPr/>
          <p:nvPr/>
        </p:nvSpPr>
        <p:spPr>
          <a:xfrm>
            <a:off x="6853267" y="5067829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noise_2_1"/>
          <p:cNvSpPr/>
          <p:nvPr/>
        </p:nvSpPr>
        <p:spPr>
          <a:xfrm>
            <a:off x="6883505" y="5067829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noise_2_2"/>
          <p:cNvSpPr/>
          <p:nvPr/>
        </p:nvSpPr>
        <p:spPr>
          <a:xfrm>
            <a:off x="6913743" y="5067829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noise_2_3"/>
          <p:cNvSpPr/>
          <p:nvPr/>
        </p:nvSpPr>
        <p:spPr>
          <a:xfrm>
            <a:off x="6943981" y="5067829"/>
            <a:ext cx="32447" cy="33987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noise_2_4"/>
          <p:cNvSpPr/>
          <p:nvPr/>
        </p:nvSpPr>
        <p:spPr>
          <a:xfrm>
            <a:off x="6974219" y="5067829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noise_2_5"/>
          <p:cNvSpPr/>
          <p:nvPr/>
        </p:nvSpPr>
        <p:spPr>
          <a:xfrm>
            <a:off x="7004457" y="5067829"/>
            <a:ext cx="32447" cy="33987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noise_2_6"/>
          <p:cNvSpPr/>
          <p:nvPr/>
        </p:nvSpPr>
        <p:spPr>
          <a:xfrm>
            <a:off x="7034695" y="5067829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noise_2_7"/>
          <p:cNvSpPr/>
          <p:nvPr/>
        </p:nvSpPr>
        <p:spPr>
          <a:xfrm>
            <a:off x="7064933" y="5067829"/>
            <a:ext cx="32447" cy="33987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noise_2_8"/>
          <p:cNvSpPr/>
          <p:nvPr/>
        </p:nvSpPr>
        <p:spPr>
          <a:xfrm>
            <a:off x="7095171" y="5067829"/>
            <a:ext cx="32447" cy="33987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noise_2_9"/>
          <p:cNvSpPr/>
          <p:nvPr/>
        </p:nvSpPr>
        <p:spPr>
          <a:xfrm>
            <a:off x="7125409" y="5067829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noise_2_10"/>
          <p:cNvSpPr/>
          <p:nvPr/>
        </p:nvSpPr>
        <p:spPr>
          <a:xfrm>
            <a:off x="7155647" y="5067829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noise_2_11"/>
          <p:cNvSpPr/>
          <p:nvPr/>
        </p:nvSpPr>
        <p:spPr>
          <a:xfrm>
            <a:off x="7185886" y="5067829"/>
            <a:ext cx="32447" cy="33987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noise_2_12"/>
          <p:cNvSpPr/>
          <p:nvPr/>
        </p:nvSpPr>
        <p:spPr>
          <a:xfrm>
            <a:off x="7216124" y="5067829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noise_2_13"/>
          <p:cNvSpPr/>
          <p:nvPr/>
        </p:nvSpPr>
        <p:spPr>
          <a:xfrm>
            <a:off x="7246362" y="5067829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noise_2_14"/>
          <p:cNvSpPr/>
          <p:nvPr/>
        </p:nvSpPr>
        <p:spPr>
          <a:xfrm>
            <a:off x="7276600" y="5067829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noise_2_15"/>
          <p:cNvSpPr/>
          <p:nvPr/>
        </p:nvSpPr>
        <p:spPr>
          <a:xfrm>
            <a:off x="7306838" y="5067829"/>
            <a:ext cx="32447" cy="3398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noise_2_16"/>
          <p:cNvSpPr/>
          <p:nvPr/>
        </p:nvSpPr>
        <p:spPr>
          <a:xfrm>
            <a:off x="7337076" y="5067829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noise_2_17"/>
          <p:cNvSpPr/>
          <p:nvPr/>
        </p:nvSpPr>
        <p:spPr>
          <a:xfrm>
            <a:off x="7367314" y="5067829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noise_2_18"/>
          <p:cNvSpPr/>
          <p:nvPr/>
        </p:nvSpPr>
        <p:spPr>
          <a:xfrm>
            <a:off x="7397552" y="5067829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noise_2_19"/>
          <p:cNvSpPr/>
          <p:nvPr/>
        </p:nvSpPr>
        <p:spPr>
          <a:xfrm>
            <a:off x="7427790" y="5067829"/>
            <a:ext cx="32447" cy="33987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noise_2_20"/>
          <p:cNvSpPr/>
          <p:nvPr/>
        </p:nvSpPr>
        <p:spPr>
          <a:xfrm>
            <a:off x="7458028" y="5067829"/>
            <a:ext cx="32447" cy="3398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noise_2_21"/>
          <p:cNvSpPr/>
          <p:nvPr/>
        </p:nvSpPr>
        <p:spPr>
          <a:xfrm>
            <a:off x="7488266" y="5067829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noise_2_22"/>
          <p:cNvSpPr/>
          <p:nvPr/>
        </p:nvSpPr>
        <p:spPr>
          <a:xfrm>
            <a:off x="7518505" y="5067829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noise_2_23"/>
          <p:cNvSpPr/>
          <p:nvPr/>
        </p:nvSpPr>
        <p:spPr>
          <a:xfrm>
            <a:off x="7548743" y="5067829"/>
            <a:ext cx="32447" cy="33987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noise_3_0"/>
          <p:cNvSpPr/>
          <p:nvPr/>
        </p:nvSpPr>
        <p:spPr>
          <a:xfrm>
            <a:off x="6853267" y="5099607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noise_3_1"/>
          <p:cNvSpPr/>
          <p:nvPr/>
        </p:nvSpPr>
        <p:spPr>
          <a:xfrm>
            <a:off x="6883505" y="5099607"/>
            <a:ext cx="32447" cy="3398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noise_3_2"/>
          <p:cNvSpPr/>
          <p:nvPr/>
        </p:nvSpPr>
        <p:spPr>
          <a:xfrm>
            <a:off x="6913743" y="5099607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noise_3_3"/>
          <p:cNvSpPr/>
          <p:nvPr/>
        </p:nvSpPr>
        <p:spPr>
          <a:xfrm>
            <a:off x="6943981" y="5099607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noise_3_4"/>
          <p:cNvSpPr/>
          <p:nvPr/>
        </p:nvSpPr>
        <p:spPr>
          <a:xfrm>
            <a:off x="6974219" y="5099607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noise_3_5"/>
          <p:cNvSpPr/>
          <p:nvPr/>
        </p:nvSpPr>
        <p:spPr>
          <a:xfrm>
            <a:off x="7004457" y="5099607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noise_3_6"/>
          <p:cNvSpPr/>
          <p:nvPr/>
        </p:nvSpPr>
        <p:spPr>
          <a:xfrm>
            <a:off x="7034695" y="5099607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noise_3_7"/>
          <p:cNvSpPr/>
          <p:nvPr/>
        </p:nvSpPr>
        <p:spPr>
          <a:xfrm>
            <a:off x="7064933" y="5099607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noise_3_8"/>
          <p:cNvSpPr/>
          <p:nvPr/>
        </p:nvSpPr>
        <p:spPr>
          <a:xfrm>
            <a:off x="7095171" y="5099607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noise_3_9"/>
          <p:cNvSpPr/>
          <p:nvPr/>
        </p:nvSpPr>
        <p:spPr>
          <a:xfrm>
            <a:off x="7125409" y="5099607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noise_3_10"/>
          <p:cNvSpPr/>
          <p:nvPr/>
        </p:nvSpPr>
        <p:spPr>
          <a:xfrm>
            <a:off x="7155647" y="5099607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noise_3_11"/>
          <p:cNvSpPr/>
          <p:nvPr/>
        </p:nvSpPr>
        <p:spPr>
          <a:xfrm>
            <a:off x="7185886" y="5099607"/>
            <a:ext cx="32447" cy="33987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noise_3_12"/>
          <p:cNvSpPr/>
          <p:nvPr/>
        </p:nvSpPr>
        <p:spPr>
          <a:xfrm>
            <a:off x="7216124" y="5099607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noise_3_13"/>
          <p:cNvSpPr/>
          <p:nvPr/>
        </p:nvSpPr>
        <p:spPr>
          <a:xfrm>
            <a:off x="7246362" y="5099607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noise_3_14"/>
          <p:cNvSpPr/>
          <p:nvPr/>
        </p:nvSpPr>
        <p:spPr>
          <a:xfrm>
            <a:off x="7276600" y="5099607"/>
            <a:ext cx="32447" cy="33987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noise_3_15"/>
          <p:cNvSpPr/>
          <p:nvPr/>
        </p:nvSpPr>
        <p:spPr>
          <a:xfrm>
            <a:off x="7306838" y="5099607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noise_3_16"/>
          <p:cNvSpPr/>
          <p:nvPr/>
        </p:nvSpPr>
        <p:spPr>
          <a:xfrm>
            <a:off x="7337076" y="5099607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noise_3_17"/>
          <p:cNvSpPr/>
          <p:nvPr/>
        </p:nvSpPr>
        <p:spPr>
          <a:xfrm>
            <a:off x="7367314" y="5099607"/>
            <a:ext cx="32447" cy="33987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noise_3_18"/>
          <p:cNvSpPr/>
          <p:nvPr/>
        </p:nvSpPr>
        <p:spPr>
          <a:xfrm>
            <a:off x="7397552" y="5099607"/>
            <a:ext cx="32447" cy="3398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noise_3_19"/>
          <p:cNvSpPr/>
          <p:nvPr/>
        </p:nvSpPr>
        <p:spPr>
          <a:xfrm>
            <a:off x="7427790" y="5099607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noise_3_20"/>
          <p:cNvSpPr/>
          <p:nvPr/>
        </p:nvSpPr>
        <p:spPr>
          <a:xfrm>
            <a:off x="7458028" y="5099607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noise_3_21"/>
          <p:cNvSpPr/>
          <p:nvPr/>
        </p:nvSpPr>
        <p:spPr>
          <a:xfrm>
            <a:off x="7488266" y="5099607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noise_3_22"/>
          <p:cNvSpPr/>
          <p:nvPr/>
        </p:nvSpPr>
        <p:spPr>
          <a:xfrm>
            <a:off x="7518505" y="5099607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noise_3_23"/>
          <p:cNvSpPr/>
          <p:nvPr/>
        </p:nvSpPr>
        <p:spPr>
          <a:xfrm>
            <a:off x="7548743" y="5099607"/>
            <a:ext cx="32447" cy="33987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noise_4_0"/>
          <p:cNvSpPr/>
          <p:nvPr/>
        </p:nvSpPr>
        <p:spPr>
          <a:xfrm>
            <a:off x="6853267" y="5131386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noise_4_1"/>
          <p:cNvSpPr/>
          <p:nvPr/>
        </p:nvSpPr>
        <p:spPr>
          <a:xfrm>
            <a:off x="6883505" y="5131386"/>
            <a:ext cx="32447" cy="3398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noise_4_2"/>
          <p:cNvSpPr/>
          <p:nvPr/>
        </p:nvSpPr>
        <p:spPr>
          <a:xfrm>
            <a:off x="6913743" y="5131386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noise_4_3"/>
          <p:cNvSpPr/>
          <p:nvPr/>
        </p:nvSpPr>
        <p:spPr>
          <a:xfrm>
            <a:off x="6943981" y="5131386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noise_4_4"/>
          <p:cNvSpPr/>
          <p:nvPr/>
        </p:nvSpPr>
        <p:spPr>
          <a:xfrm>
            <a:off x="6974219" y="5131386"/>
            <a:ext cx="32447" cy="33987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noise_4_5"/>
          <p:cNvSpPr/>
          <p:nvPr/>
        </p:nvSpPr>
        <p:spPr>
          <a:xfrm>
            <a:off x="7004457" y="5131386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noise_4_6"/>
          <p:cNvSpPr/>
          <p:nvPr/>
        </p:nvSpPr>
        <p:spPr>
          <a:xfrm>
            <a:off x="7034695" y="5131386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noise_4_7"/>
          <p:cNvSpPr/>
          <p:nvPr/>
        </p:nvSpPr>
        <p:spPr>
          <a:xfrm>
            <a:off x="7064933" y="5131386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noise_4_8"/>
          <p:cNvSpPr/>
          <p:nvPr/>
        </p:nvSpPr>
        <p:spPr>
          <a:xfrm>
            <a:off x="7095171" y="5131386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noise_4_9"/>
          <p:cNvSpPr/>
          <p:nvPr/>
        </p:nvSpPr>
        <p:spPr>
          <a:xfrm>
            <a:off x="7125409" y="5131386"/>
            <a:ext cx="32447" cy="33987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noise_4_10"/>
          <p:cNvSpPr/>
          <p:nvPr/>
        </p:nvSpPr>
        <p:spPr>
          <a:xfrm>
            <a:off x="7155647" y="5131386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noise_4_11"/>
          <p:cNvSpPr/>
          <p:nvPr/>
        </p:nvSpPr>
        <p:spPr>
          <a:xfrm>
            <a:off x="7185886" y="5131386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noise_4_12"/>
          <p:cNvSpPr/>
          <p:nvPr/>
        </p:nvSpPr>
        <p:spPr>
          <a:xfrm>
            <a:off x="7216124" y="5131386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noise_4_13"/>
          <p:cNvSpPr/>
          <p:nvPr/>
        </p:nvSpPr>
        <p:spPr>
          <a:xfrm>
            <a:off x="7246362" y="5131386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noise_4_14"/>
          <p:cNvSpPr/>
          <p:nvPr/>
        </p:nvSpPr>
        <p:spPr>
          <a:xfrm>
            <a:off x="7276600" y="5131386"/>
            <a:ext cx="32447" cy="33987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noise_4_15"/>
          <p:cNvSpPr/>
          <p:nvPr/>
        </p:nvSpPr>
        <p:spPr>
          <a:xfrm>
            <a:off x="7306838" y="5131386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noise_4_16"/>
          <p:cNvSpPr/>
          <p:nvPr/>
        </p:nvSpPr>
        <p:spPr>
          <a:xfrm>
            <a:off x="7337076" y="5131386"/>
            <a:ext cx="32447" cy="33987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noise_4_17"/>
          <p:cNvSpPr/>
          <p:nvPr/>
        </p:nvSpPr>
        <p:spPr>
          <a:xfrm>
            <a:off x="7367314" y="5131386"/>
            <a:ext cx="32447" cy="339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noise_4_18"/>
          <p:cNvSpPr/>
          <p:nvPr/>
        </p:nvSpPr>
        <p:spPr>
          <a:xfrm>
            <a:off x="7397552" y="5131386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noise_4_19"/>
          <p:cNvSpPr/>
          <p:nvPr/>
        </p:nvSpPr>
        <p:spPr>
          <a:xfrm>
            <a:off x="7427790" y="5131386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noise_4_20"/>
          <p:cNvSpPr/>
          <p:nvPr/>
        </p:nvSpPr>
        <p:spPr>
          <a:xfrm>
            <a:off x="7458028" y="5131386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noise_4_21"/>
          <p:cNvSpPr/>
          <p:nvPr/>
        </p:nvSpPr>
        <p:spPr>
          <a:xfrm>
            <a:off x="7488266" y="5131386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noise_4_22"/>
          <p:cNvSpPr/>
          <p:nvPr/>
        </p:nvSpPr>
        <p:spPr>
          <a:xfrm>
            <a:off x="7518505" y="5131386"/>
            <a:ext cx="32447" cy="33987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noise_4_23"/>
          <p:cNvSpPr/>
          <p:nvPr/>
        </p:nvSpPr>
        <p:spPr>
          <a:xfrm>
            <a:off x="7548743" y="5131386"/>
            <a:ext cx="32447" cy="33987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noise_5_0"/>
          <p:cNvSpPr/>
          <p:nvPr/>
        </p:nvSpPr>
        <p:spPr>
          <a:xfrm>
            <a:off x="6853267" y="5163164"/>
            <a:ext cx="32447" cy="33987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noise_5_1"/>
          <p:cNvSpPr/>
          <p:nvPr/>
        </p:nvSpPr>
        <p:spPr>
          <a:xfrm>
            <a:off x="6883505" y="5163164"/>
            <a:ext cx="32447" cy="33987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noise_5_2"/>
          <p:cNvSpPr/>
          <p:nvPr/>
        </p:nvSpPr>
        <p:spPr>
          <a:xfrm>
            <a:off x="6913743" y="5163164"/>
            <a:ext cx="32447" cy="33987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noise_5_3"/>
          <p:cNvSpPr/>
          <p:nvPr/>
        </p:nvSpPr>
        <p:spPr>
          <a:xfrm>
            <a:off x="6943981" y="5163164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noise_5_4"/>
          <p:cNvSpPr/>
          <p:nvPr/>
        </p:nvSpPr>
        <p:spPr>
          <a:xfrm>
            <a:off x="6974219" y="5163164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noise_5_5"/>
          <p:cNvSpPr/>
          <p:nvPr/>
        </p:nvSpPr>
        <p:spPr>
          <a:xfrm>
            <a:off x="7004457" y="5163164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noise_5_6"/>
          <p:cNvSpPr/>
          <p:nvPr/>
        </p:nvSpPr>
        <p:spPr>
          <a:xfrm>
            <a:off x="7034695" y="5163164"/>
            <a:ext cx="32447" cy="33987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noise_5_7"/>
          <p:cNvSpPr/>
          <p:nvPr/>
        </p:nvSpPr>
        <p:spPr>
          <a:xfrm>
            <a:off x="7064933" y="5163164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noise_5_8"/>
          <p:cNvSpPr/>
          <p:nvPr/>
        </p:nvSpPr>
        <p:spPr>
          <a:xfrm>
            <a:off x="7095171" y="5163164"/>
            <a:ext cx="32447" cy="3398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noise_5_9"/>
          <p:cNvSpPr/>
          <p:nvPr/>
        </p:nvSpPr>
        <p:spPr>
          <a:xfrm>
            <a:off x="7125409" y="5163164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noise_5_10"/>
          <p:cNvSpPr/>
          <p:nvPr/>
        </p:nvSpPr>
        <p:spPr>
          <a:xfrm>
            <a:off x="7155647" y="5163164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noise_5_11"/>
          <p:cNvSpPr/>
          <p:nvPr/>
        </p:nvSpPr>
        <p:spPr>
          <a:xfrm>
            <a:off x="7185886" y="5163164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noise_5_12"/>
          <p:cNvSpPr/>
          <p:nvPr/>
        </p:nvSpPr>
        <p:spPr>
          <a:xfrm>
            <a:off x="7216124" y="5163164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noise_5_13"/>
          <p:cNvSpPr/>
          <p:nvPr/>
        </p:nvSpPr>
        <p:spPr>
          <a:xfrm>
            <a:off x="7246362" y="5163164"/>
            <a:ext cx="32447" cy="33987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noise_5_14"/>
          <p:cNvSpPr/>
          <p:nvPr/>
        </p:nvSpPr>
        <p:spPr>
          <a:xfrm>
            <a:off x="7276600" y="5163164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noise_5_15"/>
          <p:cNvSpPr/>
          <p:nvPr/>
        </p:nvSpPr>
        <p:spPr>
          <a:xfrm>
            <a:off x="7306838" y="5163164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noise_5_16"/>
          <p:cNvSpPr/>
          <p:nvPr/>
        </p:nvSpPr>
        <p:spPr>
          <a:xfrm>
            <a:off x="7337076" y="5163164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noise_5_17"/>
          <p:cNvSpPr/>
          <p:nvPr/>
        </p:nvSpPr>
        <p:spPr>
          <a:xfrm>
            <a:off x="7367314" y="5163164"/>
            <a:ext cx="32447" cy="33987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noise_5_18"/>
          <p:cNvSpPr/>
          <p:nvPr/>
        </p:nvSpPr>
        <p:spPr>
          <a:xfrm>
            <a:off x="7397552" y="5163164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noise_5_19"/>
          <p:cNvSpPr/>
          <p:nvPr/>
        </p:nvSpPr>
        <p:spPr>
          <a:xfrm>
            <a:off x="7427790" y="5163164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noise_5_20"/>
          <p:cNvSpPr/>
          <p:nvPr/>
        </p:nvSpPr>
        <p:spPr>
          <a:xfrm>
            <a:off x="7458028" y="5163164"/>
            <a:ext cx="32447" cy="33987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noise_5_21"/>
          <p:cNvSpPr/>
          <p:nvPr/>
        </p:nvSpPr>
        <p:spPr>
          <a:xfrm>
            <a:off x="7488266" y="5163164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noise_5_22"/>
          <p:cNvSpPr/>
          <p:nvPr/>
        </p:nvSpPr>
        <p:spPr>
          <a:xfrm>
            <a:off x="7518505" y="5163164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noise_5_23"/>
          <p:cNvSpPr/>
          <p:nvPr/>
        </p:nvSpPr>
        <p:spPr>
          <a:xfrm>
            <a:off x="7548743" y="5163164"/>
            <a:ext cx="32447" cy="33987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noise_6_0"/>
          <p:cNvSpPr/>
          <p:nvPr/>
        </p:nvSpPr>
        <p:spPr>
          <a:xfrm>
            <a:off x="6853267" y="5194942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noise_6_1"/>
          <p:cNvSpPr/>
          <p:nvPr/>
        </p:nvSpPr>
        <p:spPr>
          <a:xfrm>
            <a:off x="6883505" y="5194942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noise_6_2"/>
          <p:cNvSpPr/>
          <p:nvPr/>
        </p:nvSpPr>
        <p:spPr>
          <a:xfrm>
            <a:off x="6913743" y="5194942"/>
            <a:ext cx="32447" cy="33987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noise_6_3"/>
          <p:cNvSpPr/>
          <p:nvPr/>
        </p:nvSpPr>
        <p:spPr>
          <a:xfrm>
            <a:off x="6943981" y="5194942"/>
            <a:ext cx="32447" cy="33987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noise_6_4"/>
          <p:cNvSpPr/>
          <p:nvPr/>
        </p:nvSpPr>
        <p:spPr>
          <a:xfrm>
            <a:off x="6974219" y="5194942"/>
            <a:ext cx="32447" cy="3398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noise_6_5"/>
          <p:cNvSpPr/>
          <p:nvPr/>
        </p:nvSpPr>
        <p:spPr>
          <a:xfrm>
            <a:off x="7004457" y="5194942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noise_6_6"/>
          <p:cNvSpPr/>
          <p:nvPr/>
        </p:nvSpPr>
        <p:spPr>
          <a:xfrm>
            <a:off x="7034695" y="5194942"/>
            <a:ext cx="32447" cy="33987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noise_6_7"/>
          <p:cNvSpPr/>
          <p:nvPr/>
        </p:nvSpPr>
        <p:spPr>
          <a:xfrm>
            <a:off x="7064933" y="5194942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noise_6_8"/>
          <p:cNvSpPr/>
          <p:nvPr/>
        </p:nvSpPr>
        <p:spPr>
          <a:xfrm>
            <a:off x="7095171" y="5194942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noise_6_9"/>
          <p:cNvSpPr/>
          <p:nvPr/>
        </p:nvSpPr>
        <p:spPr>
          <a:xfrm>
            <a:off x="7125409" y="5194942"/>
            <a:ext cx="32447" cy="3398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noise_6_10"/>
          <p:cNvSpPr/>
          <p:nvPr/>
        </p:nvSpPr>
        <p:spPr>
          <a:xfrm>
            <a:off x="7155647" y="5194942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noise_6_11"/>
          <p:cNvSpPr/>
          <p:nvPr/>
        </p:nvSpPr>
        <p:spPr>
          <a:xfrm>
            <a:off x="7185886" y="5194942"/>
            <a:ext cx="32447" cy="3398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noise_6_12"/>
          <p:cNvSpPr/>
          <p:nvPr/>
        </p:nvSpPr>
        <p:spPr>
          <a:xfrm>
            <a:off x="7216124" y="5194942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noise_6_13"/>
          <p:cNvSpPr/>
          <p:nvPr/>
        </p:nvSpPr>
        <p:spPr>
          <a:xfrm>
            <a:off x="7246362" y="5194942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noise_6_14"/>
          <p:cNvSpPr/>
          <p:nvPr/>
        </p:nvSpPr>
        <p:spPr>
          <a:xfrm>
            <a:off x="7276600" y="5194942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noise_6_15"/>
          <p:cNvSpPr/>
          <p:nvPr/>
        </p:nvSpPr>
        <p:spPr>
          <a:xfrm>
            <a:off x="7306838" y="5194942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noise_6_16"/>
          <p:cNvSpPr/>
          <p:nvPr/>
        </p:nvSpPr>
        <p:spPr>
          <a:xfrm>
            <a:off x="7337076" y="5194942"/>
            <a:ext cx="32447" cy="33987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noise_6_17"/>
          <p:cNvSpPr/>
          <p:nvPr/>
        </p:nvSpPr>
        <p:spPr>
          <a:xfrm>
            <a:off x="7367314" y="5194942"/>
            <a:ext cx="32447" cy="33987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noise_6_18"/>
          <p:cNvSpPr/>
          <p:nvPr/>
        </p:nvSpPr>
        <p:spPr>
          <a:xfrm>
            <a:off x="7397552" y="5194942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noise_6_19"/>
          <p:cNvSpPr/>
          <p:nvPr/>
        </p:nvSpPr>
        <p:spPr>
          <a:xfrm>
            <a:off x="7427790" y="5194942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noise_6_20"/>
          <p:cNvSpPr/>
          <p:nvPr/>
        </p:nvSpPr>
        <p:spPr>
          <a:xfrm>
            <a:off x="7458028" y="5194942"/>
            <a:ext cx="32447" cy="3398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noise_6_21"/>
          <p:cNvSpPr/>
          <p:nvPr/>
        </p:nvSpPr>
        <p:spPr>
          <a:xfrm>
            <a:off x="7488266" y="5194942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noise_6_22"/>
          <p:cNvSpPr/>
          <p:nvPr/>
        </p:nvSpPr>
        <p:spPr>
          <a:xfrm>
            <a:off x="7518505" y="5194942"/>
            <a:ext cx="32447" cy="3398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noise_6_23"/>
          <p:cNvSpPr/>
          <p:nvPr/>
        </p:nvSpPr>
        <p:spPr>
          <a:xfrm>
            <a:off x="7548743" y="5194942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noise_7_0"/>
          <p:cNvSpPr/>
          <p:nvPr/>
        </p:nvSpPr>
        <p:spPr>
          <a:xfrm>
            <a:off x="6853267" y="5226720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noise_7_1"/>
          <p:cNvSpPr/>
          <p:nvPr/>
        </p:nvSpPr>
        <p:spPr>
          <a:xfrm>
            <a:off x="6883505" y="5226720"/>
            <a:ext cx="32447" cy="33987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noise_7_2"/>
          <p:cNvSpPr/>
          <p:nvPr/>
        </p:nvSpPr>
        <p:spPr>
          <a:xfrm>
            <a:off x="6913743" y="5226720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noise_7_3"/>
          <p:cNvSpPr/>
          <p:nvPr/>
        </p:nvSpPr>
        <p:spPr>
          <a:xfrm>
            <a:off x="6943981" y="5226720"/>
            <a:ext cx="32447" cy="33987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noise_7_4"/>
          <p:cNvSpPr/>
          <p:nvPr/>
        </p:nvSpPr>
        <p:spPr>
          <a:xfrm>
            <a:off x="6974219" y="5226720"/>
            <a:ext cx="32447" cy="33987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noise_7_5"/>
          <p:cNvSpPr/>
          <p:nvPr/>
        </p:nvSpPr>
        <p:spPr>
          <a:xfrm>
            <a:off x="7004457" y="5226720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noise_7_6"/>
          <p:cNvSpPr/>
          <p:nvPr/>
        </p:nvSpPr>
        <p:spPr>
          <a:xfrm>
            <a:off x="7034695" y="5226720"/>
            <a:ext cx="32447" cy="33987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noise_7_7"/>
          <p:cNvSpPr/>
          <p:nvPr/>
        </p:nvSpPr>
        <p:spPr>
          <a:xfrm>
            <a:off x="7064933" y="5226720"/>
            <a:ext cx="32447" cy="33987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noise_7_8"/>
          <p:cNvSpPr/>
          <p:nvPr/>
        </p:nvSpPr>
        <p:spPr>
          <a:xfrm>
            <a:off x="7095171" y="5226720"/>
            <a:ext cx="32447" cy="33987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noise_7_9"/>
          <p:cNvSpPr/>
          <p:nvPr/>
        </p:nvSpPr>
        <p:spPr>
          <a:xfrm>
            <a:off x="7125409" y="5226720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noise_7_10"/>
          <p:cNvSpPr/>
          <p:nvPr/>
        </p:nvSpPr>
        <p:spPr>
          <a:xfrm>
            <a:off x="7155647" y="5226720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noise_7_11"/>
          <p:cNvSpPr/>
          <p:nvPr/>
        </p:nvSpPr>
        <p:spPr>
          <a:xfrm>
            <a:off x="7185886" y="5226720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noise_7_12"/>
          <p:cNvSpPr/>
          <p:nvPr/>
        </p:nvSpPr>
        <p:spPr>
          <a:xfrm>
            <a:off x="7216124" y="5226720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noise_7_13"/>
          <p:cNvSpPr/>
          <p:nvPr/>
        </p:nvSpPr>
        <p:spPr>
          <a:xfrm>
            <a:off x="7246362" y="5226720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noise_7_14"/>
          <p:cNvSpPr/>
          <p:nvPr/>
        </p:nvSpPr>
        <p:spPr>
          <a:xfrm>
            <a:off x="7276600" y="5226720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noise_7_15"/>
          <p:cNvSpPr/>
          <p:nvPr/>
        </p:nvSpPr>
        <p:spPr>
          <a:xfrm>
            <a:off x="7306838" y="5226720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noise_7_16"/>
          <p:cNvSpPr/>
          <p:nvPr/>
        </p:nvSpPr>
        <p:spPr>
          <a:xfrm>
            <a:off x="7337076" y="5226720"/>
            <a:ext cx="32447" cy="33987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noise_7_17"/>
          <p:cNvSpPr/>
          <p:nvPr/>
        </p:nvSpPr>
        <p:spPr>
          <a:xfrm>
            <a:off x="7367314" y="5226720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noise_7_18"/>
          <p:cNvSpPr/>
          <p:nvPr/>
        </p:nvSpPr>
        <p:spPr>
          <a:xfrm>
            <a:off x="7397552" y="5226720"/>
            <a:ext cx="32447" cy="33987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noise_7_19"/>
          <p:cNvSpPr/>
          <p:nvPr/>
        </p:nvSpPr>
        <p:spPr>
          <a:xfrm>
            <a:off x="7427790" y="5226720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noise_7_20"/>
          <p:cNvSpPr/>
          <p:nvPr/>
        </p:nvSpPr>
        <p:spPr>
          <a:xfrm>
            <a:off x="7458028" y="5226720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noise_7_21"/>
          <p:cNvSpPr/>
          <p:nvPr/>
        </p:nvSpPr>
        <p:spPr>
          <a:xfrm>
            <a:off x="7488266" y="5226720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noise_7_22"/>
          <p:cNvSpPr/>
          <p:nvPr/>
        </p:nvSpPr>
        <p:spPr>
          <a:xfrm>
            <a:off x="7518505" y="5226720"/>
            <a:ext cx="32447" cy="33987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noise_7_23"/>
          <p:cNvSpPr/>
          <p:nvPr/>
        </p:nvSpPr>
        <p:spPr>
          <a:xfrm>
            <a:off x="7548743" y="5226720"/>
            <a:ext cx="32447" cy="33987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noise_8_0"/>
          <p:cNvSpPr/>
          <p:nvPr/>
        </p:nvSpPr>
        <p:spPr>
          <a:xfrm>
            <a:off x="6853267" y="5258498"/>
            <a:ext cx="32447" cy="33987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noise_8_1"/>
          <p:cNvSpPr/>
          <p:nvPr/>
        </p:nvSpPr>
        <p:spPr>
          <a:xfrm>
            <a:off x="6883505" y="5258498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noise_8_2"/>
          <p:cNvSpPr/>
          <p:nvPr/>
        </p:nvSpPr>
        <p:spPr>
          <a:xfrm>
            <a:off x="6913743" y="5258498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noise_8_3"/>
          <p:cNvSpPr/>
          <p:nvPr/>
        </p:nvSpPr>
        <p:spPr>
          <a:xfrm>
            <a:off x="6943981" y="5258498"/>
            <a:ext cx="32447" cy="33987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noise_8_4"/>
          <p:cNvSpPr/>
          <p:nvPr/>
        </p:nvSpPr>
        <p:spPr>
          <a:xfrm>
            <a:off x="6974219" y="5258498"/>
            <a:ext cx="32447" cy="3398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noise_8_5"/>
          <p:cNvSpPr/>
          <p:nvPr/>
        </p:nvSpPr>
        <p:spPr>
          <a:xfrm>
            <a:off x="7004457" y="5258498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noise_8_6"/>
          <p:cNvSpPr/>
          <p:nvPr/>
        </p:nvSpPr>
        <p:spPr>
          <a:xfrm>
            <a:off x="7034695" y="5258498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noise_8_7"/>
          <p:cNvSpPr/>
          <p:nvPr/>
        </p:nvSpPr>
        <p:spPr>
          <a:xfrm>
            <a:off x="7064933" y="5258498"/>
            <a:ext cx="32447" cy="33987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noise_8_8"/>
          <p:cNvSpPr/>
          <p:nvPr/>
        </p:nvSpPr>
        <p:spPr>
          <a:xfrm>
            <a:off x="7095171" y="5258498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noise_8_9"/>
          <p:cNvSpPr/>
          <p:nvPr/>
        </p:nvSpPr>
        <p:spPr>
          <a:xfrm>
            <a:off x="7125409" y="5258498"/>
            <a:ext cx="32447" cy="33987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noise_8_10"/>
          <p:cNvSpPr/>
          <p:nvPr/>
        </p:nvSpPr>
        <p:spPr>
          <a:xfrm>
            <a:off x="7155647" y="5258498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noise_8_11"/>
          <p:cNvSpPr/>
          <p:nvPr/>
        </p:nvSpPr>
        <p:spPr>
          <a:xfrm>
            <a:off x="7185886" y="5258498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noise_8_12"/>
          <p:cNvSpPr/>
          <p:nvPr/>
        </p:nvSpPr>
        <p:spPr>
          <a:xfrm>
            <a:off x="7216124" y="5258498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noise_8_13"/>
          <p:cNvSpPr/>
          <p:nvPr/>
        </p:nvSpPr>
        <p:spPr>
          <a:xfrm>
            <a:off x="7246362" y="5258498"/>
            <a:ext cx="32447" cy="3398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noise_8_14"/>
          <p:cNvSpPr/>
          <p:nvPr/>
        </p:nvSpPr>
        <p:spPr>
          <a:xfrm>
            <a:off x="7276600" y="5258498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noise_8_15"/>
          <p:cNvSpPr/>
          <p:nvPr/>
        </p:nvSpPr>
        <p:spPr>
          <a:xfrm>
            <a:off x="7306838" y="5258498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noise_8_16"/>
          <p:cNvSpPr/>
          <p:nvPr/>
        </p:nvSpPr>
        <p:spPr>
          <a:xfrm>
            <a:off x="7337076" y="5258498"/>
            <a:ext cx="32447" cy="33987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noise_8_17"/>
          <p:cNvSpPr/>
          <p:nvPr/>
        </p:nvSpPr>
        <p:spPr>
          <a:xfrm>
            <a:off x="7367314" y="5258498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noise_8_18"/>
          <p:cNvSpPr/>
          <p:nvPr/>
        </p:nvSpPr>
        <p:spPr>
          <a:xfrm>
            <a:off x="7397552" y="5258498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noise_8_19"/>
          <p:cNvSpPr/>
          <p:nvPr/>
        </p:nvSpPr>
        <p:spPr>
          <a:xfrm>
            <a:off x="7427790" y="5258498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noise_8_20"/>
          <p:cNvSpPr/>
          <p:nvPr/>
        </p:nvSpPr>
        <p:spPr>
          <a:xfrm>
            <a:off x="7458028" y="5258498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noise_8_21"/>
          <p:cNvSpPr/>
          <p:nvPr/>
        </p:nvSpPr>
        <p:spPr>
          <a:xfrm>
            <a:off x="7488266" y="5258498"/>
            <a:ext cx="32447" cy="33987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noise_8_22"/>
          <p:cNvSpPr/>
          <p:nvPr/>
        </p:nvSpPr>
        <p:spPr>
          <a:xfrm>
            <a:off x="7518505" y="5258498"/>
            <a:ext cx="32447" cy="33987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noise_8_23"/>
          <p:cNvSpPr/>
          <p:nvPr/>
        </p:nvSpPr>
        <p:spPr>
          <a:xfrm>
            <a:off x="7548743" y="5258498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noise_9_0"/>
          <p:cNvSpPr/>
          <p:nvPr/>
        </p:nvSpPr>
        <p:spPr>
          <a:xfrm>
            <a:off x="6853267" y="5290276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noise_9_1"/>
          <p:cNvSpPr/>
          <p:nvPr/>
        </p:nvSpPr>
        <p:spPr>
          <a:xfrm>
            <a:off x="6883505" y="5290276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noise_9_2"/>
          <p:cNvSpPr/>
          <p:nvPr/>
        </p:nvSpPr>
        <p:spPr>
          <a:xfrm>
            <a:off x="6913743" y="5290276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noise_9_3"/>
          <p:cNvSpPr/>
          <p:nvPr/>
        </p:nvSpPr>
        <p:spPr>
          <a:xfrm>
            <a:off x="6943981" y="5290276"/>
            <a:ext cx="32447" cy="33987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noise_9_4"/>
          <p:cNvSpPr/>
          <p:nvPr/>
        </p:nvSpPr>
        <p:spPr>
          <a:xfrm>
            <a:off x="6974219" y="5290276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noise_9_5"/>
          <p:cNvSpPr/>
          <p:nvPr/>
        </p:nvSpPr>
        <p:spPr>
          <a:xfrm>
            <a:off x="7004457" y="5290276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noise_9_6"/>
          <p:cNvSpPr/>
          <p:nvPr/>
        </p:nvSpPr>
        <p:spPr>
          <a:xfrm>
            <a:off x="7034695" y="5290276"/>
            <a:ext cx="32447" cy="33987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noise_9_7"/>
          <p:cNvSpPr/>
          <p:nvPr/>
        </p:nvSpPr>
        <p:spPr>
          <a:xfrm>
            <a:off x="7064933" y="5290276"/>
            <a:ext cx="32447" cy="33987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noise_9_8"/>
          <p:cNvSpPr/>
          <p:nvPr/>
        </p:nvSpPr>
        <p:spPr>
          <a:xfrm>
            <a:off x="7095171" y="5290276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noise_9_9"/>
          <p:cNvSpPr/>
          <p:nvPr/>
        </p:nvSpPr>
        <p:spPr>
          <a:xfrm>
            <a:off x="7125409" y="5290276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noise_9_10"/>
          <p:cNvSpPr/>
          <p:nvPr/>
        </p:nvSpPr>
        <p:spPr>
          <a:xfrm>
            <a:off x="7155647" y="5290276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noise_9_11"/>
          <p:cNvSpPr/>
          <p:nvPr/>
        </p:nvSpPr>
        <p:spPr>
          <a:xfrm>
            <a:off x="7185886" y="5290276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noise_9_12"/>
          <p:cNvSpPr/>
          <p:nvPr/>
        </p:nvSpPr>
        <p:spPr>
          <a:xfrm>
            <a:off x="7216124" y="5290276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noise_9_13"/>
          <p:cNvSpPr/>
          <p:nvPr/>
        </p:nvSpPr>
        <p:spPr>
          <a:xfrm>
            <a:off x="7246362" y="5290276"/>
            <a:ext cx="32447" cy="33987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noise_9_14"/>
          <p:cNvSpPr/>
          <p:nvPr/>
        </p:nvSpPr>
        <p:spPr>
          <a:xfrm>
            <a:off x="7276600" y="5290276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noise_9_15"/>
          <p:cNvSpPr/>
          <p:nvPr/>
        </p:nvSpPr>
        <p:spPr>
          <a:xfrm>
            <a:off x="7306838" y="5290276"/>
            <a:ext cx="32447" cy="33987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noise_9_16"/>
          <p:cNvSpPr/>
          <p:nvPr/>
        </p:nvSpPr>
        <p:spPr>
          <a:xfrm>
            <a:off x="7337076" y="5290276"/>
            <a:ext cx="32447" cy="3398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noise_9_17"/>
          <p:cNvSpPr/>
          <p:nvPr/>
        </p:nvSpPr>
        <p:spPr>
          <a:xfrm>
            <a:off x="7367314" y="5290276"/>
            <a:ext cx="32447" cy="3398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noise_9_18"/>
          <p:cNvSpPr/>
          <p:nvPr/>
        </p:nvSpPr>
        <p:spPr>
          <a:xfrm>
            <a:off x="7397552" y="5290276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noise_9_19"/>
          <p:cNvSpPr/>
          <p:nvPr/>
        </p:nvSpPr>
        <p:spPr>
          <a:xfrm>
            <a:off x="7427790" y="5290276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noise_9_20"/>
          <p:cNvSpPr/>
          <p:nvPr/>
        </p:nvSpPr>
        <p:spPr>
          <a:xfrm>
            <a:off x="7458028" y="5290276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noise_9_21"/>
          <p:cNvSpPr/>
          <p:nvPr/>
        </p:nvSpPr>
        <p:spPr>
          <a:xfrm>
            <a:off x="7488266" y="5290276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noise_9_22"/>
          <p:cNvSpPr/>
          <p:nvPr/>
        </p:nvSpPr>
        <p:spPr>
          <a:xfrm>
            <a:off x="7518505" y="5290276"/>
            <a:ext cx="32447" cy="33987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noise_9_23"/>
          <p:cNvSpPr/>
          <p:nvPr/>
        </p:nvSpPr>
        <p:spPr>
          <a:xfrm>
            <a:off x="7548743" y="5290276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noise_10_0"/>
          <p:cNvSpPr/>
          <p:nvPr/>
        </p:nvSpPr>
        <p:spPr>
          <a:xfrm>
            <a:off x="6853267" y="5322055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noise_10_1"/>
          <p:cNvSpPr/>
          <p:nvPr/>
        </p:nvSpPr>
        <p:spPr>
          <a:xfrm>
            <a:off x="6883505" y="5322055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noise_10_2"/>
          <p:cNvSpPr/>
          <p:nvPr/>
        </p:nvSpPr>
        <p:spPr>
          <a:xfrm>
            <a:off x="6913743" y="5322055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noise_10_3"/>
          <p:cNvSpPr/>
          <p:nvPr/>
        </p:nvSpPr>
        <p:spPr>
          <a:xfrm>
            <a:off x="6943981" y="5322055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noise_10_4"/>
          <p:cNvSpPr/>
          <p:nvPr/>
        </p:nvSpPr>
        <p:spPr>
          <a:xfrm>
            <a:off x="6974219" y="5322055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noise_10_5"/>
          <p:cNvSpPr/>
          <p:nvPr/>
        </p:nvSpPr>
        <p:spPr>
          <a:xfrm>
            <a:off x="7004457" y="5322055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noise_10_6"/>
          <p:cNvSpPr/>
          <p:nvPr/>
        </p:nvSpPr>
        <p:spPr>
          <a:xfrm>
            <a:off x="7034695" y="5322055"/>
            <a:ext cx="32447" cy="3398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noise_10_7"/>
          <p:cNvSpPr/>
          <p:nvPr/>
        </p:nvSpPr>
        <p:spPr>
          <a:xfrm>
            <a:off x="7064933" y="5322055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noise_10_8"/>
          <p:cNvSpPr/>
          <p:nvPr/>
        </p:nvSpPr>
        <p:spPr>
          <a:xfrm>
            <a:off x="7095171" y="5322055"/>
            <a:ext cx="32447" cy="33987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noise_10_9"/>
          <p:cNvSpPr/>
          <p:nvPr/>
        </p:nvSpPr>
        <p:spPr>
          <a:xfrm>
            <a:off x="7125409" y="5322055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noise_10_10"/>
          <p:cNvSpPr/>
          <p:nvPr/>
        </p:nvSpPr>
        <p:spPr>
          <a:xfrm>
            <a:off x="7155647" y="5322055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noise_10_11"/>
          <p:cNvSpPr/>
          <p:nvPr/>
        </p:nvSpPr>
        <p:spPr>
          <a:xfrm>
            <a:off x="7185886" y="5322055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noise_10_12"/>
          <p:cNvSpPr/>
          <p:nvPr/>
        </p:nvSpPr>
        <p:spPr>
          <a:xfrm>
            <a:off x="7216124" y="5322055"/>
            <a:ext cx="32447" cy="33987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noise_10_13"/>
          <p:cNvSpPr/>
          <p:nvPr/>
        </p:nvSpPr>
        <p:spPr>
          <a:xfrm>
            <a:off x="7246362" y="5322055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noise_10_14"/>
          <p:cNvSpPr/>
          <p:nvPr/>
        </p:nvSpPr>
        <p:spPr>
          <a:xfrm>
            <a:off x="7276600" y="5322055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noise_10_15"/>
          <p:cNvSpPr/>
          <p:nvPr/>
        </p:nvSpPr>
        <p:spPr>
          <a:xfrm>
            <a:off x="7306838" y="5322055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noise_10_16"/>
          <p:cNvSpPr/>
          <p:nvPr/>
        </p:nvSpPr>
        <p:spPr>
          <a:xfrm>
            <a:off x="7337076" y="5322055"/>
            <a:ext cx="32447" cy="33987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noise_10_17"/>
          <p:cNvSpPr/>
          <p:nvPr/>
        </p:nvSpPr>
        <p:spPr>
          <a:xfrm>
            <a:off x="7367314" y="5322055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noise_10_18"/>
          <p:cNvSpPr/>
          <p:nvPr/>
        </p:nvSpPr>
        <p:spPr>
          <a:xfrm>
            <a:off x="7397552" y="5322055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noise_10_19"/>
          <p:cNvSpPr/>
          <p:nvPr/>
        </p:nvSpPr>
        <p:spPr>
          <a:xfrm>
            <a:off x="7427790" y="5322055"/>
            <a:ext cx="32447" cy="33987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noise_10_20"/>
          <p:cNvSpPr/>
          <p:nvPr/>
        </p:nvSpPr>
        <p:spPr>
          <a:xfrm>
            <a:off x="7458028" y="5322055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noise_10_21"/>
          <p:cNvSpPr/>
          <p:nvPr/>
        </p:nvSpPr>
        <p:spPr>
          <a:xfrm>
            <a:off x="7488266" y="5322055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noise_10_22"/>
          <p:cNvSpPr/>
          <p:nvPr/>
        </p:nvSpPr>
        <p:spPr>
          <a:xfrm>
            <a:off x="7518505" y="5322055"/>
            <a:ext cx="32447" cy="33987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noise_10_23"/>
          <p:cNvSpPr/>
          <p:nvPr/>
        </p:nvSpPr>
        <p:spPr>
          <a:xfrm>
            <a:off x="7548743" y="5322055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noise_11_0"/>
          <p:cNvSpPr/>
          <p:nvPr/>
        </p:nvSpPr>
        <p:spPr>
          <a:xfrm>
            <a:off x="6853267" y="5353833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noise_11_1"/>
          <p:cNvSpPr/>
          <p:nvPr/>
        </p:nvSpPr>
        <p:spPr>
          <a:xfrm>
            <a:off x="6883505" y="5353833"/>
            <a:ext cx="32447" cy="33987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noise_11_2"/>
          <p:cNvSpPr/>
          <p:nvPr/>
        </p:nvSpPr>
        <p:spPr>
          <a:xfrm>
            <a:off x="6913743" y="5353833"/>
            <a:ext cx="32447" cy="33987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noise_11_3"/>
          <p:cNvSpPr/>
          <p:nvPr/>
        </p:nvSpPr>
        <p:spPr>
          <a:xfrm>
            <a:off x="6943981" y="5353833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noise_11_4"/>
          <p:cNvSpPr/>
          <p:nvPr/>
        </p:nvSpPr>
        <p:spPr>
          <a:xfrm>
            <a:off x="6974219" y="5353833"/>
            <a:ext cx="32447" cy="33987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noise_11_5"/>
          <p:cNvSpPr/>
          <p:nvPr/>
        </p:nvSpPr>
        <p:spPr>
          <a:xfrm>
            <a:off x="7004457" y="5353833"/>
            <a:ext cx="32447" cy="33987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noise_11_6"/>
          <p:cNvSpPr/>
          <p:nvPr/>
        </p:nvSpPr>
        <p:spPr>
          <a:xfrm>
            <a:off x="7034695" y="5353833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noise_11_7"/>
          <p:cNvSpPr/>
          <p:nvPr/>
        </p:nvSpPr>
        <p:spPr>
          <a:xfrm>
            <a:off x="7064933" y="5353833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noise_11_8"/>
          <p:cNvSpPr/>
          <p:nvPr/>
        </p:nvSpPr>
        <p:spPr>
          <a:xfrm>
            <a:off x="7095171" y="5353833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noise_11_9"/>
          <p:cNvSpPr/>
          <p:nvPr/>
        </p:nvSpPr>
        <p:spPr>
          <a:xfrm>
            <a:off x="7125409" y="5353833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noise_11_10"/>
          <p:cNvSpPr/>
          <p:nvPr/>
        </p:nvSpPr>
        <p:spPr>
          <a:xfrm>
            <a:off x="7155647" y="5353833"/>
            <a:ext cx="32447" cy="33987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noise_11_11"/>
          <p:cNvSpPr/>
          <p:nvPr/>
        </p:nvSpPr>
        <p:spPr>
          <a:xfrm>
            <a:off x="7185886" y="5353833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noise_11_12"/>
          <p:cNvSpPr/>
          <p:nvPr/>
        </p:nvSpPr>
        <p:spPr>
          <a:xfrm>
            <a:off x="7216124" y="5353833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noise_11_13"/>
          <p:cNvSpPr/>
          <p:nvPr/>
        </p:nvSpPr>
        <p:spPr>
          <a:xfrm>
            <a:off x="7246362" y="5353833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noise_11_14"/>
          <p:cNvSpPr/>
          <p:nvPr/>
        </p:nvSpPr>
        <p:spPr>
          <a:xfrm>
            <a:off x="7276600" y="5353833"/>
            <a:ext cx="32447" cy="33987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noise_11_15"/>
          <p:cNvSpPr/>
          <p:nvPr/>
        </p:nvSpPr>
        <p:spPr>
          <a:xfrm>
            <a:off x="7306838" y="5353833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noise_11_16"/>
          <p:cNvSpPr/>
          <p:nvPr/>
        </p:nvSpPr>
        <p:spPr>
          <a:xfrm>
            <a:off x="7337076" y="5353833"/>
            <a:ext cx="32447" cy="33987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noise_11_17"/>
          <p:cNvSpPr/>
          <p:nvPr/>
        </p:nvSpPr>
        <p:spPr>
          <a:xfrm>
            <a:off x="7367314" y="5353833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noise_11_18"/>
          <p:cNvSpPr/>
          <p:nvPr/>
        </p:nvSpPr>
        <p:spPr>
          <a:xfrm>
            <a:off x="7397552" y="5353833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noise_11_19"/>
          <p:cNvSpPr/>
          <p:nvPr/>
        </p:nvSpPr>
        <p:spPr>
          <a:xfrm>
            <a:off x="7427790" y="5353833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noise_11_20"/>
          <p:cNvSpPr/>
          <p:nvPr/>
        </p:nvSpPr>
        <p:spPr>
          <a:xfrm>
            <a:off x="7458028" y="5353833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noise_11_21"/>
          <p:cNvSpPr/>
          <p:nvPr/>
        </p:nvSpPr>
        <p:spPr>
          <a:xfrm>
            <a:off x="7488266" y="5353833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noise_11_22"/>
          <p:cNvSpPr/>
          <p:nvPr/>
        </p:nvSpPr>
        <p:spPr>
          <a:xfrm>
            <a:off x="7518505" y="5353833"/>
            <a:ext cx="32447" cy="33987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noise_11_23"/>
          <p:cNvSpPr/>
          <p:nvPr/>
        </p:nvSpPr>
        <p:spPr>
          <a:xfrm>
            <a:off x="7548743" y="5353833"/>
            <a:ext cx="32447" cy="3398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noise_12_0"/>
          <p:cNvSpPr/>
          <p:nvPr/>
        </p:nvSpPr>
        <p:spPr>
          <a:xfrm>
            <a:off x="6853267" y="5385611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noise_12_1"/>
          <p:cNvSpPr/>
          <p:nvPr/>
        </p:nvSpPr>
        <p:spPr>
          <a:xfrm>
            <a:off x="6883505" y="5385611"/>
            <a:ext cx="32447" cy="33987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noise_12_2"/>
          <p:cNvSpPr/>
          <p:nvPr/>
        </p:nvSpPr>
        <p:spPr>
          <a:xfrm>
            <a:off x="6913743" y="5385611"/>
            <a:ext cx="32447" cy="3398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noise_12_3"/>
          <p:cNvSpPr/>
          <p:nvPr/>
        </p:nvSpPr>
        <p:spPr>
          <a:xfrm>
            <a:off x="6943981" y="5385611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noise_12_4"/>
          <p:cNvSpPr/>
          <p:nvPr/>
        </p:nvSpPr>
        <p:spPr>
          <a:xfrm>
            <a:off x="6974219" y="5385611"/>
            <a:ext cx="32447" cy="33987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noise_12_5"/>
          <p:cNvSpPr/>
          <p:nvPr/>
        </p:nvSpPr>
        <p:spPr>
          <a:xfrm>
            <a:off x="7004457" y="5385611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noise_12_6"/>
          <p:cNvSpPr/>
          <p:nvPr/>
        </p:nvSpPr>
        <p:spPr>
          <a:xfrm>
            <a:off x="7034695" y="5385611"/>
            <a:ext cx="32447" cy="33987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noise_12_7"/>
          <p:cNvSpPr/>
          <p:nvPr/>
        </p:nvSpPr>
        <p:spPr>
          <a:xfrm>
            <a:off x="7064933" y="5385611"/>
            <a:ext cx="32447" cy="33987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noise_12_8"/>
          <p:cNvSpPr/>
          <p:nvPr/>
        </p:nvSpPr>
        <p:spPr>
          <a:xfrm>
            <a:off x="7095171" y="5385611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noise_12_9"/>
          <p:cNvSpPr/>
          <p:nvPr/>
        </p:nvSpPr>
        <p:spPr>
          <a:xfrm>
            <a:off x="7125409" y="5385611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noise_12_10"/>
          <p:cNvSpPr/>
          <p:nvPr/>
        </p:nvSpPr>
        <p:spPr>
          <a:xfrm>
            <a:off x="7155647" y="5385611"/>
            <a:ext cx="32447" cy="3398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noise_12_11"/>
          <p:cNvSpPr/>
          <p:nvPr/>
        </p:nvSpPr>
        <p:spPr>
          <a:xfrm>
            <a:off x="7185886" y="5385611"/>
            <a:ext cx="32447" cy="33987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noise_12_12"/>
          <p:cNvSpPr/>
          <p:nvPr/>
        </p:nvSpPr>
        <p:spPr>
          <a:xfrm>
            <a:off x="7216124" y="5385611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noise_12_13"/>
          <p:cNvSpPr/>
          <p:nvPr/>
        </p:nvSpPr>
        <p:spPr>
          <a:xfrm>
            <a:off x="7246362" y="5385611"/>
            <a:ext cx="32447" cy="33987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noise_12_14"/>
          <p:cNvSpPr/>
          <p:nvPr/>
        </p:nvSpPr>
        <p:spPr>
          <a:xfrm>
            <a:off x="7276600" y="5385611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noise_12_15"/>
          <p:cNvSpPr/>
          <p:nvPr/>
        </p:nvSpPr>
        <p:spPr>
          <a:xfrm>
            <a:off x="7306838" y="5385611"/>
            <a:ext cx="32447" cy="33987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noise_12_16"/>
          <p:cNvSpPr/>
          <p:nvPr/>
        </p:nvSpPr>
        <p:spPr>
          <a:xfrm>
            <a:off x="7337076" y="5385611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noise_12_17"/>
          <p:cNvSpPr/>
          <p:nvPr/>
        </p:nvSpPr>
        <p:spPr>
          <a:xfrm>
            <a:off x="7367314" y="5385611"/>
            <a:ext cx="32447" cy="33987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noise_12_18"/>
          <p:cNvSpPr/>
          <p:nvPr/>
        </p:nvSpPr>
        <p:spPr>
          <a:xfrm>
            <a:off x="7397552" y="5385611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noise_12_19"/>
          <p:cNvSpPr/>
          <p:nvPr/>
        </p:nvSpPr>
        <p:spPr>
          <a:xfrm>
            <a:off x="7427790" y="5385611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noise_12_20"/>
          <p:cNvSpPr/>
          <p:nvPr/>
        </p:nvSpPr>
        <p:spPr>
          <a:xfrm>
            <a:off x="7458028" y="5385611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noise_12_21"/>
          <p:cNvSpPr/>
          <p:nvPr/>
        </p:nvSpPr>
        <p:spPr>
          <a:xfrm>
            <a:off x="7488266" y="5385611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noise_12_22"/>
          <p:cNvSpPr/>
          <p:nvPr/>
        </p:nvSpPr>
        <p:spPr>
          <a:xfrm>
            <a:off x="7518505" y="5385611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noise_12_23"/>
          <p:cNvSpPr/>
          <p:nvPr/>
        </p:nvSpPr>
        <p:spPr>
          <a:xfrm>
            <a:off x="7548743" y="5385611"/>
            <a:ext cx="32447" cy="33987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noise_13_0"/>
          <p:cNvSpPr/>
          <p:nvPr/>
        </p:nvSpPr>
        <p:spPr>
          <a:xfrm>
            <a:off x="6853267" y="5417389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noise_13_1"/>
          <p:cNvSpPr/>
          <p:nvPr/>
        </p:nvSpPr>
        <p:spPr>
          <a:xfrm>
            <a:off x="6883505" y="5417389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noise_13_2"/>
          <p:cNvSpPr/>
          <p:nvPr/>
        </p:nvSpPr>
        <p:spPr>
          <a:xfrm>
            <a:off x="6913743" y="5417389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noise_13_3"/>
          <p:cNvSpPr/>
          <p:nvPr/>
        </p:nvSpPr>
        <p:spPr>
          <a:xfrm>
            <a:off x="6943981" y="5417389"/>
            <a:ext cx="32447" cy="33987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noise_13_4"/>
          <p:cNvSpPr/>
          <p:nvPr/>
        </p:nvSpPr>
        <p:spPr>
          <a:xfrm>
            <a:off x="6974219" y="5417389"/>
            <a:ext cx="32447" cy="33987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noise_13_5"/>
          <p:cNvSpPr/>
          <p:nvPr/>
        </p:nvSpPr>
        <p:spPr>
          <a:xfrm>
            <a:off x="7004457" y="5417389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noise_13_6"/>
          <p:cNvSpPr/>
          <p:nvPr/>
        </p:nvSpPr>
        <p:spPr>
          <a:xfrm>
            <a:off x="7034695" y="5417389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noise_13_7"/>
          <p:cNvSpPr/>
          <p:nvPr/>
        </p:nvSpPr>
        <p:spPr>
          <a:xfrm>
            <a:off x="7064933" y="5417389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noise_13_8"/>
          <p:cNvSpPr/>
          <p:nvPr/>
        </p:nvSpPr>
        <p:spPr>
          <a:xfrm>
            <a:off x="7095171" y="5417389"/>
            <a:ext cx="32447" cy="3398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noise_13_9"/>
          <p:cNvSpPr/>
          <p:nvPr/>
        </p:nvSpPr>
        <p:spPr>
          <a:xfrm>
            <a:off x="7125409" y="5417389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noise_13_10"/>
          <p:cNvSpPr/>
          <p:nvPr/>
        </p:nvSpPr>
        <p:spPr>
          <a:xfrm>
            <a:off x="7155647" y="5417389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noise_13_11"/>
          <p:cNvSpPr/>
          <p:nvPr/>
        </p:nvSpPr>
        <p:spPr>
          <a:xfrm>
            <a:off x="7185886" y="5417389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noise_13_12"/>
          <p:cNvSpPr/>
          <p:nvPr/>
        </p:nvSpPr>
        <p:spPr>
          <a:xfrm>
            <a:off x="7216124" y="5417389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noise_13_13"/>
          <p:cNvSpPr/>
          <p:nvPr/>
        </p:nvSpPr>
        <p:spPr>
          <a:xfrm>
            <a:off x="7246362" y="5417389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noise_13_14"/>
          <p:cNvSpPr/>
          <p:nvPr/>
        </p:nvSpPr>
        <p:spPr>
          <a:xfrm>
            <a:off x="7276600" y="5417389"/>
            <a:ext cx="32447" cy="33987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noise_13_15"/>
          <p:cNvSpPr/>
          <p:nvPr/>
        </p:nvSpPr>
        <p:spPr>
          <a:xfrm>
            <a:off x="7306838" y="5417389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noise_13_16"/>
          <p:cNvSpPr/>
          <p:nvPr/>
        </p:nvSpPr>
        <p:spPr>
          <a:xfrm>
            <a:off x="7337076" y="5417389"/>
            <a:ext cx="32447" cy="33987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noise_13_17"/>
          <p:cNvSpPr/>
          <p:nvPr/>
        </p:nvSpPr>
        <p:spPr>
          <a:xfrm>
            <a:off x="7367314" y="5417389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noise_13_18"/>
          <p:cNvSpPr/>
          <p:nvPr/>
        </p:nvSpPr>
        <p:spPr>
          <a:xfrm>
            <a:off x="7397552" y="5417389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noise_13_19"/>
          <p:cNvSpPr/>
          <p:nvPr/>
        </p:nvSpPr>
        <p:spPr>
          <a:xfrm>
            <a:off x="7427790" y="5417389"/>
            <a:ext cx="32447" cy="33987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noise_13_20"/>
          <p:cNvSpPr/>
          <p:nvPr/>
        </p:nvSpPr>
        <p:spPr>
          <a:xfrm>
            <a:off x="7458028" y="5417389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noise_13_21"/>
          <p:cNvSpPr/>
          <p:nvPr/>
        </p:nvSpPr>
        <p:spPr>
          <a:xfrm>
            <a:off x="7488266" y="5417389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noise_13_22"/>
          <p:cNvSpPr/>
          <p:nvPr/>
        </p:nvSpPr>
        <p:spPr>
          <a:xfrm>
            <a:off x="7518505" y="5417389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noise_13_23"/>
          <p:cNvSpPr/>
          <p:nvPr/>
        </p:nvSpPr>
        <p:spPr>
          <a:xfrm>
            <a:off x="7548743" y="5417389"/>
            <a:ext cx="32447" cy="33987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noise_14_0"/>
          <p:cNvSpPr/>
          <p:nvPr/>
        </p:nvSpPr>
        <p:spPr>
          <a:xfrm>
            <a:off x="6853267" y="5449167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noise_14_1"/>
          <p:cNvSpPr/>
          <p:nvPr/>
        </p:nvSpPr>
        <p:spPr>
          <a:xfrm>
            <a:off x="6883505" y="5449167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noise_14_2"/>
          <p:cNvSpPr/>
          <p:nvPr/>
        </p:nvSpPr>
        <p:spPr>
          <a:xfrm>
            <a:off x="6913743" y="5449167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noise_14_3"/>
          <p:cNvSpPr/>
          <p:nvPr/>
        </p:nvSpPr>
        <p:spPr>
          <a:xfrm>
            <a:off x="6943981" y="5449167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noise_14_4"/>
          <p:cNvSpPr/>
          <p:nvPr/>
        </p:nvSpPr>
        <p:spPr>
          <a:xfrm>
            <a:off x="6974219" y="5449167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noise_14_5"/>
          <p:cNvSpPr/>
          <p:nvPr/>
        </p:nvSpPr>
        <p:spPr>
          <a:xfrm>
            <a:off x="7004457" y="5449167"/>
            <a:ext cx="32447" cy="33987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noise_14_6"/>
          <p:cNvSpPr/>
          <p:nvPr/>
        </p:nvSpPr>
        <p:spPr>
          <a:xfrm>
            <a:off x="7034695" y="5449167"/>
            <a:ext cx="32447" cy="33987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noise_14_7"/>
          <p:cNvSpPr/>
          <p:nvPr/>
        </p:nvSpPr>
        <p:spPr>
          <a:xfrm>
            <a:off x="7064933" y="5449167"/>
            <a:ext cx="32447" cy="33987"/>
          </a:xfrm>
          <a:prstGeom prst="rect">
            <a:avLst/>
          </a:prstGeom>
          <a:solidFill>
            <a:srgbClr val="8F8F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noise_14_8"/>
          <p:cNvSpPr/>
          <p:nvPr/>
        </p:nvSpPr>
        <p:spPr>
          <a:xfrm>
            <a:off x="7095171" y="5449167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noise_14_9"/>
          <p:cNvSpPr/>
          <p:nvPr/>
        </p:nvSpPr>
        <p:spPr>
          <a:xfrm>
            <a:off x="7125409" y="5449167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noise_14_10"/>
          <p:cNvSpPr/>
          <p:nvPr/>
        </p:nvSpPr>
        <p:spPr>
          <a:xfrm>
            <a:off x="7155647" y="5449167"/>
            <a:ext cx="32447" cy="33987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noise_14_11"/>
          <p:cNvSpPr/>
          <p:nvPr/>
        </p:nvSpPr>
        <p:spPr>
          <a:xfrm>
            <a:off x="7185886" y="5449167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noise_14_12"/>
          <p:cNvSpPr/>
          <p:nvPr/>
        </p:nvSpPr>
        <p:spPr>
          <a:xfrm>
            <a:off x="7216124" y="5449167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noise_14_13"/>
          <p:cNvSpPr/>
          <p:nvPr/>
        </p:nvSpPr>
        <p:spPr>
          <a:xfrm>
            <a:off x="7246362" y="5449167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noise_14_14"/>
          <p:cNvSpPr/>
          <p:nvPr/>
        </p:nvSpPr>
        <p:spPr>
          <a:xfrm>
            <a:off x="7276600" y="5449167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noise_14_15"/>
          <p:cNvSpPr/>
          <p:nvPr/>
        </p:nvSpPr>
        <p:spPr>
          <a:xfrm>
            <a:off x="7306838" y="5449167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noise_14_16"/>
          <p:cNvSpPr/>
          <p:nvPr/>
        </p:nvSpPr>
        <p:spPr>
          <a:xfrm>
            <a:off x="7337076" y="5449167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noise_14_17"/>
          <p:cNvSpPr/>
          <p:nvPr/>
        </p:nvSpPr>
        <p:spPr>
          <a:xfrm>
            <a:off x="7367314" y="5449167"/>
            <a:ext cx="32447" cy="33987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noise_14_18"/>
          <p:cNvSpPr/>
          <p:nvPr/>
        </p:nvSpPr>
        <p:spPr>
          <a:xfrm>
            <a:off x="7397552" y="5449167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noise_14_19"/>
          <p:cNvSpPr/>
          <p:nvPr/>
        </p:nvSpPr>
        <p:spPr>
          <a:xfrm>
            <a:off x="7427790" y="5449167"/>
            <a:ext cx="32447" cy="33987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noise_14_20"/>
          <p:cNvSpPr/>
          <p:nvPr/>
        </p:nvSpPr>
        <p:spPr>
          <a:xfrm>
            <a:off x="7458028" y="5449167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noise_14_21"/>
          <p:cNvSpPr/>
          <p:nvPr/>
        </p:nvSpPr>
        <p:spPr>
          <a:xfrm>
            <a:off x="7488266" y="5449167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noise_14_22"/>
          <p:cNvSpPr/>
          <p:nvPr/>
        </p:nvSpPr>
        <p:spPr>
          <a:xfrm>
            <a:off x="7518505" y="5449167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noise_14_23"/>
          <p:cNvSpPr/>
          <p:nvPr/>
        </p:nvSpPr>
        <p:spPr>
          <a:xfrm>
            <a:off x="7548743" y="5449167"/>
            <a:ext cx="32447" cy="3398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noise_15_0"/>
          <p:cNvSpPr/>
          <p:nvPr/>
        </p:nvSpPr>
        <p:spPr>
          <a:xfrm>
            <a:off x="6853267" y="5480945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noise_15_1"/>
          <p:cNvSpPr/>
          <p:nvPr/>
        </p:nvSpPr>
        <p:spPr>
          <a:xfrm>
            <a:off x="6883505" y="5480945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noise_15_2"/>
          <p:cNvSpPr/>
          <p:nvPr/>
        </p:nvSpPr>
        <p:spPr>
          <a:xfrm>
            <a:off x="6913743" y="5480945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noise_15_3"/>
          <p:cNvSpPr/>
          <p:nvPr/>
        </p:nvSpPr>
        <p:spPr>
          <a:xfrm>
            <a:off x="6943981" y="5480945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noise_15_4"/>
          <p:cNvSpPr/>
          <p:nvPr/>
        </p:nvSpPr>
        <p:spPr>
          <a:xfrm>
            <a:off x="6974219" y="5480945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noise_15_5"/>
          <p:cNvSpPr/>
          <p:nvPr/>
        </p:nvSpPr>
        <p:spPr>
          <a:xfrm>
            <a:off x="7004457" y="5480945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noise_15_6"/>
          <p:cNvSpPr/>
          <p:nvPr/>
        </p:nvSpPr>
        <p:spPr>
          <a:xfrm>
            <a:off x="7034695" y="5480945"/>
            <a:ext cx="32447" cy="33987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noise_15_7"/>
          <p:cNvSpPr/>
          <p:nvPr/>
        </p:nvSpPr>
        <p:spPr>
          <a:xfrm>
            <a:off x="7064933" y="5480945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noise_15_8"/>
          <p:cNvSpPr/>
          <p:nvPr/>
        </p:nvSpPr>
        <p:spPr>
          <a:xfrm>
            <a:off x="7095171" y="5480945"/>
            <a:ext cx="32447" cy="33987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noise_15_9"/>
          <p:cNvSpPr/>
          <p:nvPr/>
        </p:nvSpPr>
        <p:spPr>
          <a:xfrm>
            <a:off x="7125409" y="5480945"/>
            <a:ext cx="32447" cy="33987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noise_15_10"/>
          <p:cNvSpPr/>
          <p:nvPr/>
        </p:nvSpPr>
        <p:spPr>
          <a:xfrm>
            <a:off x="7155647" y="5480945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noise_15_11"/>
          <p:cNvSpPr/>
          <p:nvPr/>
        </p:nvSpPr>
        <p:spPr>
          <a:xfrm>
            <a:off x="7185886" y="5480945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noise_15_12"/>
          <p:cNvSpPr/>
          <p:nvPr/>
        </p:nvSpPr>
        <p:spPr>
          <a:xfrm>
            <a:off x="7216124" y="5480945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noise_15_13"/>
          <p:cNvSpPr/>
          <p:nvPr/>
        </p:nvSpPr>
        <p:spPr>
          <a:xfrm>
            <a:off x="7246362" y="5480945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noise_15_14"/>
          <p:cNvSpPr/>
          <p:nvPr/>
        </p:nvSpPr>
        <p:spPr>
          <a:xfrm>
            <a:off x="7276600" y="5480945"/>
            <a:ext cx="32447" cy="3398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noise_15_15"/>
          <p:cNvSpPr/>
          <p:nvPr/>
        </p:nvSpPr>
        <p:spPr>
          <a:xfrm>
            <a:off x="7306838" y="5480945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noise_15_16"/>
          <p:cNvSpPr/>
          <p:nvPr/>
        </p:nvSpPr>
        <p:spPr>
          <a:xfrm>
            <a:off x="7337076" y="5480945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noise_15_17"/>
          <p:cNvSpPr/>
          <p:nvPr/>
        </p:nvSpPr>
        <p:spPr>
          <a:xfrm>
            <a:off x="7367314" y="5480945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noise_15_18"/>
          <p:cNvSpPr/>
          <p:nvPr/>
        </p:nvSpPr>
        <p:spPr>
          <a:xfrm>
            <a:off x="7397552" y="5480945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noise_15_19"/>
          <p:cNvSpPr/>
          <p:nvPr/>
        </p:nvSpPr>
        <p:spPr>
          <a:xfrm>
            <a:off x="7427790" y="5480945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noise_15_20"/>
          <p:cNvSpPr/>
          <p:nvPr/>
        </p:nvSpPr>
        <p:spPr>
          <a:xfrm>
            <a:off x="7458028" y="5480945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noise_15_21"/>
          <p:cNvSpPr/>
          <p:nvPr/>
        </p:nvSpPr>
        <p:spPr>
          <a:xfrm>
            <a:off x="7488266" y="5480945"/>
            <a:ext cx="32447" cy="33987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noise_15_22"/>
          <p:cNvSpPr/>
          <p:nvPr/>
        </p:nvSpPr>
        <p:spPr>
          <a:xfrm>
            <a:off x="7518505" y="5480945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noise_15_23"/>
          <p:cNvSpPr/>
          <p:nvPr/>
        </p:nvSpPr>
        <p:spPr>
          <a:xfrm>
            <a:off x="7548743" y="5480945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noise_16_0"/>
          <p:cNvSpPr/>
          <p:nvPr/>
        </p:nvSpPr>
        <p:spPr>
          <a:xfrm>
            <a:off x="6853267" y="5512724"/>
            <a:ext cx="32447" cy="3398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noise_16_1"/>
          <p:cNvSpPr/>
          <p:nvPr/>
        </p:nvSpPr>
        <p:spPr>
          <a:xfrm>
            <a:off x="6883505" y="5512724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noise_16_2"/>
          <p:cNvSpPr/>
          <p:nvPr/>
        </p:nvSpPr>
        <p:spPr>
          <a:xfrm>
            <a:off x="6913743" y="5512724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noise_16_3"/>
          <p:cNvSpPr/>
          <p:nvPr/>
        </p:nvSpPr>
        <p:spPr>
          <a:xfrm>
            <a:off x="6943981" y="5512724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noise_16_4"/>
          <p:cNvSpPr/>
          <p:nvPr/>
        </p:nvSpPr>
        <p:spPr>
          <a:xfrm>
            <a:off x="6974219" y="5512724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noise_16_5"/>
          <p:cNvSpPr/>
          <p:nvPr/>
        </p:nvSpPr>
        <p:spPr>
          <a:xfrm>
            <a:off x="7004457" y="5512724"/>
            <a:ext cx="32447" cy="33987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noise_16_6"/>
          <p:cNvSpPr/>
          <p:nvPr/>
        </p:nvSpPr>
        <p:spPr>
          <a:xfrm>
            <a:off x="7034695" y="5512724"/>
            <a:ext cx="32447" cy="339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noise_16_7"/>
          <p:cNvSpPr/>
          <p:nvPr/>
        </p:nvSpPr>
        <p:spPr>
          <a:xfrm>
            <a:off x="7064933" y="5512724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noise_16_8"/>
          <p:cNvSpPr/>
          <p:nvPr/>
        </p:nvSpPr>
        <p:spPr>
          <a:xfrm>
            <a:off x="7095171" y="5512724"/>
            <a:ext cx="32447" cy="33987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noise_16_9"/>
          <p:cNvSpPr/>
          <p:nvPr/>
        </p:nvSpPr>
        <p:spPr>
          <a:xfrm>
            <a:off x="7125409" y="5512724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noise_16_10"/>
          <p:cNvSpPr/>
          <p:nvPr/>
        </p:nvSpPr>
        <p:spPr>
          <a:xfrm>
            <a:off x="7155647" y="5512724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noise_16_11"/>
          <p:cNvSpPr/>
          <p:nvPr/>
        </p:nvSpPr>
        <p:spPr>
          <a:xfrm>
            <a:off x="7185886" y="5512724"/>
            <a:ext cx="32447" cy="33987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noise_16_12"/>
          <p:cNvSpPr/>
          <p:nvPr/>
        </p:nvSpPr>
        <p:spPr>
          <a:xfrm>
            <a:off x="7216124" y="5512724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noise_16_13"/>
          <p:cNvSpPr/>
          <p:nvPr/>
        </p:nvSpPr>
        <p:spPr>
          <a:xfrm>
            <a:off x="7246362" y="5512724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noise_16_14"/>
          <p:cNvSpPr/>
          <p:nvPr/>
        </p:nvSpPr>
        <p:spPr>
          <a:xfrm>
            <a:off x="7276600" y="5512724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noise_16_15"/>
          <p:cNvSpPr/>
          <p:nvPr/>
        </p:nvSpPr>
        <p:spPr>
          <a:xfrm>
            <a:off x="7306838" y="5512724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noise_16_16"/>
          <p:cNvSpPr/>
          <p:nvPr/>
        </p:nvSpPr>
        <p:spPr>
          <a:xfrm>
            <a:off x="7337076" y="5512724"/>
            <a:ext cx="32447" cy="33987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noise_16_17"/>
          <p:cNvSpPr/>
          <p:nvPr/>
        </p:nvSpPr>
        <p:spPr>
          <a:xfrm>
            <a:off x="7367314" y="5512724"/>
            <a:ext cx="32447" cy="33987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noise_16_18"/>
          <p:cNvSpPr/>
          <p:nvPr/>
        </p:nvSpPr>
        <p:spPr>
          <a:xfrm>
            <a:off x="7397552" y="5512724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noise_16_19"/>
          <p:cNvSpPr/>
          <p:nvPr/>
        </p:nvSpPr>
        <p:spPr>
          <a:xfrm>
            <a:off x="7427790" y="5512724"/>
            <a:ext cx="32447" cy="33987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noise_16_20"/>
          <p:cNvSpPr/>
          <p:nvPr/>
        </p:nvSpPr>
        <p:spPr>
          <a:xfrm>
            <a:off x="7458028" y="5512724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noise_16_21"/>
          <p:cNvSpPr/>
          <p:nvPr/>
        </p:nvSpPr>
        <p:spPr>
          <a:xfrm>
            <a:off x="7488266" y="5512724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noise_16_22"/>
          <p:cNvSpPr/>
          <p:nvPr/>
        </p:nvSpPr>
        <p:spPr>
          <a:xfrm>
            <a:off x="7518505" y="5512724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noise_16_23"/>
          <p:cNvSpPr/>
          <p:nvPr/>
        </p:nvSpPr>
        <p:spPr>
          <a:xfrm>
            <a:off x="7548743" y="5512724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noise_17_0"/>
          <p:cNvSpPr/>
          <p:nvPr/>
        </p:nvSpPr>
        <p:spPr>
          <a:xfrm>
            <a:off x="6853267" y="5544502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noise_17_1"/>
          <p:cNvSpPr/>
          <p:nvPr/>
        </p:nvSpPr>
        <p:spPr>
          <a:xfrm>
            <a:off x="6883505" y="5544502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noise_17_2"/>
          <p:cNvSpPr/>
          <p:nvPr/>
        </p:nvSpPr>
        <p:spPr>
          <a:xfrm>
            <a:off x="6913743" y="5544502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noise_17_3"/>
          <p:cNvSpPr/>
          <p:nvPr/>
        </p:nvSpPr>
        <p:spPr>
          <a:xfrm>
            <a:off x="6943981" y="5544502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noise_17_4"/>
          <p:cNvSpPr/>
          <p:nvPr/>
        </p:nvSpPr>
        <p:spPr>
          <a:xfrm>
            <a:off x="6974219" y="5544502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noise_17_5"/>
          <p:cNvSpPr/>
          <p:nvPr/>
        </p:nvSpPr>
        <p:spPr>
          <a:xfrm>
            <a:off x="7004457" y="5544502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noise_17_6"/>
          <p:cNvSpPr/>
          <p:nvPr/>
        </p:nvSpPr>
        <p:spPr>
          <a:xfrm>
            <a:off x="7034695" y="5544502"/>
            <a:ext cx="32447" cy="33987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noise_17_7"/>
          <p:cNvSpPr/>
          <p:nvPr/>
        </p:nvSpPr>
        <p:spPr>
          <a:xfrm>
            <a:off x="7064933" y="5544502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noise_17_8"/>
          <p:cNvSpPr/>
          <p:nvPr/>
        </p:nvSpPr>
        <p:spPr>
          <a:xfrm>
            <a:off x="7095171" y="5544502"/>
            <a:ext cx="32447" cy="33987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noise_17_9"/>
          <p:cNvSpPr/>
          <p:nvPr/>
        </p:nvSpPr>
        <p:spPr>
          <a:xfrm>
            <a:off x="7125409" y="5544502"/>
            <a:ext cx="32447" cy="33987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noise_17_10"/>
          <p:cNvSpPr/>
          <p:nvPr/>
        </p:nvSpPr>
        <p:spPr>
          <a:xfrm>
            <a:off x="7155647" y="5544502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noise_17_11"/>
          <p:cNvSpPr/>
          <p:nvPr/>
        </p:nvSpPr>
        <p:spPr>
          <a:xfrm>
            <a:off x="7185886" y="5544502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noise_17_12"/>
          <p:cNvSpPr/>
          <p:nvPr/>
        </p:nvSpPr>
        <p:spPr>
          <a:xfrm>
            <a:off x="7216124" y="5544502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noise_17_13"/>
          <p:cNvSpPr/>
          <p:nvPr/>
        </p:nvSpPr>
        <p:spPr>
          <a:xfrm>
            <a:off x="7246362" y="5544502"/>
            <a:ext cx="32447" cy="33987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noise_17_14"/>
          <p:cNvSpPr/>
          <p:nvPr/>
        </p:nvSpPr>
        <p:spPr>
          <a:xfrm>
            <a:off x="7276600" y="5544502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noise_17_15"/>
          <p:cNvSpPr/>
          <p:nvPr/>
        </p:nvSpPr>
        <p:spPr>
          <a:xfrm>
            <a:off x="7306838" y="5544502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noise_17_16"/>
          <p:cNvSpPr/>
          <p:nvPr/>
        </p:nvSpPr>
        <p:spPr>
          <a:xfrm>
            <a:off x="7337076" y="5544502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noise_17_17"/>
          <p:cNvSpPr/>
          <p:nvPr/>
        </p:nvSpPr>
        <p:spPr>
          <a:xfrm>
            <a:off x="7367314" y="5544502"/>
            <a:ext cx="32447" cy="3398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noise_17_18"/>
          <p:cNvSpPr/>
          <p:nvPr/>
        </p:nvSpPr>
        <p:spPr>
          <a:xfrm>
            <a:off x="7397552" y="5544502"/>
            <a:ext cx="32447" cy="33987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noise_17_19"/>
          <p:cNvSpPr/>
          <p:nvPr/>
        </p:nvSpPr>
        <p:spPr>
          <a:xfrm>
            <a:off x="7427790" y="5544502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noise_17_20"/>
          <p:cNvSpPr/>
          <p:nvPr/>
        </p:nvSpPr>
        <p:spPr>
          <a:xfrm>
            <a:off x="7458028" y="5544502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noise_17_21"/>
          <p:cNvSpPr/>
          <p:nvPr/>
        </p:nvSpPr>
        <p:spPr>
          <a:xfrm>
            <a:off x="7488266" y="5544502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noise_17_22"/>
          <p:cNvSpPr/>
          <p:nvPr/>
        </p:nvSpPr>
        <p:spPr>
          <a:xfrm>
            <a:off x="7518505" y="5544502"/>
            <a:ext cx="32447" cy="33987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noise_17_23"/>
          <p:cNvSpPr/>
          <p:nvPr/>
        </p:nvSpPr>
        <p:spPr>
          <a:xfrm>
            <a:off x="7548743" y="5544502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noise_18_0"/>
          <p:cNvSpPr/>
          <p:nvPr/>
        </p:nvSpPr>
        <p:spPr>
          <a:xfrm>
            <a:off x="6853267" y="5576280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noise_18_1"/>
          <p:cNvSpPr/>
          <p:nvPr/>
        </p:nvSpPr>
        <p:spPr>
          <a:xfrm>
            <a:off x="6883505" y="5576280"/>
            <a:ext cx="32447" cy="33987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noise_18_2"/>
          <p:cNvSpPr/>
          <p:nvPr/>
        </p:nvSpPr>
        <p:spPr>
          <a:xfrm>
            <a:off x="6913743" y="5576280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noise_18_3"/>
          <p:cNvSpPr/>
          <p:nvPr/>
        </p:nvSpPr>
        <p:spPr>
          <a:xfrm>
            <a:off x="6943981" y="5576280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noise_18_4"/>
          <p:cNvSpPr/>
          <p:nvPr/>
        </p:nvSpPr>
        <p:spPr>
          <a:xfrm>
            <a:off x="6974219" y="5576280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noise_18_5"/>
          <p:cNvSpPr/>
          <p:nvPr/>
        </p:nvSpPr>
        <p:spPr>
          <a:xfrm>
            <a:off x="7004457" y="5576280"/>
            <a:ext cx="32447" cy="33987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noise_18_6"/>
          <p:cNvSpPr/>
          <p:nvPr/>
        </p:nvSpPr>
        <p:spPr>
          <a:xfrm>
            <a:off x="7034695" y="5576280"/>
            <a:ext cx="32447" cy="3398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noise_18_7"/>
          <p:cNvSpPr/>
          <p:nvPr/>
        </p:nvSpPr>
        <p:spPr>
          <a:xfrm>
            <a:off x="7064933" y="5576280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noise_18_8"/>
          <p:cNvSpPr/>
          <p:nvPr/>
        </p:nvSpPr>
        <p:spPr>
          <a:xfrm>
            <a:off x="7095171" y="5576280"/>
            <a:ext cx="32447" cy="33987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noise_18_9"/>
          <p:cNvSpPr/>
          <p:nvPr/>
        </p:nvSpPr>
        <p:spPr>
          <a:xfrm>
            <a:off x="7125409" y="5576280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noise_18_10"/>
          <p:cNvSpPr/>
          <p:nvPr/>
        </p:nvSpPr>
        <p:spPr>
          <a:xfrm>
            <a:off x="7155647" y="5576280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noise_18_11"/>
          <p:cNvSpPr/>
          <p:nvPr/>
        </p:nvSpPr>
        <p:spPr>
          <a:xfrm>
            <a:off x="7185886" y="5576280"/>
            <a:ext cx="32447" cy="3398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noise_18_12"/>
          <p:cNvSpPr/>
          <p:nvPr/>
        </p:nvSpPr>
        <p:spPr>
          <a:xfrm>
            <a:off x="7216124" y="5576280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noise_18_13"/>
          <p:cNvSpPr/>
          <p:nvPr/>
        </p:nvSpPr>
        <p:spPr>
          <a:xfrm>
            <a:off x="7246362" y="5576280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noise_18_14"/>
          <p:cNvSpPr/>
          <p:nvPr/>
        </p:nvSpPr>
        <p:spPr>
          <a:xfrm>
            <a:off x="7276600" y="5576280"/>
            <a:ext cx="32447" cy="3398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noise_18_15"/>
          <p:cNvSpPr/>
          <p:nvPr/>
        </p:nvSpPr>
        <p:spPr>
          <a:xfrm>
            <a:off x="7306838" y="5576280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noise_18_16"/>
          <p:cNvSpPr/>
          <p:nvPr/>
        </p:nvSpPr>
        <p:spPr>
          <a:xfrm>
            <a:off x="7337076" y="5576280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noise_18_17"/>
          <p:cNvSpPr/>
          <p:nvPr/>
        </p:nvSpPr>
        <p:spPr>
          <a:xfrm>
            <a:off x="7367314" y="5576280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noise_18_18"/>
          <p:cNvSpPr/>
          <p:nvPr/>
        </p:nvSpPr>
        <p:spPr>
          <a:xfrm>
            <a:off x="7397552" y="5576280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noise_18_19"/>
          <p:cNvSpPr/>
          <p:nvPr/>
        </p:nvSpPr>
        <p:spPr>
          <a:xfrm>
            <a:off x="7427790" y="5576280"/>
            <a:ext cx="32447" cy="33987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noise_18_20"/>
          <p:cNvSpPr/>
          <p:nvPr/>
        </p:nvSpPr>
        <p:spPr>
          <a:xfrm>
            <a:off x="7458028" y="5576280"/>
            <a:ext cx="32447" cy="33987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noise_18_21"/>
          <p:cNvSpPr/>
          <p:nvPr/>
        </p:nvSpPr>
        <p:spPr>
          <a:xfrm>
            <a:off x="7488266" y="5576280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noise_18_22"/>
          <p:cNvSpPr/>
          <p:nvPr/>
        </p:nvSpPr>
        <p:spPr>
          <a:xfrm>
            <a:off x="7518505" y="5576280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noise_18_23"/>
          <p:cNvSpPr/>
          <p:nvPr/>
        </p:nvSpPr>
        <p:spPr>
          <a:xfrm>
            <a:off x="7548743" y="5576280"/>
            <a:ext cx="32447" cy="3398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noise_19_0"/>
          <p:cNvSpPr/>
          <p:nvPr/>
        </p:nvSpPr>
        <p:spPr>
          <a:xfrm>
            <a:off x="6853267" y="5608058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noise_19_1"/>
          <p:cNvSpPr/>
          <p:nvPr/>
        </p:nvSpPr>
        <p:spPr>
          <a:xfrm>
            <a:off x="6883505" y="5608058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noise_19_2"/>
          <p:cNvSpPr/>
          <p:nvPr/>
        </p:nvSpPr>
        <p:spPr>
          <a:xfrm>
            <a:off x="6913743" y="5608058"/>
            <a:ext cx="32447" cy="33987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noise_19_3"/>
          <p:cNvSpPr/>
          <p:nvPr/>
        </p:nvSpPr>
        <p:spPr>
          <a:xfrm>
            <a:off x="6943981" y="5608058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noise_19_4"/>
          <p:cNvSpPr/>
          <p:nvPr/>
        </p:nvSpPr>
        <p:spPr>
          <a:xfrm>
            <a:off x="6974219" y="5608058"/>
            <a:ext cx="32447" cy="3398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noise_19_5"/>
          <p:cNvSpPr/>
          <p:nvPr/>
        </p:nvSpPr>
        <p:spPr>
          <a:xfrm>
            <a:off x="7004457" y="5608058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noise_19_6"/>
          <p:cNvSpPr/>
          <p:nvPr/>
        </p:nvSpPr>
        <p:spPr>
          <a:xfrm>
            <a:off x="7034695" y="5608058"/>
            <a:ext cx="32447" cy="33987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noise_19_7"/>
          <p:cNvSpPr/>
          <p:nvPr/>
        </p:nvSpPr>
        <p:spPr>
          <a:xfrm>
            <a:off x="7064933" y="5608058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noise_19_8"/>
          <p:cNvSpPr/>
          <p:nvPr/>
        </p:nvSpPr>
        <p:spPr>
          <a:xfrm>
            <a:off x="7095171" y="5608058"/>
            <a:ext cx="32447" cy="33987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noise_19_9"/>
          <p:cNvSpPr/>
          <p:nvPr/>
        </p:nvSpPr>
        <p:spPr>
          <a:xfrm>
            <a:off x="7125409" y="5608058"/>
            <a:ext cx="32447" cy="33987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noise_19_10"/>
          <p:cNvSpPr/>
          <p:nvPr/>
        </p:nvSpPr>
        <p:spPr>
          <a:xfrm>
            <a:off x="7155647" y="5608058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noise_19_11"/>
          <p:cNvSpPr/>
          <p:nvPr/>
        </p:nvSpPr>
        <p:spPr>
          <a:xfrm>
            <a:off x="7185886" y="5608058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noise_19_12"/>
          <p:cNvSpPr/>
          <p:nvPr/>
        </p:nvSpPr>
        <p:spPr>
          <a:xfrm>
            <a:off x="7216124" y="5608058"/>
            <a:ext cx="32447" cy="3398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noise_19_13"/>
          <p:cNvSpPr/>
          <p:nvPr/>
        </p:nvSpPr>
        <p:spPr>
          <a:xfrm>
            <a:off x="7246362" y="5608058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noise_19_14"/>
          <p:cNvSpPr/>
          <p:nvPr/>
        </p:nvSpPr>
        <p:spPr>
          <a:xfrm>
            <a:off x="7276600" y="5608058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noise_19_15"/>
          <p:cNvSpPr/>
          <p:nvPr/>
        </p:nvSpPr>
        <p:spPr>
          <a:xfrm>
            <a:off x="7306838" y="5608058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noise_19_16"/>
          <p:cNvSpPr/>
          <p:nvPr/>
        </p:nvSpPr>
        <p:spPr>
          <a:xfrm>
            <a:off x="7337076" y="5608058"/>
            <a:ext cx="32447" cy="33987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noise_19_17"/>
          <p:cNvSpPr/>
          <p:nvPr/>
        </p:nvSpPr>
        <p:spPr>
          <a:xfrm>
            <a:off x="7367314" y="5608058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noise_19_18"/>
          <p:cNvSpPr/>
          <p:nvPr/>
        </p:nvSpPr>
        <p:spPr>
          <a:xfrm>
            <a:off x="7397552" y="5608058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noise_19_19"/>
          <p:cNvSpPr/>
          <p:nvPr/>
        </p:nvSpPr>
        <p:spPr>
          <a:xfrm>
            <a:off x="7427790" y="5608058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noise_19_20"/>
          <p:cNvSpPr/>
          <p:nvPr/>
        </p:nvSpPr>
        <p:spPr>
          <a:xfrm>
            <a:off x="7458028" y="5608058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noise_19_21"/>
          <p:cNvSpPr/>
          <p:nvPr/>
        </p:nvSpPr>
        <p:spPr>
          <a:xfrm>
            <a:off x="7488266" y="5608058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noise_19_22"/>
          <p:cNvSpPr/>
          <p:nvPr/>
        </p:nvSpPr>
        <p:spPr>
          <a:xfrm>
            <a:off x="7518505" y="5608058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noise_19_23"/>
          <p:cNvSpPr/>
          <p:nvPr/>
        </p:nvSpPr>
        <p:spPr>
          <a:xfrm>
            <a:off x="7548743" y="5608058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noise_20_0"/>
          <p:cNvSpPr/>
          <p:nvPr/>
        </p:nvSpPr>
        <p:spPr>
          <a:xfrm>
            <a:off x="6853267" y="5639836"/>
            <a:ext cx="32447" cy="33987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noise_20_1"/>
          <p:cNvSpPr/>
          <p:nvPr/>
        </p:nvSpPr>
        <p:spPr>
          <a:xfrm>
            <a:off x="6883505" y="5639836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noise_20_2"/>
          <p:cNvSpPr/>
          <p:nvPr/>
        </p:nvSpPr>
        <p:spPr>
          <a:xfrm>
            <a:off x="6913743" y="5639836"/>
            <a:ext cx="32447" cy="33987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noise_20_3"/>
          <p:cNvSpPr/>
          <p:nvPr/>
        </p:nvSpPr>
        <p:spPr>
          <a:xfrm>
            <a:off x="6943981" y="5639836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noise_20_4"/>
          <p:cNvSpPr/>
          <p:nvPr/>
        </p:nvSpPr>
        <p:spPr>
          <a:xfrm>
            <a:off x="6974219" y="5639836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noise_20_5"/>
          <p:cNvSpPr/>
          <p:nvPr/>
        </p:nvSpPr>
        <p:spPr>
          <a:xfrm>
            <a:off x="7004457" y="5639836"/>
            <a:ext cx="32447" cy="33987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noise_20_6"/>
          <p:cNvSpPr/>
          <p:nvPr/>
        </p:nvSpPr>
        <p:spPr>
          <a:xfrm>
            <a:off x="7034695" y="5639836"/>
            <a:ext cx="32447" cy="33987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noise_20_7"/>
          <p:cNvSpPr/>
          <p:nvPr/>
        </p:nvSpPr>
        <p:spPr>
          <a:xfrm>
            <a:off x="7064933" y="5639836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noise_20_8"/>
          <p:cNvSpPr/>
          <p:nvPr/>
        </p:nvSpPr>
        <p:spPr>
          <a:xfrm>
            <a:off x="7095171" y="5639836"/>
            <a:ext cx="32447" cy="33987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noise_20_9"/>
          <p:cNvSpPr/>
          <p:nvPr/>
        </p:nvSpPr>
        <p:spPr>
          <a:xfrm>
            <a:off x="7125409" y="5639836"/>
            <a:ext cx="32447" cy="33987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noise_20_10"/>
          <p:cNvSpPr/>
          <p:nvPr/>
        </p:nvSpPr>
        <p:spPr>
          <a:xfrm>
            <a:off x="7155647" y="5639836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noise_20_11"/>
          <p:cNvSpPr/>
          <p:nvPr/>
        </p:nvSpPr>
        <p:spPr>
          <a:xfrm>
            <a:off x="7185886" y="5639836"/>
            <a:ext cx="32447" cy="33987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noise_20_12"/>
          <p:cNvSpPr/>
          <p:nvPr/>
        </p:nvSpPr>
        <p:spPr>
          <a:xfrm>
            <a:off x="7216124" y="5639836"/>
            <a:ext cx="32447" cy="33987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noise_20_13"/>
          <p:cNvSpPr/>
          <p:nvPr/>
        </p:nvSpPr>
        <p:spPr>
          <a:xfrm>
            <a:off x="7246362" y="5639836"/>
            <a:ext cx="32447" cy="3398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noise_20_14"/>
          <p:cNvSpPr/>
          <p:nvPr/>
        </p:nvSpPr>
        <p:spPr>
          <a:xfrm>
            <a:off x="7276600" y="5639836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noise_20_15"/>
          <p:cNvSpPr/>
          <p:nvPr/>
        </p:nvSpPr>
        <p:spPr>
          <a:xfrm>
            <a:off x="7306838" y="5639836"/>
            <a:ext cx="32447" cy="3398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noise_20_16"/>
          <p:cNvSpPr/>
          <p:nvPr/>
        </p:nvSpPr>
        <p:spPr>
          <a:xfrm>
            <a:off x="7337076" y="5639836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noise_20_17"/>
          <p:cNvSpPr/>
          <p:nvPr/>
        </p:nvSpPr>
        <p:spPr>
          <a:xfrm>
            <a:off x="7367314" y="5639836"/>
            <a:ext cx="32447" cy="3398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noise_20_18"/>
          <p:cNvSpPr/>
          <p:nvPr/>
        </p:nvSpPr>
        <p:spPr>
          <a:xfrm>
            <a:off x="7397552" y="5639836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noise_20_19"/>
          <p:cNvSpPr/>
          <p:nvPr/>
        </p:nvSpPr>
        <p:spPr>
          <a:xfrm>
            <a:off x="7427790" y="5639836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noise_20_20"/>
          <p:cNvSpPr/>
          <p:nvPr/>
        </p:nvSpPr>
        <p:spPr>
          <a:xfrm>
            <a:off x="7458028" y="5639836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noise_20_21"/>
          <p:cNvSpPr/>
          <p:nvPr/>
        </p:nvSpPr>
        <p:spPr>
          <a:xfrm>
            <a:off x="7488266" y="5639836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noise_20_22"/>
          <p:cNvSpPr/>
          <p:nvPr/>
        </p:nvSpPr>
        <p:spPr>
          <a:xfrm>
            <a:off x="7518505" y="5639836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noise_20_23"/>
          <p:cNvSpPr/>
          <p:nvPr/>
        </p:nvSpPr>
        <p:spPr>
          <a:xfrm>
            <a:off x="7548743" y="5639836"/>
            <a:ext cx="32447" cy="33987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noise_21_0"/>
          <p:cNvSpPr/>
          <p:nvPr/>
        </p:nvSpPr>
        <p:spPr>
          <a:xfrm>
            <a:off x="6853267" y="5671614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noise_21_1"/>
          <p:cNvSpPr/>
          <p:nvPr/>
        </p:nvSpPr>
        <p:spPr>
          <a:xfrm>
            <a:off x="6883505" y="5671614"/>
            <a:ext cx="32447" cy="33987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noise_21_2"/>
          <p:cNvSpPr/>
          <p:nvPr/>
        </p:nvSpPr>
        <p:spPr>
          <a:xfrm>
            <a:off x="6913743" y="5671614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noise_21_3"/>
          <p:cNvSpPr/>
          <p:nvPr/>
        </p:nvSpPr>
        <p:spPr>
          <a:xfrm>
            <a:off x="6943981" y="5671614"/>
            <a:ext cx="32447" cy="33987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noise_21_4"/>
          <p:cNvSpPr/>
          <p:nvPr/>
        </p:nvSpPr>
        <p:spPr>
          <a:xfrm>
            <a:off x="6974219" y="5671614"/>
            <a:ext cx="32447" cy="33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noise_21_5"/>
          <p:cNvSpPr/>
          <p:nvPr/>
        </p:nvSpPr>
        <p:spPr>
          <a:xfrm>
            <a:off x="7004457" y="5671614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noise_21_6"/>
          <p:cNvSpPr/>
          <p:nvPr/>
        </p:nvSpPr>
        <p:spPr>
          <a:xfrm>
            <a:off x="7034695" y="5671614"/>
            <a:ext cx="32447" cy="3398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noise_21_7"/>
          <p:cNvSpPr/>
          <p:nvPr/>
        </p:nvSpPr>
        <p:spPr>
          <a:xfrm>
            <a:off x="7064933" y="5671614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noise_21_8"/>
          <p:cNvSpPr/>
          <p:nvPr/>
        </p:nvSpPr>
        <p:spPr>
          <a:xfrm>
            <a:off x="7095171" y="5671614"/>
            <a:ext cx="32447" cy="33987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noise_21_9"/>
          <p:cNvSpPr/>
          <p:nvPr/>
        </p:nvSpPr>
        <p:spPr>
          <a:xfrm>
            <a:off x="7125409" y="5671614"/>
            <a:ext cx="32447" cy="33987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noise_21_10"/>
          <p:cNvSpPr/>
          <p:nvPr/>
        </p:nvSpPr>
        <p:spPr>
          <a:xfrm>
            <a:off x="7155647" y="5671614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noise_21_11"/>
          <p:cNvSpPr/>
          <p:nvPr/>
        </p:nvSpPr>
        <p:spPr>
          <a:xfrm>
            <a:off x="7185886" y="5671614"/>
            <a:ext cx="32447" cy="33987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noise_21_12"/>
          <p:cNvSpPr/>
          <p:nvPr/>
        </p:nvSpPr>
        <p:spPr>
          <a:xfrm>
            <a:off x="7216124" y="5671614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noise_21_13"/>
          <p:cNvSpPr/>
          <p:nvPr/>
        </p:nvSpPr>
        <p:spPr>
          <a:xfrm>
            <a:off x="7246362" y="5671614"/>
            <a:ext cx="32447" cy="33987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noise_21_14"/>
          <p:cNvSpPr/>
          <p:nvPr/>
        </p:nvSpPr>
        <p:spPr>
          <a:xfrm>
            <a:off x="7276600" y="5671614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noise_21_15"/>
          <p:cNvSpPr/>
          <p:nvPr/>
        </p:nvSpPr>
        <p:spPr>
          <a:xfrm>
            <a:off x="7306838" y="5671614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noise_21_16"/>
          <p:cNvSpPr/>
          <p:nvPr/>
        </p:nvSpPr>
        <p:spPr>
          <a:xfrm>
            <a:off x="7337076" y="5671614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noise_21_17"/>
          <p:cNvSpPr/>
          <p:nvPr/>
        </p:nvSpPr>
        <p:spPr>
          <a:xfrm>
            <a:off x="7367314" y="5671614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noise_21_18"/>
          <p:cNvSpPr/>
          <p:nvPr/>
        </p:nvSpPr>
        <p:spPr>
          <a:xfrm>
            <a:off x="7397552" y="5671614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noise_21_19"/>
          <p:cNvSpPr/>
          <p:nvPr/>
        </p:nvSpPr>
        <p:spPr>
          <a:xfrm>
            <a:off x="7427790" y="5671614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noise_21_20"/>
          <p:cNvSpPr/>
          <p:nvPr/>
        </p:nvSpPr>
        <p:spPr>
          <a:xfrm>
            <a:off x="7458028" y="5671614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noise_21_21"/>
          <p:cNvSpPr/>
          <p:nvPr/>
        </p:nvSpPr>
        <p:spPr>
          <a:xfrm>
            <a:off x="7488266" y="5671614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noise_21_22"/>
          <p:cNvSpPr/>
          <p:nvPr/>
        </p:nvSpPr>
        <p:spPr>
          <a:xfrm>
            <a:off x="7518505" y="5671614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noise_21_23"/>
          <p:cNvSpPr/>
          <p:nvPr/>
        </p:nvSpPr>
        <p:spPr>
          <a:xfrm>
            <a:off x="7548743" y="5671614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noise_22_0"/>
          <p:cNvSpPr/>
          <p:nvPr/>
        </p:nvSpPr>
        <p:spPr>
          <a:xfrm>
            <a:off x="6853267" y="5703393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noise_22_1"/>
          <p:cNvSpPr/>
          <p:nvPr/>
        </p:nvSpPr>
        <p:spPr>
          <a:xfrm>
            <a:off x="6883505" y="5703393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noise_22_2"/>
          <p:cNvSpPr/>
          <p:nvPr/>
        </p:nvSpPr>
        <p:spPr>
          <a:xfrm>
            <a:off x="6913743" y="5703393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noise_22_3"/>
          <p:cNvSpPr/>
          <p:nvPr/>
        </p:nvSpPr>
        <p:spPr>
          <a:xfrm>
            <a:off x="6943981" y="5703393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noise_22_4"/>
          <p:cNvSpPr/>
          <p:nvPr/>
        </p:nvSpPr>
        <p:spPr>
          <a:xfrm>
            <a:off x="6974219" y="5703393"/>
            <a:ext cx="32447" cy="33987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noise_22_5"/>
          <p:cNvSpPr/>
          <p:nvPr/>
        </p:nvSpPr>
        <p:spPr>
          <a:xfrm>
            <a:off x="7004457" y="5703393"/>
            <a:ext cx="32447" cy="33987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noise_22_6"/>
          <p:cNvSpPr/>
          <p:nvPr/>
        </p:nvSpPr>
        <p:spPr>
          <a:xfrm>
            <a:off x="7034695" y="5703393"/>
            <a:ext cx="32447" cy="33987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noise_22_7"/>
          <p:cNvSpPr/>
          <p:nvPr/>
        </p:nvSpPr>
        <p:spPr>
          <a:xfrm>
            <a:off x="7064933" y="5703393"/>
            <a:ext cx="32447" cy="33987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noise_22_8"/>
          <p:cNvSpPr/>
          <p:nvPr/>
        </p:nvSpPr>
        <p:spPr>
          <a:xfrm>
            <a:off x="7095171" y="5703393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noise_22_9"/>
          <p:cNvSpPr/>
          <p:nvPr/>
        </p:nvSpPr>
        <p:spPr>
          <a:xfrm>
            <a:off x="7125409" y="5703393"/>
            <a:ext cx="32447" cy="33987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noise_22_10"/>
          <p:cNvSpPr/>
          <p:nvPr/>
        </p:nvSpPr>
        <p:spPr>
          <a:xfrm>
            <a:off x="7155647" y="5703393"/>
            <a:ext cx="32447" cy="33987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noise_22_11"/>
          <p:cNvSpPr/>
          <p:nvPr/>
        </p:nvSpPr>
        <p:spPr>
          <a:xfrm>
            <a:off x="7185886" y="5703393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noise_22_12"/>
          <p:cNvSpPr/>
          <p:nvPr/>
        </p:nvSpPr>
        <p:spPr>
          <a:xfrm>
            <a:off x="7216124" y="5703393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noise_22_13"/>
          <p:cNvSpPr/>
          <p:nvPr/>
        </p:nvSpPr>
        <p:spPr>
          <a:xfrm>
            <a:off x="7246362" y="5703393"/>
            <a:ext cx="32447" cy="33987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noise_22_14"/>
          <p:cNvSpPr/>
          <p:nvPr/>
        </p:nvSpPr>
        <p:spPr>
          <a:xfrm>
            <a:off x="7276600" y="5703393"/>
            <a:ext cx="32447" cy="3398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noise_22_15"/>
          <p:cNvSpPr/>
          <p:nvPr/>
        </p:nvSpPr>
        <p:spPr>
          <a:xfrm>
            <a:off x="7306838" y="5703393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noise_22_16"/>
          <p:cNvSpPr/>
          <p:nvPr/>
        </p:nvSpPr>
        <p:spPr>
          <a:xfrm>
            <a:off x="7337076" y="5703393"/>
            <a:ext cx="32447" cy="339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noise_22_17"/>
          <p:cNvSpPr/>
          <p:nvPr/>
        </p:nvSpPr>
        <p:spPr>
          <a:xfrm>
            <a:off x="7367314" y="5703393"/>
            <a:ext cx="32447" cy="33987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noise_22_18"/>
          <p:cNvSpPr/>
          <p:nvPr/>
        </p:nvSpPr>
        <p:spPr>
          <a:xfrm>
            <a:off x="7397552" y="5703393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noise_22_19"/>
          <p:cNvSpPr/>
          <p:nvPr/>
        </p:nvSpPr>
        <p:spPr>
          <a:xfrm>
            <a:off x="7427790" y="5703393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noise_22_20"/>
          <p:cNvSpPr/>
          <p:nvPr/>
        </p:nvSpPr>
        <p:spPr>
          <a:xfrm>
            <a:off x="7458028" y="5703393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noise_22_21"/>
          <p:cNvSpPr/>
          <p:nvPr/>
        </p:nvSpPr>
        <p:spPr>
          <a:xfrm>
            <a:off x="7488266" y="5703393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noise_22_22"/>
          <p:cNvSpPr/>
          <p:nvPr/>
        </p:nvSpPr>
        <p:spPr>
          <a:xfrm>
            <a:off x="7518505" y="5703393"/>
            <a:ext cx="32447" cy="33987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noise_22_23"/>
          <p:cNvSpPr/>
          <p:nvPr/>
        </p:nvSpPr>
        <p:spPr>
          <a:xfrm>
            <a:off x="7548743" y="5703393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noise_23_0"/>
          <p:cNvSpPr/>
          <p:nvPr/>
        </p:nvSpPr>
        <p:spPr>
          <a:xfrm>
            <a:off x="6853267" y="5735171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noise_23_1"/>
          <p:cNvSpPr/>
          <p:nvPr/>
        </p:nvSpPr>
        <p:spPr>
          <a:xfrm>
            <a:off x="6883505" y="5735171"/>
            <a:ext cx="32447" cy="33987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noise_23_2"/>
          <p:cNvSpPr/>
          <p:nvPr/>
        </p:nvSpPr>
        <p:spPr>
          <a:xfrm>
            <a:off x="6913743" y="5735171"/>
            <a:ext cx="32447" cy="33987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noise_23_3"/>
          <p:cNvSpPr/>
          <p:nvPr/>
        </p:nvSpPr>
        <p:spPr>
          <a:xfrm>
            <a:off x="6943981" y="5735171"/>
            <a:ext cx="32447" cy="33987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noise_23_4"/>
          <p:cNvSpPr/>
          <p:nvPr/>
        </p:nvSpPr>
        <p:spPr>
          <a:xfrm>
            <a:off x="6974219" y="5735171"/>
            <a:ext cx="32447" cy="33987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noise_23_5"/>
          <p:cNvSpPr/>
          <p:nvPr/>
        </p:nvSpPr>
        <p:spPr>
          <a:xfrm>
            <a:off x="7004457" y="5735171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noise_23_6"/>
          <p:cNvSpPr/>
          <p:nvPr/>
        </p:nvSpPr>
        <p:spPr>
          <a:xfrm>
            <a:off x="7034695" y="5735171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noise_23_7"/>
          <p:cNvSpPr/>
          <p:nvPr/>
        </p:nvSpPr>
        <p:spPr>
          <a:xfrm>
            <a:off x="7064933" y="5735171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noise_23_8"/>
          <p:cNvSpPr/>
          <p:nvPr/>
        </p:nvSpPr>
        <p:spPr>
          <a:xfrm>
            <a:off x="7095171" y="5735171"/>
            <a:ext cx="32447" cy="33987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noise_23_9"/>
          <p:cNvSpPr/>
          <p:nvPr/>
        </p:nvSpPr>
        <p:spPr>
          <a:xfrm>
            <a:off x="7125409" y="5735171"/>
            <a:ext cx="32447" cy="33987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noise_23_10"/>
          <p:cNvSpPr/>
          <p:nvPr/>
        </p:nvSpPr>
        <p:spPr>
          <a:xfrm>
            <a:off x="7155647" y="5735171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noise_23_11"/>
          <p:cNvSpPr/>
          <p:nvPr/>
        </p:nvSpPr>
        <p:spPr>
          <a:xfrm>
            <a:off x="7185886" y="5735171"/>
            <a:ext cx="32447" cy="339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noise_23_12"/>
          <p:cNvSpPr/>
          <p:nvPr/>
        </p:nvSpPr>
        <p:spPr>
          <a:xfrm>
            <a:off x="7216124" y="5735171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noise_23_13"/>
          <p:cNvSpPr/>
          <p:nvPr/>
        </p:nvSpPr>
        <p:spPr>
          <a:xfrm>
            <a:off x="7246362" y="5735171"/>
            <a:ext cx="32447" cy="33987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noise_23_14"/>
          <p:cNvSpPr/>
          <p:nvPr/>
        </p:nvSpPr>
        <p:spPr>
          <a:xfrm>
            <a:off x="7276600" y="5735171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noise_23_15"/>
          <p:cNvSpPr/>
          <p:nvPr/>
        </p:nvSpPr>
        <p:spPr>
          <a:xfrm>
            <a:off x="7306838" y="5735171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noise_23_16"/>
          <p:cNvSpPr/>
          <p:nvPr/>
        </p:nvSpPr>
        <p:spPr>
          <a:xfrm>
            <a:off x="7337076" y="5735171"/>
            <a:ext cx="32447" cy="33987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noise_23_17"/>
          <p:cNvSpPr/>
          <p:nvPr/>
        </p:nvSpPr>
        <p:spPr>
          <a:xfrm>
            <a:off x="7367314" y="5735171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noise_23_18"/>
          <p:cNvSpPr/>
          <p:nvPr/>
        </p:nvSpPr>
        <p:spPr>
          <a:xfrm>
            <a:off x="7397552" y="5735171"/>
            <a:ext cx="32447" cy="33987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noise_23_19"/>
          <p:cNvSpPr/>
          <p:nvPr/>
        </p:nvSpPr>
        <p:spPr>
          <a:xfrm>
            <a:off x="7427790" y="5735171"/>
            <a:ext cx="32447" cy="33987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noise_23_20"/>
          <p:cNvSpPr/>
          <p:nvPr/>
        </p:nvSpPr>
        <p:spPr>
          <a:xfrm>
            <a:off x="7458028" y="5735171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noise_23_21"/>
          <p:cNvSpPr/>
          <p:nvPr/>
        </p:nvSpPr>
        <p:spPr>
          <a:xfrm>
            <a:off x="7488266" y="5735171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noise_23_22"/>
          <p:cNvSpPr/>
          <p:nvPr/>
        </p:nvSpPr>
        <p:spPr>
          <a:xfrm>
            <a:off x="7518505" y="5735171"/>
            <a:ext cx="32447" cy="33987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noise_23_23"/>
          <p:cNvSpPr/>
          <p:nvPr/>
        </p:nvSpPr>
        <p:spPr>
          <a:xfrm>
            <a:off x="7548743" y="5735171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noise_24_0"/>
          <p:cNvSpPr/>
          <p:nvPr/>
        </p:nvSpPr>
        <p:spPr>
          <a:xfrm>
            <a:off x="6853267" y="5766949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noise_24_1"/>
          <p:cNvSpPr/>
          <p:nvPr/>
        </p:nvSpPr>
        <p:spPr>
          <a:xfrm>
            <a:off x="6883505" y="5766949"/>
            <a:ext cx="32447" cy="33987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noise_24_2"/>
          <p:cNvSpPr/>
          <p:nvPr/>
        </p:nvSpPr>
        <p:spPr>
          <a:xfrm>
            <a:off x="6913743" y="5766949"/>
            <a:ext cx="32447" cy="33987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noise_24_3"/>
          <p:cNvSpPr/>
          <p:nvPr/>
        </p:nvSpPr>
        <p:spPr>
          <a:xfrm>
            <a:off x="6943981" y="5766949"/>
            <a:ext cx="32447" cy="339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noise_24_4"/>
          <p:cNvSpPr/>
          <p:nvPr/>
        </p:nvSpPr>
        <p:spPr>
          <a:xfrm>
            <a:off x="6974219" y="5766949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noise_24_5"/>
          <p:cNvSpPr/>
          <p:nvPr/>
        </p:nvSpPr>
        <p:spPr>
          <a:xfrm>
            <a:off x="7004457" y="5766949"/>
            <a:ext cx="32447" cy="339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noise_24_6"/>
          <p:cNvSpPr/>
          <p:nvPr/>
        </p:nvSpPr>
        <p:spPr>
          <a:xfrm>
            <a:off x="7034695" y="5766949"/>
            <a:ext cx="32447" cy="33987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noise_24_7"/>
          <p:cNvSpPr/>
          <p:nvPr/>
        </p:nvSpPr>
        <p:spPr>
          <a:xfrm>
            <a:off x="7064933" y="5766949"/>
            <a:ext cx="32447" cy="33987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noise_24_8"/>
          <p:cNvSpPr/>
          <p:nvPr/>
        </p:nvSpPr>
        <p:spPr>
          <a:xfrm>
            <a:off x="7095171" y="5766949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noise_24_9"/>
          <p:cNvSpPr/>
          <p:nvPr/>
        </p:nvSpPr>
        <p:spPr>
          <a:xfrm>
            <a:off x="7125409" y="5766949"/>
            <a:ext cx="32447" cy="33987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noise_24_10"/>
          <p:cNvSpPr/>
          <p:nvPr/>
        </p:nvSpPr>
        <p:spPr>
          <a:xfrm>
            <a:off x="7155647" y="5766949"/>
            <a:ext cx="32447" cy="33987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noise_24_11"/>
          <p:cNvSpPr/>
          <p:nvPr/>
        </p:nvSpPr>
        <p:spPr>
          <a:xfrm>
            <a:off x="7185886" y="5766949"/>
            <a:ext cx="32447" cy="33987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noise_24_12"/>
          <p:cNvSpPr/>
          <p:nvPr/>
        </p:nvSpPr>
        <p:spPr>
          <a:xfrm>
            <a:off x="7216124" y="5766949"/>
            <a:ext cx="32447" cy="3398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noise_24_13"/>
          <p:cNvSpPr/>
          <p:nvPr/>
        </p:nvSpPr>
        <p:spPr>
          <a:xfrm>
            <a:off x="7246362" y="5766949"/>
            <a:ext cx="32447" cy="3398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noise_24_14"/>
          <p:cNvSpPr/>
          <p:nvPr/>
        </p:nvSpPr>
        <p:spPr>
          <a:xfrm>
            <a:off x="7276600" y="5766949"/>
            <a:ext cx="32447" cy="33987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noise_24_15"/>
          <p:cNvSpPr/>
          <p:nvPr/>
        </p:nvSpPr>
        <p:spPr>
          <a:xfrm>
            <a:off x="7306838" y="5766949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noise_24_16"/>
          <p:cNvSpPr/>
          <p:nvPr/>
        </p:nvSpPr>
        <p:spPr>
          <a:xfrm>
            <a:off x="7337076" y="5766949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noise_24_17"/>
          <p:cNvSpPr/>
          <p:nvPr/>
        </p:nvSpPr>
        <p:spPr>
          <a:xfrm>
            <a:off x="7367314" y="5766949"/>
            <a:ext cx="32447" cy="33987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noise_24_18"/>
          <p:cNvSpPr/>
          <p:nvPr/>
        </p:nvSpPr>
        <p:spPr>
          <a:xfrm>
            <a:off x="7397552" y="5766949"/>
            <a:ext cx="32447" cy="33987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noise_24_19"/>
          <p:cNvSpPr/>
          <p:nvPr/>
        </p:nvSpPr>
        <p:spPr>
          <a:xfrm>
            <a:off x="7427790" y="5766949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noise_24_20"/>
          <p:cNvSpPr/>
          <p:nvPr/>
        </p:nvSpPr>
        <p:spPr>
          <a:xfrm>
            <a:off x="7458028" y="5766949"/>
            <a:ext cx="32447" cy="33987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noise_24_21"/>
          <p:cNvSpPr/>
          <p:nvPr/>
        </p:nvSpPr>
        <p:spPr>
          <a:xfrm>
            <a:off x="7488266" y="5766949"/>
            <a:ext cx="32447" cy="33987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noise_24_22"/>
          <p:cNvSpPr/>
          <p:nvPr/>
        </p:nvSpPr>
        <p:spPr>
          <a:xfrm>
            <a:off x="7518505" y="5766949"/>
            <a:ext cx="32447" cy="33987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noise_24_23"/>
          <p:cNvSpPr/>
          <p:nvPr/>
        </p:nvSpPr>
        <p:spPr>
          <a:xfrm>
            <a:off x="7548743" y="5766949"/>
            <a:ext cx="32447" cy="33987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noise_25_0"/>
          <p:cNvSpPr/>
          <p:nvPr/>
        </p:nvSpPr>
        <p:spPr>
          <a:xfrm>
            <a:off x="6853267" y="5798727"/>
            <a:ext cx="32447" cy="33987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noise_25_1"/>
          <p:cNvSpPr/>
          <p:nvPr/>
        </p:nvSpPr>
        <p:spPr>
          <a:xfrm>
            <a:off x="6883505" y="5798727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noise_25_2"/>
          <p:cNvSpPr/>
          <p:nvPr/>
        </p:nvSpPr>
        <p:spPr>
          <a:xfrm>
            <a:off x="6913743" y="5798727"/>
            <a:ext cx="32447" cy="33987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noise_25_3"/>
          <p:cNvSpPr/>
          <p:nvPr/>
        </p:nvSpPr>
        <p:spPr>
          <a:xfrm>
            <a:off x="6943981" y="5798727"/>
            <a:ext cx="32447" cy="33987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noise_25_4"/>
          <p:cNvSpPr/>
          <p:nvPr/>
        </p:nvSpPr>
        <p:spPr>
          <a:xfrm>
            <a:off x="6974219" y="5798727"/>
            <a:ext cx="32447" cy="33987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noise_25_5"/>
          <p:cNvSpPr/>
          <p:nvPr/>
        </p:nvSpPr>
        <p:spPr>
          <a:xfrm>
            <a:off x="7004457" y="5798727"/>
            <a:ext cx="32447" cy="33987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noise_25_6"/>
          <p:cNvSpPr/>
          <p:nvPr/>
        </p:nvSpPr>
        <p:spPr>
          <a:xfrm>
            <a:off x="7034695" y="5798727"/>
            <a:ext cx="32447" cy="3398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5" name="noise_25_7"/>
          <p:cNvSpPr/>
          <p:nvPr/>
        </p:nvSpPr>
        <p:spPr>
          <a:xfrm>
            <a:off x="7064933" y="5798727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6" name="noise_25_8"/>
          <p:cNvSpPr/>
          <p:nvPr/>
        </p:nvSpPr>
        <p:spPr>
          <a:xfrm>
            <a:off x="7095171" y="5798727"/>
            <a:ext cx="32447" cy="3398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noise_25_9"/>
          <p:cNvSpPr/>
          <p:nvPr/>
        </p:nvSpPr>
        <p:spPr>
          <a:xfrm>
            <a:off x="7125409" y="5798727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8" name="noise_25_10"/>
          <p:cNvSpPr/>
          <p:nvPr/>
        </p:nvSpPr>
        <p:spPr>
          <a:xfrm>
            <a:off x="7155647" y="5798727"/>
            <a:ext cx="32447" cy="33987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9" name="noise_25_11"/>
          <p:cNvSpPr/>
          <p:nvPr/>
        </p:nvSpPr>
        <p:spPr>
          <a:xfrm>
            <a:off x="7185886" y="5798727"/>
            <a:ext cx="32447" cy="33987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" name="noise_25_12"/>
          <p:cNvSpPr/>
          <p:nvPr/>
        </p:nvSpPr>
        <p:spPr>
          <a:xfrm>
            <a:off x="7216124" y="5798727"/>
            <a:ext cx="32447" cy="33987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" name="noise_25_13"/>
          <p:cNvSpPr/>
          <p:nvPr/>
        </p:nvSpPr>
        <p:spPr>
          <a:xfrm>
            <a:off x="7246362" y="5798727"/>
            <a:ext cx="32447" cy="33987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noise_25_14"/>
          <p:cNvSpPr/>
          <p:nvPr/>
        </p:nvSpPr>
        <p:spPr>
          <a:xfrm>
            <a:off x="7276600" y="5798727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noise_25_15"/>
          <p:cNvSpPr/>
          <p:nvPr/>
        </p:nvSpPr>
        <p:spPr>
          <a:xfrm>
            <a:off x="7306838" y="5798727"/>
            <a:ext cx="32447" cy="33987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noise_25_16"/>
          <p:cNvSpPr/>
          <p:nvPr/>
        </p:nvSpPr>
        <p:spPr>
          <a:xfrm>
            <a:off x="7337076" y="5798727"/>
            <a:ext cx="32447" cy="33987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noise_25_17"/>
          <p:cNvSpPr/>
          <p:nvPr/>
        </p:nvSpPr>
        <p:spPr>
          <a:xfrm>
            <a:off x="7367314" y="5798727"/>
            <a:ext cx="32447" cy="33987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noise_25_18"/>
          <p:cNvSpPr/>
          <p:nvPr/>
        </p:nvSpPr>
        <p:spPr>
          <a:xfrm>
            <a:off x="7397552" y="5798727"/>
            <a:ext cx="32447" cy="33987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noise_25_19"/>
          <p:cNvSpPr/>
          <p:nvPr/>
        </p:nvSpPr>
        <p:spPr>
          <a:xfrm>
            <a:off x="7427790" y="5798727"/>
            <a:ext cx="32447" cy="33987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noise_25_20"/>
          <p:cNvSpPr/>
          <p:nvPr/>
        </p:nvSpPr>
        <p:spPr>
          <a:xfrm>
            <a:off x="7458028" y="5798727"/>
            <a:ext cx="32447" cy="33987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noise_25_21"/>
          <p:cNvSpPr/>
          <p:nvPr/>
        </p:nvSpPr>
        <p:spPr>
          <a:xfrm>
            <a:off x="7488266" y="5798727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noise_25_22"/>
          <p:cNvSpPr/>
          <p:nvPr/>
        </p:nvSpPr>
        <p:spPr>
          <a:xfrm>
            <a:off x="7518505" y="5798727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noise_25_23"/>
          <p:cNvSpPr/>
          <p:nvPr/>
        </p:nvSpPr>
        <p:spPr>
          <a:xfrm>
            <a:off x="7548743" y="5798727"/>
            <a:ext cx="32447" cy="33987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noise_26_0"/>
          <p:cNvSpPr/>
          <p:nvPr/>
        </p:nvSpPr>
        <p:spPr>
          <a:xfrm>
            <a:off x="6853267" y="5830505"/>
            <a:ext cx="32447" cy="33987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noise_26_1"/>
          <p:cNvSpPr/>
          <p:nvPr/>
        </p:nvSpPr>
        <p:spPr>
          <a:xfrm>
            <a:off x="6883505" y="5830505"/>
            <a:ext cx="32447" cy="33987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noise_26_2"/>
          <p:cNvSpPr/>
          <p:nvPr/>
        </p:nvSpPr>
        <p:spPr>
          <a:xfrm>
            <a:off x="6913743" y="5830505"/>
            <a:ext cx="32447" cy="33987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noise_26_3"/>
          <p:cNvSpPr/>
          <p:nvPr/>
        </p:nvSpPr>
        <p:spPr>
          <a:xfrm>
            <a:off x="6943981" y="5830505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noise_26_4"/>
          <p:cNvSpPr/>
          <p:nvPr/>
        </p:nvSpPr>
        <p:spPr>
          <a:xfrm>
            <a:off x="6974219" y="5830505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noise_26_5"/>
          <p:cNvSpPr/>
          <p:nvPr/>
        </p:nvSpPr>
        <p:spPr>
          <a:xfrm>
            <a:off x="7004457" y="5830505"/>
            <a:ext cx="32447" cy="33987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noise_26_6"/>
          <p:cNvSpPr/>
          <p:nvPr/>
        </p:nvSpPr>
        <p:spPr>
          <a:xfrm>
            <a:off x="7034695" y="5830505"/>
            <a:ext cx="32447" cy="33987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noise_26_7"/>
          <p:cNvSpPr/>
          <p:nvPr/>
        </p:nvSpPr>
        <p:spPr>
          <a:xfrm>
            <a:off x="7064933" y="5830505"/>
            <a:ext cx="32447" cy="33987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noise_26_8"/>
          <p:cNvSpPr/>
          <p:nvPr/>
        </p:nvSpPr>
        <p:spPr>
          <a:xfrm>
            <a:off x="7095171" y="5830505"/>
            <a:ext cx="32447" cy="33987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1" name="noise_26_9"/>
          <p:cNvSpPr/>
          <p:nvPr/>
        </p:nvSpPr>
        <p:spPr>
          <a:xfrm>
            <a:off x="7125409" y="5830505"/>
            <a:ext cx="32447" cy="33987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2" name="noise_26_10"/>
          <p:cNvSpPr/>
          <p:nvPr/>
        </p:nvSpPr>
        <p:spPr>
          <a:xfrm>
            <a:off x="7155647" y="5830505"/>
            <a:ext cx="32447" cy="33987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3" name="noise_26_11"/>
          <p:cNvSpPr/>
          <p:nvPr/>
        </p:nvSpPr>
        <p:spPr>
          <a:xfrm>
            <a:off x="7185886" y="5830505"/>
            <a:ext cx="32447" cy="33987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noise_26_12"/>
          <p:cNvSpPr/>
          <p:nvPr/>
        </p:nvSpPr>
        <p:spPr>
          <a:xfrm>
            <a:off x="7216124" y="5830505"/>
            <a:ext cx="32447" cy="33987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noise_26_13"/>
          <p:cNvSpPr/>
          <p:nvPr/>
        </p:nvSpPr>
        <p:spPr>
          <a:xfrm>
            <a:off x="7246362" y="5830505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noise_26_14"/>
          <p:cNvSpPr/>
          <p:nvPr/>
        </p:nvSpPr>
        <p:spPr>
          <a:xfrm>
            <a:off x="7276600" y="5830505"/>
            <a:ext cx="32447" cy="33987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7" name="noise_26_15"/>
          <p:cNvSpPr/>
          <p:nvPr/>
        </p:nvSpPr>
        <p:spPr>
          <a:xfrm>
            <a:off x="7306838" y="5830505"/>
            <a:ext cx="32447" cy="33987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8" name="noise_26_16"/>
          <p:cNvSpPr/>
          <p:nvPr/>
        </p:nvSpPr>
        <p:spPr>
          <a:xfrm>
            <a:off x="7337076" y="5830505"/>
            <a:ext cx="32447" cy="33987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noise_26_17"/>
          <p:cNvSpPr/>
          <p:nvPr/>
        </p:nvSpPr>
        <p:spPr>
          <a:xfrm>
            <a:off x="7367314" y="5830505"/>
            <a:ext cx="32447" cy="33987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noise_26_18"/>
          <p:cNvSpPr/>
          <p:nvPr/>
        </p:nvSpPr>
        <p:spPr>
          <a:xfrm>
            <a:off x="7397552" y="5830505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noise_26_19"/>
          <p:cNvSpPr/>
          <p:nvPr/>
        </p:nvSpPr>
        <p:spPr>
          <a:xfrm>
            <a:off x="7427790" y="5830505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noise_26_20"/>
          <p:cNvSpPr/>
          <p:nvPr/>
        </p:nvSpPr>
        <p:spPr>
          <a:xfrm>
            <a:off x="7458028" y="5830505"/>
            <a:ext cx="32447" cy="33987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noise_26_21"/>
          <p:cNvSpPr/>
          <p:nvPr/>
        </p:nvSpPr>
        <p:spPr>
          <a:xfrm>
            <a:off x="7488266" y="5830505"/>
            <a:ext cx="32447" cy="3398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noise_26_22"/>
          <p:cNvSpPr/>
          <p:nvPr/>
        </p:nvSpPr>
        <p:spPr>
          <a:xfrm>
            <a:off x="7518505" y="5830505"/>
            <a:ext cx="32447" cy="339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5" name="noise_26_23"/>
          <p:cNvSpPr/>
          <p:nvPr/>
        </p:nvSpPr>
        <p:spPr>
          <a:xfrm>
            <a:off x="7548743" y="5830505"/>
            <a:ext cx="32447" cy="33987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6" name="noise_27_0"/>
          <p:cNvSpPr/>
          <p:nvPr/>
        </p:nvSpPr>
        <p:spPr>
          <a:xfrm>
            <a:off x="6853267" y="5862283"/>
            <a:ext cx="32447" cy="3398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noise_27_1"/>
          <p:cNvSpPr/>
          <p:nvPr/>
        </p:nvSpPr>
        <p:spPr>
          <a:xfrm>
            <a:off x="6883505" y="5862283"/>
            <a:ext cx="32447" cy="3398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8" name="noise_27_2"/>
          <p:cNvSpPr/>
          <p:nvPr/>
        </p:nvSpPr>
        <p:spPr>
          <a:xfrm>
            <a:off x="6913743" y="5862283"/>
            <a:ext cx="32447" cy="33987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9" name="noise_27_3"/>
          <p:cNvSpPr/>
          <p:nvPr/>
        </p:nvSpPr>
        <p:spPr>
          <a:xfrm>
            <a:off x="6943981" y="5862283"/>
            <a:ext cx="32447" cy="33987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noise_27_4"/>
          <p:cNvSpPr/>
          <p:nvPr/>
        </p:nvSpPr>
        <p:spPr>
          <a:xfrm>
            <a:off x="6974219" y="5862283"/>
            <a:ext cx="32447" cy="33987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noise_27_5"/>
          <p:cNvSpPr/>
          <p:nvPr/>
        </p:nvSpPr>
        <p:spPr>
          <a:xfrm>
            <a:off x="7004457" y="5862283"/>
            <a:ext cx="32447" cy="33987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noise_27_6"/>
          <p:cNvSpPr/>
          <p:nvPr/>
        </p:nvSpPr>
        <p:spPr>
          <a:xfrm>
            <a:off x="7034695" y="5862283"/>
            <a:ext cx="32447" cy="3398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noise_27_7"/>
          <p:cNvSpPr/>
          <p:nvPr/>
        </p:nvSpPr>
        <p:spPr>
          <a:xfrm>
            <a:off x="7064933" y="5862283"/>
            <a:ext cx="32447" cy="3398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noise_27_8"/>
          <p:cNvSpPr/>
          <p:nvPr/>
        </p:nvSpPr>
        <p:spPr>
          <a:xfrm>
            <a:off x="7095171" y="5862283"/>
            <a:ext cx="32447" cy="33987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5" name="noise_27_9"/>
          <p:cNvSpPr/>
          <p:nvPr/>
        </p:nvSpPr>
        <p:spPr>
          <a:xfrm>
            <a:off x="7125409" y="5862283"/>
            <a:ext cx="32447" cy="33987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noise_27_10"/>
          <p:cNvSpPr/>
          <p:nvPr/>
        </p:nvSpPr>
        <p:spPr>
          <a:xfrm>
            <a:off x="7155647" y="5862283"/>
            <a:ext cx="32447" cy="33987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7" name="noise_27_11"/>
          <p:cNvSpPr/>
          <p:nvPr/>
        </p:nvSpPr>
        <p:spPr>
          <a:xfrm>
            <a:off x="7185886" y="5862283"/>
            <a:ext cx="32447" cy="33987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8" name="noise_27_12"/>
          <p:cNvSpPr/>
          <p:nvPr/>
        </p:nvSpPr>
        <p:spPr>
          <a:xfrm>
            <a:off x="7216124" y="5862283"/>
            <a:ext cx="32447" cy="33987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" name="noise_27_13"/>
          <p:cNvSpPr/>
          <p:nvPr/>
        </p:nvSpPr>
        <p:spPr>
          <a:xfrm>
            <a:off x="7246362" y="5862283"/>
            <a:ext cx="32447" cy="33987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0" name="noise_27_14"/>
          <p:cNvSpPr/>
          <p:nvPr/>
        </p:nvSpPr>
        <p:spPr>
          <a:xfrm>
            <a:off x="7276600" y="5862283"/>
            <a:ext cx="32447" cy="33987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1" name="noise_27_15"/>
          <p:cNvSpPr/>
          <p:nvPr/>
        </p:nvSpPr>
        <p:spPr>
          <a:xfrm>
            <a:off x="7306838" y="5862283"/>
            <a:ext cx="32447" cy="33987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noise_27_16"/>
          <p:cNvSpPr/>
          <p:nvPr/>
        </p:nvSpPr>
        <p:spPr>
          <a:xfrm>
            <a:off x="7337076" y="5862283"/>
            <a:ext cx="32447" cy="33987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3" name="noise_27_17"/>
          <p:cNvSpPr/>
          <p:nvPr/>
        </p:nvSpPr>
        <p:spPr>
          <a:xfrm>
            <a:off x="7367314" y="5862283"/>
            <a:ext cx="32447" cy="33987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noise_27_18"/>
          <p:cNvSpPr/>
          <p:nvPr/>
        </p:nvSpPr>
        <p:spPr>
          <a:xfrm>
            <a:off x="7397552" y="5862283"/>
            <a:ext cx="32447" cy="33987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5" name="noise_27_19"/>
          <p:cNvSpPr/>
          <p:nvPr/>
        </p:nvSpPr>
        <p:spPr>
          <a:xfrm>
            <a:off x="7427790" y="5862283"/>
            <a:ext cx="32447" cy="33987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noise_27_20"/>
          <p:cNvSpPr/>
          <p:nvPr/>
        </p:nvSpPr>
        <p:spPr>
          <a:xfrm>
            <a:off x="7458028" y="5862283"/>
            <a:ext cx="32447" cy="3398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7" name="noise_27_21"/>
          <p:cNvSpPr/>
          <p:nvPr/>
        </p:nvSpPr>
        <p:spPr>
          <a:xfrm>
            <a:off x="7488266" y="5862283"/>
            <a:ext cx="32447" cy="33987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noise_27_22"/>
          <p:cNvSpPr/>
          <p:nvPr/>
        </p:nvSpPr>
        <p:spPr>
          <a:xfrm>
            <a:off x="7518505" y="5862283"/>
            <a:ext cx="32447" cy="33987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noise_27_23"/>
          <p:cNvSpPr/>
          <p:nvPr/>
        </p:nvSpPr>
        <p:spPr>
          <a:xfrm>
            <a:off x="7548743" y="5862283"/>
            <a:ext cx="32447" cy="33987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40" name="noise_to_network_1"/>
          <p:cNvCxnSpPr/>
          <p:nvPr/>
        </p:nvCxnSpPr>
        <p:spPr>
          <a:xfrm>
            <a:off x="7578981" y="5446012"/>
            <a:ext cx="397565" cy="0"/>
          </a:xfrm>
          <a:prstGeom prst="line">
            <a:avLst/>
          </a:prstGeom>
          <a:ln w="31552">
            <a:solidFill>
              <a:srgbClr val="000000"/>
            </a:solidFill>
            <a:tailEnd type="triangle" w="med" len="med"/>
          </a:ln>
        </p:spPr>
      </p:cxnSp>
      <p:sp>
        <p:nvSpPr>
          <p:cNvPr id="941" name="encoder_wedge"/>
          <p:cNvSpPr/>
          <p:nvPr/>
        </p:nvSpPr>
        <p:spPr>
          <a:xfrm>
            <a:off x="7976546" y="4676124"/>
            <a:ext cx="1053863" cy="1489292"/>
          </a:xfrm>
          <a:custGeom>
            <a:avLst/>
            <a:gdLst/>
            <a:ahLst/>
            <a:cxnLst/>
            <a:rect l="l" t="t" r="r" b="b"/>
            <a:pathLst>
              <a:path w="1053863" h="1489292">
                <a:moveTo>
                  <a:pt x="0" y="0"/>
                </a:moveTo>
                <a:lnTo>
                  <a:pt x="1053863" y="403876"/>
                </a:lnTo>
                <a:lnTo>
                  <a:pt x="1053863" y="1142211"/>
                </a:lnTo>
                <a:lnTo>
                  <a:pt x="0" y="1489292"/>
                </a:lnTo>
                <a:close/>
              </a:path>
            </a:pathLst>
          </a:custGeom>
          <a:solidFill>
            <a:srgbClr val="B7C7E9"/>
          </a:solidFill>
          <a:ln w="18931">
            <a:solidFill>
              <a:srgbClr val="8FA7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2" name="decoder_wedge"/>
          <p:cNvSpPr/>
          <p:nvPr/>
        </p:nvSpPr>
        <p:spPr>
          <a:xfrm>
            <a:off x="9030409" y="4682434"/>
            <a:ext cx="915031" cy="1482982"/>
          </a:xfrm>
          <a:custGeom>
            <a:avLst/>
            <a:gdLst/>
            <a:ahLst/>
            <a:cxnLst/>
            <a:rect l="l" t="t" r="r" b="b"/>
            <a:pathLst>
              <a:path w="915031" h="1482982">
                <a:moveTo>
                  <a:pt x="0" y="397566"/>
                </a:moveTo>
                <a:lnTo>
                  <a:pt x="915031" y="0"/>
                </a:lnTo>
                <a:lnTo>
                  <a:pt x="915031" y="1482982"/>
                </a:lnTo>
                <a:lnTo>
                  <a:pt x="0" y="1135901"/>
                </a:lnTo>
                <a:close/>
              </a:path>
            </a:pathLst>
          </a:custGeom>
          <a:solidFill>
            <a:srgbClr val="B7C7E9"/>
          </a:solidFill>
          <a:ln w="18931">
            <a:solidFill>
              <a:srgbClr val="8FA7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3" name="network_bar_0"/>
          <p:cNvSpPr/>
          <p:nvPr/>
        </p:nvSpPr>
        <p:spPr>
          <a:xfrm>
            <a:off x="8077515" y="4960099"/>
            <a:ext cx="170385" cy="845615"/>
          </a:xfrm>
          <a:prstGeom prst="roundRect">
            <a:avLst>
              <a:gd name="adj" fmla="val 11111"/>
            </a:avLst>
          </a:prstGeom>
          <a:solidFill>
            <a:srgbClr val="678FCC"/>
          </a:solidFill>
          <a:ln w="6350">
            <a:solidFill>
              <a:srgbClr val="4E82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4" name="network_bar_1"/>
          <p:cNvSpPr/>
          <p:nvPr/>
        </p:nvSpPr>
        <p:spPr>
          <a:xfrm>
            <a:off x="8329937" y="5042136"/>
            <a:ext cx="170385" cy="668919"/>
          </a:xfrm>
          <a:prstGeom prst="roundRect">
            <a:avLst>
              <a:gd name="adj" fmla="val 11111"/>
            </a:avLst>
          </a:prstGeom>
          <a:solidFill>
            <a:srgbClr val="678FCC"/>
          </a:solidFill>
          <a:ln w="6350">
            <a:solidFill>
              <a:srgbClr val="4E82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5" name="network_bar_2"/>
          <p:cNvSpPr/>
          <p:nvPr/>
        </p:nvSpPr>
        <p:spPr>
          <a:xfrm>
            <a:off x="8582360" y="5143105"/>
            <a:ext cx="170385" cy="504845"/>
          </a:xfrm>
          <a:prstGeom prst="roundRect">
            <a:avLst>
              <a:gd name="adj" fmla="val 11111"/>
            </a:avLst>
          </a:prstGeom>
          <a:solidFill>
            <a:srgbClr val="678FCC"/>
          </a:solidFill>
          <a:ln w="6350">
            <a:solidFill>
              <a:srgbClr val="4E82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6" name="network_bar_3"/>
          <p:cNvSpPr/>
          <p:nvPr/>
        </p:nvSpPr>
        <p:spPr>
          <a:xfrm>
            <a:off x="9150310" y="5143105"/>
            <a:ext cx="170385" cy="504845"/>
          </a:xfrm>
          <a:prstGeom prst="roundRect">
            <a:avLst>
              <a:gd name="adj" fmla="val 11111"/>
            </a:avLst>
          </a:prstGeom>
          <a:solidFill>
            <a:srgbClr val="678FCC"/>
          </a:solidFill>
          <a:ln w="6350">
            <a:solidFill>
              <a:srgbClr val="4E82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7" name="network_bar_4"/>
          <p:cNvSpPr/>
          <p:nvPr/>
        </p:nvSpPr>
        <p:spPr>
          <a:xfrm>
            <a:off x="9415353" y="5042136"/>
            <a:ext cx="170385" cy="668919"/>
          </a:xfrm>
          <a:prstGeom prst="roundRect">
            <a:avLst>
              <a:gd name="adj" fmla="val 11111"/>
            </a:avLst>
          </a:prstGeom>
          <a:solidFill>
            <a:srgbClr val="678FCC"/>
          </a:solidFill>
          <a:ln w="6350">
            <a:solidFill>
              <a:srgbClr val="4E82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8" name="network_bar_5"/>
          <p:cNvSpPr/>
          <p:nvPr/>
        </p:nvSpPr>
        <p:spPr>
          <a:xfrm>
            <a:off x="9667776" y="4960099"/>
            <a:ext cx="170385" cy="845615"/>
          </a:xfrm>
          <a:prstGeom prst="roundRect">
            <a:avLst>
              <a:gd name="adj" fmla="val 11111"/>
            </a:avLst>
          </a:prstGeom>
          <a:solidFill>
            <a:srgbClr val="678FCC"/>
          </a:solidFill>
          <a:ln w="6350">
            <a:solidFill>
              <a:srgbClr val="4E82C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49" name="network_to_branch_1"/>
          <p:cNvCxnSpPr/>
          <p:nvPr/>
        </p:nvCxnSpPr>
        <p:spPr>
          <a:xfrm>
            <a:off x="9945440" y="5433391"/>
            <a:ext cx="542708" cy="0"/>
          </a:xfrm>
          <a:prstGeom prst="line">
            <a:avLst/>
          </a:prstGeom>
          <a:ln w="31552">
            <a:solidFill>
              <a:srgbClr val="000000"/>
            </a:solidFill>
            <a:tailEnd type="triangle" w="med" len="med"/>
          </a:ln>
        </p:spPr>
      </p:cxnSp>
      <p:cxnSp>
        <p:nvCxnSpPr>
          <p:cNvPr id="950" name="negative_loop_1"/>
          <p:cNvCxnSpPr/>
          <p:nvPr/>
        </p:nvCxnSpPr>
        <p:spPr>
          <a:xfrm flipV="1">
            <a:off x="7578981" y="4575155"/>
            <a:ext cx="0" cy="870857"/>
          </a:xfrm>
          <a:prstGeom prst="line">
            <a:avLst/>
          </a:prstGeom>
          <a:ln w="25242">
            <a:solidFill>
              <a:srgbClr val="000000"/>
            </a:solidFill>
          </a:ln>
        </p:spPr>
      </p:cxnSp>
      <p:cxnSp>
        <p:nvCxnSpPr>
          <p:cNvPr id="951" name="negative_loop_2"/>
          <p:cNvCxnSpPr/>
          <p:nvPr/>
        </p:nvCxnSpPr>
        <p:spPr>
          <a:xfrm>
            <a:off x="7578981" y="4575155"/>
            <a:ext cx="2404323" cy="0"/>
          </a:xfrm>
          <a:prstGeom prst="line">
            <a:avLst/>
          </a:prstGeom>
          <a:ln w="25242">
            <a:solidFill>
              <a:srgbClr val="000000"/>
            </a:solidFill>
          </a:ln>
        </p:spPr>
      </p:cxnSp>
      <p:cxnSp>
        <p:nvCxnSpPr>
          <p:cNvPr id="952" name="negative_loop_3"/>
          <p:cNvCxnSpPr/>
          <p:nvPr/>
        </p:nvCxnSpPr>
        <p:spPr>
          <a:xfrm>
            <a:off x="9983304" y="4575155"/>
            <a:ext cx="0" cy="605814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sp>
        <p:nvSpPr>
          <p:cNvPr id="953" name="negative_circle"/>
          <p:cNvSpPr/>
          <p:nvPr/>
        </p:nvSpPr>
        <p:spPr>
          <a:xfrm>
            <a:off x="10046409" y="4777093"/>
            <a:ext cx="239801" cy="239801"/>
          </a:xfrm>
          <a:prstGeom prst="ellipse">
            <a:avLst/>
          </a:prstGeom>
          <a:noFill/>
          <a:ln w="1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4" name="negative_sign"/>
          <p:cNvSpPr txBox="1"/>
          <p:nvPr/>
        </p:nvSpPr>
        <p:spPr>
          <a:xfrm>
            <a:off x="10046409" y="4758161"/>
            <a:ext cx="239801" cy="239801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9" b="1" i="0">
                <a:solidFill>
                  <a:srgbClr val="000000"/>
                </a:solidFill>
                <a:latin typeface="Liberation Serif"/>
              </a:rPr>
              <a:t>−</a:t>
            </a:r>
          </a:p>
        </p:txBody>
      </p:sp>
      <p:cxnSp>
        <p:nvCxnSpPr>
          <p:cNvPr id="955" name="positive_loop_1"/>
          <p:cNvCxnSpPr/>
          <p:nvPr/>
        </p:nvCxnSpPr>
        <p:spPr>
          <a:xfrm>
            <a:off x="6613465" y="5452323"/>
            <a:ext cx="0" cy="971826"/>
          </a:xfrm>
          <a:prstGeom prst="line">
            <a:avLst/>
          </a:prstGeom>
          <a:ln w="25242">
            <a:solidFill>
              <a:srgbClr val="000000"/>
            </a:solidFill>
          </a:ln>
        </p:spPr>
      </p:cxnSp>
      <p:cxnSp>
        <p:nvCxnSpPr>
          <p:cNvPr id="956" name="positive_loop_2"/>
          <p:cNvCxnSpPr/>
          <p:nvPr/>
        </p:nvCxnSpPr>
        <p:spPr>
          <a:xfrm>
            <a:off x="6613465" y="6424149"/>
            <a:ext cx="3552845" cy="0"/>
          </a:xfrm>
          <a:prstGeom prst="line">
            <a:avLst/>
          </a:prstGeom>
          <a:ln w="25242">
            <a:solidFill>
              <a:srgbClr val="000000"/>
            </a:solidFill>
          </a:ln>
        </p:spPr>
      </p:cxnSp>
      <p:cxnSp>
        <p:nvCxnSpPr>
          <p:cNvPr id="957" name="positive_loop_3"/>
          <p:cNvCxnSpPr/>
          <p:nvPr/>
        </p:nvCxnSpPr>
        <p:spPr>
          <a:xfrm flipV="1">
            <a:off x="10166310" y="5433391"/>
            <a:ext cx="0" cy="990758"/>
          </a:xfrm>
          <a:prstGeom prst="line">
            <a:avLst/>
          </a:prstGeom>
          <a:ln w="25242">
            <a:solidFill>
              <a:srgbClr val="000000"/>
            </a:solidFill>
            <a:tailEnd type="triangle" w="med" len="med"/>
          </a:ln>
        </p:spPr>
      </p:cxnSp>
      <p:sp>
        <p:nvSpPr>
          <p:cNvPr id="958" name="positive_circle"/>
          <p:cNvSpPr/>
          <p:nvPr/>
        </p:nvSpPr>
        <p:spPr>
          <a:xfrm>
            <a:off x="10040099" y="5673192"/>
            <a:ext cx="239801" cy="239801"/>
          </a:xfrm>
          <a:prstGeom prst="ellipse">
            <a:avLst/>
          </a:prstGeom>
          <a:noFill/>
          <a:ln w="18931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9" name="positive_sign"/>
          <p:cNvSpPr txBox="1"/>
          <p:nvPr/>
        </p:nvSpPr>
        <p:spPr>
          <a:xfrm>
            <a:off x="10040099" y="5654260"/>
            <a:ext cx="239801" cy="239801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9" b="1" i="0">
                <a:solidFill>
                  <a:srgbClr val="000000"/>
                </a:solidFill>
                <a:latin typeface="Liberation Serif"/>
              </a:rPr>
              <a:t>+</a:t>
            </a:r>
          </a:p>
        </p:txBody>
      </p:sp>
      <p:cxnSp>
        <p:nvCxnSpPr>
          <p:cNvPr id="960" name="probability_split_upper_1"/>
          <p:cNvCxnSpPr/>
          <p:nvPr/>
        </p:nvCxnSpPr>
        <p:spPr>
          <a:xfrm flipV="1">
            <a:off x="10488148" y="4701366"/>
            <a:ext cx="372323" cy="732025"/>
          </a:xfrm>
          <a:prstGeom prst="line">
            <a:avLst/>
          </a:prstGeom>
          <a:ln w="31552">
            <a:solidFill>
              <a:srgbClr val="2F5DA8"/>
            </a:solidFill>
          </a:ln>
        </p:spPr>
      </p:cxnSp>
      <p:cxnSp>
        <p:nvCxnSpPr>
          <p:cNvPr id="961" name="probability_split_lower_1"/>
          <p:cNvCxnSpPr/>
          <p:nvPr/>
        </p:nvCxnSpPr>
        <p:spPr>
          <a:xfrm>
            <a:off x="10488148" y="5433391"/>
            <a:ext cx="372323" cy="725714"/>
          </a:xfrm>
          <a:prstGeom prst="line">
            <a:avLst/>
          </a:prstGeom>
          <a:ln w="31552">
            <a:solidFill>
              <a:srgbClr val="2F5DA8"/>
            </a:solidFill>
          </a:ln>
        </p:spPr>
      </p:cxnSp>
      <p:cxnSp>
        <p:nvCxnSpPr>
          <p:cNvPr id="962" name="probability_split_middle_1"/>
          <p:cNvCxnSpPr/>
          <p:nvPr/>
        </p:nvCxnSpPr>
        <p:spPr>
          <a:xfrm flipV="1">
            <a:off x="10488148" y="5187279"/>
            <a:ext cx="372323" cy="246112"/>
          </a:xfrm>
          <a:prstGeom prst="line">
            <a:avLst/>
          </a:prstGeom>
          <a:ln w="31552">
            <a:solidFill>
              <a:srgbClr val="2F5DA8"/>
            </a:solidFill>
          </a:ln>
        </p:spPr>
      </p:cxnSp>
      <p:sp>
        <p:nvSpPr>
          <p:cNvPr id="963" name="probability_60"/>
          <p:cNvSpPr txBox="1"/>
          <p:nvPr/>
        </p:nvSpPr>
        <p:spPr>
          <a:xfrm rot="18180000">
            <a:off x="10526012" y="4682434"/>
            <a:ext cx="492224" cy="315528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0000"/>
                </a:solidFill>
                <a:latin typeface="Liberation Serif"/>
              </a:rPr>
              <a:t>60%</a:t>
            </a:r>
          </a:p>
        </p:txBody>
      </p:sp>
      <p:sp>
        <p:nvSpPr>
          <p:cNvPr id="964" name="probability_10"/>
          <p:cNvSpPr txBox="1"/>
          <p:nvPr/>
        </p:nvSpPr>
        <p:spPr>
          <a:xfrm rot="3420000">
            <a:off x="10519701" y="5824645"/>
            <a:ext cx="492224" cy="315528"/>
          </a:xfrm>
          <a:prstGeom prst="rect">
            <a:avLst/>
          </a:prstGeom>
          <a:noFill/>
          <a:ln>
            <a:noFill/>
          </a:ln>
        </p:spPr>
        <p:txBody>
          <a:bodyPr wrap="square" lIns="6311" rIns="6311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0000"/>
                </a:solidFill>
                <a:latin typeface="Liberation Serif"/>
              </a:rPr>
              <a:t>10%</a:t>
            </a:r>
          </a:p>
        </p:txBody>
      </p:sp>
      <p:sp>
        <p:nvSpPr>
          <p:cNvPr id="965" name="probability_dot_0"/>
          <p:cNvSpPr/>
          <p:nvPr/>
        </p:nvSpPr>
        <p:spPr>
          <a:xfrm>
            <a:off x="10702707" y="5130484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6" name="probability_dot_1"/>
          <p:cNvSpPr/>
          <p:nvPr/>
        </p:nvSpPr>
        <p:spPr>
          <a:xfrm>
            <a:off x="10702707" y="5509118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probability_dot_2"/>
          <p:cNvSpPr/>
          <p:nvPr/>
        </p:nvSpPr>
        <p:spPr>
          <a:xfrm>
            <a:off x="10961440" y="5130484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8" name="probability_dot_3"/>
          <p:cNvSpPr/>
          <p:nvPr/>
        </p:nvSpPr>
        <p:spPr>
          <a:xfrm>
            <a:off x="10961440" y="5509118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9" name="probability_dot_4"/>
          <p:cNvSpPr/>
          <p:nvPr/>
        </p:nvSpPr>
        <p:spPr>
          <a:xfrm>
            <a:off x="11220173" y="5130484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probability_dot_5"/>
          <p:cNvSpPr/>
          <p:nvPr/>
        </p:nvSpPr>
        <p:spPr>
          <a:xfrm>
            <a:off x="11220173" y="5509118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probability_dot_6"/>
          <p:cNvSpPr/>
          <p:nvPr/>
        </p:nvSpPr>
        <p:spPr>
          <a:xfrm>
            <a:off x="11478906" y="5130484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2" name="probability_dot_7"/>
          <p:cNvSpPr/>
          <p:nvPr/>
        </p:nvSpPr>
        <p:spPr>
          <a:xfrm>
            <a:off x="11478906" y="5509118"/>
            <a:ext cx="63106" cy="63106"/>
          </a:xfrm>
          <a:prstGeom prst="ellipse">
            <a:avLst/>
          </a:prstGeom>
          <a:solidFill>
            <a:srgbClr val="79AC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3" name="probability_column"/>
          <p:cNvSpPr/>
          <p:nvPr/>
        </p:nvSpPr>
        <p:spPr>
          <a:xfrm>
            <a:off x="10860471" y="4423702"/>
            <a:ext cx="574261" cy="1987826"/>
          </a:xfrm>
          <a:prstGeom prst="roundRect">
            <a:avLst>
              <a:gd name="adj" fmla="val 17582"/>
            </a:avLst>
          </a:prstGeom>
          <a:solidFill>
            <a:srgbClr val="EAE1D0"/>
          </a:solidFill>
          <a:ln w="25242">
            <a:solidFill>
              <a:srgbClr val="2F5D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probability_box_0"/>
          <p:cNvSpPr/>
          <p:nvPr/>
        </p:nvSpPr>
        <p:spPr>
          <a:xfrm>
            <a:off x="10980372" y="4505739"/>
            <a:ext cx="334460" cy="391255"/>
          </a:xfrm>
          <a:prstGeom prst="rect">
            <a:avLst/>
          </a:prstGeom>
          <a:noFill/>
          <a:ln w="25242">
            <a:solidFill>
              <a:srgbClr val="2F5D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probability_main_node_0"/>
          <p:cNvSpPr/>
          <p:nvPr/>
        </p:nvSpPr>
        <p:spPr>
          <a:xfrm>
            <a:off x="11081341" y="4613018"/>
            <a:ext cx="157764" cy="157764"/>
          </a:xfrm>
          <a:prstGeom prst="ellipse">
            <a:avLst/>
          </a:prstGeom>
          <a:solidFill>
            <a:srgbClr val="52B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6" name="probability_box_1"/>
          <p:cNvSpPr/>
          <p:nvPr/>
        </p:nvSpPr>
        <p:spPr>
          <a:xfrm>
            <a:off x="10980372" y="4928546"/>
            <a:ext cx="334460" cy="391255"/>
          </a:xfrm>
          <a:prstGeom prst="rect">
            <a:avLst/>
          </a:prstGeom>
          <a:noFill/>
          <a:ln w="25242">
            <a:solidFill>
              <a:srgbClr val="2F5D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7" name="probability_main_node_1"/>
          <p:cNvSpPr/>
          <p:nvPr/>
        </p:nvSpPr>
        <p:spPr>
          <a:xfrm>
            <a:off x="11081341" y="5035826"/>
            <a:ext cx="157764" cy="157764"/>
          </a:xfrm>
          <a:prstGeom prst="ellipse">
            <a:avLst/>
          </a:prstGeom>
          <a:solidFill>
            <a:srgbClr val="3197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8" name="probability_box_2"/>
          <p:cNvSpPr/>
          <p:nvPr/>
        </p:nvSpPr>
        <p:spPr>
          <a:xfrm>
            <a:off x="10980372" y="5950857"/>
            <a:ext cx="334460" cy="391255"/>
          </a:xfrm>
          <a:prstGeom prst="rect">
            <a:avLst/>
          </a:prstGeom>
          <a:noFill/>
          <a:ln w="25242">
            <a:solidFill>
              <a:srgbClr val="2F5D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9" name="probability_main_node_2"/>
          <p:cNvSpPr/>
          <p:nvPr/>
        </p:nvSpPr>
        <p:spPr>
          <a:xfrm>
            <a:off x="11081341" y="6058136"/>
            <a:ext cx="157764" cy="157764"/>
          </a:xfrm>
          <a:prstGeom prst="ellipse">
            <a:avLst/>
          </a:prstGeom>
          <a:solidFill>
            <a:srgbClr val="A8D9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0" name="probability_small_node_0"/>
          <p:cNvSpPr/>
          <p:nvPr/>
        </p:nvSpPr>
        <p:spPr>
          <a:xfrm>
            <a:off x="11119204" y="5338732"/>
            <a:ext cx="69416" cy="69416"/>
          </a:xfrm>
          <a:prstGeom prst="ellipse">
            <a:avLst/>
          </a:prstGeom>
          <a:solidFill>
            <a:srgbClr val="58B7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1" name="probability_small_node_1"/>
          <p:cNvSpPr/>
          <p:nvPr/>
        </p:nvSpPr>
        <p:spPr>
          <a:xfrm>
            <a:off x="11119204" y="5433391"/>
            <a:ext cx="69416" cy="69416"/>
          </a:xfrm>
          <a:prstGeom prst="ellipse">
            <a:avLst/>
          </a:prstGeom>
          <a:solidFill>
            <a:srgbClr val="58B7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2" name="probability_small_node_2"/>
          <p:cNvSpPr/>
          <p:nvPr/>
        </p:nvSpPr>
        <p:spPr>
          <a:xfrm>
            <a:off x="11119204" y="5528049"/>
            <a:ext cx="69416" cy="69416"/>
          </a:xfrm>
          <a:prstGeom prst="ellipse">
            <a:avLst/>
          </a:prstGeom>
          <a:solidFill>
            <a:srgbClr val="58B7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3" name="probability_small_node_3"/>
          <p:cNvSpPr/>
          <p:nvPr/>
        </p:nvSpPr>
        <p:spPr>
          <a:xfrm>
            <a:off x="11119204" y="5622708"/>
            <a:ext cx="69416" cy="69416"/>
          </a:xfrm>
          <a:prstGeom prst="ellipse">
            <a:avLst/>
          </a:prstGeom>
          <a:solidFill>
            <a:srgbClr val="58B7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probability_small_node_4"/>
          <p:cNvSpPr/>
          <p:nvPr/>
        </p:nvSpPr>
        <p:spPr>
          <a:xfrm>
            <a:off x="11119204" y="5717366"/>
            <a:ext cx="69416" cy="69416"/>
          </a:xfrm>
          <a:prstGeom prst="ellipse">
            <a:avLst/>
          </a:prstGeom>
          <a:solidFill>
            <a:srgbClr val="58B7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85" name="prob_output_top_1"/>
          <p:cNvCxnSpPr/>
          <p:nvPr/>
        </p:nvCxnSpPr>
        <p:spPr>
          <a:xfrm>
            <a:off x="11434732" y="4676124"/>
            <a:ext cx="277665" cy="0"/>
          </a:xfrm>
          <a:prstGeom prst="line">
            <a:avLst/>
          </a:prstGeom>
          <a:ln w="31552">
            <a:solidFill>
              <a:srgbClr val="2F5DA8"/>
            </a:solidFill>
            <a:tailEnd type="triangle" w="med" len="med"/>
          </a:ln>
        </p:spPr>
      </p:cxnSp>
      <p:cxnSp>
        <p:nvCxnSpPr>
          <p:cNvPr id="986" name="prob_output_mid_1"/>
          <p:cNvCxnSpPr/>
          <p:nvPr/>
        </p:nvCxnSpPr>
        <p:spPr>
          <a:xfrm>
            <a:off x="11434732" y="5098931"/>
            <a:ext cx="277665" cy="0"/>
          </a:xfrm>
          <a:prstGeom prst="line">
            <a:avLst/>
          </a:prstGeom>
          <a:ln w="31552">
            <a:solidFill>
              <a:srgbClr val="2F5DA8"/>
            </a:solidFill>
            <a:tailEnd type="triangle" w="med" len="med"/>
          </a:ln>
        </p:spPr>
      </p:cxnSp>
      <p:cxnSp>
        <p:nvCxnSpPr>
          <p:cNvPr id="987" name="prob_output_bottom_1"/>
          <p:cNvCxnSpPr/>
          <p:nvPr/>
        </p:nvCxnSpPr>
        <p:spPr>
          <a:xfrm>
            <a:off x="11434732" y="6133863"/>
            <a:ext cx="277665" cy="0"/>
          </a:xfrm>
          <a:prstGeom prst="line">
            <a:avLst/>
          </a:prstGeom>
          <a:ln w="31552">
            <a:solidFill>
              <a:srgbClr val="2F5DA8"/>
            </a:solidFill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iffLiG Diffusion-enhanced Liquid Graph with Attention Propagation for Grid-to-Station Precipitation Correc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848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