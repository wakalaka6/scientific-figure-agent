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4362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abling Instructional Image Editing with In-Context Generation in Large Scale Diffusion Transforme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436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436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In-context Editing Framework based on T2I DiT</dc:title>
  <dc:subject>Recreated reference diagram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