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7320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918" y="110361"/>
            <a:ext cx="10464862" cy="2479886"/>
          </a:xfrm>
          <a:prstGeom prst="roundRect">
            <a:avLst>
              <a:gd name="adj" fmla="val 5235"/>
            </a:avLst>
          </a:prstGeom>
          <a:solidFill>
            <a:srgbClr val="EEF6FB"/>
          </a:solidFill>
          <a:ln w="13716">
            <a:solidFill>
              <a:srgbClr val="91D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01191" y="110361"/>
            <a:ext cx="1545060" cy="4291113"/>
          </a:xfrm>
          <a:prstGeom prst="roundRect">
            <a:avLst>
              <a:gd name="adj" fmla="val 5882"/>
            </a:avLst>
          </a:prstGeom>
          <a:solidFill>
            <a:srgbClr val="F5F5F5"/>
          </a:solidFill>
          <a:ln w="13716">
            <a:solidFill>
              <a:srgbClr val="A9A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426" y="2629199"/>
            <a:ext cx="4356031" cy="4102849"/>
          </a:xfrm>
          <a:prstGeom prst="roundRect">
            <a:avLst>
              <a:gd name="adj" fmla="val 2531"/>
            </a:avLst>
          </a:prstGeom>
          <a:solidFill>
            <a:srgbClr val="EEF6E8"/>
          </a:solidFill>
          <a:ln w="13716">
            <a:solidFill>
              <a:srgbClr val="B7D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66393" y="2629199"/>
            <a:ext cx="6063388" cy="1772275"/>
          </a:xfrm>
          <a:prstGeom prst="roundRect">
            <a:avLst>
              <a:gd name="adj" fmla="val 4395"/>
            </a:avLst>
          </a:prstGeom>
          <a:solidFill>
            <a:srgbClr val="FFFFFF"/>
          </a:solidFill>
          <a:ln w="20574">
            <a:solidFill>
              <a:srgbClr val="11111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66393" y="4472884"/>
            <a:ext cx="7679859" cy="2259163"/>
          </a:xfrm>
          <a:prstGeom prst="roundRect">
            <a:avLst>
              <a:gd name="adj" fmla="val 4597"/>
            </a:avLst>
          </a:prstGeom>
          <a:solidFill>
            <a:srgbClr val="FFF3E8"/>
          </a:solidFill>
          <a:ln w="13716">
            <a:solidFill>
              <a:srgbClr val="EDC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885" y="149312"/>
            <a:ext cx="272657" cy="2207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11111"/>
                </a:solidFill>
                <a:latin typeface="Arial"/>
              </a:rPr>
              <a:t>(a)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11836" y="2661658"/>
            <a:ext cx="272657" cy="2207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11111"/>
                </a:solidFill>
                <a:latin typeface="Arial"/>
              </a:rPr>
              <a:t>(b)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885" y="2661658"/>
            <a:ext cx="272657" cy="2207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11111"/>
                </a:solidFill>
                <a:latin typeface="Arial"/>
              </a:rPr>
              <a:t>(c)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1836" y="4511836"/>
            <a:ext cx="272657" cy="2207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11111"/>
                </a:solidFill>
                <a:latin typeface="Arial"/>
              </a:rPr>
              <a:t>(d)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1771" y="655676"/>
            <a:ext cx="1726832" cy="1330829"/>
          </a:xfrm>
          <a:prstGeom prst="roundRect">
            <a:avLst>
              <a:gd name="adj" fmla="val 10731"/>
            </a:avLst>
          </a:prstGeom>
          <a:solidFill>
            <a:srgbClr val="FBFBFB"/>
          </a:solidFill>
          <a:ln w="13716">
            <a:solidFill>
              <a:srgbClr val="8B8B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rallelogram 11"/>
          <p:cNvSpPr/>
          <p:nvPr/>
        </p:nvSpPr>
        <p:spPr>
          <a:xfrm>
            <a:off x="324592" y="772530"/>
            <a:ext cx="441445" cy="1019220"/>
          </a:xfrm>
          <a:prstGeom prst="parallelogram">
            <a:avLst/>
          </a:prstGeom>
          <a:solidFill>
            <a:srgbClr val="101215"/>
          </a:solidFill>
          <a:ln w="8890">
            <a:solidFill>
              <a:srgbClr val="17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573045" y="1097526"/>
            <a:ext cx="114854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81521" y="1328221"/>
            <a:ext cx="132882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83435" y="1348594"/>
            <a:ext cx="114447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46485" y="1697573"/>
            <a:ext cx="45567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77812" y="1151816"/>
            <a:ext cx="59093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13036" y="1449071"/>
            <a:ext cx="34450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21269" y="915248"/>
            <a:ext cx="75078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94794" y="1052978"/>
            <a:ext cx="120244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82452" y="1314641"/>
            <a:ext cx="127522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52458" y="1561061"/>
            <a:ext cx="61645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09189" y="1567634"/>
            <a:ext cx="48414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88970" y="1709359"/>
            <a:ext cx="38386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26489" y="1040194"/>
            <a:ext cx="87614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66935" y="926513"/>
            <a:ext cx="47168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59763" y="1182323"/>
            <a:ext cx="36171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88583" y="828734"/>
            <a:ext cx="158015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04646" y="944889"/>
            <a:ext cx="133440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37076" y="1141182"/>
            <a:ext cx="85926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12844" y="1323938"/>
            <a:ext cx="136233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01620" y="924132"/>
            <a:ext cx="102725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606665" y="1704989"/>
            <a:ext cx="105288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33851" y="1365417"/>
            <a:ext cx="80252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83513" y="1088488"/>
            <a:ext cx="176578" cy="509610"/>
          </a:xfrm>
          <a:prstGeom prst="ellipse">
            <a:avLst/>
          </a:prstGeom>
          <a:solidFill>
            <a:srgbClr val="101215"/>
          </a:solidFill>
          <a:ln w="6858">
            <a:solidFill>
              <a:srgbClr val="5B1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arallelogram 35"/>
          <p:cNvSpPr/>
          <p:nvPr/>
        </p:nvSpPr>
        <p:spPr>
          <a:xfrm>
            <a:off x="889383" y="733579"/>
            <a:ext cx="434953" cy="967285"/>
          </a:xfrm>
          <a:prstGeom prst="parallelogram">
            <a:avLst/>
          </a:prstGeom>
          <a:solidFill>
            <a:srgbClr val="777777"/>
          </a:solidFill>
          <a:ln w="8890">
            <a:solidFill>
              <a:srgbClr val="17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1088950" y="1546764"/>
            <a:ext cx="173095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056273" y="791104"/>
            <a:ext cx="66431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047468" y="1127880"/>
            <a:ext cx="89139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67560" y="1452483"/>
            <a:ext cx="177059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236053" y="1189196"/>
            <a:ext cx="36349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064684" y="907922"/>
            <a:ext cx="112020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126028" y="1496023"/>
            <a:ext cx="50626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157001" y="1073812"/>
            <a:ext cx="115401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16679" y="1191848"/>
            <a:ext cx="104486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245730" y="984662"/>
            <a:ext cx="26672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098739" y="1389811"/>
            <a:ext cx="55897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76872" y="1512174"/>
            <a:ext cx="186257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114985" y="791281"/>
            <a:ext cx="145319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044556" y="1565084"/>
            <a:ext cx="104833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012125" y="1097888"/>
            <a:ext cx="53644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980551" y="1027252"/>
            <a:ext cx="110521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15348" y="1121877"/>
            <a:ext cx="164504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993135" y="1613874"/>
            <a:ext cx="42178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38316" y="1195963"/>
            <a:ext cx="140898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122276" y="1234999"/>
            <a:ext cx="150126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96602" y="1379247"/>
            <a:ext cx="106405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238478" y="1152974"/>
            <a:ext cx="33924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1045966" y="1033437"/>
            <a:ext cx="173981" cy="483642"/>
          </a:xfrm>
          <a:prstGeom prst="ellipse">
            <a:avLst/>
          </a:prstGeom>
          <a:solidFill>
            <a:srgbClr val="777777"/>
          </a:solidFill>
          <a:ln w="6858">
            <a:solidFill>
              <a:srgbClr val="5B1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Parallelogram 59"/>
          <p:cNvSpPr/>
          <p:nvPr/>
        </p:nvSpPr>
        <p:spPr>
          <a:xfrm>
            <a:off x="1350304" y="772530"/>
            <a:ext cx="428462" cy="1019220"/>
          </a:xfrm>
          <a:prstGeom prst="parallelogram">
            <a:avLst/>
          </a:prstGeom>
          <a:solidFill>
            <a:srgbClr val="181A1C"/>
          </a:solidFill>
          <a:ln w="8890">
            <a:solidFill>
              <a:srgbClr val="17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V="1">
            <a:off x="1556195" y="1586231"/>
            <a:ext cx="153902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662065" y="856619"/>
            <a:ext cx="37177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577541" y="1015975"/>
            <a:ext cx="60023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620650" y="1608375"/>
            <a:ext cx="106182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476167" y="1180502"/>
            <a:ext cx="169306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574570" y="1708115"/>
            <a:ext cx="152262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423348" y="1139728"/>
            <a:ext cx="188097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419273" y="1504893"/>
            <a:ext cx="182731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643315" y="1698113"/>
            <a:ext cx="83517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675078" y="939128"/>
            <a:ext cx="51754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534338" y="1707975"/>
            <a:ext cx="55286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488130" y="870350"/>
            <a:ext cx="71043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682410" y="1451810"/>
            <a:ext cx="44422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586513" y="1374149"/>
            <a:ext cx="98634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697126" y="1691015"/>
            <a:ext cx="29706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416195" y="941197"/>
            <a:ext cx="79315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552710" y="1472347"/>
            <a:ext cx="154812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600474" y="1628229"/>
            <a:ext cx="126358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559300" y="1223989"/>
            <a:ext cx="52801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574173" y="1325907"/>
            <a:ext cx="152659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463170" y="1685406"/>
            <a:ext cx="45118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461001" y="970586"/>
            <a:ext cx="94615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1504551" y="1088488"/>
            <a:ext cx="171384" cy="509610"/>
          </a:xfrm>
          <a:prstGeom prst="ellipse">
            <a:avLst/>
          </a:prstGeom>
          <a:solidFill>
            <a:srgbClr val="181A1C"/>
          </a:solidFill>
          <a:ln w="6858">
            <a:solidFill>
              <a:srgbClr val="5B1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32331" y="1986506"/>
            <a:ext cx="194755" cy="18177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88" b="0" i="1">
                <a:solidFill>
                  <a:srgbClr val="111111"/>
                </a:solidFill>
                <a:latin typeface="DejaVu Serif"/>
              </a:rPr>
              <a:t>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668405" y="2174769"/>
            <a:ext cx="181771" cy="18177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34" b="0" i="0">
                <a:solidFill>
                  <a:srgbClr val="111111"/>
                </a:solidFill>
                <a:latin typeface="DejaVu Serif"/>
              </a:rPr>
              <a:t>H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1058171" y="1707356"/>
            <a:ext cx="0" cy="201248"/>
          </a:xfrm>
          <a:prstGeom prst="line">
            <a:avLst/>
          </a:prstGeom>
          <a:ln w="1371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58171" y="1908604"/>
            <a:ext cx="389511" cy="0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551552" y="1791750"/>
            <a:ext cx="0" cy="214231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Oval 88"/>
          <p:cNvSpPr/>
          <p:nvPr/>
        </p:nvSpPr>
        <p:spPr>
          <a:xfrm>
            <a:off x="1454174" y="2018965"/>
            <a:ext cx="194755" cy="194755"/>
          </a:xfrm>
          <a:prstGeom prst="ellipse">
            <a:avLst/>
          </a:prstGeom>
          <a:solidFill>
            <a:srgbClr val="FFFFFF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454174" y="2018965"/>
            <a:ext cx="194755" cy="194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2" b="0" i="0">
                <a:solidFill>
                  <a:srgbClr val="111111"/>
                </a:solidFill>
                <a:latin typeface="DejaVu Serif"/>
              </a:rPr>
              <a:t>·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1551552" y="2213721"/>
            <a:ext cx="0" cy="227214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51807" y="1798242"/>
            <a:ext cx="0" cy="655677"/>
          </a:xfrm>
          <a:prstGeom prst="line">
            <a:avLst/>
          </a:prstGeom>
          <a:ln w="1371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51807" y="2453919"/>
            <a:ext cx="2901857" cy="0"/>
          </a:xfrm>
          <a:prstGeom prst="line">
            <a:avLst/>
          </a:prstGeom>
          <a:ln w="1371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3453664" y="2259163"/>
            <a:ext cx="0" cy="194756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610233" y="2207229"/>
            <a:ext cx="227214" cy="1882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34" b="0" i="1">
                <a:solidFill>
                  <a:srgbClr val="111111"/>
                </a:solidFill>
                <a:latin typeface="DejaVu Serif"/>
              </a:rPr>
              <a:t>y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908604" y="1278894"/>
            <a:ext cx="344068" cy="0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ounded Rectangle 96"/>
          <p:cNvSpPr/>
          <p:nvPr/>
        </p:nvSpPr>
        <p:spPr>
          <a:xfrm>
            <a:off x="2291623" y="649185"/>
            <a:ext cx="246690" cy="1291878"/>
          </a:xfrm>
          <a:prstGeom prst="roundRect">
            <a:avLst>
              <a:gd name="adj" fmla="val 18421"/>
            </a:avLst>
          </a:prstGeom>
          <a:solidFill>
            <a:srgbClr val="F7FBFD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 rot="5400000">
            <a:off x="1772275" y="1175024"/>
            <a:ext cx="1278894" cy="23370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80" b="0" i="0">
                <a:solidFill>
                  <a:srgbClr val="111111"/>
                </a:solidFill>
                <a:latin typeface="Arial"/>
              </a:rPr>
              <a:t>Initialization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700609" y="649185"/>
            <a:ext cx="2129326" cy="1317845"/>
          </a:xfrm>
          <a:prstGeom prst="roundRect">
            <a:avLst>
              <a:gd name="adj" fmla="val 17241"/>
            </a:avLst>
          </a:prstGeom>
          <a:solidFill>
            <a:srgbClr val="FB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3090120" y="766038"/>
            <a:ext cx="727087" cy="389511"/>
          </a:xfrm>
          <a:prstGeom prst="roundRect">
            <a:avLst>
              <a:gd name="adj" fmla="val 16666"/>
            </a:avLst>
          </a:prstGeom>
          <a:solidFill>
            <a:srgbClr val="BDE9F7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90120" y="766038"/>
            <a:ext cx="727087" cy="3895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2" b="0" i="0">
                <a:solidFill>
                  <a:srgbClr val="111111"/>
                </a:solidFill>
                <a:latin typeface="DejaVu Serif"/>
              </a:rPr>
              <a:t>ε(·)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090120" y="1408731"/>
            <a:ext cx="811481" cy="389511"/>
          </a:xfrm>
          <a:prstGeom prst="roundRect">
            <a:avLst>
              <a:gd name="adj" fmla="val 16666"/>
            </a:avLst>
          </a:prstGeom>
          <a:solidFill>
            <a:srgbClr val="FFF7D8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90120" y="1408731"/>
            <a:ext cx="811481" cy="3895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0" i="0">
                <a:solidFill>
                  <a:srgbClr val="111111"/>
                </a:solidFill>
                <a:latin typeface="DejaVu Serif"/>
              </a:rPr>
              <a:t>proj(·)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985996" y="1408731"/>
            <a:ext cx="772530" cy="389511"/>
          </a:xfrm>
          <a:prstGeom prst="roundRect">
            <a:avLst>
              <a:gd name="adj" fmla="val 16666"/>
            </a:avLst>
          </a:prstGeom>
          <a:solidFill>
            <a:srgbClr val="DFF1D3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985996" y="1408731"/>
            <a:ext cx="772530" cy="3895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88" b="0" i="0">
                <a:solidFill>
                  <a:srgbClr val="111111"/>
                </a:solidFill>
                <a:latin typeface="DejaVu Serif"/>
              </a:rPr>
              <a:t>proxᴿ(·)</a:t>
            </a:r>
          </a:p>
        </p:txBody>
      </p:sp>
      <p:cxnSp>
        <p:nvCxnSpPr>
          <p:cNvPr id="106" name="Connector 105"/>
          <p:cNvCxnSpPr/>
          <p:nvPr/>
        </p:nvCxnSpPr>
        <p:spPr>
          <a:xfrm flipV="1">
            <a:off x="2830446" y="960793"/>
            <a:ext cx="0" cy="642694"/>
          </a:xfrm>
          <a:prstGeom prst="line">
            <a:avLst/>
          </a:prstGeom>
          <a:ln w="1371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2830446" y="960793"/>
            <a:ext cx="259674" cy="0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3453664" y="1155549"/>
            <a:ext cx="0" cy="253182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3453664" y="1175024"/>
            <a:ext cx="357051" cy="1558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26" b="0" i="0">
                <a:solidFill>
                  <a:srgbClr val="111111"/>
                </a:solidFill>
                <a:latin typeface="DejaVu Serif"/>
              </a:rPr>
              <a:t>Σ(1)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3817208" y="960793"/>
            <a:ext cx="564791" cy="0"/>
          </a:xfrm>
          <a:prstGeom prst="line">
            <a:avLst/>
          </a:prstGeom>
          <a:ln w="1371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4381999" y="960793"/>
            <a:ext cx="0" cy="447938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4440425" y="993253"/>
            <a:ext cx="376527" cy="175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80" b="0" i="1">
                <a:solidFill>
                  <a:srgbClr val="111111"/>
                </a:solidFill>
                <a:latin typeface="DejaVu Serif"/>
              </a:rPr>
              <a:t>w(1)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3901602" y="1603487"/>
            <a:ext cx="84394" cy="0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4732558" y="1674897"/>
            <a:ext cx="376527" cy="175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6" b="0" i="1">
                <a:solidFill>
                  <a:srgbClr val="111111"/>
                </a:solidFill>
                <a:latin typeface="DejaVu Serif"/>
              </a:rPr>
              <a:t>z⁽¹⁾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3453664" y="201247"/>
            <a:ext cx="0" cy="564791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3525074" y="292133"/>
            <a:ext cx="194755" cy="18177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34" b="0" i="1">
                <a:solidFill>
                  <a:srgbClr val="111111"/>
                </a:solidFill>
                <a:latin typeface="DejaVu Serif"/>
              </a:rPr>
              <a:t>y</a:t>
            </a:r>
          </a:p>
        </p:txBody>
      </p:sp>
      <p:cxnSp>
        <p:nvCxnSpPr>
          <p:cNvPr id="117" name="Connector 116"/>
          <p:cNvCxnSpPr/>
          <p:nvPr/>
        </p:nvCxnSpPr>
        <p:spPr>
          <a:xfrm flipV="1">
            <a:off x="3453664" y="1798242"/>
            <a:ext cx="0" cy="655677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3551042" y="2187753"/>
            <a:ext cx="519348" cy="18177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2" b="0" i="0">
                <a:solidFill>
                  <a:srgbClr val="111111"/>
                </a:solidFill>
                <a:latin typeface="DejaVu Serif"/>
              </a:rPr>
              <a:t>(y, H)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4953281" y="649185"/>
            <a:ext cx="2129326" cy="1317845"/>
          </a:xfrm>
          <a:prstGeom prst="roundRect">
            <a:avLst>
              <a:gd name="adj" fmla="val 17241"/>
            </a:avLst>
          </a:prstGeom>
          <a:solidFill>
            <a:srgbClr val="FB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5342792" y="766038"/>
            <a:ext cx="727087" cy="389511"/>
          </a:xfrm>
          <a:prstGeom prst="roundRect">
            <a:avLst>
              <a:gd name="adj" fmla="val 16666"/>
            </a:avLst>
          </a:prstGeom>
          <a:solidFill>
            <a:srgbClr val="BDE9F7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342792" y="766038"/>
            <a:ext cx="727087" cy="3895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2" b="0" i="0">
                <a:solidFill>
                  <a:srgbClr val="111111"/>
                </a:solidFill>
                <a:latin typeface="DejaVu Serif"/>
              </a:rPr>
              <a:t>ε(·)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5342792" y="1408731"/>
            <a:ext cx="811481" cy="389511"/>
          </a:xfrm>
          <a:prstGeom prst="roundRect">
            <a:avLst>
              <a:gd name="adj" fmla="val 16666"/>
            </a:avLst>
          </a:prstGeom>
          <a:solidFill>
            <a:srgbClr val="FFF7D8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342792" y="1408731"/>
            <a:ext cx="811481" cy="3895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0" i="0">
                <a:solidFill>
                  <a:srgbClr val="111111"/>
                </a:solidFill>
                <a:latin typeface="DejaVu Serif"/>
              </a:rPr>
              <a:t>proj(·)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6238668" y="1408731"/>
            <a:ext cx="772530" cy="389511"/>
          </a:xfrm>
          <a:prstGeom prst="roundRect">
            <a:avLst>
              <a:gd name="adj" fmla="val 16666"/>
            </a:avLst>
          </a:prstGeom>
          <a:solidFill>
            <a:srgbClr val="DFF1D3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238668" y="1408731"/>
            <a:ext cx="772530" cy="3895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88" b="0" i="0">
                <a:solidFill>
                  <a:srgbClr val="111111"/>
                </a:solidFill>
                <a:latin typeface="DejaVu Serif"/>
              </a:rPr>
              <a:t>proxᴿ(·)</a:t>
            </a:r>
          </a:p>
        </p:txBody>
      </p:sp>
      <p:cxnSp>
        <p:nvCxnSpPr>
          <p:cNvPr id="126" name="Connector 125"/>
          <p:cNvCxnSpPr/>
          <p:nvPr/>
        </p:nvCxnSpPr>
        <p:spPr>
          <a:xfrm flipV="1">
            <a:off x="5083118" y="960793"/>
            <a:ext cx="0" cy="642694"/>
          </a:xfrm>
          <a:prstGeom prst="line">
            <a:avLst/>
          </a:prstGeom>
          <a:ln w="1371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5083118" y="960793"/>
            <a:ext cx="259674" cy="0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5706336" y="1155549"/>
            <a:ext cx="0" cy="253182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5706336" y="1175024"/>
            <a:ext cx="357051" cy="1558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26" b="0" i="0">
                <a:solidFill>
                  <a:srgbClr val="111111"/>
                </a:solidFill>
                <a:latin typeface="DejaVu Serif"/>
              </a:rPr>
              <a:t>Σ(2)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6069880" y="960793"/>
            <a:ext cx="564791" cy="0"/>
          </a:xfrm>
          <a:prstGeom prst="line">
            <a:avLst/>
          </a:prstGeom>
          <a:ln w="1371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6634671" y="960793"/>
            <a:ext cx="0" cy="447938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6693097" y="993253"/>
            <a:ext cx="376527" cy="175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80" b="0" i="1">
                <a:solidFill>
                  <a:srgbClr val="111111"/>
                </a:solidFill>
                <a:latin typeface="DejaVu Serif"/>
              </a:rPr>
              <a:t>w(2)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6154274" y="1603487"/>
            <a:ext cx="84394" cy="0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6985231" y="1674897"/>
            <a:ext cx="376527" cy="175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6" b="0" i="1">
                <a:solidFill>
                  <a:srgbClr val="111111"/>
                </a:solidFill>
                <a:latin typeface="DejaVu Serif"/>
              </a:rPr>
              <a:t>z⁽²⁾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5706336" y="201247"/>
            <a:ext cx="0" cy="564791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5777746" y="292133"/>
            <a:ext cx="194755" cy="18177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34" b="0" i="1">
                <a:solidFill>
                  <a:srgbClr val="111111"/>
                </a:solidFill>
                <a:latin typeface="DejaVu Serif"/>
              </a:rPr>
              <a:t>y</a:t>
            </a:r>
          </a:p>
        </p:txBody>
      </p:sp>
      <p:cxnSp>
        <p:nvCxnSpPr>
          <p:cNvPr id="137" name="Connector 136"/>
          <p:cNvCxnSpPr/>
          <p:nvPr/>
        </p:nvCxnSpPr>
        <p:spPr>
          <a:xfrm flipV="1">
            <a:off x="5706336" y="1798242"/>
            <a:ext cx="0" cy="655677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5803714" y="2187753"/>
            <a:ext cx="519348" cy="18177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2" b="0" i="0">
                <a:solidFill>
                  <a:srgbClr val="111111"/>
                </a:solidFill>
                <a:latin typeface="DejaVu Serif"/>
              </a:rPr>
              <a:t>(y, H)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446152" y="649185"/>
            <a:ext cx="2129326" cy="1317845"/>
          </a:xfrm>
          <a:prstGeom prst="roundRect">
            <a:avLst>
              <a:gd name="adj" fmla="val 17241"/>
            </a:avLst>
          </a:prstGeom>
          <a:solidFill>
            <a:srgbClr val="FB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7835663" y="766038"/>
            <a:ext cx="727087" cy="389511"/>
          </a:xfrm>
          <a:prstGeom prst="roundRect">
            <a:avLst>
              <a:gd name="adj" fmla="val 16666"/>
            </a:avLst>
          </a:prstGeom>
          <a:solidFill>
            <a:srgbClr val="BDE9F7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835663" y="766038"/>
            <a:ext cx="727087" cy="3895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2" b="0" i="0">
                <a:solidFill>
                  <a:srgbClr val="111111"/>
                </a:solidFill>
                <a:latin typeface="DejaVu Serif"/>
              </a:rPr>
              <a:t>ε(·)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7835663" y="1408731"/>
            <a:ext cx="811481" cy="389511"/>
          </a:xfrm>
          <a:prstGeom prst="roundRect">
            <a:avLst>
              <a:gd name="adj" fmla="val 16666"/>
            </a:avLst>
          </a:prstGeom>
          <a:solidFill>
            <a:srgbClr val="FFF7D8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835663" y="1408731"/>
            <a:ext cx="811481" cy="3895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0" i="0">
                <a:solidFill>
                  <a:srgbClr val="111111"/>
                </a:solidFill>
                <a:latin typeface="DejaVu Serif"/>
              </a:rPr>
              <a:t>proj(·)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8731538" y="1408731"/>
            <a:ext cx="772530" cy="389511"/>
          </a:xfrm>
          <a:prstGeom prst="roundRect">
            <a:avLst>
              <a:gd name="adj" fmla="val 16666"/>
            </a:avLst>
          </a:prstGeom>
          <a:solidFill>
            <a:srgbClr val="DFF1D3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8731538" y="1408731"/>
            <a:ext cx="772530" cy="3895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88" b="0" i="0">
                <a:solidFill>
                  <a:srgbClr val="111111"/>
                </a:solidFill>
                <a:latin typeface="DejaVu Serif"/>
              </a:rPr>
              <a:t>proxᴿ(·)</a:t>
            </a:r>
          </a:p>
        </p:txBody>
      </p:sp>
      <p:cxnSp>
        <p:nvCxnSpPr>
          <p:cNvPr id="146" name="Connector 145"/>
          <p:cNvCxnSpPr/>
          <p:nvPr/>
        </p:nvCxnSpPr>
        <p:spPr>
          <a:xfrm flipV="1">
            <a:off x="7575989" y="960793"/>
            <a:ext cx="0" cy="642694"/>
          </a:xfrm>
          <a:prstGeom prst="line">
            <a:avLst/>
          </a:prstGeom>
          <a:ln w="1371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7575989" y="960793"/>
            <a:ext cx="259674" cy="0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8199207" y="1155549"/>
            <a:ext cx="0" cy="253182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8199207" y="1175024"/>
            <a:ext cx="357051" cy="1558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26" b="0" i="0">
                <a:solidFill>
                  <a:srgbClr val="111111"/>
                </a:solidFill>
                <a:latin typeface="DejaVu Serif"/>
              </a:rPr>
              <a:t>Σ(K)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8562750" y="960793"/>
            <a:ext cx="564791" cy="0"/>
          </a:xfrm>
          <a:prstGeom prst="line">
            <a:avLst/>
          </a:prstGeom>
          <a:ln w="1371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9127541" y="960793"/>
            <a:ext cx="0" cy="447938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9185968" y="993253"/>
            <a:ext cx="376527" cy="175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80" b="0" i="1">
                <a:solidFill>
                  <a:srgbClr val="111111"/>
                </a:solidFill>
                <a:latin typeface="DejaVu Serif"/>
              </a:rPr>
              <a:t>w(K)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8647144" y="1603487"/>
            <a:ext cx="84394" cy="0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9478101" y="1674897"/>
            <a:ext cx="376527" cy="175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6" b="0" i="1">
                <a:solidFill>
                  <a:srgbClr val="111111"/>
                </a:solidFill>
                <a:latin typeface="DejaVu Serif"/>
              </a:rPr>
              <a:t>z⁽ᴷ⁾</a:t>
            </a:r>
          </a:p>
        </p:txBody>
      </p:sp>
      <p:cxnSp>
        <p:nvCxnSpPr>
          <p:cNvPr id="155" name="Connector 154"/>
          <p:cNvCxnSpPr/>
          <p:nvPr/>
        </p:nvCxnSpPr>
        <p:spPr>
          <a:xfrm>
            <a:off x="8199207" y="201247"/>
            <a:ext cx="0" cy="564791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8270617" y="292133"/>
            <a:ext cx="194755" cy="18177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34" b="0" i="1">
                <a:solidFill>
                  <a:srgbClr val="111111"/>
                </a:solidFill>
                <a:latin typeface="DejaVu Serif"/>
              </a:rPr>
              <a:t>y</a:t>
            </a:r>
          </a:p>
        </p:txBody>
      </p:sp>
      <p:cxnSp>
        <p:nvCxnSpPr>
          <p:cNvPr id="157" name="Connector 156"/>
          <p:cNvCxnSpPr/>
          <p:nvPr/>
        </p:nvCxnSpPr>
        <p:spPr>
          <a:xfrm flipV="1">
            <a:off x="8199207" y="1798242"/>
            <a:ext cx="0" cy="655677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>
            <a:off x="8296584" y="2187753"/>
            <a:ext cx="519348" cy="18177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2" b="0" i="0">
                <a:solidFill>
                  <a:srgbClr val="111111"/>
                </a:solidFill>
                <a:latin typeface="DejaVu Serif"/>
              </a:rPr>
              <a:t>(y, H)</a:t>
            </a:r>
          </a:p>
        </p:txBody>
      </p:sp>
      <p:cxnSp>
        <p:nvCxnSpPr>
          <p:cNvPr id="159" name="Connector 158"/>
          <p:cNvCxnSpPr/>
          <p:nvPr/>
        </p:nvCxnSpPr>
        <p:spPr>
          <a:xfrm flipV="1">
            <a:off x="551807" y="201247"/>
            <a:ext cx="0" cy="454429"/>
          </a:xfrm>
          <a:prstGeom prst="line">
            <a:avLst/>
          </a:prstGeom>
          <a:ln w="1371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551807" y="201247"/>
            <a:ext cx="7588973" cy="0"/>
          </a:xfrm>
          <a:prstGeom prst="line">
            <a:avLst/>
          </a:prstGeom>
          <a:ln w="1371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2538313" y="1603487"/>
            <a:ext cx="551807" cy="0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758526" y="1603487"/>
            <a:ext cx="584266" cy="0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7011198" y="1603487"/>
            <a:ext cx="214231" cy="0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7154019" y="1454174"/>
            <a:ext cx="246690" cy="194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0" i="0">
                <a:solidFill>
                  <a:srgbClr val="111111"/>
                </a:solidFill>
                <a:latin typeface="DejaVu Serif"/>
              </a:rPr>
              <a:t>…</a:t>
            </a:r>
          </a:p>
        </p:txBody>
      </p:sp>
      <p:cxnSp>
        <p:nvCxnSpPr>
          <p:cNvPr id="165" name="Connector 164"/>
          <p:cNvCxnSpPr/>
          <p:nvPr/>
        </p:nvCxnSpPr>
        <p:spPr>
          <a:xfrm>
            <a:off x="7387725" y="1603487"/>
            <a:ext cx="447938" cy="0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9504069" y="1603487"/>
            <a:ext cx="175280" cy="0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Parallelogram 166"/>
          <p:cNvSpPr/>
          <p:nvPr/>
        </p:nvSpPr>
        <p:spPr>
          <a:xfrm>
            <a:off x="9815677" y="1019220"/>
            <a:ext cx="473905" cy="817973"/>
          </a:xfrm>
          <a:prstGeom prst="parallelogram">
            <a:avLst/>
          </a:prstGeom>
          <a:solidFill>
            <a:srgbClr val="1740BB"/>
          </a:solidFill>
          <a:ln w="8890">
            <a:solidFill>
              <a:srgbClr val="17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Parallelogram 167"/>
          <p:cNvSpPr/>
          <p:nvPr/>
        </p:nvSpPr>
        <p:spPr>
          <a:xfrm>
            <a:off x="9848137" y="1006236"/>
            <a:ext cx="473905" cy="817973"/>
          </a:xfrm>
          <a:prstGeom prst="parallelogram">
            <a:avLst/>
          </a:prstGeom>
          <a:solidFill>
            <a:srgbClr val="0F8C2F"/>
          </a:solidFill>
          <a:ln w="8890">
            <a:solidFill>
              <a:srgbClr val="17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Parallelogram 168"/>
          <p:cNvSpPr/>
          <p:nvPr/>
        </p:nvSpPr>
        <p:spPr>
          <a:xfrm>
            <a:off x="9880596" y="993253"/>
            <a:ext cx="473905" cy="817973"/>
          </a:xfrm>
          <a:prstGeom prst="parallelogram">
            <a:avLst/>
          </a:prstGeom>
          <a:solidFill>
            <a:srgbClr val="E0DE00"/>
          </a:solidFill>
          <a:ln w="8890">
            <a:solidFill>
              <a:srgbClr val="17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Parallelogram 169"/>
          <p:cNvSpPr/>
          <p:nvPr/>
        </p:nvSpPr>
        <p:spPr>
          <a:xfrm>
            <a:off x="9913055" y="980269"/>
            <a:ext cx="473905" cy="817973"/>
          </a:xfrm>
          <a:prstGeom prst="parallelogram">
            <a:avLst/>
          </a:prstGeom>
          <a:solidFill>
            <a:srgbClr val="E02018"/>
          </a:solidFill>
          <a:ln w="8890">
            <a:solidFill>
              <a:srgbClr val="17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Parallelogram 170"/>
          <p:cNvSpPr/>
          <p:nvPr/>
        </p:nvSpPr>
        <p:spPr>
          <a:xfrm>
            <a:off x="9945514" y="967285"/>
            <a:ext cx="473905" cy="817973"/>
          </a:xfrm>
          <a:prstGeom prst="parallelogram">
            <a:avLst/>
          </a:prstGeom>
          <a:solidFill>
            <a:srgbClr val="9B0505"/>
          </a:solidFill>
          <a:ln w="8890">
            <a:solidFill>
              <a:srgbClr val="17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2" name="Connector 171"/>
          <p:cNvCxnSpPr/>
          <p:nvPr/>
        </p:nvCxnSpPr>
        <p:spPr>
          <a:xfrm flipV="1">
            <a:off x="10094072" y="1147942"/>
            <a:ext cx="143576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0151355" y="1720843"/>
            <a:ext cx="69758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0176378" y="1661228"/>
            <a:ext cx="61270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10141945" y="1336811"/>
            <a:ext cx="59780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10189257" y="1655958"/>
            <a:ext cx="48391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9972885" y="1272664"/>
            <a:ext cx="160346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10057395" y="1600963"/>
            <a:ext cx="168626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9911805" y="1343835"/>
            <a:ext cx="60577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10044215" y="1739892"/>
            <a:ext cx="138693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9951779" y="1635307"/>
            <a:ext cx="166188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10158911" y="1342406"/>
            <a:ext cx="78737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10120525" y="1711353"/>
            <a:ext cx="93982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9982451" y="1459000"/>
            <a:ext cx="53613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10002281" y="1620229"/>
            <a:ext cx="64133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9930907" y="1119351"/>
            <a:ext cx="113050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10127406" y="1079441"/>
            <a:ext cx="62159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9998266" y="1435860"/>
            <a:ext cx="45013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10016639" y="1067828"/>
            <a:ext cx="110213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10205117" y="1565441"/>
            <a:ext cx="32531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10012493" y="1327241"/>
            <a:ext cx="89357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0060065" y="1550943"/>
            <a:ext cx="107188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0008611" y="1630061"/>
            <a:ext cx="157208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Oval 193"/>
          <p:cNvSpPr/>
          <p:nvPr/>
        </p:nvSpPr>
        <p:spPr>
          <a:xfrm>
            <a:off x="9986283" y="1272792"/>
            <a:ext cx="189562" cy="408986"/>
          </a:xfrm>
          <a:prstGeom prst="ellipse">
            <a:avLst/>
          </a:prstGeom>
          <a:solidFill>
            <a:srgbClr val="9B0505"/>
          </a:solidFill>
          <a:ln w="6858">
            <a:solidFill>
              <a:srgbClr val="5B1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0679094" y="376527"/>
            <a:ext cx="194755" cy="194755"/>
          </a:xfrm>
          <a:prstGeom prst="ellipse">
            <a:avLst/>
          </a:prstGeom>
          <a:solidFill>
            <a:srgbClr val="FFFFFF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0679094" y="376527"/>
            <a:ext cx="194755" cy="194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2" b="0" i="0">
                <a:solidFill>
                  <a:srgbClr val="111111"/>
                </a:solidFill>
                <a:latin typeface="DejaVu Serif"/>
              </a:rPr>
              <a:t>C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0977719" y="331084"/>
            <a:ext cx="1025712" cy="29213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96" b="0" i="0">
                <a:solidFill>
                  <a:srgbClr val="111111"/>
                </a:solidFill>
                <a:latin typeface="Arial"/>
              </a:rPr>
              <a:t>Concatenate</a:t>
            </a:r>
          </a:p>
        </p:txBody>
      </p:sp>
      <p:sp>
        <p:nvSpPr>
          <p:cNvPr id="198" name="Oval 197"/>
          <p:cNvSpPr/>
          <p:nvPr/>
        </p:nvSpPr>
        <p:spPr>
          <a:xfrm>
            <a:off x="10679094" y="902367"/>
            <a:ext cx="194755" cy="194755"/>
          </a:xfrm>
          <a:prstGeom prst="ellipse">
            <a:avLst/>
          </a:prstGeom>
          <a:solidFill>
            <a:srgbClr val="FFFFFF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10679094" y="902367"/>
            <a:ext cx="194755" cy="194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18" b="0" i="0">
                <a:solidFill>
                  <a:srgbClr val="111111"/>
                </a:solidFill>
                <a:latin typeface="DejaVu Serif"/>
              </a:rPr>
              <a:t>·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0977719" y="811481"/>
            <a:ext cx="1090630" cy="4284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42" b="0" i="0">
                <a:solidFill>
                  <a:srgbClr val="111111"/>
                </a:solidFill>
                <a:latin typeface="Arial"/>
              </a:rPr>
              <a:t>Element-wise
multiplication</a:t>
            </a:r>
          </a:p>
        </p:txBody>
      </p:sp>
      <p:sp>
        <p:nvSpPr>
          <p:cNvPr id="201" name="Oval 200"/>
          <p:cNvSpPr/>
          <p:nvPr/>
        </p:nvSpPr>
        <p:spPr>
          <a:xfrm>
            <a:off x="10679094" y="1434698"/>
            <a:ext cx="194755" cy="194755"/>
          </a:xfrm>
          <a:prstGeom prst="ellipse">
            <a:avLst/>
          </a:prstGeom>
          <a:solidFill>
            <a:srgbClr val="FFFFFF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0679094" y="1434698"/>
            <a:ext cx="194755" cy="194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80" b="0" i="0">
                <a:solidFill>
                  <a:srgbClr val="111111"/>
                </a:solidFill>
                <a:latin typeface="DejaVu Serif"/>
              </a:rPr>
              <a:t>⊗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0977719" y="1330829"/>
            <a:ext cx="1071155" cy="4284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42" b="0" i="0">
                <a:solidFill>
                  <a:srgbClr val="111111"/>
                </a:solidFill>
                <a:latin typeface="Arial"/>
              </a:rPr>
              <a:t>Matrix
multiplication</a:t>
            </a:r>
          </a:p>
        </p:txBody>
      </p:sp>
      <p:sp>
        <p:nvSpPr>
          <p:cNvPr id="204" name="Oval 203"/>
          <p:cNvSpPr/>
          <p:nvPr/>
        </p:nvSpPr>
        <p:spPr>
          <a:xfrm>
            <a:off x="10679094" y="1908604"/>
            <a:ext cx="194755" cy="194755"/>
          </a:xfrm>
          <a:prstGeom prst="ellipse">
            <a:avLst/>
          </a:prstGeom>
          <a:solidFill>
            <a:srgbClr val="FFFFFF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10679094" y="1908604"/>
            <a:ext cx="194755" cy="194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2" b="0" i="0">
                <a:solidFill>
                  <a:srgbClr val="111111"/>
                </a:solidFill>
                <a:latin typeface="DejaVu Serif"/>
              </a:rPr>
              <a:t>Σ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0977719" y="1863161"/>
            <a:ext cx="1097122" cy="29213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42" b="0" i="0">
                <a:solidFill>
                  <a:srgbClr val="111111"/>
                </a:solidFill>
                <a:latin typeface="Arial"/>
              </a:rPr>
              <a:t>Weighted-Sum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10685585" y="2369525"/>
            <a:ext cx="590758" cy="259674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10685585" y="2369525"/>
            <a:ext cx="590758" cy="2596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6" b="0" i="0">
                <a:solidFill>
                  <a:srgbClr val="111111"/>
                </a:solidFill>
                <a:latin typeface="Arial"/>
              </a:rPr>
              <a:t>Down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1360738" y="2265655"/>
            <a:ext cx="681644" cy="4349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88" b="0" i="0">
                <a:solidFill>
                  <a:srgbClr val="111111"/>
                </a:solidFill>
                <a:latin typeface="Arial"/>
              </a:rPr>
              <a:t>Down-
sample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10685585" y="2895365"/>
            <a:ext cx="590758" cy="259674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10685585" y="2895365"/>
            <a:ext cx="590758" cy="2596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6" b="0" i="0">
                <a:solidFill>
                  <a:srgbClr val="111111"/>
                </a:solidFill>
                <a:latin typeface="Arial"/>
              </a:rPr>
              <a:t>Up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1360738" y="2791495"/>
            <a:ext cx="681644" cy="4349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88" b="0" i="0">
                <a:solidFill>
                  <a:srgbClr val="111111"/>
                </a:solidFill>
                <a:latin typeface="Arial"/>
              </a:rPr>
              <a:t>Up-
sample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10685585" y="3414713"/>
            <a:ext cx="454429" cy="259674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0685585" y="3414713"/>
            <a:ext cx="454429" cy="2596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6" b="0" i="0">
                <a:solidFill>
                  <a:srgbClr val="111111"/>
                </a:solidFill>
                <a:latin typeface="Arial"/>
              </a:rPr>
              <a:t>LN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1230901" y="3362778"/>
            <a:ext cx="817973" cy="3375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34" b="0" i="0">
                <a:solidFill>
                  <a:srgbClr val="111111"/>
                </a:solidFill>
                <a:latin typeface="Arial"/>
              </a:rPr>
              <a:t>LayerNorm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10685585" y="3940553"/>
            <a:ext cx="454429" cy="259674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10685585" y="3940553"/>
            <a:ext cx="454429" cy="2596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6" b="0" i="0">
                <a:solidFill>
                  <a:srgbClr val="111111"/>
                </a:solidFill>
                <a:latin typeface="Arial"/>
              </a:rPr>
              <a:t>1x1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11230901" y="3836683"/>
            <a:ext cx="817973" cy="4349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34" b="0" i="0">
                <a:solidFill>
                  <a:srgbClr val="111111"/>
                </a:solidFill>
                <a:latin typeface="Arial"/>
              </a:rPr>
              <a:t>Convolution
1×1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4732558" y="2772020"/>
            <a:ext cx="181771" cy="162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2" b="0" i="1">
                <a:solidFill>
                  <a:srgbClr val="111111"/>
                </a:solidFill>
                <a:latin typeface="DejaVu Serif"/>
              </a:rPr>
              <a:t>C</a:t>
            </a:r>
          </a:p>
        </p:txBody>
      </p:sp>
      <p:sp>
        <p:nvSpPr>
          <p:cNvPr id="220" name="Parallelogram 219"/>
          <p:cNvSpPr/>
          <p:nvPr/>
        </p:nvSpPr>
        <p:spPr>
          <a:xfrm>
            <a:off x="4635181" y="3025202"/>
            <a:ext cx="519348" cy="753054"/>
          </a:xfrm>
          <a:prstGeom prst="parallelogram">
            <a:avLst/>
          </a:prstGeom>
          <a:solidFill>
            <a:srgbClr val="1C3DB8"/>
          </a:solidFill>
          <a:ln w="8890">
            <a:solidFill>
              <a:srgbClr val="17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Parallelogram 220"/>
          <p:cNvSpPr/>
          <p:nvPr/>
        </p:nvSpPr>
        <p:spPr>
          <a:xfrm>
            <a:off x="4667640" y="3012218"/>
            <a:ext cx="519348" cy="753054"/>
          </a:xfrm>
          <a:prstGeom prst="parallelogram">
            <a:avLst/>
          </a:prstGeom>
          <a:solidFill>
            <a:srgbClr val="138139"/>
          </a:solidFill>
          <a:ln w="8890">
            <a:solidFill>
              <a:srgbClr val="17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Parallelogram 221"/>
          <p:cNvSpPr/>
          <p:nvPr/>
        </p:nvSpPr>
        <p:spPr>
          <a:xfrm>
            <a:off x="4700099" y="2999234"/>
            <a:ext cx="519348" cy="753054"/>
          </a:xfrm>
          <a:prstGeom prst="parallelogram">
            <a:avLst/>
          </a:prstGeom>
          <a:solidFill>
            <a:srgbClr val="D6D111"/>
          </a:solidFill>
          <a:ln w="8890">
            <a:solidFill>
              <a:srgbClr val="17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Parallelogram 222"/>
          <p:cNvSpPr/>
          <p:nvPr/>
        </p:nvSpPr>
        <p:spPr>
          <a:xfrm>
            <a:off x="4732558" y="2986251"/>
            <a:ext cx="519348" cy="753054"/>
          </a:xfrm>
          <a:prstGeom prst="parallelogram">
            <a:avLst/>
          </a:prstGeom>
          <a:solidFill>
            <a:srgbClr val="EF261C"/>
          </a:solidFill>
          <a:ln w="8890">
            <a:solidFill>
              <a:srgbClr val="17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Parallelogram 223"/>
          <p:cNvSpPr/>
          <p:nvPr/>
        </p:nvSpPr>
        <p:spPr>
          <a:xfrm>
            <a:off x="4765018" y="2973267"/>
            <a:ext cx="519348" cy="753054"/>
          </a:xfrm>
          <a:prstGeom prst="parallelogram">
            <a:avLst/>
          </a:prstGeom>
          <a:solidFill>
            <a:srgbClr val="B10C09"/>
          </a:solidFill>
          <a:ln w="8890">
            <a:solidFill>
              <a:srgbClr val="17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5" name="Connector 224"/>
          <p:cNvCxnSpPr/>
          <p:nvPr/>
        </p:nvCxnSpPr>
        <p:spPr>
          <a:xfrm flipV="1">
            <a:off x="4917236" y="3312844"/>
            <a:ext cx="110830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4816106" y="3683835"/>
            <a:ext cx="174303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4966607" y="3351517"/>
            <a:ext cx="135987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4927599" y="3543481"/>
            <a:ext cx="106863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4871754" y="3671540"/>
            <a:ext cx="169068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4920136" y="3212792"/>
            <a:ext cx="55880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4998084" y="3657880"/>
            <a:ext cx="98145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4973164" y="3453774"/>
            <a:ext cx="80499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4754833" y="3388516"/>
            <a:ext cx="88875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5052785" y="3639670"/>
            <a:ext cx="35074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4736509" y="3376447"/>
            <a:ext cx="135008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5024912" y="3695446"/>
            <a:ext cx="77682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4935942" y="3230991"/>
            <a:ext cx="155859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4944774" y="3470906"/>
            <a:ext cx="135674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4747135" y="3454865"/>
            <a:ext cx="175658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4790120" y="3376809"/>
            <a:ext cx="102218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4713071" y="3549431"/>
            <a:ext cx="124839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4753181" y="3522690"/>
            <a:ext cx="92914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4826024" y="3077882"/>
            <a:ext cx="109843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V="1">
            <a:off x="4912160" y="3150262"/>
            <a:ext cx="163008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V="1">
            <a:off x="4933853" y="3283757"/>
            <a:ext cx="153862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4712040" y="3675741"/>
            <a:ext cx="183820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Oval 246"/>
          <p:cNvSpPr/>
          <p:nvPr/>
        </p:nvSpPr>
        <p:spPr>
          <a:xfrm>
            <a:off x="4822146" y="3258649"/>
            <a:ext cx="207739" cy="376527"/>
          </a:xfrm>
          <a:prstGeom prst="ellipse">
            <a:avLst/>
          </a:prstGeom>
          <a:solidFill>
            <a:srgbClr val="B10C09"/>
          </a:solidFill>
          <a:ln w="6858">
            <a:solidFill>
              <a:srgbClr val="5B1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 rot="19920000">
            <a:off x="4635181" y="3810716"/>
            <a:ext cx="519348" cy="1687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2" b="0" i="1">
                <a:solidFill>
                  <a:srgbClr val="111111"/>
                </a:solidFill>
                <a:latin typeface="Arial"/>
              </a:rPr>
              <a:t>Chromaticity</a:t>
            </a:r>
          </a:p>
        </p:txBody>
      </p:sp>
      <p:cxnSp>
        <p:nvCxnSpPr>
          <p:cNvPr id="249" name="Connector 248"/>
          <p:cNvCxnSpPr/>
          <p:nvPr/>
        </p:nvCxnSpPr>
        <p:spPr>
          <a:xfrm>
            <a:off x="5310333" y="3492615"/>
            <a:ext cx="253182" cy="0"/>
          </a:xfrm>
          <a:prstGeom prst="line">
            <a:avLst/>
          </a:prstGeom>
          <a:ln w="20574">
            <a:solidFill>
              <a:srgbClr val="A0A0A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TextBox 249"/>
          <p:cNvSpPr txBox="1"/>
          <p:nvPr/>
        </p:nvSpPr>
        <p:spPr>
          <a:xfrm>
            <a:off x="5842665" y="2772020"/>
            <a:ext cx="292133" cy="162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2" b="0" i="0">
                <a:solidFill>
                  <a:srgbClr val="111111"/>
                </a:solidFill>
                <a:latin typeface="DejaVu Serif"/>
              </a:rPr>
              <a:t>M′</a:t>
            </a:r>
          </a:p>
        </p:txBody>
      </p:sp>
      <p:sp>
        <p:nvSpPr>
          <p:cNvPr id="251" name="Parallelogram 250"/>
          <p:cNvSpPr/>
          <p:nvPr/>
        </p:nvSpPr>
        <p:spPr>
          <a:xfrm>
            <a:off x="5654401" y="3051169"/>
            <a:ext cx="590758" cy="889383"/>
          </a:xfrm>
          <a:prstGeom prst="parallelogram">
            <a:avLst/>
          </a:prstGeom>
          <a:solidFill>
            <a:srgbClr val="272A2D"/>
          </a:solidFill>
          <a:ln w="8890">
            <a:solidFill>
              <a:srgbClr val="17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2" name="Connector 251"/>
          <p:cNvCxnSpPr/>
          <p:nvPr/>
        </p:nvCxnSpPr>
        <p:spPr>
          <a:xfrm flipV="1">
            <a:off x="5736352" y="3501974"/>
            <a:ext cx="52361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5910836" y="3120159"/>
            <a:ext cx="137616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5990906" y="3675707"/>
            <a:ext cx="132103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5744849" y="3682774"/>
            <a:ext cx="134906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5811302" y="3783067"/>
            <a:ext cx="49167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5897045" y="3463946"/>
            <a:ext cx="105402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5904396" y="3158191"/>
            <a:ext cx="147536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6007238" y="3288062"/>
            <a:ext cx="102596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5806517" y="3274975"/>
            <a:ext cx="119352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6031977" y="3719143"/>
            <a:ext cx="156237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6022650" y="3551489"/>
            <a:ext cx="38147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5835443" y="3349196"/>
            <a:ext cx="87395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6008928" y="3837900"/>
            <a:ext cx="109466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6117857" y="3750361"/>
            <a:ext cx="75368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5720400" y="3287346"/>
            <a:ext cx="183179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5721774" y="3736445"/>
            <a:ext cx="33616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5763948" y="3556311"/>
            <a:ext cx="166245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5957088" y="3253666"/>
            <a:ext cx="183505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6081438" y="3277099"/>
            <a:ext cx="66413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5725165" y="3425690"/>
            <a:ext cx="156964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5927760" y="3804827"/>
            <a:ext cx="166372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6079829" y="3231746"/>
            <a:ext cx="113396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4" name="Oval 273"/>
          <p:cNvSpPr/>
          <p:nvPr/>
        </p:nvSpPr>
        <p:spPr>
          <a:xfrm>
            <a:off x="5867074" y="3326878"/>
            <a:ext cx="236303" cy="444691"/>
          </a:xfrm>
          <a:prstGeom prst="ellipse">
            <a:avLst/>
          </a:prstGeom>
          <a:solidFill>
            <a:srgbClr val="272A2D"/>
          </a:solidFill>
          <a:ln w="6858">
            <a:solidFill>
              <a:srgbClr val="5B1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 rot="19920000">
            <a:off x="5654401" y="3973012"/>
            <a:ext cx="590758" cy="1687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2" b="0" i="1">
                <a:solidFill>
                  <a:srgbClr val="111111"/>
                </a:solidFill>
                <a:latin typeface="Arial"/>
              </a:rPr>
              <a:t>Mask</a:t>
            </a:r>
          </a:p>
        </p:txBody>
      </p:sp>
      <p:cxnSp>
        <p:nvCxnSpPr>
          <p:cNvPr id="276" name="Connector 275"/>
          <p:cNvCxnSpPr/>
          <p:nvPr/>
        </p:nvCxnSpPr>
        <p:spPr>
          <a:xfrm>
            <a:off x="6329554" y="3492615"/>
            <a:ext cx="253182" cy="0"/>
          </a:xfrm>
          <a:prstGeom prst="line">
            <a:avLst/>
          </a:prstGeom>
          <a:ln w="20574">
            <a:solidFill>
              <a:srgbClr val="A0A0A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TextBox 276"/>
          <p:cNvSpPr txBox="1"/>
          <p:nvPr/>
        </p:nvSpPr>
        <p:spPr>
          <a:xfrm>
            <a:off x="6881361" y="2772020"/>
            <a:ext cx="292133" cy="162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2" b="0" i="0">
                <a:solidFill>
                  <a:srgbClr val="111111"/>
                </a:solidFill>
                <a:latin typeface="DejaVu Serif"/>
              </a:rPr>
              <a:t>X′</a:t>
            </a:r>
          </a:p>
        </p:txBody>
      </p:sp>
      <p:sp>
        <p:nvSpPr>
          <p:cNvPr id="278" name="Parallelogram 277"/>
          <p:cNvSpPr/>
          <p:nvPr/>
        </p:nvSpPr>
        <p:spPr>
          <a:xfrm>
            <a:off x="6686605" y="3012218"/>
            <a:ext cx="668660" cy="889383"/>
          </a:xfrm>
          <a:prstGeom prst="parallelogram">
            <a:avLst/>
          </a:prstGeom>
          <a:solidFill>
            <a:srgbClr val="1D2023"/>
          </a:solidFill>
          <a:ln w="8890">
            <a:solidFill>
              <a:srgbClr val="17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Parallelogram 278"/>
          <p:cNvSpPr/>
          <p:nvPr/>
        </p:nvSpPr>
        <p:spPr>
          <a:xfrm>
            <a:off x="6719065" y="2999234"/>
            <a:ext cx="668660" cy="889383"/>
          </a:xfrm>
          <a:prstGeom prst="parallelogram">
            <a:avLst/>
          </a:prstGeom>
          <a:solidFill>
            <a:srgbClr val="26382F"/>
          </a:solidFill>
          <a:ln w="8890">
            <a:solidFill>
              <a:srgbClr val="17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Parallelogram 279"/>
          <p:cNvSpPr/>
          <p:nvPr/>
        </p:nvSpPr>
        <p:spPr>
          <a:xfrm>
            <a:off x="6751524" y="2986251"/>
            <a:ext cx="668660" cy="889383"/>
          </a:xfrm>
          <a:prstGeom prst="parallelogram">
            <a:avLst/>
          </a:prstGeom>
          <a:solidFill>
            <a:srgbClr val="512A25"/>
          </a:solidFill>
          <a:ln w="8890">
            <a:solidFill>
              <a:srgbClr val="17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Parallelogram 280"/>
          <p:cNvSpPr/>
          <p:nvPr/>
        </p:nvSpPr>
        <p:spPr>
          <a:xfrm>
            <a:off x="6783983" y="2973267"/>
            <a:ext cx="668660" cy="889383"/>
          </a:xfrm>
          <a:prstGeom prst="parallelogram">
            <a:avLst/>
          </a:prstGeom>
          <a:solidFill>
            <a:srgbClr val="1F2022"/>
          </a:solidFill>
          <a:ln w="8890">
            <a:solidFill>
              <a:srgbClr val="17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2" name="Connector 281"/>
          <p:cNvCxnSpPr/>
          <p:nvPr/>
        </p:nvCxnSpPr>
        <p:spPr>
          <a:xfrm flipV="1">
            <a:off x="6897483" y="3689079"/>
            <a:ext cx="44560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7017360" y="3505219"/>
            <a:ext cx="187103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6765156" y="3727302"/>
            <a:ext cx="102411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6817204" y="3483059"/>
            <a:ext cx="94638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7043349" y="3708022"/>
            <a:ext cx="117796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7250104" y="3622658"/>
            <a:ext cx="53227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7059063" y="3301185"/>
            <a:ext cx="149257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6805220" y="3684072"/>
            <a:ext cx="62099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7039438" y="3593302"/>
            <a:ext cx="117585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6946531" y="3710263"/>
            <a:ext cx="114585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7246643" y="3485624"/>
            <a:ext cx="56688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7247814" y="3830913"/>
            <a:ext cx="55517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6920501" y="3344836"/>
            <a:ext cx="43998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7041686" y="3295629"/>
            <a:ext cx="187409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6783409" y="3060539"/>
            <a:ext cx="76120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6964218" y="3068524"/>
            <a:ext cx="84774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6939596" y="3149719"/>
            <a:ext cx="121222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7144135" y="3436638"/>
            <a:ext cx="51458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7125979" y="3171558"/>
            <a:ext cx="90827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6860255" y="3789288"/>
            <a:ext cx="89124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6995312" y="3486242"/>
            <a:ext cx="185578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6761013" y="3759797"/>
            <a:ext cx="145699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4" name="Oval 303"/>
          <p:cNvSpPr/>
          <p:nvPr/>
        </p:nvSpPr>
        <p:spPr>
          <a:xfrm>
            <a:off x="6927323" y="3287927"/>
            <a:ext cx="267464" cy="444691"/>
          </a:xfrm>
          <a:prstGeom prst="ellipse">
            <a:avLst/>
          </a:prstGeom>
          <a:solidFill>
            <a:srgbClr val="1F2022"/>
          </a:solidFill>
          <a:ln w="6858">
            <a:solidFill>
              <a:srgbClr val="5B1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 rot="19920000">
            <a:off x="6686605" y="3934061"/>
            <a:ext cx="668660" cy="1687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2" b="0" i="1">
                <a:solidFill>
                  <a:srgbClr val="111111"/>
                </a:solidFill>
                <a:latin typeface="Arial"/>
              </a:rPr>
              <a:t>Modulated HSI</a:t>
            </a:r>
          </a:p>
        </p:txBody>
      </p:sp>
      <p:cxnSp>
        <p:nvCxnSpPr>
          <p:cNvPr id="306" name="Connector 305"/>
          <p:cNvCxnSpPr/>
          <p:nvPr/>
        </p:nvCxnSpPr>
        <p:spPr>
          <a:xfrm>
            <a:off x="7459136" y="3492615"/>
            <a:ext cx="266166" cy="0"/>
          </a:xfrm>
          <a:prstGeom prst="line">
            <a:avLst/>
          </a:prstGeom>
          <a:ln w="20574">
            <a:solidFill>
              <a:srgbClr val="A0A0A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TextBox 306"/>
          <p:cNvSpPr txBox="1"/>
          <p:nvPr/>
        </p:nvSpPr>
        <p:spPr>
          <a:xfrm>
            <a:off x="7491595" y="3284876"/>
            <a:ext cx="616725" cy="18177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8" b="0" i="0">
                <a:solidFill>
                  <a:srgbClr val="111111"/>
                </a:solidFill>
                <a:latin typeface="Arial"/>
              </a:rPr>
              <a:t>Dispersion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8322552" y="2772020"/>
            <a:ext cx="292133" cy="162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2" b="0" i="0">
                <a:solidFill>
                  <a:srgbClr val="111111"/>
                </a:solidFill>
                <a:latin typeface="DejaVu Serif"/>
              </a:rPr>
              <a:t>X″</a:t>
            </a:r>
          </a:p>
        </p:txBody>
      </p:sp>
      <p:sp>
        <p:nvSpPr>
          <p:cNvPr id="309" name="Parallelogram 308"/>
          <p:cNvSpPr/>
          <p:nvPr/>
        </p:nvSpPr>
        <p:spPr>
          <a:xfrm>
            <a:off x="8127796" y="2992743"/>
            <a:ext cx="941318" cy="947810"/>
          </a:xfrm>
          <a:prstGeom prst="parallelogram">
            <a:avLst/>
          </a:prstGeom>
          <a:solidFill>
            <a:srgbClr val="1C2025"/>
          </a:solidFill>
          <a:ln w="8890">
            <a:solidFill>
              <a:srgbClr val="17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Parallelogram 309"/>
          <p:cNvSpPr/>
          <p:nvPr/>
        </p:nvSpPr>
        <p:spPr>
          <a:xfrm>
            <a:off x="8160256" y="2979759"/>
            <a:ext cx="941318" cy="947810"/>
          </a:xfrm>
          <a:prstGeom prst="parallelogram">
            <a:avLst/>
          </a:prstGeom>
          <a:solidFill>
            <a:srgbClr val="263329"/>
          </a:solidFill>
          <a:ln w="8890">
            <a:solidFill>
              <a:srgbClr val="17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Parallelogram 310"/>
          <p:cNvSpPr/>
          <p:nvPr/>
        </p:nvSpPr>
        <p:spPr>
          <a:xfrm>
            <a:off x="8192715" y="2966775"/>
            <a:ext cx="941318" cy="947810"/>
          </a:xfrm>
          <a:prstGeom prst="parallelogram">
            <a:avLst/>
          </a:prstGeom>
          <a:solidFill>
            <a:srgbClr val="402621"/>
          </a:solidFill>
          <a:ln w="8890">
            <a:solidFill>
              <a:srgbClr val="17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Parallelogram 311"/>
          <p:cNvSpPr/>
          <p:nvPr/>
        </p:nvSpPr>
        <p:spPr>
          <a:xfrm>
            <a:off x="8225174" y="2953791"/>
            <a:ext cx="941318" cy="947810"/>
          </a:xfrm>
          <a:prstGeom prst="parallelogram">
            <a:avLst/>
          </a:prstGeom>
          <a:solidFill>
            <a:srgbClr val="1D2023"/>
          </a:solidFill>
          <a:ln w="8890">
            <a:solidFill>
              <a:srgbClr val="17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3" name="Connector 312"/>
          <p:cNvCxnSpPr/>
          <p:nvPr/>
        </p:nvCxnSpPr>
        <p:spPr>
          <a:xfrm flipV="1">
            <a:off x="8852842" y="3532684"/>
            <a:ext cx="143261" cy="12984"/>
          </a:xfrm>
          <a:prstGeom prst="line">
            <a:avLst/>
          </a:prstGeom>
          <a:ln w="4800">
            <a:solidFill>
              <a:srgbClr val="CFD5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8652665" y="3782488"/>
            <a:ext cx="74326" cy="12984"/>
          </a:xfrm>
          <a:prstGeom prst="line">
            <a:avLst/>
          </a:prstGeom>
          <a:ln w="4800">
            <a:solidFill>
              <a:srgbClr val="CFD5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8838995" y="3472368"/>
            <a:ext cx="124685" cy="12983"/>
          </a:xfrm>
          <a:prstGeom prst="line">
            <a:avLst/>
          </a:prstGeom>
          <a:ln w="4800">
            <a:solidFill>
              <a:srgbClr val="CFD5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8685285" y="3032530"/>
            <a:ext cx="122513" cy="12984"/>
          </a:xfrm>
          <a:prstGeom prst="line">
            <a:avLst/>
          </a:prstGeom>
          <a:ln w="4800">
            <a:solidFill>
              <a:srgbClr val="CFD5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8379628" y="3476174"/>
            <a:ext cx="157902" cy="12984"/>
          </a:xfrm>
          <a:prstGeom prst="line">
            <a:avLst/>
          </a:prstGeom>
          <a:ln w="4800">
            <a:solidFill>
              <a:srgbClr val="CFD5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8592633" y="3369730"/>
            <a:ext cx="145826" cy="12984"/>
          </a:xfrm>
          <a:prstGeom prst="line">
            <a:avLst/>
          </a:prstGeom>
          <a:ln w="4800">
            <a:solidFill>
              <a:srgbClr val="CFD5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8958892" y="3093031"/>
            <a:ext cx="58288" cy="12984"/>
          </a:xfrm>
          <a:prstGeom prst="line">
            <a:avLst/>
          </a:prstGeom>
          <a:ln w="4800">
            <a:solidFill>
              <a:srgbClr val="CFD5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8519481" y="3251660"/>
            <a:ext cx="38243" cy="12984"/>
          </a:xfrm>
          <a:prstGeom prst="line">
            <a:avLst/>
          </a:prstGeom>
          <a:ln w="4800">
            <a:solidFill>
              <a:srgbClr val="CFD5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8424963" y="3131972"/>
            <a:ext cx="35216" cy="12983"/>
          </a:xfrm>
          <a:prstGeom prst="line">
            <a:avLst/>
          </a:prstGeom>
          <a:ln w="4800">
            <a:solidFill>
              <a:srgbClr val="CFD5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8559267" y="3562263"/>
            <a:ext cx="86058" cy="12984"/>
          </a:xfrm>
          <a:prstGeom prst="line">
            <a:avLst/>
          </a:prstGeom>
          <a:ln w="4800">
            <a:solidFill>
              <a:srgbClr val="CFD5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8578982" y="3142223"/>
            <a:ext cx="168986" cy="12983"/>
          </a:xfrm>
          <a:prstGeom prst="line">
            <a:avLst/>
          </a:prstGeom>
          <a:ln w="4800">
            <a:solidFill>
              <a:srgbClr val="CFD5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8466123" y="3380824"/>
            <a:ext cx="82848" cy="12984"/>
          </a:xfrm>
          <a:prstGeom prst="line">
            <a:avLst/>
          </a:prstGeom>
          <a:ln w="4800">
            <a:solidFill>
              <a:srgbClr val="CFD5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8874080" y="3458654"/>
            <a:ext cx="143100" cy="12984"/>
          </a:xfrm>
          <a:prstGeom prst="line">
            <a:avLst/>
          </a:prstGeom>
          <a:ln w="4800">
            <a:solidFill>
              <a:srgbClr val="CFD5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8353748" y="3049323"/>
            <a:ext cx="116818" cy="12984"/>
          </a:xfrm>
          <a:prstGeom prst="line">
            <a:avLst/>
          </a:prstGeom>
          <a:ln w="4800">
            <a:solidFill>
              <a:srgbClr val="CFD5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8205558" y="3251632"/>
            <a:ext cx="175046" cy="12984"/>
          </a:xfrm>
          <a:prstGeom prst="line">
            <a:avLst/>
          </a:prstGeom>
          <a:ln w="4800">
            <a:solidFill>
              <a:srgbClr val="CFD5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8411463" y="3383374"/>
            <a:ext cx="136154" cy="12984"/>
          </a:xfrm>
          <a:prstGeom prst="line">
            <a:avLst/>
          </a:prstGeom>
          <a:ln w="4800">
            <a:solidFill>
              <a:srgbClr val="CFD5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8331940" y="3257927"/>
            <a:ext cx="95556" cy="12984"/>
          </a:xfrm>
          <a:prstGeom prst="line">
            <a:avLst/>
          </a:prstGeom>
          <a:ln w="4800">
            <a:solidFill>
              <a:srgbClr val="CFD5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8698171" y="3616097"/>
            <a:ext cx="87921" cy="12984"/>
          </a:xfrm>
          <a:prstGeom prst="line">
            <a:avLst/>
          </a:prstGeom>
          <a:ln w="4800">
            <a:solidFill>
              <a:srgbClr val="CFD5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V="1">
            <a:off x="8807931" y="3109235"/>
            <a:ext cx="123309" cy="12983"/>
          </a:xfrm>
          <a:prstGeom prst="line">
            <a:avLst/>
          </a:prstGeom>
          <a:ln w="4800">
            <a:solidFill>
              <a:srgbClr val="CFD5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8797674" y="3797913"/>
            <a:ext cx="84351" cy="12983"/>
          </a:xfrm>
          <a:prstGeom prst="line">
            <a:avLst/>
          </a:prstGeom>
          <a:ln w="4800">
            <a:solidFill>
              <a:srgbClr val="CFD5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8365552" y="3614429"/>
            <a:ext cx="103190" cy="12984"/>
          </a:xfrm>
          <a:prstGeom prst="line">
            <a:avLst/>
          </a:prstGeom>
          <a:ln w="4800">
            <a:solidFill>
              <a:srgbClr val="CFD5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8654965" y="3698532"/>
            <a:ext cx="83613" cy="12984"/>
          </a:xfrm>
          <a:prstGeom prst="line">
            <a:avLst/>
          </a:prstGeom>
          <a:ln w="4800">
            <a:solidFill>
              <a:srgbClr val="CFD5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5" name="Oval 334"/>
          <p:cNvSpPr/>
          <p:nvPr/>
        </p:nvSpPr>
        <p:spPr>
          <a:xfrm>
            <a:off x="8466671" y="3286564"/>
            <a:ext cx="376527" cy="473905"/>
          </a:xfrm>
          <a:prstGeom prst="ellipse">
            <a:avLst/>
          </a:prstGeom>
          <a:solidFill>
            <a:srgbClr val="1D2023"/>
          </a:solidFill>
          <a:ln w="6858">
            <a:solidFill>
              <a:srgbClr val="5B1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 rot="19920000">
            <a:off x="8127796" y="3973012"/>
            <a:ext cx="941318" cy="1687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2" b="0" i="1">
                <a:solidFill>
                  <a:srgbClr val="111111"/>
                </a:solidFill>
                <a:latin typeface="Arial"/>
              </a:rPr>
              <a:t>Dispersed HSI</a:t>
            </a:r>
          </a:p>
        </p:txBody>
      </p:sp>
      <p:cxnSp>
        <p:nvCxnSpPr>
          <p:cNvPr id="337" name="Connector 336"/>
          <p:cNvCxnSpPr/>
          <p:nvPr/>
        </p:nvCxnSpPr>
        <p:spPr>
          <a:xfrm>
            <a:off x="9185968" y="3492615"/>
            <a:ext cx="285641" cy="0"/>
          </a:xfrm>
          <a:prstGeom prst="line">
            <a:avLst/>
          </a:prstGeom>
          <a:ln w="20574">
            <a:solidFill>
              <a:srgbClr val="A0A0A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" name="TextBox 337"/>
          <p:cNvSpPr txBox="1"/>
          <p:nvPr/>
        </p:nvSpPr>
        <p:spPr>
          <a:xfrm>
            <a:off x="9198952" y="3284876"/>
            <a:ext cx="532331" cy="18177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18" b="0" i="0">
                <a:solidFill>
                  <a:srgbClr val="111111"/>
                </a:solidFill>
                <a:latin typeface="Arial"/>
              </a:rPr>
              <a:t>Imaging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9926039" y="2772020"/>
            <a:ext cx="227214" cy="162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2" b="0" i="1">
                <a:solidFill>
                  <a:srgbClr val="111111"/>
                </a:solidFill>
                <a:latin typeface="DejaVu Serif"/>
              </a:rPr>
              <a:t>Y</a:t>
            </a:r>
          </a:p>
        </p:txBody>
      </p:sp>
      <p:sp>
        <p:nvSpPr>
          <p:cNvPr id="340" name="Parallelogram 339"/>
          <p:cNvSpPr/>
          <p:nvPr/>
        </p:nvSpPr>
        <p:spPr>
          <a:xfrm>
            <a:off x="9711808" y="3051169"/>
            <a:ext cx="525839" cy="889383"/>
          </a:xfrm>
          <a:prstGeom prst="parallelogram">
            <a:avLst/>
          </a:prstGeom>
          <a:solidFill>
            <a:srgbClr val="282B2E"/>
          </a:solidFill>
          <a:ln w="8890">
            <a:solidFill>
              <a:srgbClr val="17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1" name="Connector 340"/>
          <p:cNvCxnSpPr/>
          <p:nvPr/>
        </p:nvCxnSpPr>
        <p:spPr>
          <a:xfrm flipV="1">
            <a:off x="9830441" y="3583226"/>
            <a:ext cx="50017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 flipV="1">
            <a:off x="9999824" y="3490497"/>
            <a:ext cx="165197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 flipV="1">
            <a:off x="9904954" y="3566686"/>
            <a:ext cx="59784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 flipV="1">
            <a:off x="9923262" y="3572852"/>
            <a:ext cx="123623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V="1">
            <a:off x="9998483" y="3430910"/>
            <a:ext cx="86442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 flipV="1">
            <a:off x="10103740" y="3119319"/>
            <a:ext cx="81973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 flipV="1">
            <a:off x="9928220" y="3300843"/>
            <a:ext cx="69525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 flipV="1">
            <a:off x="9897488" y="3721148"/>
            <a:ext cx="116405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 flipV="1">
            <a:off x="10116247" y="3265099"/>
            <a:ext cx="69466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 flipV="1">
            <a:off x="10032663" y="3159919"/>
            <a:ext cx="139160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9901165" y="3679116"/>
            <a:ext cx="119420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10110761" y="3548712"/>
            <a:ext cx="74952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V="1">
            <a:off x="9977543" y="3815552"/>
            <a:ext cx="66939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V="1">
            <a:off x="9819584" y="3568669"/>
            <a:ext cx="36626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10062734" y="3607971"/>
            <a:ext cx="44354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9906136" y="3866087"/>
            <a:ext cx="147086" cy="12983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 flipV="1">
            <a:off x="9808274" y="3131959"/>
            <a:ext cx="141921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 flipV="1">
            <a:off x="9994150" y="3718362"/>
            <a:ext cx="62861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 flipV="1">
            <a:off x="9974458" y="3418152"/>
            <a:ext cx="89604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 flipV="1">
            <a:off x="10065962" y="3250746"/>
            <a:ext cx="119751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 flipV="1">
            <a:off x="9987841" y="3622718"/>
            <a:ext cx="180234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 flipV="1">
            <a:off x="10122580" y="3859436"/>
            <a:ext cx="63133" cy="12984"/>
          </a:xfrm>
          <a:prstGeom prst="line">
            <a:avLst/>
          </a:prstGeom>
          <a:ln w="4800">
            <a:solidFill>
              <a:srgbClr val="5B1A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3" name="Oval 362"/>
          <p:cNvSpPr/>
          <p:nvPr/>
        </p:nvSpPr>
        <p:spPr>
          <a:xfrm>
            <a:off x="9901110" y="3326878"/>
            <a:ext cx="210335" cy="444691"/>
          </a:xfrm>
          <a:prstGeom prst="ellipse">
            <a:avLst/>
          </a:prstGeom>
          <a:solidFill>
            <a:srgbClr val="282B2E"/>
          </a:solidFill>
          <a:ln w="6858">
            <a:solidFill>
              <a:srgbClr val="5B1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TextBox 363"/>
          <p:cNvSpPr txBox="1"/>
          <p:nvPr/>
        </p:nvSpPr>
        <p:spPr>
          <a:xfrm rot="19920000">
            <a:off x="9711808" y="3973012"/>
            <a:ext cx="525839" cy="1687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2" b="0" i="1">
                <a:solidFill>
                  <a:srgbClr val="111111"/>
                </a:solidFill>
                <a:latin typeface="Arial"/>
              </a:rPr>
              <a:t>Measurement</a:t>
            </a:r>
          </a:p>
        </p:txBody>
      </p:sp>
      <p:cxnSp>
        <p:nvCxnSpPr>
          <p:cNvPr id="365" name="Connector 364"/>
          <p:cNvCxnSpPr/>
          <p:nvPr/>
        </p:nvCxnSpPr>
        <p:spPr>
          <a:xfrm>
            <a:off x="740070" y="2746052"/>
            <a:ext cx="0" cy="227215"/>
          </a:xfrm>
          <a:prstGeom prst="line">
            <a:avLst/>
          </a:prstGeom>
          <a:ln w="1371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740070" y="2973267"/>
            <a:ext cx="2888874" cy="0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3628944" y="2973267"/>
            <a:ext cx="0" cy="207739"/>
          </a:xfrm>
          <a:prstGeom prst="line">
            <a:avLst/>
          </a:prstGeom>
          <a:ln w="1371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8" name="Oval 367"/>
          <p:cNvSpPr/>
          <p:nvPr/>
        </p:nvSpPr>
        <p:spPr>
          <a:xfrm>
            <a:off x="3531566" y="2882381"/>
            <a:ext cx="194755" cy="194755"/>
          </a:xfrm>
          <a:prstGeom prst="ellipse">
            <a:avLst/>
          </a:prstGeom>
          <a:solidFill>
            <a:srgbClr val="FFFFFF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TextBox 368"/>
          <p:cNvSpPr txBox="1"/>
          <p:nvPr/>
        </p:nvSpPr>
        <p:spPr>
          <a:xfrm>
            <a:off x="3531566" y="2882381"/>
            <a:ext cx="194755" cy="194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96" b="0" i="0">
                <a:solidFill>
                  <a:srgbClr val="111111"/>
                </a:solidFill>
                <a:latin typeface="DejaVu Serif"/>
              </a:rPr>
              <a:t>+</a:t>
            </a:r>
          </a:p>
        </p:txBody>
      </p:sp>
      <p:cxnSp>
        <p:nvCxnSpPr>
          <p:cNvPr id="370" name="Connector 369"/>
          <p:cNvCxnSpPr/>
          <p:nvPr/>
        </p:nvCxnSpPr>
        <p:spPr>
          <a:xfrm flipV="1">
            <a:off x="3628944" y="2746052"/>
            <a:ext cx="0" cy="136329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1" name="Rounded Rectangle 370"/>
          <p:cNvSpPr/>
          <p:nvPr/>
        </p:nvSpPr>
        <p:spPr>
          <a:xfrm>
            <a:off x="129837" y="3200482"/>
            <a:ext cx="1239943" cy="383019"/>
          </a:xfrm>
          <a:prstGeom prst="roundRect">
            <a:avLst>
              <a:gd name="adj" fmla="val 16949"/>
            </a:avLst>
          </a:prstGeom>
          <a:solidFill>
            <a:srgbClr val="FFFDF5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TextBox 371"/>
          <p:cNvSpPr txBox="1"/>
          <p:nvPr/>
        </p:nvSpPr>
        <p:spPr>
          <a:xfrm>
            <a:off x="129837" y="3200482"/>
            <a:ext cx="1239943" cy="383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0" i="0">
                <a:solidFill>
                  <a:srgbClr val="111111"/>
                </a:solidFill>
                <a:latin typeface="Arial"/>
              </a:rPr>
              <a:t>Conv3x3</a:t>
            </a:r>
          </a:p>
        </p:txBody>
      </p:sp>
      <p:sp>
        <p:nvSpPr>
          <p:cNvPr id="373" name="Rounded Rectangle 372"/>
          <p:cNvSpPr/>
          <p:nvPr/>
        </p:nvSpPr>
        <p:spPr>
          <a:xfrm>
            <a:off x="129837" y="3791240"/>
            <a:ext cx="1239943" cy="389511"/>
          </a:xfrm>
          <a:prstGeom prst="roundRect">
            <a:avLst>
              <a:gd name="adj" fmla="val 16666"/>
            </a:avLst>
          </a:prstGeom>
          <a:solidFill>
            <a:srgbClr val="E6F1FB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TextBox 373"/>
          <p:cNvSpPr txBox="1"/>
          <p:nvPr/>
        </p:nvSpPr>
        <p:spPr>
          <a:xfrm>
            <a:off x="129837" y="3791240"/>
            <a:ext cx="1239943" cy="3895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0" i="0">
                <a:solidFill>
                  <a:srgbClr val="111111"/>
                </a:solidFill>
                <a:latin typeface="Arial"/>
              </a:rPr>
              <a:t>Spa-LWSA</a:t>
            </a:r>
          </a:p>
        </p:txBody>
      </p:sp>
      <p:sp>
        <p:nvSpPr>
          <p:cNvPr id="375" name="Rounded Rectangle 374"/>
          <p:cNvSpPr/>
          <p:nvPr/>
        </p:nvSpPr>
        <p:spPr>
          <a:xfrm>
            <a:off x="129837" y="4388490"/>
            <a:ext cx="1239943" cy="389511"/>
          </a:xfrm>
          <a:prstGeom prst="roundRect">
            <a:avLst>
              <a:gd name="adj" fmla="val 16666"/>
            </a:avLst>
          </a:prstGeom>
          <a:solidFill>
            <a:srgbClr val="E4E7E0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TextBox 375"/>
          <p:cNvSpPr txBox="1"/>
          <p:nvPr/>
        </p:nvSpPr>
        <p:spPr>
          <a:xfrm>
            <a:off x="129837" y="4388490"/>
            <a:ext cx="1239943" cy="3895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0" i="0">
                <a:solidFill>
                  <a:srgbClr val="111111"/>
                </a:solidFill>
                <a:latin typeface="Arial"/>
              </a:rPr>
              <a:t>Down</a:t>
            </a:r>
          </a:p>
        </p:txBody>
      </p:sp>
      <p:sp>
        <p:nvSpPr>
          <p:cNvPr id="377" name="Rounded Rectangle 376"/>
          <p:cNvSpPr/>
          <p:nvPr/>
        </p:nvSpPr>
        <p:spPr>
          <a:xfrm>
            <a:off x="129837" y="4998724"/>
            <a:ext cx="1239943" cy="383019"/>
          </a:xfrm>
          <a:prstGeom prst="roundRect">
            <a:avLst>
              <a:gd name="adj" fmla="val 16949"/>
            </a:avLst>
          </a:prstGeom>
          <a:solidFill>
            <a:srgbClr val="E6F1FB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129837" y="4998724"/>
            <a:ext cx="1239943" cy="383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0" i="0">
                <a:solidFill>
                  <a:srgbClr val="111111"/>
                </a:solidFill>
                <a:latin typeface="Arial"/>
              </a:rPr>
              <a:t>Spa-LWSA</a:t>
            </a:r>
          </a:p>
        </p:txBody>
      </p:sp>
      <p:sp>
        <p:nvSpPr>
          <p:cNvPr id="379" name="Rounded Rectangle 378"/>
          <p:cNvSpPr/>
          <p:nvPr/>
        </p:nvSpPr>
        <p:spPr>
          <a:xfrm>
            <a:off x="129837" y="5595975"/>
            <a:ext cx="1441190" cy="396002"/>
          </a:xfrm>
          <a:prstGeom prst="roundRect">
            <a:avLst>
              <a:gd name="adj" fmla="val 16393"/>
            </a:avLst>
          </a:prstGeom>
          <a:solidFill>
            <a:srgbClr val="E4E7E0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TextBox 379"/>
          <p:cNvSpPr txBox="1"/>
          <p:nvPr/>
        </p:nvSpPr>
        <p:spPr>
          <a:xfrm>
            <a:off x="129837" y="5595975"/>
            <a:ext cx="1441190" cy="3960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0" i="0">
                <a:solidFill>
                  <a:srgbClr val="111111"/>
                </a:solidFill>
                <a:latin typeface="Arial"/>
              </a:rPr>
              <a:t>Down</a:t>
            </a:r>
          </a:p>
        </p:txBody>
      </p:sp>
      <p:sp>
        <p:nvSpPr>
          <p:cNvPr id="381" name="Rounded Rectangle 380"/>
          <p:cNvSpPr/>
          <p:nvPr/>
        </p:nvSpPr>
        <p:spPr>
          <a:xfrm>
            <a:off x="1694372" y="6212700"/>
            <a:ext cx="1064663" cy="454429"/>
          </a:xfrm>
          <a:prstGeom prst="roundRect">
            <a:avLst>
              <a:gd name="adj" fmla="val 14285"/>
            </a:avLst>
          </a:prstGeom>
          <a:solidFill>
            <a:srgbClr val="E6F1FB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TextBox 381"/>
          <p:cNvSpPr txBox="1"/>
          <p:nvPr/>
        </p:nvSpPr>
        <p:spPr>
          <a:xfrm>
            <a:off x="1694372" y="6212700"/>
            <a:ext cx="1064663" cy="4544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0" i="0">
                <a:solidFill>
                  <a:srgbClr val="111111"/>
                </a:solidFill>
                <a:latin typeface="Arial"/>
              </a:rPr>
              <a:t>Spa-LWSA</a:t>
            </a:r>
          </a:p>
        </p:txBody>
      </p:sp>
      <p:sp>
        <p:nvSpPr>
          <p:cNvPr id="383" name="Rounded Rectangle 382"/>
          <p:cNvSpPr/>
          <p:nvPr/>
        </p:nvSpPr>
        <p:spPr>
          <a:xfrm>
            <a:off x="3012218" y="3200482"/>
            <a:ext cx="1239943" cy="383019"/>
          </a:xfrm>
          <a:prstGeom prst="roundRect">
            <a:avLst>
              <a:gd name="adj" fmla="val 16949"/>
            </a:avLst>
          </a:prstGeom>
          <a:solidFill>
            <a:srgbClr val="FFFDF5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TextBox 383"/>
          <p:cNvSpPr txBox="1"/>
          <p:nvPr/>
        </p:nvSpPr>
        <p:spPr>
          <a:xfrm>
            <a:off x="3012218" y="3200482"/>
            <a:ext cx="1239943" cy="383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0" i="0">
                <a:solidFill>
                  <a:srgbClr val="111111"/>
                </a:solidFill>
                <a:latin typeface="Arial"/>
              </a:rPr>
              <a:t>Conv3x3</a:t>
            </a:r>
          </a:p>
        </p:txBody>
      </p:sp>
      <p:sp>
        <p:nvSpPr>
          <p:cNvPr id="385" name="Rounded Rectangle 384"/>
          <p:cNvSpPr/>
          <p:nvPr/>
        </p:nvSpPr>
        <p:spPr>
          <a:xfrm>
            <a:off x="3012218" y="3791240"/>
            <a:ext cx="1239943" cy="389511"/>
          </a:xfrm>
          <a:prstGeom prst="roundRect">
            <a:avLst>
              <a:gd name="adj" fmla="val 16666"/>
            </a:avLst>
          </a:prstGeom>
          <a:solidFill>
            <a:srgbClr val="F8DDCF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TextBox 385"/>
          <p:cNvSpPr txBox="1"/>
          <p:nvPr/>
        </p:nvSpPr>
        <p:spPr>
          <a:xfrm>
            <a:off x="3012218" y="3791240"/>
            <a:ext cx="1239943" cy="3895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96" b="0" i="0">
                <a:solidFill>
                  <a:srgbClr val="111111"/>
                </a:solidFill>
                <a:latin typeface="Arial"/>
              </a:rPr>
              <a:t>Spec-TKSA</a:t>
            </a:r>
          </a:p>
        </p:txBody>
      </p:sp>
      <p:sp>
        <p:nvSpPr>
          <p:cNvPr id="387" name="Rounded Rectangle 386"/>
          <p:cNvSpPr/>
          <p:nvPr/>
        </p:nvSpPr>
        <p:spPr>
          <a:xfrm>
            <a:off x="3012218" y="4388490"/>
            <a:ext cx="1239943" cy="389511"/>
          </a:xfrm>
          <a:prstGeom prst="roundRect">
            <a:avLst>
              <a:gd name="adj" fmla="val 16666"/>
            </a:avLst>
          </a:prstGeom>
          <a:solidFill>
            <a:srgbClr val="E4E7E0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TextBox 387"/>
          <p:cNvSpPr txBox="1"/>
          <p:nvPr/>
        </p:nvSpPr>
        <p:spPr>
          <a:xfrm>
            <a:off x="3012218" y="4388490"/>
            <a:ext cx="1239943" cy="3895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0" i="0">
                <a:solidFill>
                  <a:srgbClr val="111111"/>
                </a:solidFill>
                <a:latin typeface="Arial"/>
              </a:rPr>
              <a:t>Up</a:t>
            </a:r>
          </a:p>
        </p:txBody>
      </p:sp>
      <p:sp>
        <p:nvSpPr>
          <p:cNvPr id="389" name="Rounded Rectangle 388"/>
          <p:cNvSpPr/>
          <p:nvPr/>
        </p:nvSpPr>
        <p:spPr>
          <a:xfrm>
            <a:off x="3012218" y="4998724"/>
            <a:ext cx="1239943" cy="383019"/>
          </a:xfrm>
          <a:prstGeom prst="roundRect">
            <a:avLst>
              <a:gd name="adj" fmla="val 16949"/>
            </a:avLst>
          </a:prstGeom>
          <a:solidFill>
            <a:srgbClr val="F8DDCF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TextBox 389"/>
          <p:cNvSpPr txBox="1"/>
          <p:nvPr/>
        </p:nvSpPr>
        <p:spPr>
          <a:xfrm>
            <a:off x="3012218" y="4998724"/>
            <a:ext cx="1239943" cy="3830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96" b="0" i="0">
                <a:solidFill>
                  <a:srgbClr val="111111"/>
                </a:solidFill>
                <a:latin typeface="Arial"/>
              </a:rPr>
              <a:t>Spec-TKSA</a:t>
            </a:r>
          </a:p>
        </p:txBody>
      </p:sp>
      <p:sp>
        <p:nvSpPr>
          <p:cNvPr id="391" name="Rounded Rectangle 390"/>
          <p:cNvSpPr/>
          <p:nvPr/>
        </p:nvSpPr>
        <p:spPr>
          <a:xfrm>
            <a:off x="3012218" y="5595975"/>
            <a:ext cx="1239943" cy="396002"/>
          </a:xfrm>
          <a:prstGeom prst="roundRect">
            <a:avLst>
              <a:gd name="adj" fmla="val 16393"/>
            </a:avLst>
          </a:prstGeom>
          <a:solidFill>
            <a:srgbClr val="E4E7E0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TextBox 391"/>
          <p:cNvSpPr txBox="1"/>
          <p:nvPr/>
        </p:nvSpPr>
        <p:spPr>
          <a:xfrm>
            <a:off x="3012218" y="5595975"/>
            <a:ext cx="1239943" cy="3960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50" b="0" i="0">
                <a:solidFill>
                  <a:srgbClr val="111111"/>
                </a:solidFill>
                <a:latin typeface="Arial"/>
              </a:rPr>
              <a:t>Up</a:t>
            </a:r>
          </a:p>
        </p:txBody>
      </p:sp>
      <p:sp>
        <p:nvSpPr>
          <p:cNvPr id="393" name="Oval 392"/>
          <p:cNvSpPr/>
          <p:nvPr/>
        </p:nvSpPr>
        <p:spPr>
          <a:xfrm>
            <a:off x="1668405" y="3888618"/>
            <a:ext cx="194755" cy="194755"/>
          </a:xfrm>
          <a:prstGeom prst="ellipse">
            <a:avLst/>
          </a:prstGeom>
          <a:solidFill>
            <a:srgbClr val="FFFFFF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TextBox 393"/>
          <p:cNvSpPr txBox="1"/>
          <p:nvPr/>
        </p:nvSpPr>
        <p:spPr>
          <a:xfrm>
            <a:off x="1668405" y="3888618"/>
            <a:ext cx="194755" cy="194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2" b="0" i="0">
                <a:solidFill>
                  <a:srgbClr val="111111"/>
                </a:solidFill>
                <a:latin typeface="DejaVu Serif"/>
              </a:rPr>
              <a:t>C</a:t>
            </a:r>
          </a:p>
        </p:txBody>
      </p:sp>
      <p:sp>
        <p:nvSpPr>
          <p:cNvPr id="395" name="Oval 394"/>
          <p:cNvSpPr/>
          <p:nvPr/>
        </p:nvSpPr>
        <p:spPr>
          <a:xfrm>
            <a:off x="1668405" y="5096102"/>
            <a:ext cx="194755" cy="194755"/>
          </a:xfrm>
          <a:prstGeom prst="ellipse">
            <a:avLst/>
          </a:prstGeom>
          <a:solidFill>
            <a:srgbClr val="FFFFFF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TextBox 395"/>
          <p:cNvSpPr txBox="1"/>
          <p:nvPr/>
        </p:nvSpPr>
        <p:spPr>
          <a:xfrm>
            <a:off x="1668405" y="5096102"/>
            <a:ext cx="194755" cy="194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2" b="0" i="0">
                <a:solidFill>
                  <a:srgbClr val="111111"/>
                </a:solidFill>
                <a:latin typeface="DejaVu Serif"/>
              </a:rPr>
              <a:t>C</a:t>
            </a:r>
          </a:p>
        </p:txBody>
      </p:sp>
      <p:sp>
        <p:nvSpPr>
          <p:cNvPr id="397" name="Rounded Rectangle 396"/>
          <p:cNvSpPr/>
          <p:nvPr/>
        </p:nvSpPr>
        <p:spPr>
          <a:xfrm>
            <a:off x="2155294" y="3830191"/>
            <a:ext cx="668660" cy="311608"/>
          </a:xfrm>
          <a:prstGeom prst="roundRect">
            <a:avLst>
              <a:gd name="adj" fmla="val 14583"/>
            </a:avLst>
          </a:prstGeom>
          <a:solidFill>
            <a:srgbClr val="F3F5ED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TextBox 397"/>
          <p:cNvSpPr txBox="1"/>
          <p:nvPr/>
        </p:nvSpPr>
        <p:spPr>
          <a:xfrm>
            <a:off x="2155294" y="3830191"/>
            <a:ext cx="668660" cy="311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6" b="0" i="0">
                <a:solidFill>
                  <a:srgbClr val="111111"/>
                </a:solidFill>
                <a:latin typeface="Arial"/>
              </a:rPr>
              <a:t>Fusion</a:t>
            </a:r>
          </a:p>
        </p:txBody>
      </p:sp>
      <p:sp>
        <p:nvSpPr>
          <p:cNvPr id="399" name="Rounded Rectangle 398"/>
          <p:cNvSpPr/>
          <p:nvPr/>
        </p:nvSpPr>
        <p:spPr>
          <a:xfrm>
            <a:off x="2155294" y="5044167"/>
            <a:ext cx="668660" cy="311608"/>
          </a:xfrm>
          <a:prstGeom prst="roundRect">
            <a:avLst>
              <a:gd name="adj" fmla="val 14583"/>
            </a:avLst>
          </a:prstGeom>
          <a:solidFill>
            <a:srgbClr val="F3F5ED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2155294" y="5044167"/>
            <a:ext cx="668660" cy="311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6" b="0" i="0">
                <a:solidFill>
                  <a:srgbClr val="111111"/>
                </a:solidFill>
                <a:latin typeface="Arial"/>
              </a:rPr>
              <a:t>Fusion</a:t>
            </a:r>
          </a:p>
        </p:txBody>
      </p:sp>
      <p:cxnSp>
        <p:nvCxnSpPr>
          <p:cNvPr id="401" name="Connector 400"/>
          <p:cNvCxnSpPr/>
          <p:nvPr/>
        </p:nvCxnSpPr>
        <p:spPr>
          <a:xfrm>
            <a:off x="753054" y="3583501"/>
            <a:ext cx="0" cy="207739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>
            <a:off x="753054" y="4180751"/>
            <a:ext cx="0" cy="207739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>
            <a:off x="753054" y="4778001"/>
            <a:ext cx="0" cy="220723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>
            <a:off x="753054" y="5381744"/>
            <a:ext cx="0" cy="214231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>
            <a:off x="753054" y="5991977"/>
            <a:ext cx="0" cy="434954"/>
          </a:xfrm>
          <a:prstGeom prst="line">
            <a:avLst/>
          </a:prstGeom>
          <a:ln w="1371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>
            <a:off x="753054" y="6426931"/>
            <a:ext cx="941318" cy="0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>
            <a:off x="2759036" y="6426931"/>
            <a:ext cx="869908" cy="0"/>
          </a:xfrm>
          <a:prstGeom prst="line">
            <a:avLst/>
          </a:prstGeom>
          <a:ln w="1371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 flipV="1">
            <a:off x="3628944" y="5991977"/>
            <a:ext cx="0" cy="434954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 flipV="1">
            <a:off x="3628944" y="5381744"/>
            <a:ext cx="0" cy="214231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 flipV="1">
            <a:off x="3628944" y="4778001"/>
            <a:ext cx="0" cy="220723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 flipV="1">
            <a:off x="3628944" y="4180751"/>
            <a:ext cx="0" cy="207739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 flipV="1">
            <a:off x="3628944" y="3583501"/>
            <a:ext cx="0" cy="207739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>
            <a:off x="1369780" y="3985996"/>
            <a:ext cx="298625" cy="0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>
            <a:off x="1863161" y="3985996"/>
            <a:ext cx="292133" cy="0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>
            <a:off x="2823954" y="3985996"/>
            <a:ext cx="188264" cy="0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>
            <a:off x="1369780" y="5193480"/>
            <a:ext cx="298625" cy="0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>
            <a:off x="1863161" y="5193480"/>
            <a:ext cx="292133" cy="0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>
            <a:off x="2823954" y="5193480"/>
            <a:ext cx="188264" cy="0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 flipH="1">
            <a:off x="1765783" y="4388490"/>
            <a:ext cx="1863161" cy="0"/>
          </a:xfrm>
          <a:prstGeom prst="line">
            <a:avLst/>
          </a:prstGeom>
          <a:ln w="1371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 flipV="1">
            <a:off x="1765783" y="4083373"/>
            <a:ext cx="0" cy="305117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 flipH="1">
            <a:off x="1765783" y="5595975"/>
            <a:ext cx="1863161" cy="0"/>
          </a:xfrm>
          <a:prstGeom prst="line">
            <a:avLst/>
          </a:prstGeom>
          <a:ln w="1371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 flipV="1">
            <a:off x="1765783" y="5290858"/>
            <a:ext cx="0" cy="305117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3" name="TextBox 422"/>
          <p:cNvSpPr txBox="1"/>
          <p:nvPr/>
        </p:nvSpPr>
        <p:spPr>
          <a:xfrm>
            <a:off x="824465" y="3025202"/>
            <a:ext cx="681644" cy="1168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6" b="0" i="1">
                <a:solidFill>
                  <a:srgbClr val="6C747A"/>
                </a:solidFill>
                <a:latin typeface="DejaVu Serif"/>
              </a:rPr>
              <a:t>C×H×W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798497" y="3615960"/>
            <a:ext cx="681644" cy="1168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6" b="0" i="1">
                <a:solidFill>
                  <a:srgbClr val="6C747A"/>
                </a:solidFill>
                <a:latin typeface="DejaVu Serif"/>
              </a:rPr>
              <a:t>C×H×W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2453919" y="3674387"/>
            <a:ext cx="681644" cy="1168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6" b="0" i="1">
                <a:solidFill>
                  <a:srgbClr val="6C747A"/>
                </a:solidFill>
                <a:latin typeface="DejaVu Serif"/>
              </a:rPr>
              <a:t>C×H×W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2453919" y="4213210"/>
            <a:ext cx="681644" cy="1168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6" b="0" i="1">
                <a:solidFill>
                  <a:srgbClr val="6C747A"/>
                </a:solidFill>
                <a:latin typeface="DejaVu Serif"/>
              </a:rPr>
              <a:t>C×H×W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772530" y="4790985"/>
            <a:ext cx="1038696" cy="1168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6" b="0" i="1">
                <a:solidFill>
                  <a:srgbClr val="6C747A"/>
                </a:solidFill>
                <a:latin typeface="DejaVu Serif"/>
              </a:rPr>
              <a:t>2C×H⁄2×W⁄2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2427952" y="4790985"/>
            <a:ext cx="1090630" cy="1168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6" b="0" i="1">
                <a:solidFill>
                  <a:srgbClr val="6C747A"/>
                </a:solidFill>
                <a:latin typeface="DejaVu Serif"/>
              </a:rPr>
              <a:t>2C×H⁄2×W⁄2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772530" y="5394727"/>
            <a:ext cx="1038696" cy="1168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6" b="0" i="1">
                <a:solidFill>
                  <a:srgbClr val="6C747A"/>
                </a:solidFill>
                <a:latin typeface="DejaVu Serif"/>
              </a:rPr>
              <a:t>2C×H⁄2×W⁄2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2427952" y="5394727"/>
            <a:ext cx="1090630" cy="1168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6" b="0" i="1">
                <a:solidFill>
                  <a:srgbClr val="6C747A"/>
                </a:solidFill>
                <a:latin typeface="DejaVu Serif"/>
              </a:rPr>
              <a:t>2C×H⁄2×W⁄2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772530" y="5998469"/>
            <a:ext cx="1038696" cy="1168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6" b="0" i="1">
                <a:solidFill>
                  <a:srgbClr val="6C747A"/>
                </a:solidFill>
                <a:latin typeface="DejaVu Serif"/>
              </a:rPr>
              <a:t>4C×H⁄4×W⁄4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2427952" y="5998469"/>
            <a:ext cx="1090630" cy="11685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6" b="0" i="1">
                <a:solidFill>
                  <a:srgbClr val="6C747A"/>
                </a:solidFill>
                <a:latin typeface="DejaVu Serif"/>
              </a:rPr>
              <a:t>4C×H⁄4×W⁄4</a:t>
            </a:r>
          </a:p>
        </p:txBody>
      </p:sp>
      <p:sp>
        <p:nvSpPr>
          <p:cNvPr id="433" name="Rectangle 432"/>
          <p:cNvSpPr/>
          <p:nvPr/>
        </p:nvSpPr>
        <p:spPr>
          <a:xfrm>
            <a:off x="4797477" y="4667640"/>
            <a:ext cx="6920312" cy="2005981"/>
          </a:xfrm>
          <a:prstGeom prst="rect">
            <a:avLst/>
          </a:prstGeom>
          <a:solidFill>
            <a:srgbClr val="FFFDFB"/>
          </a:solidFill>
          <a:ln w="20574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4" name="Connector 433"/>
          <p:cNvCxnSpPr/>
          <p:nvPr/>
        </p:nvCxnSpPr>
        <p:spPr>
          <a:xfrm>
            <a:off x="4648164" y="5712828"/>
            <a:ext cx="149313" cy="0"/>
          </a:xfrm>
          <a:prstGeom prst="line">
            <a:avLst/>
          </a:prstGeom>
          <a:ln w="1371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 flipV="1">
            <a:off x="4797477" y="4667640"/>
            <a:ext cx="0" cy="1045188"/>
          </a:xfrm>
          <a:prstGeom prst="line">
            <a:avLst/>
          </a:prstGeom>
          <a:ln w="1371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4797477" y="4667640"/>
            <a:ext cx="6920313" cy="0"/>
          </a:xfrm>
          <a:prstGeom prst="line">
            <a:avLst/>
          </a:prstGeom>
          <a:ln w="1371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11717790" y="4667640"/>
            <a:ext cx="0" cy="1733324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TextBox 437"/>
          <p:cNvSpPr txBox="1"/>
          <p:nvPr/>
        </p:nvSpPr>
        <p:spPr>
          <a:xfrm>
            <a:off x="4511836" y="5784238"/>
            <a:ext cx="603742" cy="1558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10" b="0" i="1">
                <a:solidFill>
                  <a:srgbClr val="6D7479"/>
                </a:solidFill>
                <a:latin typeface="DejaVu Serif"/>
              </a:rPr>
              <a:t>C×H×W</a:t>
            </a:r>
          </a:p>
        </p:txBody>
      </p:sp>
      <p:cxnSp>
        <p:nvCxnSpPr>
          <p:cNvPr id="439" name="Connector 438"/>
          <p:cNvCxnSpPr/>
          <p:nvPr/>
        </p:nvCxnSpPr>
        <p:spPr>
          <a:xfrm>
            <a:off x="4797477" y="5712828"/>
            <a:ext cx="220723" cy="0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0" name="Rounded Rectangle 439"/>
          <p:cNvSpPr/>
          <p:nvPr/>
        </p:nvSpPr>
        <p:spPr>
          <a:xfrm>
            <a:off x="5018200" y="5440170"/>
            <a:ext cx="292133" cy="545315"/>
          </a:xfrm>
          <a:prstGeom prst="roundRect">
            <a:avLst>
              <a:gd name="adj" fmla="val 17777"/>
            </a:avLst>
          </a:prstGeom>
          <a:solidFill>
            <a:srgbClr val="EEF8FB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TextBox 440"/>
          <p:cNvSpPr txBox="1"/>
          <p:nvPr/>
        </p:nvSpPr>
        <p:spPr>
          <a:xfrm rot="16200000">
            <a:off x="4891609" y="5566761"/>
            <a:ext cx="545315" cy="29213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80" b="0" i="0">
                <a:solidFill>
                  <a:srgbClr val="111111"/>
                </a:solidFill>
                <a:latin typeface="Arial"/>
              </a:rPr>
              <a:t>LN</a:t>
            </a:r>
          </a:p>
        </p:txBody>
      </p:sp>
      <p:sp>
        <p:nvSpPr>
          <p:cNvPr id="442" name="Rounded Rectangle 441"/>
          <p:cNvSpPr/>
          <p:nvPr/>
        </p:nvSpPr>
        <p:spPr>
          <a:xfrm>
            <a:off x="5725812" y="4836428"/>
            <a:ext cx="279149" cy="493380"/>
          </a:xfrm>
          <a:prstGeom prst="roundRect">
            <a:avLst>
              <a:gd name="adj" fmla="val 16279"/>
            </a:avLst>
          </a:prstGeom>
          <a:solidFill>
            <a:srgbClr val="FFF8EE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TextBox 442"/>
          <p:cNvSpPr txBox="1"/>
          <p:nvPr/>
        </p:nvSpPr>
        <p:spPr>
          <a:xfrm rot="16200000">
            <a:off x="5618696" y="4943544"/>
            <a:ext cx="493380" cy="2791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2" b="0" i="0">
                <a:solidFill>
                  <a:srgbClr val="111111"/>
                </a:solidFill>
                <a:latin typeface="Arial"/>
              </a:rPr>
              <a:t>1x1</a:t>
            </a:r>
          </a:p>
        </p:txBody>
      </p:sp>
      <p:sp>
        <p:nvSpPr>
          <p:cNvPr id="444" name="TextBox 443"/>
          <p:cNvSpPr txBox="1"/>
          <p:nvPr/>
        </p:nvSpPr>
        <p:spPr>
          <a:xfrm>
            <a:off x="6128306" y="4849412"/>
            <a:ext cx="272657" cy="2466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111111"/>
                </a:solidFill>
                <a:latin typeface="DejaVu Serif"/>
              </a:rPr>
              <a:t>Q</a:t>
            </a:r>
          </a:p>
        </p:txBody>
      </p:sp>
      <p:sp>
        <p:nvSpPr>
          <p:cNvPr id="445" name="Rounded Rectangle 444"/>
          <p:cNvSpPr/>
          <p:nvPr/>
        </p:nvSpPr>
        <p:spPr>
          <a:xfrm>
            <a:off x="5725812" y="5479121"/>
            <a:ext cx="279149" cy="493380"/>
          </a:xfrm>
          <a:prstGeom prst="roundRect">
            <a:avLst>
              <a:gd name="adj" fmla="val 16279"/>
            </a:avLst>
          </a:prstGeom>
          <a:solidFill>
            <a:srgbClr val="FFF8EE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TextBox 445"/>
          <p:cNvSpPr txBox="1"/>
          <p:nvPr/>
        </p:nvSpPr>
        <p:spPr>
          <a:xfrm rot="16200000">
            <a:off x="5618696" y="5586237"/>
            <a:ext cx="493380" cy="2791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2" b="0" i="0">
                <a:solidFill>
                  <a:srgbClr val="111111"/>
                </a:solidFill>
                <a:latin typeface="Arial"/>
              </a:rPr>
              <a:t>1x1</a:t>
            </a:r>
          </a:p>
        </p:txBody>
      </p:sp>
      <p:sp>
        <p:nvSpPr>
          <p:cNvPr id="447" name="TextBox 446"/>
          <p:cNvSpPr txBox="1"/>
          <p:nvPr/>
        </p:nvSpPr>
        <p:spPr>
          <a:xfrm>
            <a:off x="6128306" y="5492105"/>
            <a:ext cx="272657" cy="2466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111111"/>
                </a:solidFill>
                <a:latin typeface="DejaVu Serif"/>
              </a:rPr>
              <a:t>K</a:t>
            </a:r>
          </a:p>
        </p:txBody>
      </p:sp>
      <p:sp>
        <p:nvSpPr>
          <p:cNvPr id="448" name="Rounded Rectangle 447"/>
          <p:cNvSpPr/>
          <p:nvPr/>
        </p:nvSpPr>
        <p:spPr>
          <a:xfrm>
            <a:off x="5725812" y="6128306"/>
            <a:ext cx="279149" cy="493380"/>
          </a:xfrm>
          <a:prstGeom prst="roundRect">
            <a:avLst>
              <a:gd name="adj" fmla="val 16279"/>
            </a:avLst>
          </a:prstGeom>
          <a:solidFill>
            <a:srgbClr val="FFF8EE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TextBox 448"/>
          <p:cNvSpPr txBox="1"/>
          <p:nvPr/>
        </p:nvSpPr>
        <p:spPr>
          <a:xfrm rot="16200000">
            <a:off x="5618696" y="6235422"/>
            <a:ext cx="493380" cy="2791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2" b="0" i="0">
                <a:solidFill>
                  <a:srgbClr val="111111"/>
                </a:solidFill>
                <a:latin typeface="Arial"/>
              </a:rPr>
              <a:t>1x1</a:t>
            </a:r>
          </a:p>
        </p:txBody>
      </p:sp>
      <p:sp>
        <p:nvSpPr>
          <p:cNvPr id="450" name="TextBox 449"/>
          <p:cNvSpPr txBox="1"/>
          <p:nvPr/>
        </p:nvSpPr>
        <p:spPr>
          <a:xfrm>
            <a:off x="6128306" y="6141290"/>
            <a:ext cx="272657" cy="2466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111111"/>
                </a:solidFill>
                <a:latin typeface="DejaVu Serif"/>
              </a:rPr>
              <a:t>V</a:t>
            </a:r>
          </a:p>
        </p:txBody>
      </p:sp>
      <p:cxnSp>
        <p:nvCxnSpPr>
          <p:cNvPr id="451" name="Connector 450"/>
          <p:cNvCxnSpPr/>
          <p:nvPr/>
        </p:nvCxnSpPr>
        <p:spPr>
          <a:xfrm>
            <a:off x="5310333" y="5712828"/>
            <a:ext cx="181772" cy="0"/>
          </a:xfrm>
          <a:prstGeom prst="line">
            <a:avLst/>
          </a:prstGeom>
          <a:ln w="1371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 flipV="1">
            <a:off x="5492105" y="5083118"/>
            <a:ext cx="0" cy="629710"/>
          </a:xfrm>
          <a:prstGeom prst="line">
            <a:avLst/>
          </a:prstGeom>
          <a:ln w="1371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>
            <a:off x="5492105" y="5083118"/>
            <a:ext cx="233707" cy="0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>
            <a:off x="5310333" y="5712828"/>
            <a:ext cx="415479" cy="0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>
            <a:off x="5310333" y="5712828"/>
            <a:ext cx="181772" cy="0"/>
          </a:xfrm>
          <a:prstGeom prst="line">
            <a:avLst/>
          </a:prstGeom>
          <a:ln w="1371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5492105" y="5712828"/>
            <a:ext cx="0" cy="662169"/>
          </a:xfrm>
          <a:prstGeom prst="line">
            <a:avLst/>
          </a:prstGeom>
          <a:ln w="1371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5492105" y="6374997"/>
            <a:ext cx="233707" cy="0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6004961" y="5083118"/>
            <a:ext cx="532332" cy="0"/>
          </a:xfrm>
          <a:prstGeom prst="line">
            <a:avLst/>
          </a:prstGeom>
          <a:ln w="1371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>
            <a:off x="6537293" y="5083118"/>
            <a:ext cx="0" cy="246691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>
            <a:off x="6004961" y="5725812"/>
            <a:ext cx="532332" cy="0"/>
          </a:xfrm>
          <a:prstGeom prst="line">
            <a:avLst/>
          </a:prstGeom>
          <a:ln w="1371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6537293" y="5537548"/>
            <a:ext cx="0" cy="188264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2" name="TextBox 461"/>
          <p:cNvSpPr txBox="1"/>
          <p:nvPr/>
        </p:nvSpPr>
        <p:spPr>
          <a:xfrm>
            <a:off x="6297094" y="4700099"/>
            <a:ext cx="616725" cy="18177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64" b="0" i="1">
                <a:solidFill>
                  <a:srgbClr val="6D7479"/>
                </a:solidFill>
                <a:latin typeface="DejaVu Serif"/>
              </a:rPr>
              <a:t>C×HW</a:t>
            </a:r>
          </a:p>
        </p:txBody>
      </p:sp>
      <p:sp>
        <p:nvSpPr>
          <p:cNvPr id="463" name="TextBox 462"/>
          <p:cNvSpPr txBox="1"/>
          <p:nvPr/>
        </p:nvSpPr>
        <p:spPr>
          <a:xfrm>
            <a:off x="6297094" y="5797222"/>
            <a:ext cx="616725" cy="18177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64" b="0" i="1">
                <a:solidFill>
                  <a:srgbClr val="6D7479"/>
                </a:solidFill>
                <a:latin typeface="DejaVu Serif"/>
              </a:rPr>
              <a:t>C×HW</a:t>
            </a:r>
          </a:p>
        </p:txBody>
      </p:sp>
      <p:sp>
        <p:nvSpPr>
          <p:cNvPr id="464" name="Oval 463"/>
          <p:cNvSpPr/>
          <p:nvPr/>
        </p:nvSpPr>
        <p:spPr>
          <a:xfrm>
            <a:off x="6446407" y="5336301"/>
            <a:ext cx="194755" cy="194755"/>
          </a:xfrm>
          <a:prstGeom prst="ellipse">
            <a:avLst/>
          </a:prstGeom>
          <a:solidFill>
            <a:srgbClr val="FFFFFF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TextBox 464"/>
          <p:cNvSpPr txBox="1"/>
          <p:nvPr/>
        </p:nvSpPr>
        <p:spPr>
          <a:xfrm>
            <a:off x="6446407" y="5336301"/>
            <a:ext cx="194755" cy="194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88" b="0" i="0">
                <a:solidFill>
                  <a:srgbClr val="111111"/>
                </a:solidFill>
                <a:latin typeface="DejaVu Serif"/>
              </a:rPr>
              <a:t>⊗</a:t>
            </a:r>
          </a:p>
        </p:txBody>
      </p:sp>
      <p:sp>
        <p:nvSpPr>
          <p:cNvPr id="466" name="Rectangle 465"/>
          <p:cNvSpPr/>
          <p:nvPr/>
        </p:nvSpPr>
        <p:spPr>
          <a:xfrm>
            <a:off x="6842410" y="5102594"/>
            <a:ext cx="629709" cy="629709"/>
          </a:xfrm>
          <a:prstGeom prst="rect">
            <a:avLst/>
          </a:prstGeom>
          <a:solidFill>
            <a:srgbClr val="F7F7F7"/>
          </a:solidFill>
          <a:ln w="6858">
            <a:solidFill>
              <a:srgbClr val="67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6842410" y="5102594"/>
            <a:ext cx="64269" cy="64269"/>
          </a:xfrm>
          <a:prstGeom prst="rect">
            <a:avLst/>
          </a:prstGeom>
          <a:solidFill>
            <a:srgbClr val="B9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6905381" y="5102594"/>
            <a:ext cx="64269" cy="64269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6968352" y="5102594"/>
            <a:ext cx="64269" cy="64269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7031323" y="5102594"/>
            <a:ext cx="64269" cy="64269"/>
          </a:xfrm>
          <a:prstGeom prst="rect">
            <a:avLst/>
          </a:prstGeom>
          <a:solidFill>
            <a:srgbClr val="85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7094294" y="5102594"/>
            <a:ext cx="64269" cy="64269"/>
          </a:xfrm>
          <a:prstGeom prst="rect">
            <a:avLst/>
          </a:prstGeom>
          <a:solidFill>
            <a:srgbClr val="8E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7157265" y="5102594"/>
            <a:ext cx="64269" cy="64269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7220236" y="5102594"/>
            <a:ext cx="64269" cy="64269"/>
          </a:xfrm>
          <a:prstGeom prst="rect">
            <a:avLst/>
          </a:prstGeom>
          <a:solidFill>
            <a:srgbClr val="4B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7283207" y="5102594"/>
            <a:ext cx="64269" cy="64269"/>
          </a:xfrm>
          <a:prstGeom prst="rect">
            <a:avLst/>
          </a:prstGeom>
          <a:solidFill>
            <a:srgbClr val="8E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7346178" y="5102594"/>
            <a:ext cx="64269" cy="64269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7409148" y="5102594"/>
            <a:ext cx="64269" cy="64269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6842410" y="5165565"/>
            <a:ext cx="64269" cy="64269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6905381" y="5165565"/>
            <a:ext cx="64269" cy="64269"/>
          </a:xfrm>
          <a:prstGeom prst="rect">
            <a:avLst/>
          </a:prstGeom>
          <a:solidFill>
            <a:srgbClr val="9B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6968352" y="5165565"/>
            <a:ext cx="64269" cy="64269"/>
          </a:xfrm>
          <a:prstGeom prst="rect">
            <a:avLst/>
          </a:prstGeom>
          <a:solidFill>
            <a:srgbClr val="6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7031323" y="5165565"/>
            <a:ext cx="64269" cy="64269"/>
          </a:xfrm>
          <a:prstGeom prst="rect">
            <a:avLst/>
          </a:prstGeom>
          <a:solidFill>
            <a:srgbClr val="CBC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7094294" y="5165565"/>
            <a:ext cx="64269" cy="64269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7157265" y="5165565"/>
            <a:ext cx="64269" cy="64269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7220236" y="5165565"/>
            <a:ext cx="64269" cy="64269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7283207" y="5165565"/>
            <a:ext cx="64269" cy="64269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7346178" y="5165565"/>
            <a:ext cx="64269" cy="64269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7409148" y="5165565"/>
            <a:ext cx="64269" cy="64269"/>
          </a:xfrm>
          <a:prstGeom prst="rect">
            <a:avLst/>
          </a:prstGeom>
          <a:solidFill>
            <a:srgbClr val="A4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6842410" y="5228536"/>
            <a:ext cx="64269" cy="64269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6905381" y="5228536"/>
            <a:ext cx="64269" cy="64269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6968352" y="5228536"/>
            <a:ext cx="64269" cy="64269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7031323" y="5228536"/>
            <a:ext cx="64269" cy="64269"/>
          </a:xfrm>
          <a:prstGeom prst="rect">
            <a:avLst/>
          </a:prstGeom>
          <a:solidFill>
            <a:srgbClr val="69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Rectangle 490"/>
          <p:cNvSpPr/>
          <p:nvPr/>
        </p:nvSpPr>
        <p:spPr>
          <a:xfrm>
            <a:off x="7094294" y="5228536"/>
            <a:ext cx="64269" cy="64269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Rectangle 491"/>
          <p:cNvSpPr/>
          <p:nvPr/>
        </p:nvSpPr>
        <p:spPr>
          <a:xfrm>
            <a:off x="7157265" y="5228536"/>
            <a:ext cx="64269" cy="64269"/>
          </a:xfrm>
          <a:prstGeom prst="rect">
            <a:avLst/>
          </a:prstGeom>
          <a:solidFill>
            <a:srgbClr val="57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Rectangle 492"/>
          <p:cNvSpPr/>
          <p:nvPr/>
        </p:nvSpPr>
        <p:spPr>
          <a:xfrm>
            <a:off x="7220236" y="5228536"/>
            <a:ext cx="64269" cy="64269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Rectangle 493"/>
          <p:cNvSpPr/>
          <p:nvPr/>
        </p:nvSpPr>
        <p:spPr>
          <a:xfrm>
            <a:off x="7283207" y="5228536"/>
            <a:ext cx="64269" cy="64269"/>
          </a:xfrm>
          <a:prstGeom prst="rect">
            <a:avLst/>
          </a:prstGeom>
          <a:solidFill>
            <a:srgbClr val="85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Rectangle 494"/>
          <p:cNvSpPr/>
          <p:nvPr/>
        </p:nvSpPr>
        <p:spPr>
          <a:xfrm>
            <a:off x="7346178" y="5228536"/>
            <a:ext cx="64269" cy="64269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Rectangle 495"/>
          <p:cNvSpPr/>
          <p:nvPr/>
        </p:nvSpPr>
        <p:spPr>
          <a:xfrm>
            <a:off x="7409148" y="5228536"/>
            <a:ext cx="64269" cy="64269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Rectangle 496"/>
          <p:cNvSpPr/>
          <p:nvPr/>
        </p:nvSpPr>
        <p:spPr>
          <a:xfrm>
            <a:off x="6842410" y="5291507"/>
            <a:ext cx="64269" cy="64269"/>
          </a:xfrm>
          <a:prstGeom prst="rect">
            <a:avLst/>
          </a:prstGeom>
          <a:solidFill>
            <a:srgbClr val="909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Rectangle 497"/>
          <p:cNvSpPr/>
          <p:nvPr/>
        </p:nvSpPr>
        <p:spPr>
          <a:xfrm>
            <a:off x="6905381" y="5291507"/>
            <a:ext cx="64269" cy="64269"/>
          </a:xfrm>
          <a:prstGeom prst="rect">
            <a:avLst/>
          </a:prstGeom>
          <a:solidFill>
            <a:srgbClr val="A9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Rectangle 498"/>
          <p:cNvSpPr/>
          <p:nvPr/>
        </p:nvSpPr>
        <p:spPr>
          <a:xfrm>
            <a:off x="6968352" y="5291507"/>
            <a:ext cx="64269" cy="64269"/>
          </a:xfrm>
          <a:prstGeom prst="rect">
            <a:avLst/>
          </a:prstGeom>
          <a:solidFill>
            <a:srgbClr val="C3C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Rectangle 499"/>
          <p:cNvSpPr/>
          <p:nvPr/>
        </p:nvSpPr>
        <p:spPr>
          <a:xfrm>
            <a:off x="7031323" y="5291507"/>
            <a:ext cx="64269" cy="64269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Rectangle 500"/>
          <p:cNvSpPr/>
          <p:nvPr/>
        </p:nvSpPr>
        <p:spPr>
          <a:xfrm>
            <a:off x="7094294" y="5291507"/>
            <a:ext cx="64269" cy="64269"/>
          </a:xfrm>
          <a:prstGeom prst="rect">
            <a:avLst/>
          </a:prstGeom>
          <a:solidFill>
            <a:srgbClr val="BAB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Rectangle 501"/>
          <p:cNvSpPr/>
          <p:nvPr/>
        </p:nvSpPr>
        <p:spPr>
          <a:xfrm>
            <a:off x="7157265" y="5291507"/>
            <a:ext cx="64269" cy="64269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7220236" y="5291507"/>
            <a:ext cx="64269" cy="6426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Rectangle 503"/>
          <p:cNvSpPr/>
          <p:nvPr/>
        </p:nvSpPr>
        <p:spPr>
          <a:xfrm>
            <a:off x="7283207" y="5291507"/>
            <a:ext cx="64269" cy="6426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Rectangle 504"/>
          <p:cNvSpPr/>
          <p:nvPr/>
        </p:nvSpPr>
        <p:spPr>
          <a:xfrm>
            <a:off x="7346178" y="5291507"/>
            <a:ext cx="64269" cy="64269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Rectangle 505"/>
          <p:cNvSpPr/>
          <p:nvPr/>
        </p:nvSpPr>
        <p:spPr>
          <a:xfrm>
            <a:off x="7409148" y="5291507"/>
            <a:ext cx="64269" cy="64269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Rectangle 506"/>
          <p:cNvSpPr/>
          <p:nvPr/>
        </p:nvSpPr>
        <p:spPr>
          <a:xfrm>
            <a:off x="6842410" y="5354478"/>
            <a:ext cx="64269" cy="6426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Rectangle 507"/>
          <p:cNvSpPr/>
          <p:nvPr/>
        </p:nvSpPr>
        <p:spPr>
          <a:xfrm>
            <a:off x="6905381" y="5354478"/>
            <a:ext cx="64269" cy="64269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Rectangle 508"/>
          <p:cNvSpPr/>
          <p:nvPr/>
        </p:nvSpPr>
        <p:spPr>
          <a:xfrm>
            <a:off x="6968352" y="5354478"/>
            <a:ext cx="64269" cy="64269"/>
          </a:xfrm>
          <a:prstGeom prst="rect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Rectangle 509"/>
          <p:cNvSpPr/>
          <p:nvPr/>
        </p:nvSpPr>
        <p:spPr>
          <a:xfrm>
            <a:off x="7031323" y="5354478"/>
            <a:ext cx="64269" cy="64269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Rectangle 510"/>
          <p:cNvSpPr/>
          <p:nvPr/>
        </p:nvSpPr>
        <p:spPr>
          <a:xfrm>
            <a:off x="7094294" y="5354478"/>
            <a:ext cx="64269" cy="6426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Rectangle 511"/>
          <p:cNvSpPr/>
          <p:nvPr/>
        </p:nvSpPr>
        <p:spPr>
          <a:xfrm>
            <a:off x="7157265" y="5354478"/>
            <a:ext cx="64269" cy="64269"/>
          </a:xfrm>
          <a:prstGeom prst="rect">
            <a:avLst/>
          </a:prstGeom>
          <a:solidFill>
            <a:srgbClr val="AFA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Rectangle 512"/>
          <p:cNvSpPr/>
          <p:nvPr/>
        </p:nvSpPr>
        <p:spPr>
          <a:xfrm>
            <a:off x="7220236" y="5354478"/>
            <a:ext cx="64269" cy="64269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Rectangle 513"/>
          <p:cNvSpPr/>
          <p:nvPr/>
        </p:nvSpPr>
        <p:spPr>
          <a:xfrm>
            <a:off x="7283207" y="5354478"/>
            <a:ext cx="64269" cy="64269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Rectangle 514"/>
          <p:cNvSpPr/>
          <p:nvPr/>
        </p:nvSpPr>
        <p:spPr>
          <a:xfrm>
            <a:off x="7346178" y="5354478"/>
            <a:ext cx="64269" cy="64269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Rectangle 515"/>
          <p:cNvSpPr/>
          <p:nvPr/>
        </p:nvSpPr>
        <p:spPr>
          <a:xfrm>
            <a:off x="7409148" y="5354478"/>
            <a:ext cx="64269" cy="64269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Rectangle 516"/>
          <p:cNvSpPr/>
          <p:nvPr/>
        </p:nvSpPr>
        <p:spPr>
          <a:xfrm>
            <a:off x="6842410" y="5417449"/>
            <a:ext cx="64269" cy="64269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Rectangle 517"/>
          <p:cNvSpPr/>
          <p:nvPr/>
        </p:nvSpPr>
        <p:spPr>
          <a:xfrm>
            <a:off x="6905381" y="5417449"/>
            <a:ext cx="64269" cy="64269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Rectangle 518"/>
          <p:cNvSpPr/>
          <p:nvPr/>
        </p:nvSpPr>
        <p:spPr>
          <a:xfrm>
            <a:off x="6968352" y="5417449"/>
            <a:ext cx="64269" cy="64269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Rectangle 519"/>
          <p:cNvSpPr/>
          <p:nvPr/>
        </p:nvSpPr>
        <p:spPr>
          <a:xfrm>
            <a:off x="7031323" y="5417449"/>
            <a:ext cx="64269" cy="64269"/>
          </a:xfrm>
          <a:prstGeom prst="rect">
            <a:avLst/>
          </a:prstGeom>
          <a:solidFill>
            <a:srgbClr val="868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Rectangle 520"/>
          <p:cNvSpPr/>
          <p:nvPr/>
        </p:nvSpPr>
        <p:spPr>
          <a:xfrm>
            <a:off x="7094294" y="5417449"/>
            <a:ext cx="64269" cy="6426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Rectangle 521"/>
          <p:cNvSpPr/>
          <p:nvPr/>
        </p:nvSpPr>
        <p:spPr>
          <a:xfrm>
            <a:off x="7157265" y="5417449"/>
            <a:ext cx="64269" cy="64269"/>
          </a:xfrm>
          <a:prstGeom prst="rect">
            <a:avLst/>
          </a:prstGeom>
          <a:solidFill>
            <a:srgbClr val="AE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Rectangle 522"/>
          <p:cNvSpPr/>
          <p:nvPr/>
        </p:nvSpPr>
        <p:spPr>
          <a:xfrm>
            <a:off x="7220236" y="5417449"/>
            <a:ext cx="64269" cy="64269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Rectangle 523"/>
          <p:cNvSpPr/>
          <p:nvPr/>
        </p:nvSpPr>
        <p:spPr>
          <a:xfrm>
            <a:off x="7283207" y="5417449"/>
            <a:ext cx="64269" cy="64269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Rectangle 524"/>
          <p:cNvSpPr/>
          <p:nvPr/>
        </p:nvSpPr>
        <p:spPr>
          <a:xfrm>
            <a:off x="7346178" y="5417449"/>
            <a:ext cx="64269" cy="64269"/>
          </a:xfrm>
          <a:prstGeom prst="rect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Rectangle 525"/>
          <p:cNvSpPr/>
          <p:nvPr/>
        </p:nvSpPr>
        <p:spPr>
          <a:xfrm>
            <a:off x="7409148" y="5417449"/>
            <a:ext cx="64269" cy="64269"/>
          </a:xfrm>
          <a:prstGeom prst="rect">
            <a:avLst/>
          </a:prstGeom>
          <a:solidFill>
            <a:srgbClr val="5D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Rectangle 526"/>
          <p:cNvSpPr/>
          <p:nvPr/>
        </p:nvSpPr>
        <p:spPr>
          <a:xfrm>
            <a:off x="6842410" y="5480420"/>
            <a:ext cx="64269" cy="64269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Rectangle 527"/>
          <p:cNvSpPr/>
          <p:nvPr/>
        </p:nvSpPr>
        <p:spPr>
          <a:xfrm>
            <a:off x="6905381" y="5480420"/>
            <a:ext cx="64269" cy="64269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Rectangle 528"/>
          <p:cNvSpPr/>
          <p:nvPr/>
        </p:nvSpPr>
        <p:spPr>
          <a:xfrm>
            <a:off x="6968352" y="5480420"/>
            <a:ext cx="64269" cy="64269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Rectangle 529"/>
          <p:cNvSpPr/>
          <p:nvPr/>
        </p:nvSpPr>
        <p:spPr>
          <a:xfrm>
            <a:off x="7031323" y="5480420"/>
            <a:ext cx="64269" cy="64269"/>
          </a:xfrm>
          <a:prstGeom prst="rect">
            <a:avLst/>
          </a:prstGeom>
          <a:solidFill>
            <a:srgbClr val="C1C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Rectangle 530"/>
          <p:cNvSpPr/>
          <p:nvPr/>
        </p:nvSpPr>
        <p:spPr>
          <a:xfrm>
            <a:off x="7094294" y="5480420"/>
            <a:ext cx="64269" cy="64269"/>
          </a:xfrm>
          <a:prstGeom prst="rect">
            <a:avLst/>
          </a:prstGeom>
          <a:solidFill>
            <a:srgbClr val="3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Rectangle 531"/>
          <p:cNvSpPr/>
          <p:nvPr/>
        </p:nvSpPr>
        <p:spPr>
          <a:xfrm>
            <a:off x="7157265" y="5480420"/>
            <a:ext cx="64269" cy="64269"/>
          </a:xfrm>
          <a:prstGeom prst="rect">
            <a:avLst/>
          </a:prstGeom>
          <a:solidFill>
            <a:srgbClr val="8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Rectangle 532"/>
          <p:cNvSpPr/>
          <p:nvPr/>
        </p:nvSpPr>
        <p:spPr>
          <a:xfrm>
            <a:off x="7220236" y="5480420"/>
            <a:ext cx="64269" cy="64269"/>
          </a:xfrm>
          <a:prstGeom prst="rect">
            <a:avLst/>
          </a:prstGeom>
          <a:solidFill>
            <a:srgbClr val="71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Rectangle 533"/>
          <p:cNvSpPr/>
          <p:nvPr/>
        </p:nvSpPr>
        <p:spPr>
          <a:xfrm>
            <a:off x="7283207" y="5480420"/>
            <a:ext cx="64269" cy="64269"/>
          </a:xfrm>
          <a:prstGeom prst="rect">
            <a:avLst/>
          </a:prstGeom>
          <a:solidFill>
            <a:srgbClr val="69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Rectangle 534"/>
          <p:cNvSpPr/>
          <p:nvPr/>
        </p:nvSpPr>
        <p:spPr>
          <a:xfrm>
            <a:off x="7346178" y="5480420"/>
            <a:ext cx="64269" cy="64269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Rectangle 535"/>
          <p:cNvSpPr/>
          <p:nvPr/>
        </p:nvSpPr>
        <p:spPr>
          <a:xfrm>
            <a:off x="7409148" y="5480420"/>
            <a:ext cx="64269" cy="64269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Rectangle 536"/>
          <p:cNvSpPr/>
          <p:nvPr/>
        </p:nvSpPr>
        <p:spPr>
          <a:xfrm>
            <a:off x="6842410" y="5543391"/>
            <a:ext cx="64269" cy="64269"/>
          </a:xfrm>
          <a:prstGeom prst="rect">
            <a:avLst/>
          </a:prstGeom>
          <a:solidFill>
            <a:srgbClr val="989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Rectangle 537"/>
          <p:cNvSpPr/>
          <p:nvPr/>
        </p:nvSpPr>
        <p:spPr>
          <a:xfrm>
            <a:off x="6905381" y="5543391"/>
            <a:ext cx="64269" cy="64269"/>
          </a:xfrm>
          <a:prstGeom prst="rect">
            <a:avLst/>
          </a:prstGeom>
          <a:solidFill>
            <a:srgbClr val="818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6968352" y="5543391"/>
            <a:ext cx="64269" cy="64269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7031323" y="5543391"/>
            <a:ext cx="64269" cy="64269"/>
          </a:xfrm>
          <a:prstGeom prst="rect">
            <a:avLst/>
          </a:prstGeom>
          <a:solidFill>
            <a:srgbClr val="BCB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7094294" y="5543391"/>
            <a:ext cx="64269" cy="64269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7157265" y="5543391"/>
            <a:ext cx="64269" cy="64269"/>
          </a:xfrm>
          <a:prstGeom prst="rect">
            <a:avLst/>
          </a:prstGeom>
          <a:solidFill>
            <a:srgbClr val="A9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Rectangle 542"/>
          <p:cNvSpPr/>
          <p:nvPr/>
        </p:nvSpPr>
        <p:spPr>
          <a:xfrm>
            <a:off x="7220236" y="5543391"/>
            <a:ext cx="64269" cy="64269"/>
          </a:xfrm>
          <a:prstGeom prst="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Rectangle 543"/>
          <p:cNvSpPr/>
          <p:nvPr/>
        </p:nvSpPr>
        <p:spPr>
          <a:xfrm>
            <a:off x="7283207" y="5543391"/>
            <a:ext cx="64269" cy="64269"/>
          </a:xfrm>
          <a:prstGeom prst="rect">
            <a:avLst/>
          </a:prstGeom>
          <a:solidFill>
            <a:srgbClr val="B3B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Rectangle 544"/>
          <p:cNvSpPr/>
          <p:nvPr/>
        </p:nvSpPr>
        <p:spPr>
          <a:xfrm>
            <a:off x="7346178" y="5543391"/>
            <a:ext cx="64269" cy="64269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Rectangle 545"/>
          <p:cNvSpPr/>
          <p:nvPr/>
        </p:nvSpPr>
        <p:spPr>
          <a:xfrm>
            <a:off x="7409148" y="5543391"/>
            <a:ext cx="64269" cy="64269"/>
          </a:xfrm>
          <a:prstGeom prst="rect">
            <a:avLst/>
          </a:prstGeom>
          <a:solidFill>
            <a:srgbClr val="5D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Rectangle 546"/>
          <p:cNvSpPr/>
          <p:nvPr/>
        </p:nvSpPr>
        <p:spPr>
          <a:xfrm>
            <a:off x="6842410" y="5606362"/>
            <a:ext cx="64269" cy="64269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Rectangle 547"/>
          <p:cNvSpPr/>
          <p:nvPr/>
        </p:nvSpPr>
        <p:spPr>
          <a:xfrm>
            <a:off x="6905381" y="5606362"/>
            <a:ext cx="64269" cy="64269"/>
          </a:xfrm>
          <a:prstGeom prst="rect">
            <a:avLst/>
          </a:prstGeom>
          <a:solidFill>
            <a:srgbClr val="CAC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Rectangle 548"/>
          <p:cNvSpPr/>
          <p:nvPr/>
        </p:nvSpPr>
        <p:spPr>
          <a:xfrm>
            <a:off x="6968352" y="5606362"/>
            <a:ext cx="64269" cy="64269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Rectangle 549"/>
          <p:cNvSpPr/>
          <p:nvPr/>
        </p:nvSpPr>
        <p:spPr>
          <a:xfrm>
            <a:off x="7031323" y="5606362"/>
            <a:ext cx="64269" cy="64269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Rectangle 550"/>
          <p:cNvSpPr/>
          <p:nvPr/>
        </p:nvSpPr>
        <p:spPr>
          <a:xfrm>
            <a:off x="7094294" y="5606362"/>
            <a:ext cx="64269" cy="64269"/>
          </a:xfrm>
          <a:prstGeom prst="rect">
            <a:avLst/>
          </a:prstGeom>
          <a:solidFill>
            <a:srgbClr val="515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Rectangle 551"/>
          <p:cNvSpPr/>
          <p:nvPr/>
        </p:nvSpPr>
        <p:spPr>
          <a:xfrm>
            <a:off x="7157265" y="5606362"/>
            <a:ext cx="64269" cy="64269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Rectangle 552"/>
          <p:cNvSpPr/>
          <p:nvPr/>
        </p:nvSpPr>
        <p:spPr>
          <a:xfrm>
            <a:off x="7220236" y="5606362"/>
            <a:ext cx="64269" cy="64269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Rectangle 553"/>
          <p:cNvSpPr/>
          <p:nvPr/>
        </p:nvSpPr>
        <p:spPr>
          <a:xfrm>
            <a:off x="7283207" y="5606362"/>
            <a:ext cx="64269" cy="64269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Rectangle 554"/>
          <p:cNvSpPr/>
          <p:nvPr/>
        </p:nvSpPr>
        <p:spPr>
          <a:xfrm>
            <a:off x="7346178" y="5606362"/>
            <a:ext cx="64269" cy="64269"/>
          </a:xfrm>
          <a:prstGeom prst="rect">
            <a:avLst/>
          </a:prstGeom>
          <a:solidFill>
            <a:srgbClr val="71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Rectangle 555"/>
          <p:cNvSpPr/>
          <p:nvPr/>
        </p:nvSpPr>
        <p:spPr>
          <a:xfrm>
            <a:off x="7409148" y="5606362"/>
            <a:ext cx="64269" cy="6426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Rectangle 556"/>
          <p:cNvSpPr/>
          <p:nvPr/>
        </p:nvSpPr>
        <p:spPr>
          <a:xfrm>
            <a:off x="6842410" y="5669333"/>
            <a:ext cx="64269" cy="64269"/>
          </a:xfrm>
          <a:prstGeom prst="rect">
            <a:avLst/>
          </a:prstGeom>
          <a:solidFill>
            <a:srgbClr val="515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Rectangle 557"/>
          <p:cNvSpPr/>
          <p:nvPr/>
        </p:nvSpPr>
        <p:spPr>
          <a:xfrm>
            <a:off x="6905381" y="5669333"/>
            <a:ext cx="64269" cy="64269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Rectangle 558"/>
          <p:cNvSpPr/>
          <p:nvPr/>
        </p:nvSpPr>
        <p:spPr>
          <a:xfrm>
            <a:off x="6968352" y="5669333"/>
            <a:ext cx="64269" cy="64269"/>
          </a:xfrm>
          <a:prstGeom prst="rect">
            <a:avLst/>
          </a:prstGeom>
          <a:solidFill>
            <a:srgbClr val="C4C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Rectangle 559"/>
          <p:cNvSpPr/>
          <p:nvPr/>
        </p:nvSpPr>
        <p:spPr>
          <a:xfrm>
            <a:off x="7031323" y="5669333"/>
            <a:ext cx="64269" cy="64269"/>
          </a:xfrm>
          <a:prstGeom prst="rect">
            <a:avLst/>
          </a:prstGeom>
          <a:solidFill>
            <a:srgbClr val="69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Rectangle 560"/>
          <p:cNvSpPr/>
          <p:nvPr/>
        </p:nvSpPr>
        <p:spPr>
          <a:xfrm>
            <a:off x="7094294" y="5669333"/>
            <a:ext cx="64269" cy="64269"/>
          </a:xfrm>
          <a:prstGeom prst="rect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Rectangle 561"/>
          <p:cNvSpPr/>
          <p:nvPr/>
        </p:nvSpPr>
        <p:spPr>
          <a:xfrm>
            <a:off x="7157265" y="5669333"/>
            <a:ext cx="64269" cy="64269"/>
          </a:xfrm>
          <a:prstGeom prst="rect">
            <a:avLst/>
          </a:prstGeom>
          <a:solidFill>
            <a:srgbClr val="3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Rectangle 562"/>
          <p:cNvSpPr/>
          <p:nvPr/>
        </p:nvSpPr>
        <p:spPr>
          <a:xfrm>
            <a:off x="7220236" y="5669333"/>
            <a:ext cx="64269" cy="64269"/>
          </a:xfrm>
          <a:prstGeom prst="rect">
            <a:avLst/>
          </a:prstGeom>
          <a:solidFill>
            <a:srgbClr val="38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Rectangle 563"/>
          <p:cNvSpPr/>
          <p:nvPr/>
        </p:nvSpPr>
        <p:spPr>
          <a:xfrm>
            <a:off x="7283207" y="5669333"/>
            <a:ext cx="64269" cy="64269"/>
          </a:xfrm>
          <a:prstGeom prst="rect">
            <a:avLst/>
          </a:prstGeom>
          <a:solidFill>
            <a:srgbClr val="9D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Rectangle 564"/>
          <p:cNvSpPr/>
          <p:nvPr/>
        </p:nvSpPr>
        <p:spPr>
          <a:xfrm>
            <a:off x="7346178" y="5669333"/>
            <a:ext cx="64269" cy="64269"/>
          </a:xfrm>
          <a:prstGeom prst="rect">
            <a:avLst/>
          </a:prstGeom>
          <a:solidFill>
            <a:srgbClr val="8E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Rectangle 565"/>
          <p:cNvSpPr/>
          <p:nvPr/>
        </p:nvSpPr>
        <p:spPr>
          <a:xfrm>
            <a:off x="7409148" y="5669333"/>
            <a:ext cx="64269" cy="6426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TextBox 566"/>
          <p:cNvSpPr txBox="1"/>
          <p:nvPr/>
        </p:nvSpPr>
        <p:spPr>
          <a:xfrm>
            <a:off x="6933296" y="4894855"/>
            <a:ext cx="454429" cy="162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64" b="0" i="1">
                <a:solidFill>
                  <a:srgbClr val="6D7479"/>
                </a:solidFill>
                <a:latin typeface="DejaVu Serif"/>
              </a:rPr>
              <a:t>C×C</a:t>
            </a:r>
          </a:p>
        </p:txBody>
      </p:sp>
      <p:cxnSp>
        <p:nvCxnSpPr>
          <p:cNvPr id="568" name="Connector 567"/>
          <p:cNvCxnSpPr/>
          <p:nvPr/>
        </p:nvCxnSpPr>
        <p:spPr>
          <a:xfrm>
            <a:off x="6641163" y="5433678"/>
            <a:ext cx="201247" cy="0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7472119" y="5433678"/>
            <a:ext cx="227215" cy="0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0" name="Rounded Rectangle 569"/>
          <p:cNvSpPr/>
          <p:nvPr/>
        </p:nvSpPr>
        <p:spPr>
          <a:xfrm>
            <a:off x="7699334" y="5083118"/>
            <a:ext cx="285641" cy="701119"/>
          </a:xfrm>
          <a:prstGeom prst="roundRect">
            <a:avLst>
              <a:gd name="adj" fmla="val 15909"/>
            </a:avLst>
          </a:prstGeom>
          <a:solidFill>
            <a:srgbClr val="FFF8EE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TextBox 570"/>
          <p:cNvSpPr txBox="1"/>
          <p:nvPr/>
        </p:nvSpPr>
        <p:spPr>
          <a:xfrm rot="16200000">
            <a:off x="7491595" y="5290858"/>
            <a:ext cx="701119" cy="28564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2" b="0" i="0">
                <a:solidFill>
                  <a:srgbClr val="111111"/>
                </a:solidFill>
                <a:latin typeface="Arial"/>
              </a:rPr>
              <a:t>Mask</a:t>
            </a:r>
          </a:p>
        </p:txBody>
      </p:sp>
      <p:sp>
        <p:nvSpPr>
          <p:cNvPr id="572" name="Rectangle 571"/>
          <p:cNvSpPr/>
          <p:nvPr/>
        </p:nvSpPr>
        <p:spPr>
          <a:xfrm>
            <a:off x="8238158" y="4894855"/>
            <a:ext cx="629709" cy="629709"/>
          </a:xfrm>
          <a:prstGeom prst="rect">
            <a:avLst/>
          </a:prstGeom>
          <a:solidFill>
            <a:srgbClr val="F7F7F7"/>
          </a:solidFill>
          <a:ln w="6858">
            <a:solidFill>
              <a:srgbClr val="67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Rectangle 572"/>
          <p:cNvSpPr/>
          <p:nvPr/>
        </p:nvSpPr>
        <p:spPr>
          <a:xfrm>
            <a:off x="8238158" y="4894855"/>
            <a:ext cx="71266" cy="71266"/>
          </a:xfrm>
          <a:prstGeom prst="rect">
            <a:avLst/>
          </a:prstGeom>
          <a:solidFill>
            <a:srgbClr val="82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Rectangle 573"/>
          <p:cNvSpPr/>
          <p:nvPr/>
        </p:nvSpPr>
        <p:spPr>
          <a:xfrm>
            <a:off x="8308125" y="4894855"/>
            <a:ext cx="71266" cy="71266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Rectangle 574"/>
          <p:cNvSpPr/>
          <p:nvPr/>
        </p:nvSpPr>
        <p:spPr>
          <a:xfrm>
            <a:off x="8378093" y="4894855"/>
            <a:ext cx="71266" cy="71266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Rectangle 575"/>
          <p:cNvSpPr/>
          <p:nvPr/>
        </p:nvSpPr>
        <p:spPr>
          <a:xfrm>
            <a:off x="8448061" y="4894855"/>
            <a:ext cx="71266" cy="71266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Rectangle 576"/>
          <p:cNvSpPr/>
          <p:nvPr/>
        </p:nvSpPr>
        <p:spPr>
          <a:xfrm>
            <a:off x="8518029" y="4894855"/>
            <a:ext cx="71266" cy="71266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Rectangle 577"/>
          <p:cNvSpPr/>
          <p:nvPr/>
        </p:nvSpPr>
        <p:spPr>
          <a:xfrm>
            <a:off x="8587996" y="4894855"/>
            <a:ext cx="71266" cy="71266"/>
          </a:xfrm>
          <a:prstGeom prst="rect">
            <a:avLst/>
          </a:prstGeom>
          <a:solidFill>
            <a:srgbClr val="8B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Rectangle 578"/>
          <p:cNvSpPr/>
          <p:nvPr/>
        </p:nvSpPr>
        <p:spPr>
          <a:xfrm>
            <a:off x="8657964" y="4894855"/>
            <a:ext cx="71266" cy="71266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Rectangle 579"/>
          <p:cNvSpPr/>
          <p:nvPr/>
        </p:nvSpPr>
        <p:spPr>
          <a:xfrm>
            <a:off x="8727932" y="4894855"/>
            <a:ext cx="71266" cy="71266"/>
          </a:xfrm>
          <a:prstGeom prst="rect">
            <a:avLst/>
          </a:prstGeom>
          <a:solidFill>
            <a:srgbClr val="8383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Rectangle 580"/>
          <p:cNvSpPr/>
          <p:nvPr/>
        </p:nvSpPr>
        <p:spPr>
          <a:xfrm>
            <a:off x="8797900" y="4894855"/>
            <a:ext cx="71266" cy="71266"/>
          </a:xfrm>
          <a:prstGeom prst="rect">
            <a:avLst/>
          </a:prstGeom>
          <a:solidFill>
            <a:srgbClr val="5C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Rectangle 581"/>
          <p:cNvSpPr/>
          <p:nvPr/>
        </p:nvSpPr>
        <p:spPr>
          <a:xfrm>
            <a:off x="8238158" y="4964822"/>
            <a:ext cx="71266" cy="71266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Rectangle 582"/>
          <p:cNvSpPr/>
          <p:nvPr/>
        </p:nvSpPr>
        <p:spPr>
          <a:xfrm>
            <a:off x="8308125" y="4964822"/>
            <a:ext cx="71266" cy="71266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Rectangle 583"/>
          <p:cNvSpPr/>
          <p:nvPr/>
        </p:nvSpPr>
        <p:spPr>
          <a:xfrm>
            <a:off x="8378093" y="4964822"/>
            <a:ext cx="71266" cy="71266"/>
          </a:xfrm>
          <a:prstGeom prst="rect">
            <a:avLst/>
          </a:prstGeom>
          <a:solidFill>
            <a:srgbClr val="9F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Rectangle 584"/>
          <p:cNvSpPr/>
          <p:nvPr/>
        </p:nvSpPr>
        <p:spPr>
          <a:xfrm>
            <a:off x="8448061" y="4964822"/>
            <a:ext cx="71266" cy="71266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Rectangle 585"/>
          <p:cNvSpPr/>
          <p:nvPr/>
        </p:nvSpPr>
        <p:spPr>
          <a:xfrm>
            <a:off x="8518029" y="4964822"/>
            <a:ext cx="71266" cy="71266"/>
          </a:xfrm>
          <a:prstGeom prst="rect">
            <a:avLst/>
          </a:prstGeom>
          <a:solidFill>
            <a:srgbClr val="C7C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Rectangle 586"/>
          <p:cNvSpPr/>
          <p:nvPr/>
        </p:nvSpPr>
        <p:spPr>
          <a:xfrm>
            <a:off x="8587996" y="4964822"/>
            <a:ext cx="71266" cy="71266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Rectangle 587"/>
          <p:cNvSpPr/>
          <p:nvPr/>
        </p:nvSpPr>
        <p:spPr>
          <a:xfrm>
            <a:off x="8657964" y="4964822"/>
            <a:ext cx="71266" cy="71266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Rectangle 588"/>
          <p:cNvSpPr/>
          <p:nvPr/>
        </p:nvSpPr>
        <p:spPr>
          <a:xfrm>
            <a:off x="8727932" y="4964822"/>
            <a:ext cx="71266" cy="71266"/>
          </a:xfrm>
          <a:prstGeom prst="rect">
            <a:avLst/>
          </a:prstGeom>
          <a:solidFill>
            <a:srgbClr val="565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Rectangle 589"/>
          <p:cNvSpPr/>
          <p:nvPr/>
        </p:nvSpPr>
        <p:spPr>
          <a:xfrm>
            <a:off x="8797900" y="4964822"/>
            <a:ext cx="71266" cy="71266"/>
          </a:xfrm>
          <a:prstGeom prst="rect">
            <a:avLst/>
          </a:prstGeom>
          <a:solidFill>
            <a:srgbClr val="565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Rectangle 590"/>
          <p:cNvSpPr/>
          <p:nvPr/>
        </p:nvSpPr>
        <p:spPr>
          <a:xfrm>
            <a:off x="8238158" y="5034790"/>
            <a:ext cx="71266" cy="71266"/>
          </a:xfrm>
          <a:prstGeom prst="rect">
            <a:avLst/>
          </a:prstGeom>
          <a:solidFill>
            <a:srgbClr val="BCB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Rectangle 591"/>
          <p:cNvSpPr/>
          <p:nvPr/>
        </p:nvSpPr>
        <p:spPr>
          <a:xfrm>
            <a:off x="8308125" y="5034790"/>
            <a:ext cx="71266" cy="71266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Rectangle 592"/>
          <p:cNvSpPr/>
          <p:nvPr/>
        </p:nvSpPr>
        <p:spPr>
          <a:xfrm>
            <a:off x="8378093" y="5034790"/>
            <a:ext cx="71266" cy="71266"/>
          </a:xfrm>
          <a:prstGeom prst="rect">
            <a:avLst/>
          </a:prstGeom>
          <a:solidFill>
            <a:srgbClr val="868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Rectangle 593"/>
          <p:cNvSpPr/>
          <p:nvPr/>
        </p:nvSpPr>
        <p:spPr>
          <a:xfrm>
            <a:off x="8448061" y="5034790"/>
            <a:ext cx="71266" cy="71266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Rectangle 594"/>
          <p:cNvSpPr/>
          <p:nvPr/>
        </p:nvSpPr>
        <p:spPr>
          <a:xfrm>
            <a:off x="8518029" y="5034790"/>
            <a:ext cx="71266" cy="7126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Rectangle 595"/>
          <p:cNvSpPr/>
          <p:nvPr/>
        </p:nvSpPr>
        <p:spPr>
          <a:xfrm>
            <a:off x="8587996" y="5034790"/>
            <a:ext cx="71266" cy="71266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Rectangle 596"/>
          <p:cNvSpPr/>
          <p:nvPr/>
        </p:nvSpPr>
        <p:spPr>
          <a:xfrm>
            <a:off x="8657964" y="5034790"/>
            <a:ext cx="71266" cy="71266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Rectangle 597"/>
          <p:cNvSpPr/>
          <p:nvPr/>
        </p:nvSpPr>
        <p:spPr>
          <a:xfrm>
            <a:off x="8727932" y="5034790"/>
            <a:ext cx="71266" cy="71266"/>
          </a:xfrm>
          <a:prstGeom prst="rect">
            <a:avLst/>
          </a:prstGeom>
          <a:solidFill>
            <a:srgbClr val="63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Rectangle 598"/>
          <p:cNvSpPr/>
          <p:nvPr/>
        </p:nvSpPr>
        <p:spPr>
          <a:xfrm>
            <a:off x="8797900" y="5034790"/>
            <a:ext cx="71266" cy="71266"/>
          </a:xfrm>
          <a:prstGeom prst="rect">
            <a:avLst/>
          </a:prstGeom>
          <a:solidFill>
            <a:srgbClr val="27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Rectangle 599"/>
          <p:cNvSpPr/>
          <p:nvPr/>
        </p:nvSpPr>
        <p:spPr>
          <a:xfrm>
            <a:off x="8238158" y="5104758"/>
            <a:ext cx="71266" cy="7126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Rectangle 600"/>
          <p:cNvSpPr/>
          <p:nvPr/>
        </p:nvSpPr>
        <p:spPr>
          <a:xfrm>
            <a:off x="8308125" y="5104758"/>
            <a:ext cx="71266" cy="71266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Rectangle 601"/>
          <p:cNvSpPr/>
          <p:nvPr/>
        </p:nvSpPr>
        <p:spPr>
          <a:xfrm>
            <a:off x="8378093" y="5104758"/>
            <a:ext cx="71266" cy="7126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Rectangle 602"/>
          <p:cNvSpPr/>
          <p:nvPr/>
        </p:nvSpPr>
        <p:spPr>
          <a:xfrm>
            <a:off x="8448061" y="5104758"/>
            <a:ext cx="71266" cy="71266"/>
          </a:xfrm>
          <a:prstGeom prst="rect">
            <a:avLst/>
          </a:prstGeom>
          <a:solidFill>
            <a:srgbClr val="CBC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Rectangle 603"/>
          <p:cNvSpPr/>
          <p:nvPr/>
        </p:nvSpPr>
        <p:spPr>
          <a:xfrm>
            <a:off x="8518029" y="5104758"/>
            <a:ext cx="71266" cy="71266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Rectangle 604"/>
          <p:cNvSpPr/>
          <p:nvPr/>
        </p:nvSpPr>
        <p:spPr>
          <a:xfrm>
            <a:off x="8587996" y="5104758"/>
            <a:ext cx="71266" cy="71266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Rectangle 605"/>
          <p:cNvSpPr/>
          <p:nvPr/>
        </p:nvSpPr>
        <p:spPr>
          <a:xfrm>
            <a:off x="8657964" y="5104758"/>
            <a:ext cx="71266" cy="71266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Rectangle 606"/>
          <p:cNvSpPr/>
          <p:nvPr/>
        </p:nvSpPr>
        <p:spPr>
          <a:xfrm>
            <a:off x="8727932" y="5104758"/>
            <a:ext cx="71266" cy="71266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Rectangle 607"/>
          <p:cNvSpPr/>
          <p:nvPr/>
        </p:nvSpPr>
        <p:spPr>
          <a:xfrm>
            <a:off x="8797900" y="5104758"/>
            <a:ext cx="71266" cy="71266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Rectangle 608"/>
          <p:cNvSpPr/>
          <p:nvPr/>
        </p:nvSpPr>
        <p:spPr>
          <a:xfrm>
            <a:off x="8238158" y="5174726"/>
            <a:ext cx="71266" cy="71266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Rectangle 609"/>
          <p:cNvSpPr/>
          <p:nvPr/>
        </p:nvSpPr>
        <p:spPr>
          <a:xfrm>
            <a:off x="8308125" y="5174726"/>
            <a:ext cx="71266" cy="71266"/>
          </a:xfrm>
          <a:prstGeom prst="rect">
            <a:avLst/>
          </a:prstGeom>
          <a:solidFill>
            <a:srgbClr val="87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Rectangle 610"/>
          <p:cNvSpPr/>
          <p:nvPr/>
        </p:nvSpPr>
        <p:spPr>
          <a:xfrm>
            <a:off x="8378093" y="5174726"/>
            <a:ext cx="71266" cy="71266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Rectangle 611"/>
          <p:cNvSpPr/>
          <p:nvPr/>
        </p:nvSpPr>
        <p:spPr>
          <a:xfrm>
            <a:off x="8448061" y="5174726"/>
            <a:ext cx="71266" cy="71266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Rectangle 612"/>
          <p:cNvSpPr/>
          <p:nvPr/>
        </p:nvSpPr>
        <p:spPr>
          <a:xfrm>
            <a:off x="8518029" y="5174726"/>
            <a:ext cx="71266" cy="71266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Rectangle 613"/>
          <p:cNvSpPr/>
          <p:nvPr/>
        </p:nvSpPr>
        <p:spPr>
          <a:xfrm>
            <a:off x="8587996" y="5174726"/>
            <a:ext cx="71266" cy="71266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Rectangle 614"/>
          <p:cNvSpPr/>
          <p:nvPr/>
        </p:nvSpPr>
        <p:spPr>
          <a:xfrm>
            <a:off x="8657964" y="5174726"/>
            <a:ext cx="71266" cy="71266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Rectangle 615"/>
          <p:cNvSpPr/>
          <p:nvPr/>
        </p:nvSpPr>
        <p:spPr>
          <a:xfrm>
            <a:off x="8727932" y="5174726"/>
            <a:ext cx="71266" cy="7126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Rectangle 616"/>
          <p:cNvSpPr/>
          <p:nvPr/>
        </p:nvSpPr>
        <p:spPr>
          <a:xfrm>
            <a:off x="8797900" y="5174726"/>
            <a:ext cx="71266" cy="71266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Rectangle 617"/>
          <p:cNvSpPr/>
          <p:nvPr/>
        </p:nvSpPr>
        <p:spPr>
          <a:xfrm>
            <a:off x="8238158" y="5244693"/>
            <a:ext cx="71266" cy="71266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Rectangle 618"/>
          <p:cNvSpPr/>
          <p:nvPr/>
        </p:nvSpPr>
        <p:spPr>
          <a:xfrm>
            <a:off x="8308125" y="5244693"/>
            <a:ext cx="71266" cy="71266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Rectangle 619"/>
          <p:cNvSpPr/>
          <p:nvPr/>
        </p:nvSpPr>
        <p:spPr>
          <a:xfrm>
            <a:off x="8378093" y="5244693"/>
            <a:ext cx="71266" cy="71266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Rectangle 620"/>
          <p:cNvSpPr/>
          <p:nvPr/>
        </p:nvSpPr>
        <p:spPr>
          <a:xfrm>
            <a:off x="8448061" y="5244693"/>
            <a:ext cx="71266" cy="71266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Rectangle 621"/>
          <p:cNvSpPr/>
          <p:nvPr/>
        </p:nvSpPr>
        <p:spPr>
          <a:xfrm>
            <a:off x="8518029" y="5244693"/>
            <a:ext cx="71266" cy="71266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Rectangle 622"/>
          <p:cNvSpPr/>
          <p:nvPr/>
        </p:nvSpPr>
        <p:spPr>
          <a:xfrm>
            <a:off x="8587996" y="5244693"/>
            <a:ext cx="71266" cy="71266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Rectangle 623"/>
          <p:cNvSpPr/>
          <p:nvPr/>
        </p:nvSpPr>
        <p:spPr>
          <a:xfrm>
            <a:off x="8657964" y="5244693"/>
            <a:ext cx="71266" cy="71266"/>
          </a:xfrm>
          <a:prstGeom prst="rect">
            <a:avLst/>
          </a:prstGeom>
          <a:solidFill>
            <a:srgbClr val="CAC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Rectangle 624"/>
          <p:cNvSpPr/>
          <p:nvPr/>
        </p:nvSpPr>
        <p:spPr>
          <a:xfrm>
            <a:off x="8727932" y="5244693"/>
            <a:ext cx="71266" cy="71266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Rectangle 625"/>
          <p:cNvSpPr/>
          <p:nvPr/>
        </p:nvSpPr>
        <p:spPr>
          <a:xfrm>
            <a:off x="8797900" y="5244693"/>
            <a:ext cx="71266" cy="7126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Rectangle 626"/>
          <p:cNvSpPr/>
          <p:nvPr/>
        </p:nvSpPr>
        <p:spPr>
          <a:xfrm>
            <a:off x="8238158" y="5314661"/>
            <a:ext cx="71266" cy="71266"/>
          </a:xfrm>
          <a:prstGeom prst="rect">
            <a:avLst/>
          </a:prstGeom>
          <a:solidFill>
            <a:srgbClr val="CECE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Rectangle 627"/>
          <p:cNvSpPr/>
          <p:nvPr/>
        </p:nvSpPr>
        <p:spPr>
          <a:xfrm>
            <a:off x="8308125" y="5314661"/>
            <a:ext cx="71266" cy="71266"/>
          </a:xfrm>
          <a:prstGeom prst="rect">
            <a:avLst/>
          </a:prstGeom>
          <a:solidFill>
            <a:srgbClr val="959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Rectangle 628"/>
          <p:cNvSpPr/>
          <p:nvPr/>
        </p:nvSpPr>
        <p:spPr>
          <a:xfrm>
            <a:off x="8378093" y="5314661"/>
            <a:ext cx="71266" cy="71266"/>
          </a:xfrm>
          <a:prstGeom prst="rect">
            <a:avLst/>
          </a:prstGeom>
          <a:solidFill>
            <a:srgbClr val="38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Rectangle 629"/>
          <p:cNvSpPr/>
          <p:nvPr/>
        </p:nvSpPr>
        <p:spPr>
          <a:xfrm>
            <a:off x="8448061" y="5314661"/>
            <a:ext cx="71266" cy="71266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Rectangle 630"/>
          <p:cNvSpPr/>
          <p:nvPr/>
        </p:nvSpPr>
        <p:spPr>
          <a:xfrm>
            <a:off x="8518029" y="5314661"/>
            <a:ext cx="71266" cy="71266"/>
          </a:xfrm>
          <a:prstGeom prst="rect">
            <a:avLst/>
          </a:prstGeom>
          <a:solidFill>
            <a:srgbClr val="45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Rectangle 631"/>
          <p:cNvSpPr/>
          <p:nvPr/>
        </p:nvSpPr>
        <p:spPr>
          <a:xfrm>
            <a:off x="8587996" y="5314661"/>
            <a:ext cx="71266" cy="71266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Rectangle 632"/>
          <p:cNvSpPr/>
          <p:nvPr/>
        </p:nvSpPr>
        <p:spPr>
          <a:xfrm>
            <a:off x="8657964" y="5314661"/>
            <a:ext cx="71266" cy="71266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Rectangle 633"/>
          <p:cNvSpPr/>
          <p:nvPr/>
        </p:nvSpPr>
        <p:spPr>
          <a:xfrm>
            <a:off x="8727932" y="5314661"/>
            <a:ext cx="71266" cy="7126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Rectangle 634"/>
          <p:cNvSpPr/>
          <p:nvPr/>
        </p:nvSpPr>
        <p:spPr>
          <a:xfrm>
            <a:off x="8797900" y="5314661"/>
            <a:ext cx="71266" cy="71266"/>
          </a:xfrm>
          <a:prstGeom prst="rect">
            <a:avLst/>
          </a:prstGeom>
          <a:solidFill>
            <a:srgbClr val="4F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Rectangle 635"/>
          <p:cNvSpPr/>
          <p:nvPr/>
        </p:nvSpPr>
        <p:spPr>
          <a:xfrm>
            <a:off x="8238158" y="5384629"/>
            <a:ext cx="71266" cy="7126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Rectangle 636"/>
          <p:cNvSpPr/>
          <p:nvPr/>
        </p:nvSpPr>
        <p:spPr>
          <a:xfrm>
            <a:off x="8308125" y="5384629"/>
            <a:ext cx="71266" cy="71266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Rectangle 637"/>
          <p:cNvSpPr/>
          <p:nvPr/>
        </p:nvSpPr>
        <p:spPr>
          <a:xfrm>
            <a:off x="8378093" y="5384629"/>
            <a:ext cx="71266" cy="7126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Rectangle 638"/>
          <p:cNvSpPr/>
          <p:nvPr/>
        </p:nvSpPr>
        <p:spPr>
          <a:xfrm>
            <a:off x="8448061" y="5384629"/>
            <a:ext cx="71266" cy="71266"/>
          </a:xfrm>
          <a:prstGeom prst="rect">
            <a:avLst/>
          </a:prstGeom>
          <a:solidFill>
            <a:srgbClr val="CDC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Rectangle 639"/>
          <p:cNvSpPr/>
          <p:nvPr/>
        </p:nvSpPr>
        <p:spPr>
          <a:xfrm>
            <a:off x="8518029" y="5384629"/>
            <a:ext cx="71266" cy="71266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Rectangle 640"/>
          <p:cNvSpPr/>
          <p:nvPr/>
        </p:nvSpPr>
        <p:spPr>
          <a:xfrm>
            <a:off x="8587996" y="5384629"/>
            <a:ext cx="71266" cy="71266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Rectangle 641"/>
          <p:cNvSpPr/>
          <p:nvPr/>
        </p:nvSpPr>
        <p:spPr>
          <a:xfrm>
            <a:off x="8657964" y="5384629"/>
            <a:ext cx="71266" cy="7126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Rectangle 642"/>
          <p:cNvSpPr/>
          <p:nvPr/>
        </p:nvSpPr>
        <p:spPr>
          <a:xfrm>
            <a:off x="8727932" y="5384629"/>
            <a:ext cx="71266" cy="71266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Rectangle 643"/>
          <p:cNvSpPr/>
          <p:nvPr/>
        </p:nvSpPr>
        <p:spPr>
          <a:xfrm>
            <a:off x="8797900" y="5384629"/>
            <a:ext cx="71266" cy="71266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Rectangle 644"/>
          <p:cNvSpPr/>
          <p:nvPr/>
        </p:nvSpPr>
        <p:spPr>
          <a:xfrm>
            <a:off x="8238158" y="5454597"/>
            <a:ext cx="71266" cy="71266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Rectangle 645"/>
          <p:cNvSpPr/>
          <p:nvPr/>
        </p:nvSpPr>
        <p:spPr>
          <a:xfrm>
            <a:off x="8308125" y="5454597"/>
            <a:ext cx="71266" cy="71266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Rectangle 646"/>
          <p:cNvSpPr/>
          <p:nvPr/>
        </p:nvSpPr>
        <p:spPr>
          <a:xfrm>
            <a:off x="8378093" y="5454597"/>
            <a:ext cx="71266" cy="71266"/>
          </a:xfrm>
          <a:prstGeom prst="rect">
            <a:avLst/>
          </a:prstGeom>
          <a:solidFill>
            <a:srgbClr val="CDC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Rectangle 647"/>
          <p:cNvSpPr/>
          <p:nvPr/>
        </p:nvSpPr>
        <p:spPr>
          <a:xfrm>
            <a:off x="8448061" y="5454597"/>
            <a:ext cx="71266" cy="71266"/>
          </a:xfrm>
          <a:prstGeom prst="rect">
            <a:avLst/>
          </a:prstGeom>
          <a:solidFill>
            <a:srgbClr val="4B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Rectangle 648"/>
          <p:cNvSpPr/>
          <p:nvPr/>
        </p:nvSpPr>
        <p:spPr>
          <a:xfrm>
            <a:off x="8518029" y="5454597"/>
            <a:ext cx="71266" cy="71266"/>
          </a:xfrm>
          <a:prstGeom prst="rect">
            <a:avLst/>
          </a:prstGeom>
          <a:solidFill>
            <a:srgbClr val="7B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Rectangle 649"/>
          <p:cNvSpPr/>
          <p:nvPr/>
        </p:nvSpPr>
        <p:spPr>
          <a:xfrm>
            <a:off x="8587996" y="5454597"/>
            <a:ext cx="71266" cy="71266"/>
          </a:xfrm>
          <a:prstGeom prst="rect">
            <a:avLst/>
          </a:prstGeom>
          <a:solidFill>
            <a:srgbClr val="5D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Rectangle 650"/>
          <p:cNvSpPr/>
          <p:nvPr/>
        </p:nvSpPr>
        <p:spPr>
          <a:xfrm>
            <a:off x="8657964" y="5454597"/>
            <a:ext cx="71266" cy="71266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Rectangle 651"/>
          <p:cNvSpPr/>
          <p:nvPr/>
        </p:nvSpPr>
        <p:spPr>
          <a:xfrm>
            <a:off x="8727932" y="5454597"/>
            <a:ext cx="71266" cy="7126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Rectangle 652"/>
          <p:cNvSpPr/>
          <p:nvPr/>
        </p:nvSpPr>
        <p:spPr>
          <a:xfrm>
            <a:off x="8797900" y="5454597"/>
            <a:ext cx="71266" cy="71266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Rectangle 653"/>
          <p:cNvSpPr/>
          <p:nvPr/>
        </p:nvSpPr>
        <p:spPr>
          <a:xfrm>
            <a:off x="8342027" y="5011708"/>
            <a:ext cx="629709" cy="629709"/>
          </a:xfrm>
          <a:prstGeom prst="rect">
            <a:avLst/>
          </a:prstGeom>
          <a:solidFill>
            <a:srgbClr val="F7F7F7"/>
          </a:solidFill>
          <a:ln w="6858">
            <a:solidFill>
              <a:srgbClr val="67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Rectangle 654"/>
          <p:cNvSpPr/>
          <p:nvPr/>
        </p:nvSpPr>
        <p:spPr>
          <a:xfrm>
            <a:off x="8342027" y="5011708"/>
            <a:ext cx="71266" cy="71266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Rectangle 655"/>
          <p:cNvSpPr/>
          <p:nvPr/>
        </p:nvSpPr>
        <p:spPr>
          <a:xfrm>
            <a:off x="8411995" y="5011708"/>
            <a:ext cx="71266" cy="7126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Rectangle 656"/>
          <p:cNvSpPr/>
          <p:nvPr/>
        </p:nvSpPr>
        <p:spPr>
          <a:xfrm>
            <a:off x="8481963" y="5011708"/>
            <a:ext cx="71266" cy="71266"/>
          </a:xfrm>
          <a:prstGeom prst="rect">
            <a:avLst/>
          </a:prstGeom>
          <a:solidFill>
            <a:srgbClr val="909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Rectangle 657"/>
          <p:cNvSpPr/>
          <p:nvPr/>
        </p:nvSpPr>
        <p:spPr>
          <a:xfrm>
            <a:off x="8551931" y="5011708"/>
            <a:ext cx="71266" cy="71266"/>
          </a:xfrm>
          <a:prstGeom prst="rect">
            <a:avLst/>
          </a:prstGeom>
          <a:solidFill>
            <a:srgbClr val="8E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Rectangle 658"/>
          <p:cNvSpPr/>
          <p:nvPr/>
        </p:nvSpPr>
        <p:spPr>
          <a:xfrm>
            <a:off x="8621898" y="5011708"/>
            <a:ext cx="71266" cy="71266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Rectangle 659"/>
          <p:cNvSpPr/>
          <p:nvPr/>
        </p:nvSpPr>
        <p:spPr>
          <a:xfrm>
            <a:off x="8691866" y="5011708"/>
            <a:ext cx="71266" cy="7126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Rectangle 660"/>
          <p:cNvSpPr/>
          <p:nvPr/>
        </p:nvSpPr>
        <p:spPr>
          <a:xfrm>
            <a:off x="8761834" y="5011708"/>
            <a:ext cx="71266" cy="71266"/>
          </a:xfrm>
          <a:prstGeom prst="rect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Rectangle 661"/>
          <p:cNvSpPr/>
          <p:nvPr/>
        </p:nvSpPr>
        <p:spPr>
          <a:xfrm>
            <a:off x="8831801" y="5011708"/>
            <a:ext cx="71266" cy="71266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Rectangle 662"/>
          <p:cNvSpPr/>
          <p:nvPr/>
        </p:nvSpPr>
        <p:spPr>
          <a:xfrm>
            <a:off x="8901769" y="5011708"/>
            <a:ext cx="71266" cy="71266"/>
          </a:xfrm>
          <a:prstGeom prst="rect">
            <a:avLst/>
          </a:prstGeom>
          <a:solidFill>
            <a:srgbClr val="5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Rectangle 663"/>
          <p:cNvSpPr/>
          <p:nvPr/>
        </p:nvSpPr>
        <p:spPr>
          <a:xfrm>
            <a:off x="8342027" y="5081676"/>
            <a:ext cx="71266" cy="71266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Rectangle 664"/>
          <p:cNvSpPr/>
          <p:nvPr/>
        </p:nvSpPr>
        <p:spPr>
          <a:xfrm>
            <a:off x="8411995" y="5081676"/>
            <a:ext cx="71266" cy="71266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Rectangle 665"/>
          <p:cNvSpPr/>
          <p:nvPr/>
        </p:nvSpPr>
        <p:spPr>
          <a:xfrm>
            <a:off x="8481963" y="5081676"/>
            <a:ext cx="71266" cy="71266"/>
          </a:xfrm>
          <a:prstGeom prst="rect">
            <a:avLst/>
          </a:prstGeom>
          <a:solidFill>
            <a:srgbClr val="939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Rectangle 666"/>
          <p:cNvSpPr/>
          <p:nvPr/>
        </p:nvSpPr>
        <p:spPr>
          <a:xfrm>
            <a:off x="8551931" y="5081676"/>
            <a:ext cx="71266" cy="71266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Rectangle 667"/>
          <p:cNvSpPr/>
          <p:nvPr/>
        </p:nvSpPr>
        <p:spPr>
          <a:xfrm>
            <a:off x="8621898" y="5081676"/>
            <a:ext cx="71266" cy="71266"/>
          </a:xfrm>
          <a:prstGeom prst="rect">
            <a:avLst/>
          </a:prstGeom>
          <a:solidFill>
            <a:srgbClr val="686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Rectangle 668"/>
          <p:cNvSpPr/>
          <p:nvPr/>
        </p:nvSpPr>
        <p:spPr>
          <a:xfrm>
            <a:off x="8691866" y="5081676"/>
            <a:ext cx="71266" cy="71266"/>
          </a:xfrm>
          <a:prstGeom prst="rect">
            <a:avLst/>
          </a:prstGeom>
          <a:solidFill>
            <a:srgbClr val="65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Rectangle 669"/>
          <p:cNvSpPr/>
          <p:nvPr/>
        </p:nvSpPr>
        <p:spPr>
          <a:xfrm>
            <a:off x="8761834" y="5081676"/>
            <a:ext cx="71266" cy="71266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Rectangle 670"/>
          <p:cNvSpPr/>
          <p:nvPr/>
        </p:nvSpPr>
        <p:spPr>
          <a:xfrm>
            <a:off x="8831801" y="5081676"/>
            <a:ext cx="71266" cy="71266"/>
          </a:xfrm>
          <a:prstGeom prst="rect">
            <a:avLst/>
          </a:prstGeom>
          <a:solidFill>
            <a:srgbClr val="4F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Rectangle 671"/>
          <p:cNvSpPr/>
          <p:nvPr/>
        </p:nvSpPr>
        <p:spPr>
          <a:xfrm>
            <a:off x="8901769" y="5081676"/>
            <a:ext cx="71266" cy="71266"/>
          </a:xfrm>
          <a:prstGeom prst="rect">
            <a:avLst/>
          </a:prstGeom>
          <a:solidFill>
            <a:srgbClr val="34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Rectangle 672"/>
          <p:cNvSpPr/>
          <p:nvPr/>
        </p:nvSpPr>
        <p:spPr>
          <a:xfrm>
            <a:off x="8342027" y="5151644"/>
            <a:ext cx="71266" cy="71266"/>
          </a:xfrm>
          <a:prstGeom prst="rect">
            <a:avLst/>
          </a:prstGeom>
          <a:solidFill>
            <a:srgbClr val="4F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Rectangle 673"/>
          <p:cNvSpPr/>
          <p:nvPr/>
        </p:nvSpPr>
        <p:spPr>
          <a:xfrm>
            <a:off x="8411995" y="5151644"/>
            <a:ext cx="71266" cy="7126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Rectangle 674"/>
          <p:cNvSpPr/>
          <p:nvPr/>
        </p:nvSpPr>
        <p:spPr>
          <a:xfrm>
            <a:off x="8481963" y="5151644"/>
            <a:ext cx="71266" cy="71266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Rectangle 675"/>
          <p:cNvSpPr/>
          <p:nvPr/>
        </p:nvSpPr>
        <p:spPr>
          <a:xfrm>
            <a:off x="8551931" y="5151644"/>
            <a:ext cx="71266" cy="71266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Rectangle 676"/>
          <p:cNvSpPr/>
          <p:nvPr/>
        </p:nvSpPr>
        <p:spPr>
          <a:xfrm>
            <a:off x="8621898" y="5151644"/>
            <a:ext cx="71266" cy="71266"/>
          </a:xfrm>
          <a:prstGeom prst="rect">
            <a:avLst/>
          </a:prstGeom>
          <a:solidFill>
            <a:srgbClr val="CAC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Rectangle 677"/>
          <p:cNvSpPr/>
          <p:nvPr/>
        </p:nvSpPr>
        <p:spPr>
          <a:xfrm>
            <a:off x="8691866" y="5151644"/>
            <a:ext cx="71266" cy="71266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Rectangle 678"/>
          <p:cNvSpPr/>
          <p:nvPr/>
        </p:nvSpPr>
        <p:spPr>
          <a:xfrm>
            <a:off x="8761834" y="5151644"/>
            <a:ext cx="71266" cy="71266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Rectangle 679"/>
          <p:cNvSpPr/>
          <p:nvPr/>
        </p:nvSpPr>
        <p:spPr>
          <a:xfrm>
            <a:off x="8831801" y="5151644"/>
            <a:ext cx="71266" cy="71266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Rectangle 680"/>
          <p:cNvSpPr/>
          <p:nvPr/>
        </p:nvSpPr>
        <p:spPr>
          <a:xfrm>
            <a:off x="8901769" y="5151644"/>
            <a:ext cx="71266" cy="71266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Rectangle 681"/>
          <p:cNvSpPr/>
          <p:nvPr/>
        </p:nvSpPr>
        <p:spPr>
          <a:xfrm>
            <a:off x="8342027" y="5221611"/>
            <a:ext cx="71266" cy="71266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Rectangle 682"/>
          <p:cNvSpPr/>
          <p:nvPr/>
        </p:nvSpPr>
        <p:spPr>
          <a:xfrm>
            <a:off x="8411995" y="5221611"/>
            <a:ext cx="71266" cy="71266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Rectangle 683"/>
          <p:cNvSpPr/>
          <p:nvPr/>
        </p:nvSpPr>
        <p:spPr>
          <a:xfrm>
            <a:off x="8481963" y="5221611"/>
            <a:ext cx="71266" cy="71266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Rectangle 684"/>
          <p:cNvSpPr/>
          <p:nvPr/>
        </p:nvSpPr>
        <p:spPr>
          <a:xfrm>
            <a:off x="8551931" y="5221611"/>
            <a:ext cx="71266" cy="7126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Rectangle 685"/>
          <p:cNvSpPr/>
          <p:nvPr/>
        </p:nvSpPr>
        <p:spPr>
          <a:xfrm>
            <a:off x="8621898" y="5221611"/>
            <a:ext cx="71266" cy="7126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Rectangle 686"/>
          <p:cNvSpPr/>
          <p:nvPr/>
        </p:nvSpPr>
        <p:spPr>
          <a:xfrm>
            <a:off x="8691866" y="5221611"/>
            <a:ext cx="71266" cy="7126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Rectangle 687"/>
          <p:cNvSpPr/>
          <p:nvPr/>
        </p:nvSpPr>
        <p:spPr>
          <a:xfrm>
            <a:off x="8761834" y="5221611"/>
            <a:ext cx="71266" cy="71266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Rectangle 688"/>
          <p:cNvSpPr/>
          <p:nvPr/>
        </p:nvSpPr>
        <p:spPr>
          <a:xfrm>
            <a:off x="8831801" y="5221611"/>
            <a:ext cx="71266" cy="7126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Rectangle 689"/>
          <p:cNvSpPr/>
          <p:nvPr/>
        </p:nvSpPr>
        <p:spPr>
          <a:xfrm>
            <a:off x="8901769" y="5221611"/>
            <a:ext cx="71266" cy="71266"/>
          </a:xfrm>
          <a:prstGeom prst="rect">
            <a:avLst/>
          </a:prstGeom>
          <a:solidFill>
            <a:srgbClr val="959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Rectangle 690"/>
          <p:cNvSpPr/>
          <p:nvPr/>
        </p:nvSpPr>
        <p:spPr>
          <a:xfrm>
            <a:off x="8342027" y="5291579"/>
            <a:ext cx="71266" cy="71266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Rectangle 691"/>
          <p:cNvSpPr/>
          <p:nvPr/>
        </p:nvSpPr>
        <p:spPr>
          <a:xfrm>
            <a:off x="8411995" y="5291579"/>
            <a:ext cx="71266" cy="71266"/>
          </a:xfrm>
          <a:prstGeom prst="rect">
            <a:avLst/>
          </a:prstGeom>
          <a:solidFill>
            <a:srgbClr val="CAC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Rectangle 692"/>
          <p:cNvSpPr/>
          <p:nvPr/>
        </p:nvSpPr>
        <p:spPr>
          <a:xfrm>
            <a:off x="8481963" y="5291579"/>
            <a:ext cx="71266" cy="71266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Rectangle 693"/>
          <p:cNvSpPr/>
          <p:nvPr/>
        </p:nvSpPr>
        <p:spPr>
          <a:xfrm>
            <a:off x="8551931" y="5291579"/>
            <a:ext cx="71266" cy="71266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Rectangle 694"/>
          <p:cNvSpPr/>
          <p:nvPr/>
        </p:nvSpPr>
        <p:spPr>
          <a:xfrm>
            <a:off x="8621898" y="5291579"/>
            <a:ext cx="71266" cy="7126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Rectangle 695"/>
          <p:cNvSpPr/>
          <p:nvPr/>
        </p:nvSpPr>
        <p:spPr>
          <a:xfrm>
            <a:off x="8691866" y="5291579"/>
            <a:ext cx="71266" cy="71266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Rectangle 696"/>
          <p:cNvSpPr/>
          <p:nvPr/>
        </p:nvSpPr>
        <p:spPr>
          <a:xfrm>
            <a:off x="8761834" y="5291579"/>
            <a:ext cx="71266" cy="71266"/>
          </a:xfrm>
          <a:prstGeom prst="rect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Rectangle 697"/>
          <p:cNvSpPr/>
          <p:nvPr/>
        </p:nvSpPr>
        <p:spPr>
          <a:xfrm>
            <a:off x="8831801" y="5291579"/>
            <a:ext cx="71266" cy="71266"/>
          </a:xfrm>
          <a:prstGeom prst="rect">
            <a:avLst/>
          </a:prstGeom>
          <a:solidFill>
            <a:srgbClr val="27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Rectangle 698"/>
          <p:cNvSpPr/>
          <p:nvPr/>
        </p:nvSpPr>
        <p:spPr>
          <a:xfrm>
            <a:off x="8901769" y="5291579"/>
            <a:ext cx="71266" cy="71266"/>
          </a:xfrm>
          <a:prstGeom prst="rect">
            <a:avLst/>
          </a:prstGeom>
          <a:solidFill>
            <a:srgbClr val="8383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Rectangle 699"/>
          <p:cNvSpPr/>
          <p:nvPr/>
        </p:nvSpPr>
        <p:spPr>
          <a:xfrm>
            <a:off x="8342027" y="5361547"/>
            <a:ext cx="71266" cy="71266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Rectangle 700"/>
          <p:cNvSpPr/>
          <p:nvPr/>
        </p:nvSpPr>
        <p:spPr>
          <a:xfrm>
            <a:off x="8411995" y="5361547"/>
            <a:ext cx="71266" cy="71266"/>
          </a:xfrm>
          <a:prstGeom prst="rect">
            <a:avLst/>
          </a:prstGeom>
          <a:solidFill>
            <a:srgbClr val="3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Rectangle 701"/>
          <p:cNvSpPr/>
          <p:nvPr/>
        </p:nvSpPr>
        <p:spPr>
          <a:xfrm>
            <a:off x="8481963" y="5361547"/>
            <a:ext cx="71266" cy="71266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Rectangle 702"/>
          <p:cNvSpPr/>
          <p:nvPr/>
        </p:nvSpPr>
        <p:spPr>
          <a:xfrm>
            <a:off x="8551931" y="5361547"/>
            <a:ext cx="71266" cy="71266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Rectangle 703"/>
          <p:cNvSpPr/>
          <p:nvPr/>
        </p:nvSpPr>
        <p:spPr>
          <a:xfrm>
            <a:off x="8621898" y="5361547"/>
            <a:ext cx="71266" cy="71266"/>
          </a:xfrm>
          <a:prstGeom prst="rect">
            <a:avLst/>
          </a:prstGeom>
          <a:solidFill>
            <a:srgbClr val="A8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Rectangle 704"/>
          <p:cNvSpPr/>
          <p:nvPr/>
        </p:nvSpPr>
        <p:spPr>
          <a:xfrm>
            <a:off x="8691866" y="5361547"/>
            <a:ext cx="71266" cy="7126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Rectangle 705"/>
          <p:cNvSpPr/>
          <p:nvPr/>
        </p:nvSpPr>
        <p:spPr>
          <a:xfrm>
            <a:off x="8761834" y="5361547"/>
            <a:ext cx="71266" cy="7126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Rectangle 706"/>
          <p:cNvSpPr/>
          <p:nvPr/>
        </p:nvSpPr>
        <p:spPr>
          <a:xfrm>
            <a:off x="8831801" y="5361547"/>
            <a:ext cx="71266" cy="7126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Rectangle 707"/>
          <p:cNvSpPr/>
          <p:nvPr/>
        </p:nvSpPr>
        <p:spPr>
          <a:xfrm>
            <a:off x="8901769" y="5361547"/>
            <a:ext cx="71266" cy="71266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Rectangle 708"/>
          <p:cNvSpPr/>
          <p:nvPr/>
        </p:nvSpPr>
        <p:spPr>
          <a:xfrm>
            <a:off x="8342027" y="5431514"/>
            <a:ext cx="71266" cy="71266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Rectangle 709"/>
          <p:cNvSpPr/>
          <p:nvPr/>
        </p:nvSpPr>
        <p:spPr>
          <a:xfrm>
            <a:off x="8411995" y="5431514"/>
            <a:ext cx="71266" cy="71266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Rectangle 710"/>
          <p:cNvSpPr/>
          <p:nvPr/>
        </p:nvSpPr>
        <p:spPr>
          <a:xfrm>
            <a:off x="8481963" y="5431514"/>
            <a:ext cx="71266" cy="71266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Rectangle 711"/>
          <p:cNvSpPr/>
          <p:nvPr/>
        </p:nvSpPr>
        <p:spPr>
          <a:xfrm>
            <a:off x="8551931" y="5431514"/>
            <a:ext cx="71266" cy="71266"/>
          </a:xfrm>
          <a:prstGeom prst="rect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Rectangle 712"/>
          <p:cNvSpPr/>
          <p:nvPr/>
        </p:nvSpPr>
        <p:spPr>
          <a:xfrm>
            <a:off x="8621898" y="5431514"/>
            <a:ext cx="71266" cy="71266"/>
          </a:xfrm>
          <a:prstGeom prst="rect">
            <a:avLst/>
          </a:prstGeom>
          <a:solidFill>
            <a:srgbClr val="5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Rectangle 713"/>
          <p:cNvSpPr/>
          <p:nvPr/>
        </p:nvSpPr>
        <p:spPr>
          <a:xfrm>
            <a:off x="8691866" y="5431514"/>
            <a:ext cx="71266" cy="71266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Rectangle 714"/>
          <p:cNvSpPr/>
          <p:nvPr/>
        </p:nvSpPr>
        <p:spPr>
          <a:xfrm>
            <a:off x="8761834" y="5431514"/>
            <a:ext cx="71266" cy="71266"/>
          </a:xfrm>
          <a:prstGeom prst="rect">
            <a:avLst/>
          </a:prstGeom>
          <a:solidFill>
            <a:srgbClr val="979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Rectangle 715"/>
          <p:cNvSpPr/>
          <p:nvPr/>
        </p:nvSpPr>
        <p:spPr>
          <a:xfrm>
            <a:off x="8831801" y="5431514"/>
            <a:ext cx="71266" cy="71266"/>
          </a:xfrm>
          <a:prstGeom prst="rect">
            <a:avLst/>
          </a:prstGeom>
          <a:solidFill>
            <a:srgbClr val="AFA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Rectangle 716"/>
          <p:cNvSpPr/>
          <p:nvPr/>
        </p:nvSpPr>
        <p:spPr>
          <a:xfrm>
            <a:off x="8901769" y="5431514"/>
            <a:ext cx="71266" cy="71266"/>
          </a:xfrm>
          <a:prstGeom prst="rect">
            <a:avLst/>
          </a:prstGeom>
          <a:solidFill>
            <a:srgbClr val="BCB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Rectangle 717"/>
          <p:cNvSpPr/>
          <p:nvPr/>
        </p:nvSpPr>
        <p:spPr>
          <a:xfrm>
            <a:off x="8342027" y="5501482"/>
            <a:ext cx="71266" cy="71266"/>
          </a:xfrm>
          <a:prstGeom prst="rect">
            <a:avLst/>
          </a:prstGeom>
          <a:solidFill>
            <a:srgbClr val="84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Rectangle 718"/>
          <p:cNvSpPr/>
          <p:nvPr/>
        </p:nvSpPr>
        <p:spPr>
          <a:xfrm>
            <a:off x="8411995" y="5501482"/>
            <a:ext cx="71266" cy="71266"/>
          </a:xfrm>
          <a:prstGeom prst="rect">
            <a:avLst/>
          </a:prstGeom>
          <a:solidFill>
            <a:srgbClr val="63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Rectangle 719"/>
          <p:cNvSpPr/>
          <p:nvPr/>
        </p:nvSpPr>
        <p:spPr>
          <a:xfrm>
            <a:off x="8481963" y="5501482"/>
            <a:ext cx="71266" cy="71266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Rectangle 720"/>
          <p:cNvSpPr/>
          <p:nvPr/>
        </p:nvSpPr>
        <p:spPr>
          <a:xfrm>
            <a:off x="8551931" y="5501482"/>
            <a:ext cx="71266" cy="71266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Rectangle 721"/>
          <p:cNvSpPr/>
          <p:nvPr/>
        </p:nvSpPr>
        <p:spPr>
          <a:xfrm>
            <a:off x="8621898" y="5501482"/>
            <a:ext cx="71266" cy="7126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Rectangle 722"/>
          <p:cNvSpPr/>
          <p:nvPr/>
        </p:nvSpPr>
        <p:spPr>
          <a:xfrm>
            <a:off x="8691866" y="5501482"/>
            <a:ext cx="71266" cy="71266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Rectangle 723"/>
          <p:cNvSpPr/>
          <p:nvPr/>
        </p:nvSpPr>
        <p:spPr>
          <a:xfrm>
            <a:off x="8761834" y="5501482"/>
            <a:ext cx="71266" cy="7126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Rectangle 724"/>
          <p:cNvSpPr/>
          <p:nvPr/>
        </p:nvSpPr>
        <p:spPr>
          <a:xfrm>
            <a:off x="8831801" y="5501482"/>
            <a:ext cx="71266" cy="71266"/>
          </a:xfrm>
          <a:prstGeom prst="rect">
            <a:avLst/>
          </a:prstGeom>
          <a:solidFill>
            <a:srgbClr val="71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Rectangle 725"/>
          <p:cNvSpPr/>
          <p:nvPr/>
        </p:nvSpPr>
        <p:spPr>
          <a:xfrm>
            <a:off x="8901769" y="5501482"/>
            <a:ext cx="71266" cy="71266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Rectangle 726"/>
          <p:cNvSpPr/>
          <p:nvPr/>
        </p:nvSpPr>
        <p:spPr>
          <a:xfrm>
            <a:off x="8342027" y="5571450"/>
            <a:ext cx="71266" cy="71266"/>
          </a:xfrm>
          <a:prstGeom prst="rect">
            <a:avLst/>
          </a:prstGeom>
          <a:solidFill>
            <a:srgbClr val="8D8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Rectangle 727"/>
          <p:cNvSpPr/>
          <p:nvPr/>
        </p:nvSpPr>
        <p:spPr>
          <a:xfrm>
            <a:off x="8411995" y="5571450"/>
            <a:ext cx="71266" cy="71266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Rectangle 728"/>
          <p:cNvSpPr/>
          <p:nvPr/>
        </p:nvSpPr>
        <p:spPr>
          <a:xfrm>
            <a:off x="8481963" y="5571450"/>
            <a:ext cx="71266" cy="71266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Rectangle 729"/>
          <p:cNvSpPr/>
          <p:nvPr/>
        </p:nvSpPr>
        <p:spPr>
          <a:xfrm>
            <a:off x="8551931" y="5571450"/>
            <a:ext cx="71266" cy="71266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Rectangle 730"/>
          <p:cNvSpPr/>
          <p:nvPr/>
        </p:nvSpPr>
        <p:spPr>
          <a:xfrm>
            <a:off x="8621898" y="5571450"/>
            <a:ext cx="71266" cy="71266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Rectangle 731"/>
          <p:cNvSpPr/>
          <p:nvPr/>
        </p:nvSpPr>
        <p:spPr>
          <a:xfrm>
            <a:off x="8691866" y="5571450"/>
            <a:ext cx="71266" cy="71266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Rectangle 732"/>
          <p:cNvSpPr/>
          <p:nvPr/>
        </p:nvSpPr>
        <p:spPr>
          <a:xfrm>
            <a:off x="8761834" y="5571450"/>
            <a:ext cx="71266" cy="71266"/>
          </a:xfrm>
          <a:prstGeom prst="rect">
            <a:avLst/>
          </a:prstGeom>
          <a:solidFill>
            <a:srgbClr val="49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Rectangle 733"/>
          <p:cNvSpPr/>
          <p:nvPr/>
        </p:nvSpPr>
        <p:spPr>
          <a:xfrm>
            <a:off x="8831801" y="5571450"/>
            <a:ext cx="71266" cy="71266"/>
          </a:xfrm>
          <a:prstGeom prst="rect">
            <a:avLst/>
          </a:prstGeom>
          <a:solidFill>
            <a:srgbClr val="979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Rectangle 734"/>
          <p:cNvSpPr/>
          <p:nvPr/>
        </p:nvSpPr>
        <p:spPr>
          <a:xfrm>
            <a:off x="8901769" y="5571450"/>
            <a:ext cx="71266" cy="71266"/>
          </a:xfrm>
          <a:prstGeom prst="rect">
            <a:avLst/>
          </a:prstGeom>
          <a:solidFill>
            <a:srgbClr val="BCB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Rectangle 735"/>
          <p:cNvSpPr/>
          <p:nvPr/>
        </p:nvSpPr>
        <p:spPr>
          <a:xfrm>
            <a:off x="8445897" y="5128561"/>
            <a:ext cx="629709" cy="629709"/>
          </a:xfrm>
          <a:prstGeom prst="rect">
            <a:avLst/>
          </a:prstGeom>
          <a:solidFill>
            <a:srgbClr val="F7F7F7"/>
          </a:solidFill>
          <a:ln w="6858">
            <a:solidFill>
              <a:srgbClr val="67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Rectangle 736"/>
          <p:cNvSpPr/>
          <p:nvPr/>
        </p:nvSpPr>
        <p:spPr>
          <a:xfrm>
            <a:off x="8445897" y="5128561"/>
            <a:ext cx="71266" cy="7126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Rectangle 737"/>
          <p:cNvSpPr/>
          <p:nvPr/>
        </p:nvSpPr>
        <p:spPr>
          <a:xfrm>
            <a:off x="8515865" y="5128561"/>
            <a:ext cx="71266" cy="71266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Rectangle 738"/>
          <p:cNvSpPr/>
          <p:nvPr/>
        </p:nvSpPr>
        <p:spPr>
          <a:xfrm>
            <a:off x="8585832" y="5128561"/>
            <a:ext cx="71266" cy="71266"/>
          </a:xfrm>
          <a:prstGeom prst="rect">
            <a:avLst/>
          </a:prstGeom>
          <a:solidFill>
            <a:srgbClr val="C3C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Rectangle 739"/>
          <p:cNvSpPr/>
          <p:nvPr/>
        </p:nvSpPr>
        <p:spPr>
          <a:xfrm>
            <a:off x="8655800" y="5128561"/>
            <a:ext cx="71266" cy="71266"/>
          </a:xfrm>
          <a:prstGeom prst="rect">
            <a:avLst/>
          </a:prstGeom>
          <a:solidFill>
            <a:srgbClr val="DFD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Rectangle 740"/>
          <p:cNvSpPr/>
          <p:nvPr/>
        </p:nvSpPr>
        <p:spPr>
          <a:xfrm>
            <a:off x="8725768" y="5128561"/>
            <a:ext cx="71266" cy="71266"/>
          </a:xfrm>
          <a:prstGeom prst="rect">
            <a:avLst/>
          </a:prstGeom>
          <a:solidFill>
            <a:srgbClr val="5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Rectangle 741"/>
          <p:cNvSpPr/>
          <p:nvPr/>
        </p:nvSpPr>
        <p:spPr>
          <a:xfrm>
            <a:off x="8795736" y="5128561"/>
            <a:ext cx="71266" cy="71266"/>
          </a:xfrm>
          <a:prstGeom prst="rect">
            <a:avLst/>
          </a:prstGeom>
          <a:solidFill>
            <a:srgbClr val="A8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Rectangle 742"/>
          <p:cNvSpPr/>
          <p:nvPr/>
        </p:nvSpPr>
        <p:spPr>
          <a:xfrm>
            <a:off x="8865703" y="5128561"/>
            <a:ext cx="71266" cy="71266"/>
          </a:xfrm>
          <a:prstGeom prst="rect">
            <a:avLst/>
          </a:prstGeom>
          <a:solidFill>
            <a:srgbClr val="DFD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Rectangle 743"/>
          <p:cNvSpPr/>
          <p:nvPr/>
        </p:nvSpPr>
        <p:spPr>
          <a:xfrm>
            <a:off x="8935671" y="5128561"/>
            <a:ext cx="71266" cy="7126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Rectangle 744"/>
          <p:cNvSpPr/>
          <p:nvPr/>
        </p:nvSpPr>
        <p:spPr>
          <a:xfrm>
            <a:off x="9005639" y="5128561"/>
            <a:ext cx="71266" cy="71266"/>
          </a:xfrm>
          <a:prstGeom prst="rect">
            <a:avLst/>
          </a:prstGeom>
          <a:solidFill>
            <a:srgbClr val="9B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Rectangle 745"/>
          <p:cNvSpPr/>
          <p:nvPr/>
        </p:nvSpPr>
        <p:spPr>
          <a:xfrm>
            <a:off x="8445897" y="5198529"/>
            <a:ext cx="71266" cy="71266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Rectangle 746"/>
          <p:cNvSpPr/>
          <p:nvPr/>
        </p:nvSpPr>
        <p:spPr>
          <a:xfrm>
            <a:off x="8515865" y="5198529"/>
            <a:ext cx="71266" cy="71266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Rectangle 747"/>
          <p:cNvSpPr/>
          <p:nvPr/>
        </p:nvSpPr>
        <p:spPr>
          <a:xfrm>
            <a:off x="8585832" y="5198529"/>
            <a:ext cx="71266" cy="7126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Rectangle 748"/>
          <p:cNvSpPr/>
          <p:nvPr/>
        </p:nvSpPr>
        <p:spPr>
          <a:xfrm>
            <a:off x="8655800" y="5198529"/>
            <a:ext cx="71266" cy="71266"/>
          </a:xfrm>
          <a:prstGeom prst="rect">
            <a:avLst/>
          </a:prstGeom>
          <a:solidFill>
            <a:srgbClr val="3B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Rectangle 749"/>
          <p:cNvSpPr/>
          <p:nvPr/>
        </p:nvSpPr>
        <p:spPr>
          <a:xfrm>
            <a:off x="8725768" y="5198529"/>
            <a:ext cx="71266" cy="71266"/>
          </a:xfrm>
          <a:prstGeom prst="rect">
            <a:avLst/>
          </a:prstGeom>
          <a:solidFill>
            <a:srgbClr val="676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Rectangle 750"/>
          <p:cNvSpPr/>
          <p:nvPr/>
        </p:nvSpPr>
        <p:spPr>
          <a:xfrm>
            <a:off x="8795736" y="5198529"/>
            <a:ext cx="71266" cy="7126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Rectangle 751"/>
          <p:cNvSpPr/>
          <p:nvPr/>
        </p:nvSpPr>
        <p:spPr>
          <a:xfrm>
            <a:off x="8865703" y="5198529"/>
            <a:ext cx="71266" cy="71266"/>
          </a:xfrm>
          <a:prstGeom prst="rect">
            <a:avLst/>
          </a:prstGeom>
          <a:solidFill>
            <a:srgbClr val="82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Rectangle 752"/>
          <p:cNvSpPr/>
          <p:nvPr/>
        </p:nvSpPr>
        <p:spPr>
          <a:xfrm>
            <a:off x="8935671" y="5198529"/>
            <a:ext cx="71266" cy="7126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Rectangle 753"/>
          <p:cNvSpPr/>
          <p:nvPr/>
        </p:nvSpPr>
        <p:spPr>
          <a:xfrm>
            <a:off x="9005639" y="5198529"/>
            <a:ext cx="71266" cy="71266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Rectangle 754"/>
          <p:cNvSpPr/>
          <p:nvPr/>
        </p:nvSpPr>
        <p:spPr>
          <a:xfrm>
            <a:off x="8445897" y="5268497"/>
            <a:ext cx="71266" cy="7126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Rectangle 755"/>
          <p:cNvSpPr/>
          <p:nvPr/>
        </p:nvSpPr>
        <p:spPr>
          <a:xfrm>
            <a:off x="8515865" y="5268497"/>
            <a:ext cx="71266" cy="71266"/>
          </a:xfrm>
          <a:prstGeom prst="rect">
            <a:avLst/>
          </a:prstGeom>
          <a:solidFill>
            <a:srgbClr val="A1A1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Rectangle 756"/>
          <p:cNvSpPr/>
          <p:nvPr/>
        </p:nvSpPr>
        <p:spPr>
          <a:xfrm>
            <a:off x="8585832" y="5268497"/>
            <a:ext cx="71266" cy="71266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Rectangle 757"/>
          <p:cNvSpPr/>
          <p:nvPr/>
        </p:nvSpPr>
        <p:spPr>
          <a:xfrm>
            <a:off x="8655800" y="5268497"/>
            <a:ext cx="71266" cy="7126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Rectangle 758"/>
          <p:cNvSpPr/>
          <p:nvPr/>
        </p:nvSpPr>
        <p:spPr>
          <a:xfrm>
            <a:off x="8725768" y="5268497"/>
            <a:ext cx="71266" cy="71266"/>
          </a:xfrm>
          <a:prstGeom prst="rect">
            <a:avLst/>
          </a:prstGeom>
          <a:solidFill>
            <a:srgbClr val="CBC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Rectangle 759"/>
          <p:cNvSpPr/>
          <p:nvPr/>
        </p:nvSpPr>
        <p:spPr>
          <a:xfrm>
            <a:off x="8795736" y="5268497"/>
            <a:ext cx="71266" cy="71266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Rectangle 760"/>
          <p:cNvSpPr/>
          <p:nvPr/>
        </p:nvSpPr>
        <p:spPr>
          <a:xfrm>
            <a:off x="8865703" y="5268497"/>
            <a:ext cx="71266" cy="71266"/>
          </a:xfrm>
          <a:prstGeom prst="rect">
            <a:avLst/>
          </a:prstGeom>
          <a:solidFill>
            <a:srgbClr val="363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Rectangle 761"/>
          <p:cNvSpPr/>
          <p:nvPr/>
        </p:nvSpPr>
        <p:spPr>
          <a:xfrm>
            <a:off x="8935671" y="5268497"/>
            <a:ext cx="71266" cy="71266"/>
          </a:xfrm>
          <a:prstGeom prst="rect">
            <a:avLst/>
          </a:prstGeom>
          <a:solidFill>
            <a:srgbClr val="9B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Rectangle 762"/>
          <p:cNvSpPr/>
          <p:nvPr/>
        </p:nvSpPr>
        <p:spPr>
          <a:xfrm>
            <a:off x="9005639" y="5268497"/>
            <a:ext cx="71266" cy="71266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Rectangle 763"/>
          <p:cNvSpPr/>
          <p:nvPr/>
        </p:nvSpPr>
        <p:spPr>
          <a:xfrm>
            <a:off x="8445897" y="5338465"/>
            <a:ext cx="71266" cy="71266"/>
          </a:xfrm>
          <a:prstGeom prst="rect">
            <a:avLst/>
          </a:prstGeom>
          <a:solidFill>
            <a:srgbClr val="393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Rectangle 764"/>
          <p:cNvSpPr/>
          <p:nvPr/>
        </p:nvSpPr>
        <p:spPr>
          <a:xfrm>
            <a:off x="8515865" y="5338465"/>
            <a:ext cx="71266" cy="7126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Rectangle 765"/>
          <p:cNvSpPr/>
          <p:nvPr/>
        </p:nvSpPr>
        <p:spPr>
          <a:xfrm>
            <a:off x="8585832" y="5338465"/>
            <a:ext cx="71266" cy="71266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Rectangle 766"/>
          <p:cNvSpPr/>
          <p:nvPr/>
        </p:nvSpPr>
        <p:spPr>
          <a:xfrm>
            <a:off x="8655800" y="5338465"/>
            <a:ext cx="71266" cy="71266"/>
          </a:xfrm>
          <a:prstGeom prst="rect">
            <a:avLst/>
          </a:prstGeom>
          <a:solidFill>
            <a:srgbClr val="979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Rectangle 767"/>
          <p:cNvSpPr/>
          <p:nvPr/>
        </p:nvSpPr>
        <p:spPr>
          <a:xfrm>
            <a:off x="8725768" y="5338465"/>
            <a:ext cx="71266" cy="71266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Rectangle 768"/>
          <p:cNvSpPr/>
          <p:nvPr/>
        </p:nvSpPr>
        <p:spPr>
          <a:xfrm>
            <a:off x="8795736" y="5338465"/>
            <a:ext cx="71266" cy="71266"/>
          </a:xfrm>
          <a:prstGeom prst="rect">
            <a:avLst/>
          </a:prstGeom>
          <a:solidFill>
            <a:srgbClr val="47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Rectangle 769"/>
          <p:cNvSpPr/>
          <p:nvPr/>
        </p:nvSpPr>
        <p:spPr>
          <a:xfrm>
            <a:off x="8865703" y="5338465"/>
            <a:ext cx="71266" cy="71266"/>
          </a:xfrm>
          <a:prstGeom prst="rect">
            <a:avLst/>
          </a:prstGeom>
          <a:solidFill>
            <a:srgbClr val="3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Rectangle 770"/>
          <p:cNvSpPr/>
          <p:nvPr/>
        </p:nvSpPr>
        <p:spPr>
          <a:xfrm>
            <a:off x="8935671" y="5338465"/>
            <a:ext cx="71266" cy="7126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Rectangle 771"/>
          <p:cNvSpPr/>
          <p:nvPr/>
        </p:nvSpPr>
        <p:spPr>
          <a:xfrm>
            <a:off x="9005639" y="5338465"/>
            <a:ext cx="71266" cy="71266"/>
          </a:xfrm>
          <a:prstGeom prst="rect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Rectangle 772"/>
          <p:cNvSpPr/>
          <p:nvPr/>
        </p:nvSpPr>
        <p:spPr>
          <a:xfrm>
            <a:off x="8445897" y="5408432"/>
            <a:ext cx="71266" cy="71266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Rectangle 773"/>
          <p:cNvSpPr/>
          <p:nvPr/>
        </p:nvSpPr>
        <p:spPr>
          <a:xfrm>
            <a:off x="8515865" y="5408432"/>
            <a:ext cx="71266" cy="71266"/>
          </a:xfrm>
          <a:prstGeom prst="rect">
            <a:avLst/>
          </a:prstGeom>
          <a:solidFill>
            <a:srgbClr val="53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Rectangle 774"/>
          <p:cNvSpPr/>
          <p:nvPr/>
        </p:nvSpPr>
        <p:spPr>
          <a:xfrm>
            <a:off x="8585832" y="5408432"/>
            <a:ext cx="71266" cy="71266"/>
          </a:xfrm>
          <a:prstGeom prst="rect">
            <a:avLst/>
          </a:prstGeom>
          <a:solidFill>
            <a:srgbClr val="565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Rectangle 775"/>
          <p:cNvSpPr/>
          <p:nvPr/>
        </p:nvSpPr>
        <p:spPr>
          <a:xfrm>
            <a:off x="8655800" y="5408432"/>
            <a:ext cx="71266" cy="71266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Rectangle 776"/>
          <p:cNvSpPr/>
          <p:nvPr/>
        </p:nvSpPr>
        <p:spPr>
          <a:xfrm>
            <a:off x="8725768" y="5408432"/>
            <a:ext cx="71266" cy="71266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Rectangle 777"/>
          <p:cNvSpPr/>
          <p:nvPr/>
        </p:nvSpPr>
        <p:spPr>
          <a:xfrm>
            <a:off x="8795736" y="5408432"/>
            <a:ext cx="71266" cy="71266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Rectangle 778"/>
          <p:cNvSpPr/>
          <p:nvPr/>
        </p:nvSpPr>
        <p:spPr>
          <a:xfrm>
            <a:off x="8865703" y="5408432"/>
            <a:ext cx="71266" cy="71266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Rectangle 779"/>
          <p:cNvSpPr/>
          <p:nvPr/>
        </p:nvSpPr>
        <p:spPr>
          <a:xfrm>
            <a:off x="8935671" y="5408432"/>
            <a:ext cx="71266" cy="71266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Rectangle 780"/>
          <p:cNvSpPr/>
          <p:nvPr/>
        </p:nvSpPr>
        <p:spPr>
          <a:xfrm>
            <a:off x="9005639" y="5408432"/>
            <a:ext cx="71266" cy="71266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Rectangle 781"/>
          <p:cNvSpPr/>
          <p:nvPr/>
        </p:nvSpPr>
        <p:spPr>
          <a:xfrm>
            <a:off x="8445897" y="5478400"/>
            <a:ext cx="71266" cy="71266"/>
          </a:xfrm>
          <a:prstGeom prst="rect">
            <a:avLst/>
          </a:prstGeom>
          <a:solidFill>
            <a:srgbClr val="818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Rectangle 782"/>
          <p:cNvSpPr/>
          <p:nvPr/>
        </p:nvSpPr>
        <p:spPr>
          <a:xfrm>
            <a:off x="8515865" y="5478400"/>
            <a:ext cx="71266" cy="71266"/>
          </a:xfrm>
          <a:prstGeom prst="rect">
            <a:avLst/>
          </a:prstGeom>
          <a:solidFill>
            <a:srgbClr val="45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Rectangle 783"/>
          <p:cNvSpPr/>
          <p:nvPr/>
        </p:nvSpPr>
        <p:spPr>
          <a:xfrm>
            <a:off x="8585832" y="5478400"/>
            <a:ext cx="71266" cy="71266"/>
          </a:xfrm>
          <a:prstGeom prst="rect">
            <a:avLst/>
          </a:prstGeom>
          <a:solidFill>
            <a:srgbClr val="A8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Rectangle 784"/>
          <p:cNvSpPr/>
          <p:nvPr/>
        </p:nvSpPr>
        <p:spPr>
          <a:xfrm>
            <a:off x="8655800" y="5478400"/>
            <a:ext cx="71266" cy="71266"/>
          </a:xfrm>
          <a:prstGeom prst="rect">
            <a:avLst/>
          </a:prstGeom>
          <a:solidFill>
            <a:srgbClr val="979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Rectangle 785"/>
          <p:cNvSpPr/>
          <p:nvPr/>
        </p:nvSpPr>
        <p:spPr>
          <a:xfrm>
            <a:off x="8725768" y="5478400"/>
            <a:ext cx="71266" cy="71266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Rectangle 786"/>
          <p:cNvSpPr/>
          <p:nvPr/>
        </p:nvSpPr>
        <p:spPr>
          <a:xfrm>
            <a:off x="8795736" y="5478400"/>
            <a:ext cx="71266" cy="71266"/>
          </a:xfrm>
          <a:prstGeom prst="rect">
            <a:avLst/>
          </a:prstGeom>
          <a:solidFill>
            <a:srgbClr val="7E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Rectangle 787"/>
          <p:cNvSpPr/>
          <p:nvPr/>
        </p:nvSpPr>
        <p:spPr>
          <a:xfrm>
            <a:off x="8865703" y="5478400"/>
            <a:ext cx="71266" cy="7126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Rectangle 788"/>
          <p:cNvSpPr/>
          <p:nvPr/>
        </p:nvSpPr>
        <p:spPr>
          <a:xfrm>
            <a:off x="8935671" y="5478400"/>
            <a:ext cx="71266" cy="71266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Rectangle 789"/>
          <p:cNvSpPr/>
          <p:nvPr/>
        </p:nvSpPr>
        <p:spPr>
          <a:xfrm>
            <a:off x="9005639" y="5478400"/>
            <a:ext cx="71266" cy="71266"/>
          </a:xfrm>
          <a:prstGeom prst="rect">
            <a:avLst/>
          </a:prstGeom>
          <a:solidFill>
            <a:srgbClr val="B3B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Rectangle 790"/>
          <p:cNvSpPr/>
          <p:nvPr/>
        </p:nvSpPr>
        <p:spPr>
          <a:xfrm>
            <a:off x="8445897" y="5548368"/>
            <a:ext cx="71266" cy="7126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Rectangle 791"/>
          <p:cNvSpPr/>
          <p:nvPr/>
        </p:nvSpPr>
        <p:spPr>
          <a:xfrm>
            <a:off x="8515865" y="5548368"/>
            <a:ext cx="71266" cy="71266"/>
          </a:xfrm>
          <a:prstGeom prst="rect">
            <a:avLst/>
          </a:prstGeom>
          <a:solidFill>
            <a:srgbClr val="9C9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Rectangle 792"/>
          <p:cNvSpPr/>
          <p:nvPr/>
        </p:nvSpPr>
        <p:spPr>
          <a:xfrm>
            <a:off x="8585832" y="5548368"/>
            <a:ext cx="71266" cy="71266"/>
          </a:xfrm>
          <a:prstGeom prst="rect">
            <a:avLst/>
          </a:prstGeom>
          <a:solidFill>
            <a:srgbClr val="6C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Rectangle 793"/>
          <p:cNvSpPr/>
          <p:nvPr/>
        </p:nvSpPr>
        <p:spPr>
          <a:xfrm>
            <a:off x="8655800" y="5548368"/>
            <a:ext cx="71266" cy="71266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Rectangle 794"/>
          <p:cNvSpPr/>
          <p:nvPr/>
        </p:nvSpPr>
        <p:spPr>
          <a:xfrm>
            <a:off x="8725768" y="5548368"/>
            <a:ext cx="71266" cy="71266"/>
          </a:xfrm>
          <a:prstGeom prst="rect">
            <a:avLst/>
          </a:prstGeom>
          <a:solidFill>
            <a:srgbClr val="A2A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Rectangle 795"/>
          <p:cNvSpPr/>
          <p:nvPr/>
        </p:nvSpPr>
        <p:spPr>
          <a:xfrm>
            <a:off x="8795736" y="5548368"/>
            <a:ext cx="71266" cy="71266"/>
          </a:xfrm>
          <a:prstGeom prst="rect">
            <a:avLst/>
          </a:prstGeom>
          <a:solidFill>
            <a:srgbClr val="C7C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Rectangle 796"/>
          <p:cNvSpPr/>
          <p:nvPr/>
        </p:nvSpPr>
        <p:spPr>
          <a:xfrm>
            <a:off x="8865703" y="5548368"/>
            <a:ext cx="71266" cy="71266"/>
          </a:xfrm>
          <a:prstGeom prst="rect">
            <a:avLst/>
          </a:prstGeom>
          <a:solidFill>
            <a:srgbClr val="B6B6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Rectangle 797"/>
          <p:cNvSpPr/>
          <p:nvPr/>
        </p:nvSpPr>
        <p:spPr>
          <a:xfrm>
            <a:off x="8935671" y="5548368"/>
            <a:ext cx="71266" cy="7126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Rectangle 798"/>
          <p:cNvSpPr/>
          <p:nvPr/>
        </p:nvSpPr>
        <p:spPr>
          <a:xfrm>
            <a:off x="9005639" y="5548368"/>
            <a:ext cx="71266" cy="71266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Rectangle 799"/>
          <p:cNvSpPr/>
          <p:nvPr/>
        </p:nvSpPr>
        <p:spPr>
          <a:xfrm>
            <a:off x="8445897" y="5618335"/>
            <a:ext cx="71266" cy="71266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Rectangle 800"/>
          <p:cNvSpPr/>
          <p:nvPr/>
        </p:nvSpPr>
        <p:spPr>
          <a:xfrm>
            <a:off x="8515865" y="5618335"/>
            <a:ext cx="71266" cy="71266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Rectangle 801"/>
          <p:cNvSpPr/>
          <p:nvPr/>
        </p:nvSpPr>
        <p:spPr>
          <a:xfrm>
            <a:off x="8585832" y="5618335"/>
            <a:ext cx="71266" cy="71266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Rectangle 802"/>
          <p:cNvSpPr/>
          <p:nvPr/>
        </p:nvSpPr>
        <p:spPr>
          <a:xfrm>
            <a:off x="8655800" y="5618335"/>
            <a:ext cx="71266" cy="71266"/>
          </a:xfrm>
          <a:prstGeom prst="rect">
            <a:avLst/>
          </a:prstGeom>
          <a:solidFill>
            <a:srgbClr val="ABA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Rectangle 803"/>
          <p:cNvSpPr/>
          <p:nvPr/>
        </p:nvSpPr>
        <p:spPr>
          <a:xfrm>
            <a:off x="8725768" y="5618335"/>
            <a:ext cx="71266" cy="71266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Rectangle 804"/>
          <p:cNvSpPr/>
          <p:nvPr/>
        </p:nvSpPr>
        <p:spPr>
          <a:xfrm>
            <a:off x="8795736" y="5618335"/>
            <a:ext cx="71266" cy="71266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Rectangle 805"/>
          <p:cNvSpPr/>
          <p:nvPr/>
        </p:nvSpPr>
        <p:spPr>
          <a:xfrm>
            <a:off x="8865703" y="5618335"/>
            <a:ext cx="71266" cy="7126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Rectangle 806"/>
          <p:cNvSpPr/>
          <p:nvPr/>
        </p:nvSpPr>
        <p:spPr>
          <a:xfrm>
            <a:off x="8935671" y="5618335"/>
            <a:ext cx="71266" cy="71266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Rectangle 807"/>
          <p:cNvSpPr/>
          <p:nvPr/>
        </p:nvSpPr>
        <p:spPr>
          <a:xfrm>
            <a:off x="9005639" y="5618335"/>
            <a:ext cx="71266" cy="7126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Rectangle 808"/>
          <p:cNvSpPr/>
          <p:nvPr/>
        </p:nvSpPr>
        <p:spPr>
          <a:xfrm>
            <a:off x="8445897" y="5688303"/>
            <a:ext cx="71266" cy="71266"/>
          </a:xfrm>
          <a:prstGeom prst="rect">
            <a:avLst/>
          </a:prstGeom>
          <a:solidFill>
            <a:srgbClr val="313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Rectangle 809"/>
          <p:cNvSpPr/>
          <p:nvPr/>
        </p:nvSpPr>
        <p:spPr>
          <a:xfrm>
            <a:off x="8515865" y="5688303"/>
            <a:ext cx="71266" cy="71266"/>
          </a:xfrm>
          <a:prstGeom prst="rect">
            <a:avLst/>
          </a:prstGeom>
          <a:solidFill>
            <a:srgbClr val="AE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Rectangle 810"/>
          <p:cNvSpPr/>
          <p:nvPr/>
        </p:nvSpPr>
        <p:spPr>
          <a:xfrm>
            <a:off x="8585832" y="5688303"/>
            <a:ext cx="71266" cy="71266"/>
          </a:xfrm>
          <a:prstGeom prst="rect">
            <a:avLst/>
          </a:prstGeom>
          <a:solidFill>
            <a:srgbClr val="3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Rectangle 811"/>
          <p:cNvSpPr/>
          <p:nvPr/>
        </p:nvSpPr>
        <p:spPr>
          <a:xfrm>
            <a:off x="8655800" y="5688303"/>
            <a:ext cx="71266" cy="71266"/>
          </a:xfrm>
          <a:prstGeom prst="rect">
            <a:avLst/>
          </a:prstGeom>
          <a:solidFill>
            <a:srgbClr val="8383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Rectangle 812"/>
          <p:cNvSpPr/>
          <p:nvPr/>
        </p:nvSpPr>
        <p:spPr>
          <a:xfrm>
            <a:off x="8725768" y="5688303"/>
            <a:ext cx="71266" cy="71266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Rectangle 813"/>
          <p:cNvSpPr/>
          <p:nvPr/>
        </p:nvSpPr>
        <p:spPr>
          <a:xfrm>
            <a:off x="8795736" y="5688303"/>
            <a:ext cx="71266" cy="71266"/>
          </a:xfrm>
          <a:prstGeom prst="rect">
            <a:avLst/>
          </a:prstGeom>
          <a:solidFill>
            <a:srgbClr val="34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Rectangle 814"/>
          <p:cNvSpPr/>
          <p:nvPr/>
        </p:nvSpPr>
        <p:spPr>
          <a:xfrm>
            <a:off x="8865703" y="5688303"/>
            <a:ext cx="71266" cy="71266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Rectangle 815"/>
          <p:cNvSpPr/>
          <p:nvPr/>
        </p:nvSpPr>
        <p:spPr>
          <a:xfrm>
            <a:off x="8935671" y="5688303"/>
            <a:ext cx="71266" cy="71266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Rectangle 816"/>
          <p:cNvSpPr/>
          <p:nvPr/>
        </p:nvSpPr>
        <p:spPr>
          <a:xfrm>
            <a:off x="9005639" y="5688303"/>
            <a:ext cx="71266" cy="71266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8" name="Connector 817"/>
          <p:cNvCxnSpPr/>
          <p:nvPr/>
        </p:nvCxnSpPr>
        <p:spPr>
          <a:xfrm>
            <a:off x="7984976" y="5433678"/>
            <a:ext cx="136328" cy="0"/>
          </a:xfrm>
          <a:prstGeom prst="line">
            <a:avLst/>
          </a:prstGeom>
          <a:ln w="1371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9" name="Connector 818"/>
          <p:cNvCxnSpPr/>
          <p:nvPr/>
        </p:nvCxnSpPr>
        <p:spPr>
          <a:xfrm flipV="1">
            <a:off x="8121304" y="5212955"/>
            <a:ext cx="0" cy="220723"/>
          </a:xfrm>
          <a:prstGeom prst="line">
            <a:avLst/>
          </a:prstGeom>
          <a:ln w="1371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0" name="Connector 819"/>
          <p:cNvCxnSpPr/>
          <p:nvPr/>
        </p:nvCxnSpPr>
        <p:spPr>
          <a:xfrm>
            <a:off x="8121304" y="5212955"/>
            <a:ext cx="116854" cy="0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1" name="TextBox 820"/>
          <p:cNvSpPr txBox="1"/>
          <p:nvPr/>
        </p:nvSpPr>
        <p:spPr>
          <a:xfrm>
            <a:off x="8640652" y="5641418"/>
            <a:ext cx="194755" cy="32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58" b="0" i="0">
                <a:solidFill>
                  <a:srgbClr val="111111"/>
                </a:solidFill>
                <a:latin typeface="DejaVu Serif"/>
              </a:rPr>
              <a:t>⋮</a:t>
            </a:r>
          </a:p>
        </p:txBody>
      </p:sp>
      <p:cxnSp>
        <p:nvCxnSpPr>
          <p:cNvPr id="822" name="Connector 821"/>
          <p:cNvCxnSpPr/>
          <p:nvPr/>
        </p:nvCxnSpPr>
        <p:spPr>
          <a:xfrm>
            <a:off x="9075606" y="5433678"/>
            <a:ext cx="318101" cy="0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3" name="Rounded Rectangle 822"/>
          <p:cNvSpPr/>
          <p:nvPr/>
        </p:nvSpPr>
        <p:spPr>
          <a:xfrm>
            <a:off x="9393707" y="4920822"/>
            <a:ext cx="285641" cy="1032204"/>
          </a:xfrm>
          <a:prstGeom prst="roundRect">
            <a:avLst>
              <a:gd name="adj" fmla="val 15909"/>
            </a:avLst>
          </a:prstGeom>
          <a:solidFill>
            <a:srgbClr val="EEF8FB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TextBox 823"/>
          <p:cNvSpPr txBox="1"/>
          <p:nvPr/>
        </p:nvSpPr>
        <p:spPr>
          <a:xfrm rot="16200000">
            <a:off x="9020426" y="5294104"/>
            <a:ext cx="1032204" cy="28564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2" b="0" i="0">
                <a:solidFill>
                  <a:srgbClr val="111111"/>
                </a:solidFill>
                <a:latin typeface="Arial"/>
              </a:rPr>
              <a:t>Softmax</a:t>
            </a:r>
          </a:p>
        </p:txBody>
      </p:sp>
      <p:cxnSp>
        <p:nvCxnSpPr>
          <p:cNvPr id="825" name="Connector 824"/>
          <p:cNvCxnSpPr/>
          <p:nvPr/>
        </p:nvCxnSpPr>
        <p:spPr>
          <a:xfrm>
            <a:off x="6004961" y="6374997"/>
            <a:ext cx="4148293" cy="0"/>
          </a:xfrm>
          <a:prstGeom prst="line">
            <a:avLst/>
          </a:prstGeom>
          <a:ln w="1371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6" name="Connector 825"/>
          <p:cNvCxnSpPr/>
          <p:nvPr/>
        </p:nvCxnSpPr>
        <p:spPr>
          <a:xfrm>
            <a:off x="9679349" y="5433678"/>
            <a:ext cx="370035" cy="0"/>
          </a:xfrm>
          <a:prstGeom prst="line">
            <a:avLst/>
          </a:prstGeom>
          <a:ln w="13716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7" name="Connector 826"/>
          <p:cNvCxnSpPr/>
          <p:nvPr/>
        </p:nvCxnSpPr>
        <p:spPr>
          <a:xfrm>
            <a:off x="10049384" y="5433678"/>
            <a:ext cx="0" cy="941319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8" name="Oval 827"/>
          <p:cNvSpPr/>
          <p:nvPr/>
        </p:nvSpPr>
        <p:spPr>
          <a:xfrm>
            <a:off x="10055876" y="6277619"/>
            <a:ext cx="194755" cy="194755"/>
          </a:xfrm>
          <a:prstGeom prst="ellipse">
            <a:avLst/>
          </a:prstGeom>
          <a:solidFill>
            <a:srgbClr val="FFFFFF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TextBox 828"/>
          <p:cNvSpPr txBox="1"/>
          <p:nvPr/>
        </p:nvSpPr>
        <p:spPr>
          <a:xfrm>
            <a:off x="10055876" y="6277619"/>
            <a:ext cx="194755" cy="194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88" b="0" i="0">
                <a:solidFill>
                  <a:srgbClr val="111111"/>
                </a:solidFill>
                <a:latin typeface="DejaVu Serif"/>
              </a:rPr>
              <a:t>⊗</a:t>
            </a:r>
          </a:p>
        </p:txBody>
      </p:sp>
      <p:cxnSp>
        <p:nvCxnSpPr>
          <p:cNvPr id="830" name="Connector 829"/>
          <p:cNvCxnSpPr/>
          <p:nvPr/>
        </p:nvCxnSpPr>
        <p:spPr>
          <a:xfrm>
            <a:off x="10250631" y="6374997"/>
            <a:ext cx="344068" cy="0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1" name="Oval 830"/>
          <p:cNvSpPr/>
          <p:nvPr/>
        </p:nvSpPr>
        <p:spPr>
          <a:xfrm>
            <a:off x="10614175" y="6277619"/>
            <a:ext cx="194755" cy="194755"/>
          </a:xfrm>
          <a:prstGeom prst="ellipse">
            <a:avLst/>
          </a:prstGeom>
          <a:solidFill>
            <a:srgbClr val="FFFFFF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TextBox 831"/>
          <p:cNvSpPr txBox="1"/>
          <p:nvPr/>
        </p:nvSpPr>
        <p:spPr>
          <a:xfrm>
            <a:off x="10614175" y="6277619"/>
            <a:ext cx="194755" cy="194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6" b="0" i="0">
                <a:solidFill>
                  <a:srgbClr val="111111"/>
                </a:solidFill>
                <a:latin typeface="DejaVu Serif"/>
              </a:rPr>
              <a:t>Σ</a:t>
            </a:r>
          </a:p>
        </p:txBody>
      </p:sp>
      <p:cxnSp>
        <p:nvCxnSpPr>
          <p:cNvPr id="833" name="Connector 832"/>
          <p:cNvCxnSpPr/>
          <p:nvPr/>
        </p:nvCxnSpPr>
        <p:spPr>
          <a:xfrm>
            <a:off x="10808931" y="6374997"/>
            <a:ext cx="350559" cy="0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4" name="Rounded Rectangle 833"/>
          <p:cNvSpPr/>
          <p:nvPr/>
        </p:nvSpPr>
        <p:spPr>
          <a:xfrm>
            <a:off x="11159490" y="6141290"/>
            <a:ext cx="279149" cy="519348"/>
          </a:xfrm>
          <a:prstGeom prst="roundRect">
            <a:avLst>
              <a:gd name="adj" fmla="val 16279"/>
            </a:avLst>
          </a:prstGeom>
          <a:solidFill>
            <a:srgbClr val="FFF8EE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TextBox 834"/>
          <p:cNvSpPr txBox="1"/>
          <p:nvPr/>
        </p:nvSpPr>
        <p:spPr>
          <a:xfrm rot="16200000">
            <a:off x="11039391" y="6261389"/>
            <a:ext cx="519348" cy="2791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2" b="0" i="0">
                <a:solidFill>
                  <a:srgbClr val="111111"/>
                </a:solidFill>
                <a:latin typeface="Arial"/>
              </a:rPr>
              <a:t>1x1</a:t>
            </a:r>
          </a:p>
        </p:txBody>
      </p:sp>
      <p:cxnSp>
        <p:nvCxnSpPr>
          <p:cNvPr id="836" name="Connector 835"/>
          <p:cNvCxnSpPr/>
          <p:nvPr/>
        </p:nvCxnSpPr>
        <p:spPr>
          <a:xfrm>
            <a:off x="11438640" y="6400964"/>
            <a:ext cx="168788" cy="0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7" name="Oval 836"/>
          <p:cNvSpPr/>
          <p:nvPr/>
        </p:nvSpPr>
        <p:spPr>
          <a:xfrm>
            <a:off x="11620412" y="6303586"/>
            <a:ext cx="194755" cy="194755"/>
          </a:xfrm>
          <a:prstGeom prst="ellipse">
            <a:avLst/>
          </a:prstGeom>
          <a:solidFill>
            <a:srgbClr val="FFFFFF"/>
          </a:solidFill>
          <a:ln w="13716">
            <a:solidFill>
              <a:srgbClr val="162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TextBox 837"/>
          <p:cNvSpPr txBox="1"/>
          <p:nvPr/>
        </p:nvSpPr>
        <p:spPr>
          <a:xfrm>
            <a:off x="11620412" y="6303586"/>
            <a:ext cx="194755" cy="194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88" b="0" i="0">
                <a:solidFill>
                  <a:srgbClr val="111111"/>
                </a:solidFill>
                <a:latin typeface="DejaVu Serif"/>
              </a:rPr>
              <a:t>+</a:t>
            </a:r>
          </a:p>
        </p:txBody>
      </p:sp>
      <p:cxnSp>
        <p:nvCxnSpPr>
          <p:cNvPr id="839" name="Connector 838"/>
          <p:cNvCxnSpPr/>
          <p:nvPr/>
        </p:nvCxnSpPr>
        <p:spPr>
          <a:xfrm>
            <a:off x="11815167" y="6400964"/>
            <a:ext cx="201248" cy="0"/>
          </a:xfrm>
          <a:prstGeom prst="line">
            <a:avLst/>
          </a:prstGeom>
          <a:ln w="13716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0" name="TextBox 839"/>
          <p:cNvSpPr txBox="1"/>
          <p:nvPr/>
        </p:nvSpPr>
        <p:spPr>
          <a:xfrm>
            <a:off x="11587953" y="6530801"/>
            <a:ext cx="545315" cy="1558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10" b="0" i="1">
                <a:solidFill>
                  <a:srgbClr val="6D7479"/>
                </a:solidFill>
                <a:latin typeface="DejaVu Serif"/>
              </a:rPr>
              <a:t>C×H×W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Spectral Compressive Imaging via Chromaticity-Intensity Decomposition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693" cy="6732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