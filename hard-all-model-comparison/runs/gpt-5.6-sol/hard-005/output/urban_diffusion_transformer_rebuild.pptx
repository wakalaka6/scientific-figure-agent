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97483" cy="60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397483" cy="60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193" y="164386"/>
            <a:ext cx="3308278" cy="5493249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838" y="351239"/>
            <a:ext cx="424665" cy="968784"/>
          </a:xfrm>
          <a:custGeom>
            <a:avLst/>
            <a:gdLst/>
            <a:ahLst/>
            <a:cxnLst/>
            <a:rect l="l" t="t" r="r" b="b"/>
            <a:pathLst>
              <a:path w="424665" h="968784">
                <a:moveTo>
                  <a:pt x="61645" y="128221"/>
                </a:moveTo>
                <a:lnTo>
                  <a:pt x="424665" y="0"/>
                </a:lnTo>
                <a:lnTo>
                  <a:pt x="363020" y="840563"/>
                </a:lnTo>
                <a:lnTo>
                  <a:pt x="0" y="9687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838" y="110632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38531" y="53644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13873" y="821384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89215" y="110632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77744" y="607682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65415" y="750150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59251" y="821384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29286" y="53644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316957" y="678916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04628" y="821384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86135" y="1035087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74664" y="53644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43841" y="892618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37677" y="963852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20041" y="53644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13877" y="607682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70725" y="110632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65419" y="53644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53090" y="678916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16103" y="110632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10796" y="53644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67645" y="1035087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61480" y="110632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189215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234593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H="1">
            <a:off x="279970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H="1">
            <a:off x="325348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370725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33" name="Connector 32"/>
          <p:cNvCxnSpPr/>
          <p:nvPr/>
        </p:nvCxnSpPr>
        <p:spPr>
          <a:xfrm flipH="1">
            <a:off x="416103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461480" y="479460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35" name="Freeform 34"/>
          <p:cNvSpPr/>
          <p:nvPr/>
        </p:nvSpPr>
        <p:spPr>
          <a:xfrm>
            <a:off x="294525" y="330690"/>
            <a:ext cx="424666" cy="968785"/>
          </a:xfrm>
          <a:custGeom>
            <a:avLst/>
            <a:gdLst/>
            <a:ahLst/>
            <a:cxnLst/>
            <a:rect l="l" t="t" r="r" b="b"/>
            <a:pathLst>
              <a:path w="424666" h="968785">
                <a:moveTo>
                  <a:pt x="61645" y="128222"/>
                </a:moveTo>
                <a:lnTo>
                  <a:pt x="424666" y="0"/>
                </a:lnTo>
                <a:lnTo>
                  <a:pt x="363021" y="840563"/>
                </a:lnTo>
                <a:lnTo>
                  <a:pt x="0" y="968785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50006" y="444665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31512" y="65836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06854" y="943304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00690" y="1014538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5383" y="444665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22267" y="65836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16103" y="729602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85280" y="1085772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73809" y="587133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67645" y="65836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55316" y="800836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36822" y="1014538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94529" y="872070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88364" y="943304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82200" y="1014538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570729" y="515899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52235" y="729602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616106" y="515899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624497" y="943304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5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H="1">
            <a:off x="339903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>
            <a:off x="385280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>
            <a:off x="430658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58" name="Connector 57"/>
          <p:cNvCxnSpPr/>
          <p:nvPr/>
        </p:nvCxnSpPr>
        <p:spPr>
          <a:xfrm flipH="1">
            <a:off x="476035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59" name="Connector 58"/>
          <p:cNvCxnSpPr/>
          <p:nvPr/>
        </p:nvCxnSpPr>
        <p:spPr>
          <a:xfrm flipH="1">
            <a:off x="521413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60" name="Connector 59"/>
          <p:cNvCxnSpPr/>
          <p:nvPr/>
        </p:nvCxnSpPr>
        <p:spPr>
          <a:xfrm flipH="1">
            <a:off x="566791" y="458912"/>
            <a:ext cx="61644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61" name="Connector 60"/>
          <p:cNvCxnSpPr/>
          <p:nvPr/>
        </p:nvCxnSpPr>
        <p:spPr>
          <a:xfrm flipH="1">
            <a:off x="612168" y="458912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62" name="Freeform 61"/>
          <p:cNvSpPr/>
          <p:nvPr/>
        </p:nvSpPr>
        <p:spPr>
          <a:xfrm>
            <a:off x="445213" y="310142"/>
            <a:ext cx="424665" cy="968785"/>
          </a:xfrm>
          <a:custGeom>
            <a:avLst/>
            <a:gdLst/>
            <a:ahLst/>
            <a:cxnLst/>
            <a:rect l="l" t="t" r="r" b="b"/>
            <a:pathLst>
              <a:path w="424665" h="968785">
                <a:moveTo>
                  <a:pt x="61645" y="128222"/>
                </a:moveTo>
                <a:lnTo>
                  <a:pt x="424665" y="0"/>
                </a:lnTo>
                <a:lnTo>
                  <a:pt x="363020" y="840563"/>
                </a:lnTo>
                <a:lnTo>
                  <a:pt x="0" y="968785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94529" y="49535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51377" y="993990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09084" y="851522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90591" y="1065224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618333" y="637819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606004" y="78028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657546" y="709053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09088" y="637819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66794" y="49535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60630" y="566585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48301" y="709053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29807" y="922756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18336" y="424117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12172" y="49535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06007" y="566585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490591" y="438364"/>
            <a:ext cx="61644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79" name="Connector 78"/>
          <p:cNvCxnSpPr/>
          <p:nvPr/>
        </p:nvCxnSpPr>
        <p:spPr>
          <a:xfrm flipH="1">
            <a:off x="535968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80" name="Connector 79"/>
          <p:cNvCxnSpPr/>
          <p:nvPr/>
        </p:nvCxnSpPr>
        <p:spPr>
          <a:xfrm flipH="1">
            <a:off x="581346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81" name="Connector 80"/>
          <p:cNvCxnSpPr/>
          <p:nvPr/>
        </p:nvCxnSpPr>
        <p:spPr>
          <a:xfrm flipH="1">
            <a:off x="626723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82" name="Connector 81"/>
          <p:cNvCxnSpPr/>
          <p:nvPr/>
        </p:nvCxnSpPr>
        <p:spPr>
          <a:xfrm flipH="1">
            <a:off x="672101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83" name="Connector 82"/>
          <p:cNvCxnSpPr/>
          <p:nvPr/>
        </p:nvCxnSpPr>
        <p:spPr>
          <a:xfrm flipH="1">
            <a:off x="717478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84" name="Connector 83"/>
          <p:cNvCxnSpPr/>
          <p:nvPr/>
        </p:nvCxnSpPr>
        <p:spPr>
          <a:xfrm flipH="1">
            <a:off x="762856" y="438364"/>
            <a:ext cx="61645" cy="733711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85" name="Freeform 84"/>
          <p:cNvSpPr/>
          <p:nvPr/>
        </p:nvSpPr>
        <p:spPr>
          <a:xfrm>
            <a:off x="595901" y="289594"/>
            <a:ext cx="424665" cy="968784"/>
          </a:xfrm>
          <a:custGeom>
            <a:avLst/>
            <a:gdLst/>
            <a:ahLst/>
            <a:cxnLst/>
            <a:rect l="l" t="t" r="r" b="b"/>
            <a:pathLst>
              <a:path w="424665" h="968784">
                <a:moveTo>
                  <a:pt x="61645" y="128221"/>
                </a:moveTo>
                <a:lnTo>
                  <a:pt x="424665" y="0"/>
                </a:lnTo>
                <a:lnTo>
                  <a:pt x="363020" y="840563"/>
                </a:lnTo>
                <a:lnTo>
                  <a:pt x="0" y="9687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32888" y="61727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595901" y="1044676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690594" y="474803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5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672101" y="688505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659772" y="830973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98985" y="90220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92820" y="973442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75185" y="54603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44362" y="90220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38198" y="973442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820562" y="546037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95904" y="830973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89740" y="90220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878269" y="403568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872104" y="474803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865940" y="54603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859775" y="61727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853611" y="688505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841282" y="830973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880495" y="902208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50530" y="61727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938201" y="759739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25872" y="902208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H="1">
            <a:off x="641278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" name="Connector 109"/>
          <p:cNvCxnSpPr/>
          <p:nvPr/>
        </p:nvCxnSpPr>
        <p:spPr>
          <a:xfrm flipH="1">
            <a:off x="686656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1" name="Connector 110"/>
          <p:cNvCxnSpPr/>
          <p:nvPr/>
        </p:nvCxnSpPr>
        <p:spPr>
          <a:xfrm flipH="1">
            <a:off x="732033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2" name="Connector 111"/>
          <p:cNvCxnSpPr/>
          <p:nvPr/>
        </p:nvCxnSpPr>
        <p:spPr>
          <a:xfrm flipH="1">
            <a:off x="777411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" name="Connector 112"/>
          <p:cNvCxnSpPr/>
          <p:nvPr/>
        </p:nvCxnSpPr>
        <p:spPr>
          <a:xfrm flipH="1">
            <a:off x="822788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4" name="Connector 113"/>
          <p:cNvCxnSpPr/>
          <p:nvPr/>
        </p:nvCxnSpPr>
        <p:spPr>
          <a:xfrm flipH="1">
            <a:off x="868166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5" name="Connector 114"/>
          <p:cNvCxnSpPr/>
          <p:nvPr/>
        </p:nvCxnSpPr>
        <p:spPr>
          <a:xfrm flipH="1">
            <a:off x="913543" y="417815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16" name="Freeform 115"/>
          <p:cNvSpPr/>
          <p:nvPr/>
        </p:nvSpPr>
        <p:spPr>
          <a:xfrm>
            <a:off x="746588" y="269045"/>
            <a:ext cx="424665" cy="968785"/>
          </a:xfrm>
          <a:custGeom>
            <a:avLst/>
            <a:gdLst/>
            <a:ahLst/>
            <a:cxnLst/>
            <a:rect l="l" t="t" r="r" b="b"/>
            <a:pathLst>
              <a:path w="424665" h="968785">
                <a:moveTo>
                  <a:pt x="61645" y="128222"/>
                </a:moveTo>
                <a:lnTo>
                  <a:pt x="424665" y="0"/>
                </a:lnTo>
                <a:lnTo>
                  <a:pt x="363020" y="840563"/>
                </a:lnTo>
                <a:lnTo>
                  <a:pt x="0" y="968785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789740" y="525488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783575" y="596723"/>
            <a:ext cx="44736" cy="72658"/>
          </a:xfrm>
          <a:custGeom>
            <a:avLst/>
            <a:gdLst/>
            <a:ahLst/>
            <a:cxnLst/>
            <a:rect l="l" t="t" r="r" b="b"/>
            <a:pathLst>
              <a:path w="44736" h="72658">
                <a:moveTo>
                  <a:pt x="6165" y="14246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746588" y="1024127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35117" y="525488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8953" y="596723"/>
            <a:ext cx="44735" cy="72658"/>
          </a:xfrm>
          <a:custGeom>
            <a:avLst/>
            <a:gdLst/>
            <a:ahLst/>
            <a:cxnLst/>
            <a:rect l="l" t="t" r="r" b="b"/>
            <a:pathLst>
              <a:path w="44735" h="72658">
                <a:moveTo>
                  <a:pt x="6164" y="14246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8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798130" y="952893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892824" y="383020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80495" y="525488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68166" y="66795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849672" y="881659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938201" y="383020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07379" y="73919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882721" y="102412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77414" y="454254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58921" y="66795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52756" y="739191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998134" y="739191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074334" y="383020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049676" y="66795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107382" y="525488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95053" y="667957"/>
            <a:ext cx="44736" cy="72659"/>
          </a:xfrm>
          <a:custGeom>
            <a:avLst/>
            <a:gdLst/>
            <a:ahLst/>
            <a:cxnLst/>
            <a:rect l="l" t="t" r="r" b="b"/>
            <a:pathLst>
              <a:path w="44736" h="72659">
                <a:moveTo>
                  <a:pt x="6165" y="14247"/>
                </a:moveTo>
                <a:lnTo>
                  <a:pt x="44736" y="0"/>
                </a:lnTo>
                <a:lnTo>
                  <a:pt x="38118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39E8A4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76560" y="881659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4"/>
                </a:lnTo>
                <a:lnTo>
                  <a:pt x="0" y="72659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064231" y="1024127"/>
            <a:ext cx="44735" cy="72659"/>
          </a:xfrm>
          <a:custGeom>
            <a:avLst/>
            <a:gdLst/>
            <a:ahLst/>
            <a:cxnLst/>
            <a:rect l="l" t="t" r="r" b="b"/>
            <a:pathLst>
              <a:path w="44735" h="72659">
                <a:moveTo>
                  <a:pt x="6164" y="14247"/>
                </a:moveTo>
                <a:lnTo>
                  <a:pt x="44735" y="0"/>
                </a:lnTo>
                <a:lnTo>
                  <a:pt x="38117" y="71235"/>
                </a:lnTo>
                <a:lnTo>
                  <a:pt x="0" y="72659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H="1">
            <a:off x="791966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" name="Connector 140"/>
          <p:cNvCxnSpPr/>
          <p:nvPr/>
        </p:nvCxnSpPr>
        <p:spPr>
          <a:xfrm flipH="1">
            <a:off x="837343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2" name="Connector 141"/>
          <p:cNvCxnSpPr/>
          <p:nvPr/>
        </p:nvCxnSpPr>
        <p:spPr>
          <a:xfrm flipH="1">
            <a:off x="882721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3" name="Connector 142"/>
          <p:cNvCxnSpPr/>
          <p:nvPr/>
        </p:nvCxnSpPr>
        <p:spPr>
          <a:xfrm flipH="1">
            <a:off x="928098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4" name="Connector 143"/>
          <p:cNvCxnSpPr/>
          <p:nvPr/>
        </p:nvCxnSpPr>
        <p:spPr>
          <a:xfrm flipH="1">
            <a:off x="973476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5" name="Connector 144"/>
          <p:cNvCxnSpPr/>
          <p:nvPr/>
        </p:nvCxnSpPr>
        <p:spPr>
          <a:xfrm flipH="1">
            <a:off x="1018853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" name="Connector 145"/>
          <p:cNvCxnSpPr/>
          <p:nvPr/>
        </p:nvCxnSpPr>
        <p:spPr>
          <a:xfrm flipH="1">
            <a:off x="1064231" y="397267"/>
            <a:ext cx="61645" cy="733712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47" name="Freeform 146"/>
          <p:cNvSpPr/>
          <p:nvPr/>
        </p:nvSpPr>
        <p:spPr>
          <a:xfrm>
            <a:off x="1027415" y="568503"/>
            <a:ext cx="273978" cy="376719"/>
          </a:xfrm>
          <a:custGeom>
            <a:avLst/>
            <a:gdLst/>
            <a:ahLst/>
            <a:cxnLst/>
            <a:rect l="l" t="t" r="r" b="b"/>
            <a:pathLst>
              <a:path w="273978" h="376719">
                <a:moveTo>
                  <a:pt x="0" y="75344"/>
                </a:moveTo>
                <a:lnTo>
                  <a:pt x="158907" y="75344"/>
                </a:lnTo>
                <a:lnTo>
                  <a:pt x="158907" y="0"/>
                </a:lnTo>
                <a:lnTo>
                  <a:pt x="273978" y="188359"/>
                </a:lnTo>
                <a:lnTo>
                  <a:pt x="158907" y="376719"/>
                </a:lnTo>
                <a:lnTo>
                  <a:pt x="158907" y="301375"/>
                </a:lnTo>
                <a:lnTo>
                  <a:pt x="0" y="301375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363038" y="301375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652997" y="301375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942957" y="301375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2232916" y="301375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363038" y="493159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652997" y="493159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942957" y="493159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232916" y="493159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363038" y="684943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652997" y="684943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942957" y="684943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232916" y="684943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363038" y="876728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652997" y="876728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942957" y="876728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232916" y="876728"/>
            <a:ext cx="342471" cy="328773"/>
          </a:xfrm>
          <a:prstGeom prst="ellipse">
            <a:avLst/>
          </a:prstGeom>
          <a:solidFill>
            <a:srgbClr val="F6CDDA">
              <a:alpha val="68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1390435" y="458912"/>
            <a:ext cx="1130158" cy="0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65" name="Connector 164"/>
          <p:cNvCxnSpPr/>
          <p:nvPr/>
        </p:nvCxnSpPr>
        <p:spPr>
          <a:xfrm>
            <a:off x="1390435" y="650696"/>
            <a:ext cx="1130158" cy="0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66" name="Connector 165"/>
          <p:cNvCxnSpPr/>
          <p:nvPr/>
        </p:nvCxnSpPr>
        <p:spPr>
          <a:xfrm>
            <a:off x="1390435" y="842480"/>
            <a:ext cx="1130158" cy="0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67" name="Connector 166"/>
          <p:cNvCxnSpPr/>
          <p:nvPr/>
        </p:nvCxnSpPr>
        <p:spPr>
          <a:xfrm>
            <a:off x="1390435" y="1034265"/>
            <a:ext cx="1130158" cy="0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68" name="Connector 167"/>
          <p:cNvCxnSpPr/>
          <p:nvPr/>
        </p:nvCxnSpPr>
        <p:spPr>
          <a:xfrm>
            <a:off x="1534274" y="301375"/>
            <a:ext cx="0" cy="835631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69" name="Connector 168"/>
          <p:cNvCxnSpPr/>
          <p:nvPr/>
        </p:nvCxnSpPr>
        <p:spPr>
          <a:xfrm>
            <a:off x="1824233" y="301375"/>
            <a:ext cx="0" cy="835631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70" name="Connector 169"/>
          <p:cNvCxnSpPr/>
          <p:nvPr/>
        </p:nvCxnSpPr>
        <p:spPr>
          <a:xfrm>
            <a:off x="2114193" y="301375"/>
            <a:ext cx="0" cy="835631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cxnSp>
        <p:nvCxnSpPr>
          <p:cNvPr id="171" name="Connector 170"/>
          <p:cNvCxnSpPr/>
          <p:nvPr/>
        </p:nvCxnSpPr>
        <p:spPr>
          <a:xfrm>
            <a:off x="2404152" y="301375"/>
            <a:ext cx="0" cy="835631"/>
          </a:xfrm>
          <a:prstGeom prst="line">
            <a:avLst/>
          </a:prstGeom>
          <a:ln w="20574">
            <a:solidFill>
              <a:srgbClr val="278CC1"/>
            </a:solidFill>
          </a:ln>
        </p:spPr>
      </p:cxnSp>
      <p:sp>
        <p:nvSpPr>
          <p:cNvPr id="172" name="Oval 171"/>
          <p:cNvSpPr/>
          <p:nvPr/>
        </p:nvSpPr>
        <p:spPr>
          <a:xfrm>
            <a:off x="1493177" y="417815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783137" y="417815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073096" y="417815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363056" y="417815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493177" y="609600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783137" y="609600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073096" y="609600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363056" y="609600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493177" y="801384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783137" y="801384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073096" y="801384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363056" y="801384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493177" y="993168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783137" y="993168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073096" y="993168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363056" y="993168"/>
            <a:ext cx="82193" cy="82193"/>
          </a:xfrm>
          <a:prstGeom prst="ellipse">
            <a:avLst/>
          </a:prstGeom>
          <a:solidFill>
            <a:srgbClr val="8190BB"/>
          </a:solidFill>
          <a:ln w="6858">
            <a:solidFill>
              <a:srgbClr val="6272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561689" y="1150705"/>
            <a:ext cx="294526" cy="363020"/>
          </a:xfrm>
          <a:custGeom>
            <a:avLst/>
            <a:gdLst/>
            <a:ahLst/>
            <a:cxnLst/>
            <a:rect l="l" t="t" r="r" b="b"/>
            <a:pathLst>
              <a:path w="294526" h="363020">
                <a:moveTo>
                  <a:pt x="0" y="72604"/>
                </a:moveTo>
                <a:lnTo>
                  <a:pt x="170825" y="72604"/>
                </a:lnTo>
                <a:lnTo>
                  <a:pt x="170825" y="0"/>
                </a:lnTo>
                <a:lnTo>
                  <a:pt x="294526" y="181510"/>
                </a:lnTo>
                <a:lnTo>
                  <a:pt x="170825" y="363020"/>
                </a:lnTo>
                <a:lnTo>
                  <a:pt x="170825" y="290416"/>
                </a:lnTo>
                <a:lnTo>
                  <a:pt x="0" y="290416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3054849" y="630148"/>
            <a:ext cx="184935" cy="184935"/>
          </a:xfrm>
          <a:custGeom>
            <a:avLst/>
            <a:gdLst/>
            <a:ahLst/>
            <a:cxnLst/>
            <a:rect l="l" t="t" r="r" b="b"/>
            <a:pathLst>
              <a:path w="184935" h="184935">
                <a:moveTo>
                  <a:pt x="0" y="34247"/>
                </a:moveTo>
                <a:lnTo>
                  <a:pt x="133153" y="0"/>
                </a:lnTo>
                <a:lnTo>
                  <a:pt x="184935" y="34247"/>
                </a:lnTo>
                <a:lnTo>
                  <a:pt x="138701" y="184935"/>
                </a:lnTo>
                <a:lnTo>
                  <a:pt x="0" y="171236"/>
                </a:lnTo>
                <a:close/>
              </a:path>
            </a:pathLst>
          </a:custGeom>
          <a:solidFill>
            <a:srgbClr val="3D79C2"/>
          </a:solidFill>
          <a:ln w="4114">
            <a:solidFill>
              <a:srgbClr val="275B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178755" y="630148"/>
            <a:ext cx="61029" cy="184935"/>
          </a:xfrm>
          <a:custGeom>
            <a:avLst/>
            <a:gdLst/>
            <a:ahLst/>
            <a:cxnLst/>
            <a:rect l="l" t="t" r="r" b="b"/>
            <a:pathLst>
              <a:path w="61029" h="184935">
                <a:moveTo>
                  <a:pt x="9247" y="0"/>
                </a:moveTo>
                <a:lnTo>
                  <a:pt x="61029" y="34247"/>
                </a:lnTo>
                <a:lnTo>
                  <a:pt x="14795" y="184935"/>
                </a:lnTo>
                <a:lnTo>
                  <a:pt x="0" y="120207"/>
                </a:lnTo>
                <a:close/>
              </a:path>
            </a:pathLst>
          </a:custGeom>
          <a:solidFill>
            <a:srgbClr val="2865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3054849" y="856179"/>
            <a:ext cx="184935" cy="184935"/>
          </a:xfrm>
          <a:custGeom>
            <a:avLst/>
            <a:gdLst/>
            <a:ahLst/>
            <a:cxnLst/>
            <a:rect l="l" t="t" r="r" b="b"/>
            <a:pathLst>
              <a:path w="184935" h="184935">
                <a:moveTo>
                  <a:pt x="0" y="34247"/>
                </a:moveTo>
                <a:lnTo>
                  <a:pt x="133153" y="0"/>
                </a:lnTo>
                <a:lnTo>
                  <a:pt x="184935" y="34247"/>
                </a:lnTo>
                <a:lnTo>
                  <a:pt x="138701" y="184935"/>
                </a:lnTo>
                <a:lnTo>
                  <a:pt x="0" y="171236"/>
                </a:lnTo>
                <a:close/>
              </a:path>
            </a:pathLst>
          </a:custGeom>
          <a:solidFill>
            <a:srgbClr val="3D79C2"/>
          </a:solidFill>
          <a:ln w="4114">
            <a:solidFill>
              <a:srgbClr val="275B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3178755" y="856179"/>
            <a:ext cx="61029" cy="184935"/>
          </a:xfrm>
          <a:custGeom>
            <a:avLst/>
            <a:gdLst/>
            <a:ahLst/>
            <a:cxnLst/>
            <a:rect l="l" t="t" r="r" b="b"/>
            <a:pathLst>
              <a:path w="61029" h="184935">
                <a:moveTo>
                  <a:pt x="9247" y="0"/>
                </a:moveTo>
                <a:lnTo>
                  <a:pt x="61029" y="34247"/>
                </a:lnTo>
                <a:lnTo>
                  <a:pt x="14795" y="184935"/>
                </a:lnTo>
                <a:lnTo>
                  <a:pt x="0" y="120208"/>
                </a:lnTo>
                <a:close/>
              </a:path>
            </a:pathLst>
          </a:custGeom>
          <a:solidFill>
            <a:srgbClr val="2865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054849" y="1082211"/>
            <a:ext cx="184935" cy="184935"/>
          </a:xfrm>
          <a:custGeom>
            <a:avLst/>
            <a:gdLst/>
            <a:ahLst/>
            <a:cxnLst/>
            <a:rect l="l" t="t" r="r" b="b"/>
            <a:pathLst>
              <a:path w="184935" h="184935">
                <a:moveTo>
                  <a:pt x="0" y="34247"/>
                </a:moveTo>
                <a:lnTo>
                  <a:pt x="133153" y="0"/>
                </a:lnTo>
                <a:lnTo>
                  <a:pt x="184935" y="34247"/>
                </a:lnTo>
                <a:lnTo>
                  <a:pt x="138701" y="184935"/>
                </a:lnTo>
                <a:lnTo>
                  <a:pt x="0" y="171236"/>
                </a:lnTo>
                <a:close/>
              </a:path>
            </a:pathLst>
          </a:custGeom>
          <a:solidFill>
            <a:srgbClr val="3D79C2"/>
          </a:solidFill>
          <a:ln w="4114">
            <a:solidFill>
              <a:srgbClr val="275B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3178755" y="1082211"/>
            <a:ext cx="61029" cy="184935"/>
          </a:xfrm>
          <a:custGeom>
            <a:avLst/>
            <a:gdLst/>
            <a:ahLst/>
            <a:cxnLst/>
            <a:rect l="l" t="t" r="r" b="b"/>
            <a:pathLst>
              <a:path w="61029" h="184935">
                <a:moveTo>
                  <a:pt x="9247" y="0"/>
                </a:moveTo>
                <a:lnTo>
                  <a:pt x="61029" y="34247"/>
                </a:lnTo>
                <a:lnTo>
                  <a:pt x="14795" y="184935"/>
                </a:lnTo>
                <a:lnTo>
                  <a:pt x="0" y="120207"/>
                </a:lnTo>
                <a:close/>
              </a:path>
            </a:pathLst>
          </a:custGeom>
          <a:solidFill>
            <a:srgbClr val="2865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054849" y="1308242"/>
            <a:ext cx="184935" cy="184935"/>
          </a:xfrm>
          <a:custGeom>
            <a:avLst/>
            <a:gdLst/>
            <a:ahLst/>
            <a:cxnLst/>
            <a:rect l="l" t="t" r="r" b="b"/>
            <a:pathLst>
              <a:path w="184935" h="184935">
                <a:moveTo>
                  <a:pt x="0" y="34247"/>
                </a:moveTo>
                <a:lnTo>
                  <a:pt x="133153" y="0"/>
                </a:lnTo>
                <a:lnTo>
                  <a:pt x="184935" y="34247"/>
                </a:lnTo>
                <a:lnTo>
                  <a:pt x="138701" y="184935"/>
                </a:lnTo>
                <a:lnTo>
                  <a:pt x="0" y="171236"/>
                </a:lnTo>
                <a:close/>
              </a:path>
            </a:pathLst>
          </a:custGeom>
          <a:solidFill>
            <a:srgbClr val="3D79C2"/>
          </a:solidFill>
          <a:ln w="4114">
            <a:solidFill>
              <a:srgbClr val="275B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3178755" y="1308242"/>
            <a:ext cx="61029" cy="184935"/>
          </a:xfrm>
          <a:custGeom>
            <a:avLst/>
            <a:gdLst/>
            <a:ahLst/>
            <a:cxnLst/>
            <a:rect l="l" t="t" r="r" b="b"/>
            <a:pathLst>
              <a:path w="61029" h="184935">
                <a:moveTo>
                  <a:pt x="9247" y="0"/>
                </a:moveTo>
                <a:lnTo>
                  <a:pt x="61029" y="34247"/>
                </a:lnTo>
                <a:lnTo>
                  <a:pt x="14795" y="184935"/>
                </a:lnTo>
                <a:lnTo>
                  <a:pt x="0" y="120208"/>
                </a:lnTo>
                <a:close/>
              </a:path>
            </a:pathLst>
          </a:custGeom>
          <a:solidFill>
            <a:srgbClr val="2865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3054849" y="1534274"/>
            <a:ext cx="184935" cy="184934"/>
          </a:xfrm>
          <a:custGeom>
            <a:avLst/>
            <a:gdLst/>
            <a:ahLst/>
            <a:cxnLst/>
            <a:rect l="l" t="t" r="r" b="b"/>
            <a:pathLst>
              <a:path w="184935" h="184934">
                <a:moveTo>
                  <a:pt x="0" y="34247"/>
                </a:moveTo>
                <a:lnTo>
                  <a:pt x="133153" y="0"/>
                </a:lnTo>
                <a:lnTo>
                  <a:pt x="184935" y="34247"/>
                </a:lnTo>
                <a:lnTo>
                  <a:pt x="138701" y="184934"/>
                </a:lnTo>
                <a:lnTo>
                  <a:pt x="0" y="171236"/>
                </a:lnTo>
                <a:close/>
              </a:path>
            </a:pathLst>
          </a:custGeom>
          <a:solidFill>
            <a:srgbClr val="3D79C2"/>
          </a:solidFill>
          <a:ln w="4114">
            <a:solidFill>
              <a:srgbClr val="275B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3178755" y="1534274"/>
            <a:ext cx="61029" cy="184934"/>
          </a:xfrm>
          <a:custGeom>
            <a:avLst/>
            <a:gdLst/>
            <a:ahLst/>
            <a:cxnLst/>
            <a:rect l="l" t="t" r="r" b="b"/>
            <a:pathLst>
              <a:path w="61029" h="184934">
                <a:moveTo>
                  <a:pt x="9247" y="0"/>
                </a:moveTo>
                <a:lnTo>
                  <a:pt x="61029" y="34247"/>
                </a:lnTo>
                <a:lnTo>
                  <a:pt x="14795" y="184934"/>
                </a:lnTo>
                <a:lnTo>
                  <a:pt x="0" y="120207"/>
                </a:lnTo>
                <a:close/>
              </a:path>
            </a:pathLst>
          </a:custGeom>
          <a:solidFill>
            <a:srgbClr val="2865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84934" y="2369905"/>
            <a:ext cx="1301393" cy="575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Different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data types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047982" y="2404152"/>
            <a:ext cx="1287694" cy="554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Sequential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format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78085" y="1558658"/>
            <a:ext cx="456446" cy="322197"/>
          </a:xfrm>
          <a:prstGeom prst="rect">
            <a:avLst/>
          </a:prstGeom>
          <a:noFill/>
          <a:ln w="26883">
            <a:solidFill>
              <a:srgbClr val="7777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25759" y="1410984"/>
            <a:ext cx="456446" cy="322197"/>
          </a:xfrm>
          <a:prstGeom prst="rect">
            <a:avLst/>
          </a:prstGeom>
          <a:noFill/>
          <a:ln w="26883">
            <a:solidFill>
              <a:srgbClr val="7777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66720" y="1491533"/>
            <a:ext cx="456446" cy="322197"/>
          </a:xfrm>
          <a:prstGeom prst="rect">
            <a:avLst/>
          </a:prstGeom>
          <a:noFill/>
          <a:ln w="26883">
            <a:solidFill>
              <a:srgbClr val="77777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 flipV="1">
            <a:off x="298909" y="1672769"/>
            <a:ext cx="147674" cy="93975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05" name="Connector 204"/>
          <p:cNvCxnSpPr/>
          <p:nvPr/>
        </p:nvCxnSpPr>
        <p:spPr>
          <a:xfrm>
            <a:off x="446583" y="1672769"/>
            <a:ext cx="134249" cy="127537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06" name="Connector 205"/>
          <p:cNvCxnSpPr/>
          <p:nvPr/>
        </p:nvCxnSpPr>
        <p:spPr>
          <a:xfrm flipV="1">
            <a:off x="446583" y="1511671"/>
            <a:ext cx="67124" cy="161098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07" name="Connector 206"/>
          <p:cNvCxnSpPr/>
          <p:nvPr/>
        </p:nvCxnSpPr>
        <p:spPr>
          <a:xfrm flipV="1">
            <a:off x="580832" y="1726469"/>
            <a:ext cx="248360" cy="73837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08" name="Connector 207"/>
          <p:cNvCxnSpPr/>
          <p:nvPr/>
        </p:nvCxnSpPr>
        <p:spPr>
          <a:xfrm flipH="1" flipV="1">
            <a:off x="728506" y="1572083"/>
            <a:ext cx="100686" cy="154386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09" name="Connector 208"/>
          <p:cNvCxnSpPr/>
          <p:nvPr/>
        </p:nvCxnSpPr>
        <p:spPr>
          <a:xfrm>
            <a:off x="829192" y="1726469"/>
            <a:ext cx="80550" cy="107399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cxnSp>
        <p:nvCxnSpPr>
          <p:cNvPr id="210" name="Connector 209"/>
          <p:cNvCxnSpPr/>
          <p:nvPr/>
        </p:nvCxnSpPr>
        <p:spPr>
          <a:xfrm flipH="1" flipV="1">
            <a:off x="513707" y="1511671"/>
            <a:ext cx="214799" cy="60412"/>
          </a:xfrm>
          <a:prstGeom prst="line">
            <a:avLst/>
          </a:prstGeom>
          <a:ln w="10081">
            <a:solidFill>
              <a:srgbClr val="8E8E8E"/>
            </a:solidFill>
          </a:ln>
        </p:spPr>
      </p:cxnSp>
      <p:sp>
        <p:nvSpPr>
          <p:cNvPr id="211" name="Oval 210"/>
          <p:cNvSpPr/>
          <p:nvPr/>
        </p:nvSpPr>
        <p:spPr>
          <a:xfrm>
            <a:off x="265347" y="1733181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13021" y="1639207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47270" y="1766744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94943" y="1538520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95630" y="1692907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80145" y="1478108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76180" y="1800306"/>
            <a:ext cx="67124" cy="67124"/>
          </a:xfrm>
          <a:prstGeom prst="ellipse">
            <a:avLst/>
          </a:prstGeom>
          <a:solidFill>
            <a:srgbClr val="97C4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034265" y="1520575"/>
            <a:ext cx="273977" cy="356171"/>
          </a:xfrm>
          <a:custGeom>
            <a:avLst/>
            <a:gdLst/>
            <a:ahLst/>
            <a:cxnLst/>
            <a:rect l="l" t="t" r="r" b="b"/>
            <a:pathLst>
              <a:path w="273977" h="356171">
                <a:moveTo>
                  <a:pt x="0" y="71234"/>
                </a:moveTo>
                <a:lnTo>
                  <a:pt x="158907" y="71234"/>
                </a:lnTo>
                <a:lnTo>
                  <a:pt x="158907" y="0"/>
                </a:lnTo>
                <a:lnTo>
                  <a:pt x="273977" y="178085"/>
                </a:lnTo>
                <a:lnTo>
                  <a:pt x="158907" y="356171"/>
                </a:lnTo>
                <a:lnTo>
                  <a:pt x="158907" y="284936"/>
                </a:lnTo>
                <a:lnTo>
                  <a:pt x="0" y="284936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2039962" y="2030201"/>
            <a:ext cx="166394" cy="141566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0" name="Connector 219"/>
          <p:cNvCxnSpPr/>
          <p:nvPr/>
        </p:nvCxnSpPr>
        <p:spPr>
          <a:xfrm>
            <a:off x="2039962" y="2030201"/>
            <a:ext cx="112992" cy="127368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1" name="Connector 220"/>
          <p:cNvCxnSpPr/>
          <p:nvPr/>
        </p:nvCxnSpPr>
        <p:spPr>
          <a:xfrm flipV="1">
            <a:off x="2206356" y="1964722"/>
            <a:ext cx="143092" cy="207045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2" name="Connector 221"/>
          <p:cNvCxnSpPr/>
          <p:nvPr/>
        </p:nvCxnSpPr>
        <p:spPr>
          <a:xfrm flipH="1">
            <a:off x="2177897" y="1586742"/>
            <a:ext cx="130548" cy="32733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3" name="Connector 222"/>
          <p:cNvCxnSpPr/>
          <p:nvPr/>
        </p:nvCxnSpPr>
        <p:spPr>
          <a:xfrm flipV="1">
            <a:off x="1891395" y="1596261"/>
            <a:ext cx="143304" cy="84570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4" name="Connector 223"/>
          <p:cNvCxnSpPr/>
          <p:nvPr/>
        </p:nvCxnSpPr>
        <p:spPr>
          <a:xfrm flipH="1" flipV="1">
            <a:off x="1440096" y="2121645"/>
            <a:ext cx="268201" cy="31705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5" name="Connector 224"/>
          <p:cNvCxnSpPr/>
          <p:nvPr/>
        </p:nvCxnSpPr>
        <p:spPr>
          <a:xfrm flipV="1">
            <a:off x="2177897" y="1604775"/>
            <a:ext cx="30346" cy="14700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6" name="Connector 225"/>
          <p:cNvCxnSpPr/>
          <p:nvPr/>
        </p:nvCxnSpPr>
        <p:spPr>
          <a:xfrm flipH="1" flipV="1">
            <a:off x="2034699" y="1596261"/>
            <a:ext cx="143198" cy="23214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cxnSp>
        <p:nvCxnSpPr>
          <p:cNvPr id="227" name="Connector 226"/>
          <p:cNvCxnSpPr/>
          <p:nvPr/>
        </p:nvCxnSpPr>
        <p:spPr>
          <a:xfrm flipH="1" flipV="1">
            <a:off x="2034699" y="1596261"/>
            <a:ext cx="173544" cy="8514"/>
          </a:xfrm>
          <a:prstGeom prst="line">
            <a:avLst/>
          </a:prstGeom>
          <a:ln w="13716">
            <a:solidFill>
              <a:srgbClr val="4F978B"/>
            </a:solidFill>
          </a:ln>
        </p:spPr>
      </p:cxnSp>
      <p:sp>
        <p:nvSpPr>
          <p:cNvPr id="228" name="Oval 227"/>
          <p:cNvSpPr/>
          <p:nvPr/>
        </p:nvSpPr>
        <p:spPr>
          <a:xfrm>
            <a:off x="1937220" y="1927459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005715" y="1995954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103615" y="2069026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172109" y="2137520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050212" y="2054827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118707" y="2123322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363652" y="1732627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432147" y="1801122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246706" y="1861981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2315201" y="1930475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2205703" y="1484000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2274198" y="1552495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788653" y="1578090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857148" y="1646584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860788" y="1809045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929283" y="1877540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348305" y="1557036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416800" y="1625530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605556" y="2050609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674050" y="2119103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2075155" y="1516734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2143650" y="1585228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105501" y="1502034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173996" y="1570528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931958" y="1493520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2000452" y="1562014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337354" y="2018904"/>
            <a:ext cx="205483" cy="205483"/>
          </a:xfrm>
          <a:prstGeom prst="ellipse">
            <a:avLst/>
          </a:prstGeom>
          <a:solidFill>
            <a:srgbClr val="D9E8F4">
              <a:alpha val="90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405848" y="2087398"/>
            <a:ext cx="68494" cy="68494"/>
          </a:xfrm>
          <a:prstGeom prst="ellipse">
            <a:avLst/>
          </a:prstGeom>
          <a:solidFill>
            <a:srgbClr val="55AA8D"/>
          </a:solidFill>
          <a:ln w="5486">
            <a:solidFill>
              <a:srgbClr val="438A7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109591" y="3137042"/>
            <a:ext cx="3253483" cy="0"/>
          </a:xfrm>
          <a:prstGeom prst="line">
            <a:avLst/>
          </a:prstGeom>
          <a:ln w="17145">
            <a:solidFill>
              <a:srgbClr val="111111"/>
            </a:solidFill>
            <a:prstDash val="sysDash"/>
          </a:ln>
        </p:spPr>
      </p:cxnSp>
      <p:sp>
        <p:nvSpPr>
          <p:cNvPr id="257" name="Rectangle 256"/>
          <p:cNvSpPr/>
          <p:nvPr/>
        </p:nvSpPr>
        <p:spPr>
          <a:xfrm>
            <a:off x="273977" y="3335676"/>
            <a:ext cx="842480" cy="739739"/>
          </a:xfrm>
          <a:prstGeom prst="rect">
            <a:avLst/>
          </a:prstGeom>
          <a:solidFill>
            <a:srgbClr val="10245A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60344" y="3985069"/>
            <a:ext cx="8219" cy="12328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833854" y="3806962"/>
            <a:ext cx="8219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507444" y="3885478"/>
            <a:ext cx="17123" cy="17123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83393" y="3810046"/>
            <a:ext cx="8219" cy="8219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941591" y="3567372"/>
            <a:ext cx="12328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932221" y="3839282"/>
            <a:ext cx="12328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983894" y="3569259"/>
            <a:ext cx="8219" cy="17123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03569" y="3455960"/>
            <a:ext cx="17123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63052" y="4067307"/>
            <a:ext cx="12328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708974" y="3462024"/>
            <a:ext cx="17123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81517" y="3681178"/>
            <a:ext cx="8219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82520" y="3676953"/>
            <a:ext cx="12328" cy="17123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069301" y="3581103"/>
            <a:ext cx="12328" cy="17123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042837" y="4066792"/>
            <a:ext cx="8219" cy="8219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52852" y="3784861"/>
            <a:ext cx="17123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64868" y="3878915"/>
            <a:ext cx="17123" cy="8219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26224" y="3719910"/>
            <a:ext cx="8219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32705" y="3871537"/>
            <a:ext cx="8219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81384" y="3832141"/>
            <a:ext cx="12328" cy="8219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925047" y="3378220"/>
            <a:ext cx="8219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72989" y="3645757"/>
            <a:ext cx="12328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34936" y="3519494"/>
            <a:ext cx="8219" cy="8219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816318" y="3455869"/>
            <a:ext cx="12328" cy="12328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5589" y="3831222"/>
            <a:ext cx="12328" cy="17123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882091" y="3729608"/>
            <a:ext cx="17123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489178" y="3857276"/>
            <a:ext cx="17123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769642" y="3366080"/>
            <a:ext cx="12328" cy="17123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09693" y="3362836"/>
            <a:ext cx="12328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93860" y="3425674"/>
            <a:ext cx="17123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294382" y="3957917"/>
            <a:ext cx="8219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039745" y="3640764"/>
            <a:ext cx="17123" cy="17123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21942" y="3357208"/>
            <a:ext cx="8219" cy="12328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104244" y="3531334"/>
            <a:ext cx="8219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78314" y="3624143"/>
            <a:ext cx="17123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93918" y="3655191"/>
            <a:ext cx="17123" cy="17123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395193" y="3626411"/>
            <a:ext cx="17123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064252" y="3342737"/>
            <a:ext cx="17123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888850" y="3424549"/>
            <a:ext cx="12328" cy="17123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953253" y="3345143"/>
            <a:ext cx="8219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796634" y="3882920"/>
            <a:ext cx="17123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60975" y="3696603"/>
            <a:ext cx="8219" cy="12328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27543" y="3498461"/>
            <a:ext cx="17123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637561" y="3761470"/>
            <a:ext cx="12328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341288" y="3972654"/>
            <a:ext cx="17123" cy="8219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63965" y="3625657"/>
            <a:ext cx="12328" cy="17123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689890" y="3683740"/>
            <a:ext cx="8219" cy="17123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526288" y="3672002"/>
            <a:ext cx="12328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53100" y="3427603"/>
            <a:ext cx="8219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44202" y="3801191"/>
            <a:ext cx="12328" cy="17123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79167" y="3633522"/>
            <a:ext cx="8219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26611" y="3557867"/>
            <a:ext cx="8219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632551" y="3867279"/>
            <a:ext cx="12328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848945" y="4073260"/>
            <a:ext cx="12328" cy="17123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911679" y="4035969"/>
            <a:ext cx="8219" cy="8219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54402" y="3658330"/>
            <a:ext cx="8219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894670" y="3612147"/>
            <a:ext cx="8219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886729" y="3576519"/>
            <a:ext cx="8219" cy="17123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891030" y="3687045"/>
            <a:ext cx="12328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77794" y="3838147"/>
            <a:ext cx="8219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807809" y="3589755"/>
            <a:ext cx="8219" cy="8219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005488" y="3527594"/>
            <a:ext cx="17123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26237" y="4029398"/>
            <a:ext cx="17123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68188" y="4072472"/>
            <a:ext cx="17123" cy="17123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34459" y="3485245"/>
            <a:ext cx="8219" cy="8219"/>
          </a:xfrm>
          <a:prstGeom prst="ellipse">
            <a:avLst/>
          </a:prstGeom>
          <a:solidFill>
            <a:srgbClr val="006F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30721" y="3647849"/>
            <a:ext cx="8219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45369" y="3402223"/>
            <a:ext cx="17123" cy="12328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44885" y="3754428"/>
            <a:ext cx="17123" cy="8219"/>
          </a:xfrm>
          <a:prstGeom prst="ellipse">
            <a:avLst/>
          </a:prstGeom>
          <a:solidFill>
            <a:srgbClr val="35D472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58172" y="3603540"/>
            <a:ext cx="8219" cy="12328"/>
          </a:xfrm>
          <a:prstGeom prst="ellipse">
            <a:avLst/>
          </a:prstGeom>
          <a:solidFill>
            <a:srgbClr val="F1E83D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39679" y="3876075"/>
            <a:ext cx="8219" cy="8219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79606" y="4028103"/>
            <a:ext cx="8219" cy="12328"/>
          </a:xfrm>
          <a:prstGeom prst="ellipse">
            <a:avLst/>
          </a:prstGeom>
          <a:solidFill>
            <a:srgbClr val="00A6C8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01375" y="3409650"/>
            <a:ext cx="787685" cy="665765"/>
          </a:xfrm>
          <a:custGeom>
            <a:avLst/>
            <a:gdLst/>
            <a:ahLst/>
            <a:cxnLst/>
            <a:rect l="l" t="t" r="r" b="b"/>
            <a:pathLst>
              <a:path w="787685" h="665765">
                <a:moveTo>
                  <a:pt x="0" y="88769"/>
                </a:moveTo>
                <a:lnTo>
                  <a:pt x="225346" y="0"/>
                </a:lnTo>
                <a:lnTo>
                  <a:pt x="410692" y="177537"/>
                </a:lnTo>
                <a:lnTo>
                  <a:pt x="646587" y="251511"/>
                </a:lnTo>
                <a:lnTo>
                  <a:pt x="787685" y="480830"/>
                </a:lnTo>
                <a:lnTo>
                  <a:pt x="787685" y="665765"/>
                </a:lnTo>
                <a:lnTo>
                  <a:pt x="0" y="665765"/>
                </a:lnTo>
                <a:close/>
              </a:path>
            </a:pathLst>
          </a:custGeom>
          <a:solidFill>
            <a:srgbClr val="86A3B0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08224" y="3594585"/>
            <a:ext cx="773987" cy="369869"/>
          </a:xfrm>
          <a:custGeom>
            <a:avLst/>
            <a:gdLst/>
            <a:ahLst/>
            <a:cxnLst/>
            <a:rect l="l" t="t" r="r" b="b"/>
            <a:pathLst>
              <a:path w="773987" h="369869">
                <a:moveTo>
                  <a:pt x="0" y="369869"/>
                </a:moveTo>
                <a:lnTo>
                  <a:pt x="260621" y="184934"/>
                </a:lnTo>
                <a:lnTo>
                  <a:pt x="538640" y="229319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0A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308224" y="3585708"/>
            <a:ext cx="773987" cy="360253"/>
          </a:xfrm>
          <a:custGeom>
            <a:avLst/>
            <a:gdLst/>
            <a:ahLst/>
            <a:cxnLst/>
            <a:rect l="l" t="t" r="r" b="b"/>
            <a:pathLst>
              <a:path w="773987" h="360253">
                <a:moveTo>
                  <a:pt x="0" y="360253"/>
                </a:moveTo>
                <a:lnTo>
                  <a:pt x="260621" y="171619"/>
                </a:lnTo>
                <a:lnTo>
                  <a:pt x="538640" y="219702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BFE5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08224" y="3576831"/>
            <a:ext cx="773987" cy="350636"/>
          </a:xfrm>
          <a:custGeom>
            <a:avLst/>
            <a:gdLst/>
            <a:ahLst/>
            <a:cxnLst/>
            <a:rect l="l" t="t" r="r" b="b"/>
            <a:pathLst>
              <a:path w="773987" h="350636">
                <a:moveTo>
                  <a:pt x="0" y="350636"/>
                </a:moveTo>
                <a:lnTo>
                  <a:pt x="260621" y="158304"/>
                </a:lnTo>
                <a:lnTo>
                  <a:pt x="538640" y="210086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BFE5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308224" y="3567954"/>
            <a:ext cx="773987" cy="341020"/>
          </a:xfrm>
          <a:custGeom>
            <a:avLst/>
            <a:gdLst/>
            <a:ahLst/>
            <a:cxnLst/>
            <a:rect l="l" t="t" r="r" b="b"/>
            <a:pathLst>
              <a:path w="773987" h="341020">
                <a:moveTo>
                  <a:pt x="0" y="341020"/>
                </a:moveTo>
                <a:lnTo>
                  <a:pt x="260621" y="144989"/>
                </a:lnTo>
                <a:lnTo>
                  <a:pt x="538640" y="200469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0A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308224" y="3559077"/>
            <a:ext cx="773987" cy="331403"/>
          </a:xfrm>
          <a:custGeom>
            <a:avLst/>
            <a:gdLst/>
            <a:ahLst/>
            <a:cxnLst/>
            <a:rect l="l" t="t" r="r" b="b"/>
            <a:pathLst>
              <a:path w="773987" h="331403">
                <a:moveTo>
                  <a:pt x="0" y="331403"/>
                </a:moveTo>
                <a:lnTo>
                  <a:pt x="260621" y="131674"/>
                </a:lnTo>
                <a:lnTo>
                  <a:pt x="538640" y="190853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BFE5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308224" y="3550200"/>
            <a:ext cx="773987" cy="321787"/>
          </a:xfrm>
          <a:custGeom>
            <a:avLst/>
            <a:gdLst/>
            <a:ahLst/>
            <a:cxnLst/>
            <a:rect l="l" t="t" r="r" b="b"/>
            <a:pathLst>
              <a:path w="773987" h="321787">
                <a:moveTo>
                  <a:pt x="0" y="321787"/>
                </a:moveTo>
                <a:lnTo>
                  <a:pt x="260621" y="118359"/>
                </a:lnTo>
                <a:lnTo>
                  <a:pt x="538640" y="181236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9D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08224" y="3541323"/>
            <a:ext cx="773987" cy="312170"/>
          </a:xfrm>
          <a:custGeom>
            <a:avLst/>
            <a:gdLst/>
            <a:ahLst/>
            <a:cxnLst/>
            <a:rect l="l" t="t" r="r" b="b"/>
            <a:pathLst>
              <a:path w="773987" h="312170">
                <a:moveTo>
                  <a:pt x="0" y="312170"/>
                </a:moveTo>
                <a:lnTo>
                  <a:pt x="260621" y="105043"/>
                </a:lnTo>
                <a:lnTo>
                  <a:pt x="538640" y="171620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0A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308224" y="3532447"/>
            <a:ext cx="773987" cy="302553"/>
          </a:xfrm>
          <a:custGeom>
            <a:avLst/>
            <a:gdLst/>
            <a:ahLst/>
            <a:cxnLst/>
            <a:rect l="l" t="t" r="r" b="b"/>
            <a:pathLst>
              <a:path w="773987" h="302553">
                <a:moveTo>
                  <a:pt x="0" y="302553"/>
                </a:moveTo>
                <a:lnTo>
                  <a:pt x="260621" y="91727"/>
                </a:lnTo>
                <a:lnTo>
                  <a:pt x="538640" y="162002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9D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308224" y="3523570"/>
            <a:ext cx="773987" cy="292936"/>
          </a:xfrm>
          <a:custGeom>
            <a:avLst/>
            <a:gdLst/>
            <a:ahLst/>
            <a:cxnLst/>
            <a:rect l="l" t="t" r="r" b="b"/>
            <a:pathLst>
              <a:path w="773987" h="292936">
                <a:moveTo>
                  <a:pt x="0" y="292936"/>
                </a:moveTo>
                <a:lnTo>
                  <a:pt x="260621" y="78412"/>
                </a:lnTo>
                <a:lnTo>
                  <a:pt x="538640" y="152386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BFE5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308224" y="3514693"/>
            <a:ext cx="773987" cy="283320"/>
          </a:xfrm>
          <a:custGeom>
            <a:avLst/>
            <a:gdLst/>
            <a:ahLst/>
            <a:cxnLst/>
            <a:rect l="l" t="t" r="r" b="b"/>
            <a:pathLst>
              <a:path w="773987" h="283320">
                <a:moveTo>
                  <a:pt x="0" y="283320"/>
                </a:moveTo>
                <a:lnTo>
                  <a:pt x="260621" y="65097"/>
                </a:lnTo>
                <a:lnTo>
                  <a:pt x="538640" y="142770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9D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308224" y="3505816"/>
            <a:ext cx="773987" cy="273703"/>
          </a:xfrm>
          <a:custGeom>
            <a:avLst/>
            <a:gdLst/>
            <a:ahLst/>
            <a:cxnLst/>
            <a:rect l="l" t="t" r="r" b="b"/>
            <a:pathLst>
              <a:path w="773987" h="273703">
                <a:moveTo>
                  <a:pt x="0" y="273703"/>
                </a:moveTo>
                <a:lnTo>
                  <a:pt x="260621" y="51782"/>
                </a:lnTo>
                <a:lnTo>
                  <a:pt x="538640" y="133153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BFE52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308224" y="3496939"/>
            <a:ext cx="773987" cy="264087"/>
          </a:xfrm>
          <a:custGeom>
            <a:avLst/>
            <a:gdLst/>
            <a:ahLst/>
            <a:cxnLst/>
            <a:rect l="l" t="t" r="r" b="b"/>
            <a:pathLst>
              <a:path w="773987" h="264087">
                <a:moveTo>
                  <a:pt x="0" y="264087"/>
                </a:moveTo>
                <a:lnTo>
                  <a:pt x="260621" y="38467"/>
                </a:lnTo>
                <a:lnTo>
                  <a:pt x="538640" y="123537"/>
                </a:lnTo>
                <a:lnTo>
                  <a:pt x="773987" y="0"/>
                </a:lnTo>
              </a:path>
            </a:pathLst>
          </a:custGeom>
          <a:noFill/>
          <a:ln w="5486">
            <a:solidFill>
              <a:srgbClr val="09D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321941" y="3335676"/>
            <a:ext cx="842480" cy="739739"/>
          </a:xfrm>
          <a:prstGeom prst="rect">
            <a:avLst/>
          </a:prstGeom>
          <a:solidFill>
            <a:srgbClr val="4B4456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376737" y="3719244"/>
            <a:ext cx="95892" cy="301376"/>
          </a:xfrm>
          <a:custGeom>
            <a:avLst/>
            <a:gdLst/>
            <a:ahLst/>
            <a:cxnLst/>
            <a:rect l="l" t="t" r="r" b="b"/>
            <a:pathLst>
              <a:path w="95892" h="301376">
                <a:moveTo>
                  <a:pt x="0" y="301376"/>
                </a:moveTo>
                <a:lnTo>
                  <a:pt x="95892" y="260279"/>
                </a:lnTo>
                <a:lnTo>
                  <a:pt x="95892" y="0"/>
                </a:lnTo>
                <a:lnTo>
                  <a:pt x="27397" y="41097"/>
                </a:lnTo>
                <a:close/>
              </a:path>
            </a:pathLst>
          </a:custGeom>
          <a:solidFill>
            <a:srgbClr val="9F7969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 flipV="1">
            <a:off x="1404134" y="3774040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44" name="Connector 343"/>
          <p:cNvCxnSpPr/>
          <p:nvPr/>
        </p:nvCxnSpPr>
        <p:spPr>
          <a:xfrm flipV="1">
            <a:off x="1404134" y="3856233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45" name="Connector 344"/>
          <p:cNvCxnSpPr/>
          <p:nvPr/>
        </p:nvCxnSpPr>
        <p:spPr>
          <a:xfrm flipV="1">
            <a:off x="1404134" y="3938426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46" name="Freeform 345"/>
          <p:cNvSpPr/>
          <p:nvPr/>
        </p:nvSpPr>
        <p:spPr>
          <a:xfrm>
            <a:off x="1458930" y="3787739"/>
            <a:ext cx="95892" cy="232881"/>
          </a:xfrm>
          <a:custGeom>
            <a:avLst/>
            <a:gdLst/>
            <a:ahLst/>
            <a:cxnLst/>
            <a:rect l="l" t="t" r="r" b="b"/>
            <a:pathLst>
              <a:path w="95892" h="232881">
                <a:moveTo>
                  <a:pt x="0" y="232881"/>
                </a:moveTo>
                <a:lnTo>
                  <a:pt x="95892" y="191784"/>
                </a:lnTo>
                <a:lnTo>
                  <a:pt x="95892" y="0"/>
                </a:lnTo>
                <a:lnTo>
                  <a:pt x="27398" y="41096"/>
                </a:lnTo>
                <a:close/>
              </a:path>
            </a:pathLst>
          </a:custGeom>
          <a:solidFill>
            <a:srgbClr val="7D6C6A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 flipV="1">
            <a:off x="1486328" y="3842534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48" name="Connector 347"/>
          <p:cNvCxnSpPr/>
          <p:nvPr/>
        </p:nvCxnSpPr>
        <p:spPr>
          <a:xfrm flipV="1">
            <a:off x="1486328" y="3924728"/>
            <a:ext cx="54795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49" name="Connector 348"/>
          <p:cNvCxnSpPr/>
          <p:nvPr/>
        </p:nvCxnSpPr>
        <p:spPr>
          <a:xfrm flipV="1">
            <a:off x="1486328" y="4006921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50" name="Freeform 349"/>
          <p:cNvSpPr/>
          <p:nvPr/>
        </p:nvSpPr>
        <p:spPr>
          <a:xfrm>
            <a:off x="1541123" y="3719244"/>
            <a:ext cx="95892" cy="301376"/>
          </a:xfrm>
          <a:custGeom>
            <a:avLst/>
            <a:gdLst/>
            <a:ahLst/>
            <a:cxnLst/>
            <a:rect l="l" t="t" r="r" b="b"/>
            <a:pathLst>
              <a:path w="95892" h="301376">
                <a:moveTo>
                  <a:pt x="0" y="301376"/>
                </a:moveTo>
                <a:lnTo>
                  <a:pt x="95892" y="260279"/>
                </a:lnTo>
                <a:lnTo>
                  <a:pt x="95892" y="0"/>
                </a:lnTo>
                <a:lnTo>
                  <a:pt x="27398" y="41097"/>
                </a:lnTo>
                <a:close/>
              </a:path>
            </a:pathLst>
          </a:custGeom>
          <a:solidFill>
            <a:srgbClr val="B19378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 flipV="1">
            <a:off x="1568521" y="3774040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52" name="Connector 351"/>
          <p:cNvCxnSpPr/>
          <p:nvPr/>
        </p:nvCxnSpPr>
        <p:spPr>
          <a:xfrm flipV="1">
            <a:off x="1568521" y="3856233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53" name="Connector 352"/>
          <p:cNvCxnSpPr/>
          <p:nvPr/>
        </p:nvCxnSpPr>
        <p:spPr>
          <a:xfrm flipV="1">
            <a:off x="1568521" y="3938426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54" name="Freeform 353"/>
          <p:cNvSpPr/>
          <p:nvPr/>
        </p:nvSpPr>
        <p:spPr>
          <a:xfrm>
            <a:off x="1623316" y="3582256"/>
            <a:ext cx="95892" cy="438364"/>
          </a:xfrm>
          <a:custGeom>
            <a:avLst/>
            <a:gdLst/>
            <a:ahLst/>
            <a:cxnLst/>
            <a:rect l="l" t="t" r="r" b="b"/>
            <a:pathLst>
              <a:path w="95892" h="438364">
                <a:moveTo>
                  <a:pt x="0" y="438364"/>
                </a:moveTo>
                <a:lnTo>
                  <a:pt x="95892" y="397267"/>
                </a:lnTo>
                <a:lnTo>
                  <a:pt x="95892" y="0"/>
                </a:lnTo>
                <a:lnTo>
                  <a:pt x="27398" y="41096"/>
                </a:lnTo>
                <a:close/>
              </a:path>
            </a:pathLst>
          </a:custGeom>
          <a:solidFill>
            <a:srgbClr val="9F7969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5" name="Connector 354"/>
          <p:cNvCxnSpPr/>
          <p:nvPr/>
        </p:nvCxnSpPr>
        <p:spPr>
          <a:xfrm flipV="1">
            <a:off x="1650714" y="3637051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56" name="Connector 355"/>
          <p:cNvCxnSpPr/>
          <p:nvPr/>
        </p:nvCxnSpPr>
        <p:spPr>
          <a:xfrm flipV="1">
            <a:off x="1650714" y="3719244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57" name="Connector 356"/>
          <p:cNvCxnSpPr/>
          <p:nvPr/>
        </p:nvCxnSpPr>
        <p:spPr>
          <a:xfrm flipV="1">
            <a:off x="1650714" y="3801438"/>
            <a:ext cx="54796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58" name="Freeform 357"/>
          <p:cNvSpPr/>
          <p:nvPr/>
        </p:nvSpPr>
        <p:spPr>
          <a:xfrm>
            <a:off x="1705510" y="3643901"/>
            <a:ext cx="95892" cy="376719"/>
          </a:xfrm>
          <a:custGeom>
            <a:avLst/>
            <a:gdLst/>
            <a:ahLst/>
            <a:cxnLst/>
            <a:rect l="l" t="t" r="r" b="b"/>
            <a:pathLst>
              <a:path w="95892" h="376719">
                <a:moveTo>
                  <a:pt x="0" y="376719"/>
                </a:moveTo>
                <a:lnTo>
                  <a:pt x="95892" y="335622"/>
                </a:lnTo>
                <a:lnTo>
                  <a:pt x="95892" y="0"/>
                </a:lnTo>
                <a:lnTo>
                  <a:pt x="27397" y="41096"/>
                </a:lnTo>
                <a:close/>
              </a:path>
            </a:pathLst>
          </a:custGeom>
          <a:solidFill>
            <a:srgbClr val="9F7969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 flipV="1">
            <a:off x="1732907" y="3698696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0" name="Connector 359"/>
          <p:cNvCxnSpPr/>
          <p:nvPr/>
        </p:nvCxnSpPr>
        <p:spPr>
          <a:xfrm flipV="1">
            <a:off x="1732907" y="3780889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1" name="Connector 360"/>
          <p:cNvCxnSpPr/>
          <p:nvPr/>
        </p:nvCxnSpPr>
        <p:spPr>
          <a:xfrm flipV="1">
            <a:off x="1732907" y="3863083"/>
            <a:ext cx="54796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62" name="Freeform 361"/>
          <p:cNvSpPr/>
          <p:nvPr/>
        </p:nvSpPr>
        <p:spPr>
          <a:xfrm>
            <a:off x="1787703" y="3719244"/>
            <a:ext cx="95892" cy="301376"/>
          </a:xfrm>
          <a:custGeom>
            <a:avLst/>
            <a:gdLst/>
            <a:ahLst/>
            <a:cxnLst/>
            <a:rect l="l" t="t" r="r" b="b"/>
            <a:pathLst>
              <a:path w="95892" h="301376">
                <a:moveTo>
                  <a:pt x="0" y="301376"/>
                </a:moveTo>
                <a:lnTo>
                  <a:pt x="95892" y="260279"/>
                </a:lnTo>
                <a:lnTo>
                  <a:pt x="95892" y="0"/>
                </a:lnTo>
                <a:lnTo>
                  <a:pt x="27398" y="41097"/>
                </a:lnTo>
                <a:close/>
              </a:path>
            </a:pathLst>
          </a:custGeom>
          <a:solidFill>
            <a:srgbClr val="B19378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3" name="Connector 362"/>
          <p:cNvCxnSpPr/>
          <p:nvPr/>
        </p:nvCxnSpPr>
        <p:spPr>
          <a:xfrm flipV="1">
            <a:off x="1815101" y="3774040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4" name="Connector 363"/>
          <p:cNvCxnSpPr/>
          <p:nvPr/>
        </p:nvCxnSpPr>
        <p:spPr>
          <a:xfrm flipV="1">
            <a:off x="1815101" y="3856233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5" name="Connector 364"/>
          <p:cNvCxnSpPr/>
          <p:nvPr/>
        </p:nvCxnSpPr>
        <p:spPr>
          <a:xfrm flipV="1">
            <a:off x="1815101" y="3938426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66" name="Freeform 365"/>
          <p:cNvSpPr/>
          <p:nvPr/>
        </p:nvSpPr>
        <p:spPr>
          <a:xfrm>
            <a:off x="1869896" y="3554858"/>
            <a:ext cx="95892" cy="465762"/>
          </a:xfrm>
          <a:custGeom>
            <a:avLst/>
            <a:gdLst/>
            <a:ahLst/>
            <a:cxnLst/>
            <a:rect l="l" t="t" r="r" b="b"/>
            <a:pathLst>
              <a:path w="95892" h="465762">
                <a:moveTo>
                  <a:pt x="0" y="465762"/>
                </a:moveTo>
                <a:lnTo>
                  <a:pt x="95892" y="424665"/>
                </a:lnTo>
                <a:lnTo>
                  <a:pt x="95892" y="0"/>
                </a:lnTo>
                <a:lnTo>
                  <a:pt x="27398" y="41097"/>
                </a:lnTo>
                <a:close/>
              </a:path>
            </a:pathLst>
          </a:custGeom>
          <a:solidFill>
            <a:srgbClr val="B19378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 flipV="1">
            <a:off x="1897294" y="3609653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8" name="Connector 367"/>
          <p:cNvCxnSpPr/>
          <p:nvPr/>
        </p:nvCxnSpPr>
        <p:spPr>
          <a:xfrm flipV="1">
            <a:off x="1897294" y="3691847"/>
            <a:ext cx="54795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69" name="Connector 368"/>
          <p:cNvCxnSpPr/>
          <p:nvPr/>
        </p:nvCxnSpPr>
        <p:spPr>
          <a:xfrm flipV="1">
            <a:off x="1897294" y="3774040"/>
            <a:ext cx="54795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70" name="Freeform 369"/>
          <p:cNvSpPr/>
          <p:nvPr/>
        </p:nvSpPr>
        <p:spPr>
          <a:xfrm>
            <a:off x="1952089" y="3883631"/>
            <a:ext cx="95893" cy="136989"/>
          </a:xfrm>
          <a:custGeom>
            <a:avLst/>
            <a:gdLst/>
            <a:ahLst/>
            <a:cxnLst/>
            <a:rect l="l" t="t" r="r" b="b"/>
            <a:pathLst>
              <a:path w="95893" h="136989">
                <a:moveTo>
                  <a:pt x="0" y="136989"/>
                </a:moveTo>
                <a:lnTo>
                  <a:pt x="95893" y="95892"/>
                </a:lnTo>
                <a:lnTo>
                  <a:pt x="95893" y="0"/>
                </a:lnTo>
                <a:lnTo>
                  <a:pt x="27398" y="41097"/>
                </a:lnTo>
                <a:close/>
              </a:path>
            </a:pathLst>
          </a:custGeom>
          <a:solidFill>
            <a:srgbClr val="7D6C6A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1979487" y="3938426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72" name="Connector 371"/>
          <p:cNvCxnSpPr/>
          <p:nvPr/>
        </p:nvCxnSpPr>
        <p:spPr>
          <a:xfrm flipV="1">
            <a:off x="1979487" y="4020620"/>
            <a:ext cx="54796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73" name="Connector 372"/>
          <p:cNvCxnSpPr/>
          <p:nvPr/>
        </p:nvCxnSpPr>
        <p:spPr>
          <a:xfrm flipV="1">
            <a:off x="1979487" y="4102813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sp>
        <p:nvSpPr>
          <p:cNvPr id="374" name="Freeform 373"/>
          <p:cNvSpPr/>
          <p:nvPr/>
        </p:nvSpPr>
        <p:spPr>
          <a:xfrm>
            <a:off x="2034283" y="3595955"/>
            <a:ext cx="95892" cy="424665"/>
          </a:xfrm>
          <a:custGeom>
            <a:avLst/>
            <a:gdLst/>
            <a:ahLst/>
            <a:cxnLst/>
            <a:rect l="l" t="t" r="r" b="b"/>
            <a:pathLst>
              <a:path w="95892" h="424665">
                <a:moveTo>
                  <a:pt x="0" y="424665"/>
                </a:moveTo>
                <a:lnTo>
                  <a:pt x="95892" y="383568"/>
                </a:lnTo>
                <a:lnTo>
                  <a:pt x="95892" y="0"/>
                </a:lnTo>
                <a:lnTo>
                  <a:pt x="27397" y="41096"/>
                </a:lnTo>
                <a:close/>
              </a:path>
            </a:pathLst>
          </a:custGeom>
          <a:solidFill>
            <a:srgbClr val="7D6C6A"/>
          </a:solidFill>
          <a:ln w="3429">
            <a:solidFill>
              <a:srgbClr val="D6C5A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 flipV="1">
            <a:off x="2061680" y="3650750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76" name="Connector 375"/>
          <p:cNvCxnSpPr/>
          <p:nvPr/>
        </p:nvCxnSpPr>
        <p:spPr>
          <a:xfrm flipV="1">
            <a:off x="2061680" y="3732943"/>
            <a:ext cx="54796" cy="27398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77" name="Connector 376"/>
          <p:cNvCxnSpPr/>
          <p:nvPr/>
        </p:nvCxnSpPr>
        <p:spPr>
          <a:xfrm flipV="1">
            <a:off x="2061680" y="3815137"/>
            <a:ext cx="54796" cy="27397"/>
          </a:xfrm>
          <a:prstGeom prst="line">
            <a:avLst/>
          </a:prstGeom>
          <a:ln w="6858">
            <a:solidFill>
              <a:srgbClr val="F1D37B"/>
            </a:solidFill>
          </a:ln>
        </p:spPr>
      </p:cxnSp>
      <p:cxnSp>
        <p:nvCxnSpPr>
          <p:cNvPr id="378" name="Connector 377"/>
          <p:cNvCxnSpPr/>
          <p:nvPr/>
        </p:nvCxnSpPr>
        <p:spPr>
          <a:xfrm flipV="1">
            <a:off x="1321941" y="3720340"/>
            <a:ext cx="842481" cy="147948"/>
          </a:xfrm>
          <a:prstGeom prst="line">
            <a:avLst/>
          </a:prstGeom>
          <a:ln w="20574">
            <a:solidFill>
              <a:srgbClr val="D6A655"/>
            </a:solidFill>
          </a:ln>
        </p:spPr>
      </p:cxnSp>
      <p:sp>
        <p:nvSpPr>
          <p:cNvPr id="379" name="Rectangle 378"/>
          <p:cNvSpPr/>
          <p:nvPr/>
        </p:nvSpPr>
        <p:spPr>
          <a:xfrm>
            <a:off x="2397303" y="3335676"/>
            <a:ext cx="842480" cy="739739"/>
          </a:xfrm>
          <a:prstGeom prst="rect">
            <a:avLst/>
          </a:prstGeom>
          <a:solidFill>
            <a:srgbClr val="4C585D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2479496" y="3587187"/>
            <a:ext cx="726041" cy="369870"/>
          </a:xfrm>
          <a:custGeom>
            <a:avLst/>
            <a:gdLst/>
            <a:ahLst/>
            <a:cxnLst/>
            <a:rect l="l" t="t" r="r" b="b"/>
            <a:pathLst>
              <a:path w="726041" h="369870">
                <a:moveTo>
                  <a:pt x="0" y="281101"/>
                </a:moveTo>
                <a:lnTo>
                  <a:pt x="68495" y="66577"/>
                </a:lnTo>
                <a:lnTo>
                  <a:pt x="397268" y="0"/>
                </a:lnTo>
                <a:lnTo>
                  <a:pt x="609600" y="118359"/>
                </a:lnTo>
                <a:lnTo>
                  <a:pt x="705492" y="177538"/>
                </a:lnTo>
                <a:lnTo>
                  <a:pt x="726041" y="369870"/>
                </a:lnTo>
                <a:lnTo>
                  <a:pt x="0" y="369870"/>
                </a:lnTo>
                <a:close/>
              </a:path>
            </a:pathLst>
          </a:custGeom>
          <a:solidFill>
            <a:srgbClr val="F5B712"/>
          </a:solidFill>
          <a:ln w="6858">
            <a:solidFill>
              <a:srgbClr val="B67F0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2630184" y="3520611"/>
            <a:ext cx="445213" cy="170140"/>
          </a:xfrm>
          <a:custGeom>
            <a:avLst/>
            <a:gdLst/>
            <a:ahLst/>
            <a:cxnLst/>
            <a:rect l="l" t="t" r="r" b="b"/>
            <a:pathLst>
              <a:path w="445213" h="170140">
                <a:moveTo>
                  <a:pt x="0" y="147948"/>
                </a:moveTo>
                <a:lnTo>
                  <a:pt x="109591" y="0"/>
                </a:lnTo>
                <a:lnTo>
                  <a:pt x="328773" y="22192"/>
                </a:lnTo>
                <a:lnTo>
                  <a:pt x="445213" y="170140"/>
                </a:lnTo>
                <a:close/>
              </a:path>
            </a:pathLst>
          </a:custGeom>
          <a:solidFill>
            <a:srgbClr val="CBD8DD"/>
          </a:solidFill>
          <a:ln w="6858">
            <a:solidFill>
              <a:srgbClr val="6D808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787721" y="3483624"/>
            <a:ext cx="150687" cy="54795"/>
          </a:xfrm>
          <a:prstGeom prst="rect">
            <a:avLst/>
          </a:prstGeom>
          <a:solidFill>
            <a:srgbClr val="F5B712"/>
          </a:solidFill>
          <a:ln w="5486">
            <a:solidFill>
              <a:srgbClr val="A8780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238" y="3875686"/>
            <a:ext cx="130139" cy="130139"/>
          </a:xfrm>
          <a:prstGeom prst="ellipse">
            <a:avLst/>
          </a:prstGeom>
          <a:solidFill>
            <a:srgbClr val="222222"/>
          </a:solidFill>
          <a:ln w="13716">
            <a:solidFill>
              <a:srgbClr val="BBB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952107" y="3875686"/>
            <a:ext cx="130139" cy="130139"/>
          </a:xfrm>
          <a:prstGeom prst="ellipse">
            <a:avLst/>
          </a:prstGeom>
          <a:solidFill>
            <a:srgbClr val="222222"/>
          </a:solidFill>
          <a:ln w="13716">
            <a:solidFill>
              <a:srgbClr val="BBB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73977" y="4232952"/>
            <a:ext cx="842480" cy="739739"/>
          </a:xfrm>
          <a:prstGeom prst="rect">
            <a:avLst/>
          </a:prstGeom>
          <a:solidFill>
            <a:srgbClr val="FBFBF8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87676" y="4260350"/>
            <a:ext cx="808234" cy="54796"/>
          </a:xfrm>
          <a:custGeom>
            <a:avLst/>
            <a:gdLst/>
            <a:ahLst/>
            <a:cxnLst/>
            <a:rect l="l" t="t" r="r" b="b"/>
            <a:pathLst>
              <a:path w="808234" h="54796">
                <a:moveTo>
                  <a:pt x="0" y="27398"/>
                </a:moveTo>
                <a:lnTo>
                  <a:pt x="196921" y="34247"/>
                </a:lnTo>
                <a:lnTo>
                  <a:pt x="466515" y="54796"/>
                </a:lnTo>
                <a:lnTo>
                  <a:pt x="808234" y="0"/>
                </a:lnTo>
              </a:path>
            </a:pathLst>
          </a:custGeom>
          <a:noFill/>
          <a:ln w="10287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287676" y="4376791"/>
            <a:ext cx="808234" cy="82193"/>
          </a:xfrm>
          <a:custGeom>
            <a:avLst/>
            <a:gdLst/>
            <a:ahLst/>
            <a:cxnLst/>
            <a:rect l="l" t="t" r="r" b="b"/>
            <a:pathLst>
              <a:path w="808234" h="82193">
                <a:moveTo>
                  <a:pt x="0" y="34247"/>
                </a:moveTo>
                <a:lnTo>
                  <a:pt x="196921" y="0"/>
                </a:lnTo>
                <a:lnTo>
                  <a:pt x="466515" y="34247"/>
                </a:lnTo>
                <a:lnTo>
                  <a:pt x="808234" y="82193"/>
                </a:lnTo>
              </a:path>
            </a:pathLst>
          </a:custGeom>
          <a:noFill/>
          <a:ln w="13716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87676" y="4458984"/>
            <a:ext cx="808234" cy="61645"/>
          </a:xfrm>
          <a:custGeom>
            <a:avLst/>
            <a:gdLst/>
            <a:ahLst/>
            <a:cxnLst/>
            <a:rect l="l" t="t" r="r" b="b"/>
            <a:pathLst>
              <a:path w="808234" h="61645">
                <a:moveTo>
                  <a:pt x="0" y="6849"/>
                </a:moveTo>
                <a:lnTo>
                  <a:pt x="196921" y="61645"/>
                </a:lnTo>
                <a:lnTo>
                  <a:pt x="466515" y="0"/>
                </a:lnTo>
                <a:lnTo>
                  <a:pt x="808234" y="27398"/>
                </a:lnTo>
              </a:path>
            </a:pathLst>
          </a:custGeom>
          <a:noFill/>
          <a:ln w="13716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87676" y="4589123"/>
            <a:ext cx="808234" cy="54796"/>
          </a:xfrm>
          <a:custGeom>
            <a:avLst/>
            <a:gdLst/>
            <a:ahLst/>
            <a:cxnLst/>
            <a:rect l="l" t="t" r="r" b="b"/>
            <a:pathLst>
              <a:path w="808234" h="54796">
                <a:moveTo>
                  <a:pt x="0" y="20548"/>
                </a:moveTo>
                <a:lnTo>
                  <a:pt x="196921" y="54796"/>
                </a:lnTo>
                <a:lnTo>
                  <a:pt x="466515" y="13699"/>
                </a:lnTo>
                <a:lnTo>
                  <a:pt x="808234" y="0"/>
                </a:lnTo>
              </a:path>
            </a:pathLst>
          </a:custGeom>
          <a:noFill/>
          <a:ln w="6858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87676" y="4616521"/>
            <a:ext cx="808234" cy="34247"/>
          </a:xfrm>
          <a:custGeom>
            <a:avLst/>
            <a:gdLst/>
            <a:ahLst/>
            <a:cxnLst/>
            <a:rect l="l" t="t" r="r" b="b"/>
            <a:pathLst>
              <a:path w="808234" h="34247">
                <a:moveTo>
                  <a:pt x="0" y="34247"/>
                </a:moveTo>
                <a:lnTo>
                  <a:pt x="196921" y="0"/>
                </a:lnTo>
                <a:lnTo>
                  <a:pt x="466515" y="27398"/>
                </a:lnTo>
                <a:lnTo>
                  <a:pt x="808234" y="6849"/>
                </a:lnTo>
              </a:path>
            </a:pathLst>
          </a:custGeom>
          <a:noFill/>
          <a:ln w="6858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87676" y="4746660"/>
            <a:ext cx="808234" cy="54796"/>
          </a:xfrm>
          <a:custGeom>
            <a:avLst/>
            <a:gdLst/>
            <a:ahLst/>
            <a:cxnLst/>
            <a:rect l="l" t="t" r="r" b="b"/>
            <a:pathLst>
              <a:path w="808234" h="54796">
                <a:moveTo>
                  <a:pt x="0" y="0"/>
                </a:moveTo>
                <a:lnTo>
                  <a:pt x="196921" y="54796"/>
                </a:lnTo>
                <a:lnTo>
                  <a:pt x="466515" y="41097"/>
                </a:lnTo>
                <a:lnTo>
                  <a:pt x="808234" y="47946"/>
                </a:lnTo>
              </a:path>
            </a:pathLst>
          </a:custGeom>
          <a:noFill/>
          <a:ln w="6858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87676" y="4842552"/>
            <a:ext cx="808234" cy="75344"/>
          </a:xfrm>
          <a:custGeom>
            <a:avLst/>
            <a:gdLst/>
            <a:ahLst/>
            <a:cxnLst/>
            <a:rect l="l" t="t" r="r" b="b"/>
            <a:pathLst>
              <a:path w="808234" h="75344">
                <a:moveTo>
                  <a:pt x="0" y="20549"/>
                </a:moveTo>
                <a:lnTo>
                  <a:pt x="196921" y="75344"/>
                </a:lnTo>
                <a:lnTo>
                  <a:pt x="466515" y="0"/>
                </a:lnTo>
                <a:lnTo>
                  <a:pt x="808234" y="0"/>
                </a:lnTo>
              </a:path>
            </a:pathLst>
          </a:custGeom>
          <a:noFill/>
          <a:ln w="10287">
            <a:solidFill>
              <a:srgbClr val="A5A5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46579" y="4246651"/>
            <a:ext cx="68495" cy="705492"/>
          </a:xfrm>
          <a:custGeom>
            <a:avLst/>
            <a:gdLst/>
            <a:ahLst/>
            <a:cxnLst/>
            <a:rect l="l" t="t" r="r" b="b"/>
            <a:pathLst>
              <a:path w="68495" h="705492">
                <a:moveTo>
                  <a:pt x="47946" y="0"/>
                </a:moveTo>
                <a:lnTo>
                  <a:pt x="0" y="282197"/>
                </a:lnTo>
                <a:lnTo>
                  <a:pt x="68495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356170" y="4246651"/>
            <a:ext cx="41097" cy="705492"/>
          </a:xfrm>
          <a:custGeom>
            <a:avLst/>
            <a:gdLst/>
            <a:ahLst/>
            <a:cxnLst/>
            <a:rect l="l" t="t" r="r" b="b"/>
            <a:pathLst>
              <a:path w="41097" h="705492">
                <a:moveTo>
                  <a:pt x="41097" y="0"/>
                </a:moveTo>
                <a:lnTo>
                  <a:pt x="20549" y="282197"/>
                </a:lnTo>
                <a:lnTo>
                  <a:pt x="0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520557" y="4246651"/>
            <a:ext cx="20548" cy="705492"/>
          </a:xfrm>
          <a:custGeom>
            <a:avLst/>
            <a:gdLst/>
            <a:ahLst/>
            <a:cxnLst/>
            <a:rect l="l" t="t" r="r" b="b"/>
            <a:pathLst>
              <a:path w="20548" h="705492">
                <a:moveTo>
                  <a:pt x="20548" y="0"/>
                </a:moveTo>
                <a:lnTo>
                  <a:pt x="0" y="282197"/>
                </a:lnTo>
                <a:lnTo>
                  <a:pt x="6849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575352" y="4246651"/>
            <a:ext cx="54796" cy="705492"/>
          </a:xfrm>
          <a:custGeom>
            <a:avLst/>
            <a:gdLst/>
            <a:ahLst/>
            <a:cxnLst/>
            <a:rect l="l" t="t" r="r" b="b"/>
            <a:pathLst>
              <a:path w="54796" h="705492">
                <a:moveTo>
                  <a:pt x="41097" y="0"/>
                </a:moveTo>
                <a:lnTo>
                  <a:pt x="0" y="282197"/>
                </a:lnTo>
                <a:lnTo>
                  <a:pt x="54796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698642" y="4246651"/>
            <a:ext cx="82193" cy="705492"/>
          </a:xfrm>
          <a:custGeom>
            <a:avLst/>
            <a:gdLst/>
            <a:ahLst/>
            <a:cxnLst/>
            <a:rect l="l" t="t" r="r" b="b"/>
            <a:pathLst>
              <a:path w="82193" h="705492">
                <a:moveTo>
                  <a:pt x="34247" y="0"/>
                </a:moveTo>
                <a:lnTo>
                  <a:pt x="0" y="282197"/>
                </a:lnTo>
                <a:lnTo>
                  <a:pt x="82193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01384" y="4246651"/>
            <a:ext cx="47946" cy="705492"/>
          </a:xfrm>
          <a:custGeom>
            <a:avLst/>
            <a:gdLst/>
            <a:ahLst/>
            <a:cxnLst/>
            <a:rect l="l" t="t" r="r" b="b"/>
            <a:pathLst>
              <a:path w="47946" h="705492">
                <a:moveTo>
                  <a:pt x="47946" y="0"/>
                </a:moveTo>
                <a:lnTo>
                  <a:pt x="0" y="282197"/>
                </a:lnTo>
                <a:lnTo>
                  <a:pt x="13699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952071" y="4246651"/>
            <a:ext cx="41097" cy="705492"/>
          </a:xfrm>
          <a:custGeom>
            <a:avLst/>
            <a:gdLst/>
            <a:ahLst/>
            <a:cxnLst/>
            <a:rect l="l" t="t" r="r" b="b"/>
            <a:pathLst>
              <a:path w="41097" h="705492">
                <a:moveTo>
                  <a:pt x="0" y="0"/>
                </a:moveTo>
                <a:lnTo>
                  <a:pt x="41097" y="282197"/>
                </a:lnTo>
                <a:lnTo>
                  <a:pt x="41097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041114" y="4246651"/>
            <a:ext cx="20548" cy="705492"/>
          </a:xfrm>
          <a:custGeom>
            <a:avLst/>
            <a:gdLst/>
            <a:ahLst/>
            <a:cxnLst/>
            <a:rect l="l" t="t" r="r" b="b"/>
            <a:pathLst>
              <a:path w="20548" h="705492">
                <a:moveTo>
                  <a:pt x="6850" y="0"/>
                </a:moveTo>
                <a:lnTo>
                  <a:pt x="20548" y="282197"/>
                </a:lnTo>
                <a:lnTo>
                  <a:pt x="0" y="705492"/>
                </a:lnTo>
              </a:path>
            </a:pathLst>
          </a:custGeom>
          <a:noFill/>
          <a:ln w="6858">
            <a:solidFill>
              <a:srgbClr val="90909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H="1">
            <a:off x="683044" y="4751624"/>
            <a:ext cx="36514" cy="124525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2" name="Connector 401"/>
          <p:cNvCxnSpPr/>
          <p:nvPr/>
        </p:nvCxnSpPr>
        <p:spPr>
          <a:xfrm>
            <a:off x="931841" y="4270011"/>
            <a:ext cx="10018" cy="85047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3" name="Connector 402"/>
          <p:cNvCxnSpPr/>
          <p:nvPr/>
        </p:nvCxnSpPr>
        <p:spPr>
          <a:xfrm>
            <a:off x="430685" y="4680110"/>
            <a:ext cx="51418" cy="100164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4" name="Connector 403"/>
          <p:cNvCxnSpPr/>
          <p:nvPr/>
        </p:nvCxnSpPr>
        <p:spPr>
          <a:xfrm>
            <a:off x="369432" y="4599070"/>
            <a:ext cx="30590" cy="133309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5" name="Connector 404"/>
          <p:cNvCxnSpPr/>
          <p:nvPr/>
        </p:nvCxnSpPr>
        <p:spPr>
          <a:xfrm>
            <a:off x="876501" y="4263535"/>
            <a:ext cx="51130" cy="104265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6" name="Connector 405"/>
          <p:cNvCxnSpPr/>
          <p:nvPr/>
        </p:nvCxnSpPr>
        <p:spPr>
          <a:xfrm flipH="1">
            <a:off x="299103" y="4327015"/>
            <a:ext cx="45346" cy="109438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7" name="Connector 406"/>
          <p:cNvCxnSpPr/>
          <p:nvPr/>
        </p:nvCxnSpPr>
        <p:spPr>
          <a:xfrm flipH="1">
            <a:off x="360951" y="4830269"/>
            <a:ext cx="42856" cy="98784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8" name="Connector 407"/>
          <p:cNvCxnSpPr/>
          <p:nvPr/>
        </p:nvCxnSpPr>
        <p:spPr>
          <a:xfrm flipH="1">
            <a:off x="592741" y="4261043"/>
            <a:ext cx="54520" cy="129060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09" name="Connector 408"/>
          <p:cNvCxnSpPr/>
          <p:nvPr/>
        </p:nvCxnSpPr>
        <p:spPr>
          <a:xfrm>
            <a:off x="1096750" y="4324917"/>
            <a:ext cx="25709" cy="136099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0" name="Connector 409"/>
          <p:cNvCxnSpPr/>
          <p:nvPr/>
        </p:nvCxnSpPr>
        <p:spPr>
          <a:xfrm flipH="1">
            <a:off x="1017633" y="4887650"/>
            <a:ext cx="17793" cy="113751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1" name="Connector 410"/>
          <p:cNvCxnSpPr/>
          <p:nvPr/>
        </p:nvCxnSpPr>
        <p:spPr>
          <a:xfrm>
            <a:off x="693626" y="4926343"/>
            <a:ext cx="22249" cy="124140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2" name="Connector 411"/>
          <p:cNvCxnSpPr/>
          <p:nvPr/>
        </p:nvCxnSpPr>
        <p:spPr>
          <a:xfrm>
            <a:off x="996161" y="4518192"/>
            <a:ext cx="23274" cy="62436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3" name="Connector 412"/>
          <p:cNvCxnSpPr/>
          <p:nvPr/>
        </p:nvCxnSpPr>
        <p:spPr>
          <a:xfrm flipH="1">
            <a:off x="437159" y="4925771"/>
            <a:ext cx="10448" cy="111102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4" name="Connector 413"/>
          <p:cNvCxnSpPr/>
          <p:nvPr/>
        </p:nvCxnSpPr>
        <p:spPr>
          <a:xfrm>
            <a:off x="758935" y="4425522"/>
            <a:ext cx="9460" cy="129793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5" name="Connector 414"/>
          <p:cNvCxnSpPr/>
          <p:nvPr/>
        </p:nvCxnSpPr>
        <p:spPr>
          <a:xfrm flipH="1">
            <a:off x="515330" y="4489640"/>
            <a:ext cx="34433" cy="69412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cxnSp>
        <p:nvCxnSpPr>
          <p:cNvPr id="416" name="Connector 415"/>
          <p:cNvCxnSpPr/>
          <p:nvPr/>
        </p:nvCxnSpPr>
        <p:spPr>
          <a:xfrm>
            <a:off x="971018" y="4755364"/>
            <a:ext cx="50960" cy="109837"/>
          </a:xfrm>
          <a:prstGeom prst="line">
            <a:avLst/>
          </a:prstGeom>
          <a:ln w="8915">
            <a:solidFill>
              <a:srgbClr val="8EB6E6"/>
            </a:solidFill>
          </a:ln>
        </p:spPr>
      </p:cxnSp>
      <p:sp>
        <p:nvSpPr>
          <p:cNvPr id="417" name="Rectangle 416"/>
          <p:cNvSpPr/>
          <p:nvPr/>
        </p:nvSpPr>
        <p:spPr>
          <a:xfrm>
            <a:off x="1321941" y="4232952"/>
            <a:ext cx="842480" cy="739739"/>
          </a:xfrm>
          <a:prstGeom prst="rect">
            <a:avLst/>
          </a:prstGeom>
          <a:solidFill>
            <a:srgbClr val="216C43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321941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386747" y="423295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451554" y="423295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516360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581166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645972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710778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775585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840391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905197" y="423295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970003" y="423295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2034810" y="423295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2099616" y="423295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321941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386747" y="429459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451554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516360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581166" y="429459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645972" y="429459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710778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775585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840391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905197" y="429459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970003" y="429459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2034810" y="429459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2099616" y="429459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321941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386747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451554" y="435624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516360" y="435624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581166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645972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710778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775585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840391" y="435624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905197" y="435624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970003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2034810" y="435624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099616" y="435624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321941" y="441788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386747" y="441788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451554" y="441788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516360" y="441788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581166" y="441788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645972" y="441788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710778" y="441788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775585" y="441788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840391" y="441788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905197" y="441788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970003" y="441788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2034810" y="441788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2099616" y="441788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321941" y="447953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386747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451554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516360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581166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645972" y="447953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710778" y="447953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775585" y="447953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840391" y="447953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905197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970003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2034810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2099616" y="447953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321941" y="454117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386747" y="454117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451554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516360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581166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645972" y="454117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710778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775585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840391" y="454117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1905197" y="454117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1970003" y="454117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2034810" y="454117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2099616" y="454117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1321941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1386747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451554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1516360" y="460282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581166" y="460282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645972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710778" y="460282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775585" y="460282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840391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1905197" y="460282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1970003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2034810" y="460282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2099616" y="460282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1321941" y="466446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386747" y="466446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451554" y="466446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516360" y="466446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581166" y="466446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1645972" y="466446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710778" y="466446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1775585" y="466446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1840391" y="466446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1905197" y="466446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1970003" y="466446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2034810" y="466446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2099616" y="466446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321941" y="472611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1386747" y="472611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451554" y="472611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1516360" y="472611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1581166" y="472611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1645972" y="472611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710778" y="472611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1775585" y="472611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1840391" y="472611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1905197" y="472611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1970003" y="472611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2034810" y="472611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2099616" y="4726112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1321941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1386747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1451554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1516360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1581166" y="478775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1645972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1710778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775585" y="478775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1840391" y="478775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905197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970003" y="478775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2034810" y="478775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2099616" y="4787757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321941" y="484940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386747" y="484940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451554" y="484940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516360" y="484940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581166" y="484940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645972" y="484940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710778" y="4849402"/>
            <a:ext cx="66176" cy="63014"/>
          </a:xfrm>
          <a:prstGeom prst="rect">
            <a:avLst/>
          </a:prstGeom>
          <a:solidFill>
            <a:srgbClr val="F1DE2B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775585" y="484940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1840391" y="484940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905197" y="484940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970003" y="4849402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2034810" y="484940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2099616" y="4849402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321941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386747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451554" y="491104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516360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581166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645972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1710778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775585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1840391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905197" y="4911047"/>
            <a:ext cx="66176" cy="63014"/>
          </a:xfrm>
          <a:prstGeom prst="rect">
            <a:avLst/>
          </a:prstGeom>
          <a:solidFill>
            <a:srgbClr val="27A95A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970003" y="4911047"/>
            <a:ext cx="66176" cy="63014"/>
          </a:xfrm>
          <a:prstGeom prst="rect">
            <a:avLst/>
          </a:prstGeom>
          <a:solidFill>
            <a:srgbClr val="75CC3F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2034810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2099616" y="4911047"/>
            <a:ext cx="66176" cy="63014"/>
          </a:xfrm>
          <a:prstGeom prst="rect">
            <a:avLst/>
          </a:prstGeom>
          <a:solidFill>
            <a:srgbClr val="0E8B54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1390435" y="4301447"/>
            <a:ext cx="82193" cy="376719"/>
          </a:xfrm>
          <a:prstGeom prst="rect">
            <a:avLst/>
          </a:prstGeom>
          <a:solidFill>
            <a:srgbClr val="EFF13A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1527424" y="4452134"/>
            <a:ext cx="82193" cy="376719"/>
          </a:xfrm>
          <a:prstGeom prst="rect">
            <a:avLst/>
          </a:prstGeom>
          <a:solidFill>
            <a:srgbClr val="EFF13A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1664413" y="4301447"/>
            <a:ext cx="82193" cy="376719"/>
          </a:xfrm>
          <a:prstGeom prst="rect">
            <a:avLst/>
          </a:prstGeom>
          <a:solidFill>
            <a:srgbClr val="EFF13A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1801402" y="4452134"/>
            <a:ext cx="82193" cy="376719"/>
          </a:xfrm>
          <a:prstGeom prst="rect">
            <a:avLst/>
          </a:prstGeom>
          <a:solidFill>
            <a:srgbClr val="EFF13A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1938391" y="4301447"/>
            <a:ext cx="82193" cy="376719"/>
          </a:xfrm>
          <a:prstGeom prst="rect">
            <a:avLst/>
          </a:prstGeom>
          <a:solidFill>
            <a:srgbClr val="EFF13A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2397303" y="4232952"/>
            <a:ext cx="842480" cy="739739"/>
          </a:xfrm>
          <a:prstGeom prst="rect">
            <a:avLst/>
          </a:prstGeom>
          <a:solidFill>
            <a:srgbClr val="F4F0E8"/>
          </a:solidFill>
          <a:ln w="68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 flipH="1" flipV="1">
            <a:off x="2465975" y="4532109"/>
            <a:ext cx="160378" cy="61857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581" name="Connector 580"/>
          <p:cNvCxnSpPr/>
          <p:nvPr/>
        </p:nvCxnSpPr>
        <p:spPr>
          <a:xfrm>
            <a:off x="2805279" y="4317903"/>
            <a:ext cx="118009" cy="175036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582" name="Connector 581"/>
          <p:cNvCxnSpPr/>
          <p:nvPr/>
        </p:nvCxnSpPr>
        <p:spPr>
          <a:xfrm flipH="1">
            <a:off x="3067188" y="4282243"/>
            <a:ext cx="87613" cy="151926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583" name="Connector 582"/>
          <p:cNvCxnSpPr/>
          <p:nvPr/>
        </p:nvCxnSpPr>
        <p:spPr>
          <a:xfrm flipV="1">
            <a:off x="2575075" y="4697273"/>
            <a:ext cx="83350" cy="163035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84" name="Connector 583"/>
          <p:cNvCxnSpPr/>
          <p:nvPr/>
        </p:nvCxnSpPr>
        <p:spPr>
          <a:xfrm flipH="1" flipV="1">
            <a:off x="2338168" y="4206474"/>
            <a:ext cx="179446" cy="68787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585" name="Connector 584"/>
          <p:cNvCxnSpPr/>
          <p:nvPr/>
        </p:nvCxnSpPr>
        <p:spPr>
          <a:xfrm flipH="1" flipV="1">
            <a:off x="2894481" y="4787750"/>
            <a:ext cx="155823" cy="157329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586" name="Connector 585"/>
          <p:cNvCxnSpPr/>
          <p:nvPr/>
        </p:nvCxnSpPr>
        <p:spPr>
          <a:xfrm>
            <a:off x="2664360" y="4519066"/>
            <a:ext cx="144349" cy="94281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587" name="Connector 586"/>
          <p:cNvCxnSpPr/>
          <p:nvPr/>
        </p:nvCxnSpPr>
        <p:spPr>
          <a:xfrm>
            <a:off x="2897027" y="4277237"/>
            <a:ext cx="157115" cy="157940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588" name="Connector 587"/>
          <p:cNvCxnSpPr/>
          <p:nvPr/>
        </p:nvCxnSpPr>
        <p:spPr>
          <a:xfrm flipH="1">
            <a:off x="2432673" y="4816314"/>
            <a:ext cx="96018" cy="81137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89" name="Connector 588"/>
          <p:cNvCxnSpPr/>
          <p:nvPr/>
        </p:nvCxnSpPr>
        <p:spPr>
          <a:xfrm flipV="1">
            <a:off x="2644811" y="4402804"/>
            <a:ext cx="128665" cy="136768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90" name="Connector 589"/>
          <p:cNvCxnSpPr/>
          <p:nvPr/>
        </p:nvCxnSpPr>
        <p:spPr>
          <a:xfrm flipH="1">
            <a:off x="2696295" y="4647312"/>
            <a:ext cx="168059" cy="5815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591" name="Connector 590"/>
          <p:cNvCxnSpPr/>
          <p:nvPr/>
        </p:nvCxnSpPr>
        <p:spPr>
          <a:xfrm>
            <a:off x="2923224" y="4634832"/>
            <a:ext cx="49972" cy="104182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592" name="Connector 591"/>
          <p:cNvCxnSpPr/>
          <p:nvPr/>
        </p:nvCxnSpPr>
        <p:spPr>
          <a:xfrm flipV="1">
            <a:off x="2650759" y="4195531"/>
            <a:ext cx="46855" cy="172697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593" name="Connector 592"/>
          <p:cNvCxnSpPr/>
          <p:nvPr/>
        </p:nvCxnSpPr>
        <p:spPr>
          <a:xfrm>
            <a:off x="2399787" y="4909709"/>
            <a:ext cx="81698" cy="45755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94" name="Connector 593"/>
          <p:cNvCxnSpPr/>
          <p:nvPr/>
        </p:nvCxnSpPr>
        <p:spPr>
          <a:xfrm>
            <a:off x="2767258" y="4476587"/>
            <a:ext cx="180889" cy="55606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595" name="Connector 594"/>
          <p:cNvCxnSpPr/>
          <p:nvPr/>
        </p:nvCxnSpPr>
        <p:spPr>
          <a:xfrm flipH="1">
            <a:off x="2630233" y="4342938"/>
            <a:ext cx="183077" cy="180292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96" name="Connector 595"/>
          <p:cNvCxnSpPr/>
          <p:nvPr/>
        </p:nvCxnSpPr>
        <p:spPr>
          <a:xfrm>
            <a:off x="2477410" y="4684693"/>
            <a:ext cx="109346" cy="151225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597" name="Connector 596"/>
          <p:cNvCxnSpPr/>
          <p:nvPr/>
        </p:nvCxnSpPr>
        <p:spPr>
          <a:xfrm flipV="1">
            <a:off x="2980705" y="4827436"/>
            <a:ext cx="113073" cy="128998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98" name="Connector 597"/>
          <p:cNvCxnSpPr/>
          <p:nvPr/>
        </p:nvCxnSpPr>
        <p:spPr>
          <a:xfrm flipV="1">
            <a:off x="3118544" y="4813617"/>
            <a:ext cx="57409" cy="85382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599" name="Connector 598"/>
          <p:cNvCxnSpPr/>
          <p:nvPr/>
        </p:nvCxnSpPr>
        <p:spPr>
          <a:xfrm flipV="1">
            <a:off x="3142568" y="4173173"/>
            <a:ext cx="9790" cy="180252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00" name="Connector 599"/>
          <p:cNvCxnSpPr/>
          <p:nvPr/>
        </p:nvCxnSpPr>
        <p:spPr>
          <a:xfrm flipV="1">
            <a:off x="2894377" y="4749024"/>
            <a:ext cx="73645" cy="102009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01" name="Connector 600"/>
          <p:cNvCxnSpPr/>
          <p:nvPr/>
        </p:nvCxnSpPr>
        <p:spPr>
          <a:xfrm>
            <a:off x="2766232" y="4658095"/>
            <a:ext cx="120029" cy="168555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602" name="Connector 601"/>
          <p:cNvCxnSpPr/>
          <p:nvPr/>
        </p:nvCxnSpPr>
        <p:spPr>
          <a:xfrm>
            <a:off x="2971170" y="4669743"/>
            <a:ext cx="140984" cy="53849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03" name="Connector 602"/>
          <p:cNvCxnSpPr/>
          <p:nvPr/>
        </p:nvCxnSpPr>
        <p:spPr>
          <a:xfrm flipH="1">
            <a:off x="2776250" y="4667802"/>
            <a:ext cx="170023" cy="156753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04" name="Connector 603"/>
          <p:cNvCxnSpPr/>
          <p:nvPr/>
        </p:nvCxnSpPr>
        <p:spPr>
          <a:xfrm flipH="1">
            <a:off x="2992577" y="4278714"/>
            <a:ext cx="159018" cy="110174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05" name="Connector 604"/>
          <p:cNvCxnSpPr/>
          <p:nvPr/>
        </p:nvCxnSpPr>
        <p:spPr>
          <a:xfrm>
            <a:off x="3082615" y="4929620"/>
            <a:ext cx="116260" cy="129838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06" name="Connector 605"/>
          <p:cNvCxnSpPr/>
          <p:nvPr/>
        </p:nvCxnSpPr>
        <p:spPr>
          <a:xfrm flipH="1">
            <a:off x="2860772" y="4763409"/>
            <a:ext cx="36705" cy="61173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07" name="Connector 606"/>
          <p:cNvCxnSpPr/>
          <p:nvPr/>
        </p:nvCxnSpPr>
        <p:spPr>
          <a:xfrm flipV="1">
            <a:off x="2873921" y="4350082"/>
            <a:ext cx="127358" cy="167864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08" name="Connector 607"/>
          <p:cNvCxnSpPr/>
          <p:nvPr/>
        </p:nvCxnSpPr>
        <p:spPr>
          <a:xfrm flipV="1">
            <a:off x="3200720" y="4294576"/>
            <a:ext cx="129438" cy="135098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09" name="Connector 608"/>
          <p:cNvCxnSpPr/>
          <p:nvPr/>
        </p:nvCxnSpPr>
        <p:spPr>
          <a:xfrm>
            <a:off x="2582812" y="4533492"/>
            <a:ext cx="93386" cy="65305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10" name="Connector 609"/>
          <p:cNvCxnSpPr/>
          <p:nvPr/>
        </p:nvCxnSpPr>
        <p:spPr>
          <a:xfrm>
            <a:off x="2909472" y="4823451"/>
            <a:ext cx="132477" cy="14087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11" name="Connector 610"/>
          <p:cNvCxnSpPr/>
          <p:nvPr/>
        </p:nvCxnSpPr>
        <p:spPr>
          <a:xfrm>
            <a:off x="2924912" y="4823337"/>
            <a:ext cx="185964" cy="85589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12" name="Connector 611"/>
          <p:cNvCxnSpPr/>
          <p:nvPr/>
        </p:nvCxnSpPr>
        <p:spPr>
          <a:xfrm>
            <a:off x="2948547" y="4438429"/>
            <a:ext cx="140430" cy="64977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13" name="Connector 612"/>
          <p:cNvCxnSpPr/>
          <p:nvPr/>
        </p:nvCxnSpPr>
        <p:spPr>
          <a:xfrm flipH="1">
            <a:off x="2884117" y="4781389"/>
            <a:ext cx="38578" cy="105578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14" name="Connector 613"/>
          <p:cNvCxnSpPr/>
          <p:nvPr/>
        </p:nvCxnSpPr>
        <p:spPr>
          <a:xfrm flipH="1">
            <a:off x="2573800" y="4247397"/>
            <a:ext cx="144992" cy="14791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15" name="Connector 614"/>
          <p:cNvCxnSpPr/>
          <p:nvPr/>
        </p:nvCxnSpPr>
        <p:spPr>
          <a:xfrm flipH="1" flipV="1">
            <a:off x="2376651" y="4515069"/>
            <a:ext cx="61785" cy="22507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16" name="Connector 615"/>
          <p:cNvCxnSpPr/>
          <p:nvPr/>
        </p:nvCxnSpPr>
        <p:spPr>
          <a:xfrm>
            <a:off x="2626059" y="4876046"/>
            <a:ext cx="118819" cy="152433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17" name="Connector 616"/>
          <p:cNvCxnSpPr/>
          <p:nvPr/>
        </p:nvCxnSpPr>
        <p:spPr>
          <a:xfrm>
            <a:off x="2804906" y="4442191"/>
            <a:ext cx="90497" cy="109254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18" name="Connector 617"/>
          <p:cNvCxnSpPr/>
          <p:nvPr/>
        </p:nvCxnSpPr>
        <p:spPr>
          <a:xfrm>
            <a:off x="2952940" y="4570534"/>
            <a:ext cx="102053" cy="133725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19" name="Connector 618"/>
          <p:cNvCxnSpPr/>
          <p:nvPr/>
        </p:nvCxnSpPr>
        <p:spPr>
          <a:xfrm>
            <a:off x="3203166" y="4292756"/>
            <a:ext cx="29910" cy="148498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20" name="Connector 619"/>
          <p:cNvCxnSpPr/>
          <p:nvPr/>
        </p:nvCxnSpPr>
        <p:spPr>
          <a:xfrm>
            <a:off x="2560594" y="4617726"/>
            <a:ext cx="141040" cy="165632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21" name="Connector 620"/>
          <p:cNvCxnSpPr/>
          <p:nvPr/>
        </p:nvCxnSpPr>
        <p:spPr>
          <a:xfrm flipV="1">
            <a:off x="2744590" y="4789662"/>
            <a:ext cx="134836" cy="2951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22" name="Connector 621"/>
          <p:cNvCxnSpPr/>
          <p:nvPr/>
        </p:nvCxnSpPr>
        <p:spPr>
          <a:xfrm flipH="1">
            <a:off x="2942202" y="4538205"/>
            <a:ext cx="40456" cy="142323"/>
          </a:xfrm>
          <a:prstGeom prst="line">
            <a:avLst/>
          </a:prstGeom>
          <a:ln w="4800">
            <a:solidFill>
              <a:srgbClr val="E58A38"/>
            </a:solidFill>
          </a:ln>
        </p:spPr>
      </p:cxnSp>
      <p:cxnSp>
        <p:nvCxnSpPr>
          <p:cNvPr id="623" name="Connector 622"/>
          <p:cNvCxnSpPr/>
          <p:nvPr/>
        </p:nvCxnSpPr>
        <p:spPr>
          <a:xfrm flipH="1">
            <a:off x="2594141" y="4308624"/>
            <a:ext cx="101462" cy="155631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24" name="Connector 623"/>
          <p:cNvCxnSpPr/>
          <p:nvPr/>
        </p:nvCxnSpPr>
        <p:spPr>
          <a:xfrm flipH="1" flipV="1">
            <a:off x="2698572" y="4385047"/>
            <a:ext cx="140385" cy="175109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25" name="Connector 624"/>
          <p:cNvCxnSpPr/>
          <p:nvPr/>
        </p:nvCxnSpPr>
        <p:spPr>
          <a:xfrm flipH="1" flipV="1">
            <a:off x="2749572" y="4296007"/>
            <a:ext cx="130958" cy="76355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26" name="Connector 625"/>
          <p:cNvCxnSpPr/>
          <p:nvPr/>
        </p:nvCxnSpPr>
        <p:spPr>
          <a:xfrm>
            <a:off x="3177677" y="4831539"/>
            <a:ext cx="53020" cy="178008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27" name="Connector 626"/>
          <p:cNvCxnSpPr/>
          <p:nvPr/>
        </p:nvCxnSpPr>
        <p:spPr>
          <a:xfrm flipH="1" flipV="1">
            <a:off x="2651795" y="4568756"/>
            <a:ext cx="29898" cy="124949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cxnSp>
        <p:nvCxnSpPr>
          <p:cNvPr id="628" name="Connector 627"/>
          <p:cNvCxnSpPr/>
          <p:nvPr/>
        </p:nvCxnSpPr>
        <p:spPr>
          <a:xfrm flipH="1">
            <a:off x="3014023" y="4855147"/>
            <a:ext cx="40925" cy="90886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29" name="Connector 628"/>
          <p:cNvCxnSpPr/>
          <p:nvPr/>
        </p:nvCxnSpPr>
        <p:spPr>
          <a:xfrm>
            <a:off x="2637011" y="4308121"/>
            <a:ext cx="127475" cy="134031"/>
          </a:xfrm>
          <a:prstGeom prst="line">
            <a:avLst/>
          </a:prstGeom>
          <a:ln w="4800">
            <a:solidFill>
              <a:srgbClr val="E17851"/>
            </a:solidFill>
          </a:ln>
        </p:spPr>
      </p:cxnSp>
      <p:cxnSp>
        <p:nvCxnSpPr>
          <p:cNvPr id="630" name="Connector 629"/>
          <p:cNvCxnSpPr/>
          <p:nvPr/>
        </p:nvCxnSpPr>
        <p:spPr>
          <a:xfrm>
            <a:off x="3031186" y="4338527"/>
            <a:ext cx="47651" cy="75767"/>
          </a:xfrm>
          <a:prstGeom prst="line">
            <a:avLst/>
          </a:prstGeom>
          <a:ln w="4800">
            <a:solidFill>
              <a:srgbClr val="C8A06C"/>
            </a:solidFill>
          </a:ln>
        </p:spPr>
      </p:cxnSp>
      <p:cxnSp>
        <p:nvCxnSpPr>
          <p:cNvPr id="631" name="Connector 630"/>
          <p:cNvCxnSpPr/>
          <p:nvPr/>
        </p:nvCxnSpPr>
        <p:spPr>
          <a:xfrm>
            <a:off x="2917368" y="4858162"/>
            <a:ext cx="77959" cy="187129"/>
          </a:xfrm>
          <a:prstGeom prst="line">
            <a:avLst/>
          </a:prstGeom>
          <a:ln w="4800">
            <a:solidFill>
              <a:srgbClr val="E8B756"/>
            </a:solidFill>
          </a:ln>
        </p:spPr>
      </p:cxnSp>
      <p:sp>
        <p:nvSpPr>
          <p:cNvPr id="632" name="TextBox 631"/>
          <p:cNvSpPr txBox="1"/>
          <p:nvPr/>
        </p:nvSpPr>
        <p:spPr>
          <a:xfrm>
            <a:off x="602750" y="5027487"/>
            <a:ext cx="2294561" cy="5068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Multiple Domains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Multiple Cities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1000017" y="5746678"/>
            <a:ext cx="1506876" cy="308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(a) Datasets</a:t>
            </a:r>
          </a:p>
        </p:txBody>
      </p:sp>
      <p:sp>
        <p:nvSpPr>
          <p:cNvPr id="634" name="Rounded Rectangle 633"/>
          <p:cNvSpPr/>
          <p:nvPr/>
        </p:nvSpPr>
        <p:spPr>
          <a:xfrm>
            <a:off x="3835685" y="671244"/>
            <a:ext cx="3541159" cy="383568"/>
          </a:xfrm>
          <a:prstGeom prst="roundRect">
            <a:avLst>
              <a:gd name="adj" fmla="val 3000"/>
            </a:avLst>
          </a:prstGeom>
          <a:solidFill>
            <a:srgbClr val="EAEAEA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869932" y="698642"/>
            <a:ext cx="3472665" cy="321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6" b="0" i="0">
                <a:solidFill>
                  <a:srgbClr val="000000"/>
                </a:solidFill>
                <a:latin typeface="Liberation Serif"/>
              </a:rPr>
              <a:t>Reshape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609689" y="369869"/>
            <a:ext cx="0" cy="301375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sp>
        <p:nvSpPr>
          <p:cNvPr id="637" name="TextBox 636"/>
          <p:cNvSpPr txBox="1"/>
          <p:nvPr/>
        </p:nvSpPr>
        <p:spPr>
          <a:xfrm>
            <a:off x="5130229" y="54795"/>
            <a:ext cx="1205501" cy="321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6" b="0" i="0">
                <a:solidFill>
                  <a:srgbClr val="000000"/>
                </a:solidFill>
                <a:latin typeface="Liberation Serif"/>
              </a:rPr>
              <a:t>Output</a:t>
            </a:r>
          </a:p>
        </p:txBody>
      </p:sp>
      <p:sp>
        <p:nvSpPr>
          <p:cNvPr id="638" name="Rectangle 637"/>
          <p:cNvSpPr/>
          <p:nvPr/>
        </p:nvSpPr>
        <p:spPr>
          <a:xfrm>
            <a:off x="3938426" y="1260296"/>
            <a:ext cx="369869" cy="376719"/>
          </a:xfrm>
          <a:prstGeom prst="rect">
            <a:avLst/>
          </a:prstGeom>
          <a:solidFill>
            <a:srgbClr val="797D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3938426" y="1260296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4043908" y="1260296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4149389" y="1260296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4254871" y="1260296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938426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991167" y="1313722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4202130" y="1313722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4254871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991167" y="1367147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4202130" y="1367147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4254871" y="1367147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938426" y="1420573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3991167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4149389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3938426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3938426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3991167" y="1527424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4202130" y="1527424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4043908" y="1580850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>
            <a:off x="4123361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659" name="Rectangle 658"/>
          <p:cNvSpPr/>
          <p:nvPr/>
        </p:nvSpPr>
        <p:spPr>
          <a:xfrm>
            <a:off x="4438435" y="1260296"/>
            <a:ext cx="369869" cy="376719"/>
          </a:xfrm>
          <a:prstGeom prst="rect">
            <a:avLst/>
          </a:prstGeom>
          <a:solidFill>
            <a:srgbClr val="B8B6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4491176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4702139" y="1260296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4543917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4596657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4649398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4754880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4491176" y="1367147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4543917" y="1367147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4596657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4649398" y="1367147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4491176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4543917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4596657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4649398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4702139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4754880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4438435" y="1473999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4491176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4649398" y="1473999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4702139" y="1473999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4754880" y="1473999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4543917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4596657" y="1527424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4754880" y="1527424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4438435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4491176" y="1580850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4596657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87" name="Connector 686"/>
          <p:cNvCxnSpPr/>
          <p:nvPr/>
        </p:nvCxnSpPr>
        <p:spPr>
          <a:xfrm>
            <a:off x="4623370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688" name="Rectangle 687"/>
          <p:cNvSpPr/>
          <p:nvPr/>
        </p:nvSpPr>
        <p:spPr>
          <a:xfrm>
            <a:off x="4945294" y="1260296"/>
            <a:ext cx="369869" cy="376719"/>
          </a:xfrm>
          <a:prstGeom prst="rect">
            <a:avLst/>
          </a:prstGeom>
          <a:solidFill>
            <a:srgbClr val="B5B5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4945294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4998035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5156257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5208997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5261738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5103516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5156257" y="1313722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5208997" y="1313722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4998035" y="1367147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5261738" y="1367147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4998035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5103516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5261738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4945294" y="1473999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4998035" y="1473999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5156257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4998035" y="1527424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5208997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4945294" y="1580850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>
            <a:off x="5130229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709" name="Rectangle 708"/>
          <p:cNvSpPr/>
          <p:nvPr/>
        </p:nvSpPr>
        <p:spPr>
          <a:xfrm>
            <a:off x="5445303" y="1260296"/>
            <a:ext cx="369869" cy="376719"/>
          </a:xfrm>
          <a:prstGeom prst="rect">
            <a:avLst/>
          </a:prstGeom>
          <a:solidFill>
            <a:srgbClr val="7D7F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5656266" y="1260296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5550784" y="1313722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5656266" y="1313722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5761747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5603525" y="1367147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5445303" y="1420573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5603525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5498044" y="1473999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5445303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5498044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5603525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5656266" y="1527424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5761747" y="1527424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5445303" y="1580850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5709006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>
            <a:off x="5630238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726" name="Rectangle 725"/>
          <p:cNvSpPr/>
          <p:nvPr/>
        </p:nvSpPr>
        <p:spPr>
          <a:xfrm>
            <a:off x="5945312" y="1260296"/>
            <a:ext cx="369869" cy="376719"/>
          </a:xfrm>
          <a:prstGeom prst="rect">
            <a:avLst/>
          </a:prstGeom>
          <a:solidFill>
            <a:srgbClr val="777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6103534" y="1260296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6156275" y="1260296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6261756" y="1260296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5945312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5998053" y="1313722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6050793" y="1313722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6209015" y="1313722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5945312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5998053" y="1367147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6050793" y="1367147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6103534" y="1367147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6209015" y="1367147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6050793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6103534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6156275" y="1420573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6209015" y="1420573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6261756" y="1420573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6209015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6261756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5945312" y="1527424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6050793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6103534" y="1527424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6156275" y="1527424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6261756" y="1527424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6050793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6156275" y="1580850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6209015" y="1580850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6130247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755" name="Rectangle 754"/>
          <p:cNvSpPr/>
          <p:nvPr/>
        </p:nvSpPr>
        <p:spPr>
          <a:xfrm>
            <a:off x="6452170" y="1260296"/>
            <a:ext cx="369869" cy="376719"/>
          </a:xfrm>
          <a:prstGeom prst="rect">
            <a:avLst/>
          </a:prstGeom>
          <a:solidFill>
            <a:srgbClr val="C5C8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6504911" y="1260296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6610392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6663133" y="1260296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6768614" y="1260296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6452170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6504911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6557652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6768614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6557652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6768614" y="1420573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6715874" y="1473999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6610392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6663133" y="1527424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6557652" y="1580850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6715874" y="1580850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6768614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72" name="Connector 771"/>
          <p:cNvCxnSpPr/>
          <p:nvPr/>
        </p:nvCxnSpPr>
        <p:spPr>
          <a:xfrm>
            <a:off x="6637105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773" name="Rectangle 772"/>
          <p:cNvSpPr/>
          <p:nvPr/>
        </p:nvSpPr>
        <p:spPr>
          <a:xfrm>
            <a:off x="6945330" y="1260296"/>
            <a:ext cx="369869" cy="376719"/>
          </a:xfrm>
          <a:prstGeom prst="rect">
            <a:avLst/>
          </a:prstGeom>
          <a:solidFill>
            <a:srgbClr val="D7D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7050811" y="1260296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7156293" y="1260296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7261774" y="1260296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6945330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7050811" y="1313722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7156293" y="1313722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7261774" y="1313722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6998071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7050811" y="1367147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7103552" y="1367147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7156293" y="1367147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7209033" y="1367147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6945330" y="1420573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6998071" y="1420573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7103552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7261774" y="1420573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6945330" y="1473999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6998071" y="1473999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7050811" y="1473999"/>
            <a:ext cx="54110" cy="54795"/>
          </a:xfrm>
          <a:prstGeom prst="rect">
            <a:avLst/>
          </a:prstGeom>
          <a:solidFill>
            <a:srgbClr val="A5A59E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6945330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7050811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7103552" y="1527424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7156293" y="1527424"/>
            <a:ext cx="54110" cy="54795"/>
          </a:xfrm>
          <a:prstGeom prst="rect">
            <a:avLst/>
          </a:prstGeom>
          <a:solidFill>
            <a:srgbClr val="8A8A83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6945330" y="1580850"/>
            <a:ext cx="54110" cy="54795"/>
          </a:xfrm>
          <a:prstGeom prst="rect">
            <a:avLst/>
          </a:prstGeom>
          <a:solidFill>
            <a:srgbClr val="C2BCB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6998071" y="1580850"/>
            <a:ext cx="54110" cy="54795"/>
          </a:xfrm>
          <a:prstGeom prst="rect">
            <a:avLst/>
          </a:prstGeom>
          <a:solidFill>
            <a:srgbClr val="B2A6A9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7103552" y="1580850"/>
            <a:ext cx="54110" cy="54795"/>
          </a:xfrm>
          <a:prstGeom prst="rect">
            <a:avLst/>
          </a:prstGeom>
          <a:solidFill>
            <a:srgbClr val="89948C">
              <a:alpha val="55001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00" name="Connector 799"/>
          <p:cNvCxnSpPr/>
          <p:nvPr/>
        </p:nvCxnSpPr>
        <p:spPr>
          <a:xfrm>
            <a:off x="7130265" y="1637015"/>
            <a:ext cx="0" cy="205483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801" name="Rounded Rectangle 800"/>
          <p:cNvSpPr/>
          <p:nvPr/>
        </p:nvSpPr>
        <p:spPr>
          <a:xfrm>
            <a:off x="3732943" y="1849348"/>
            <a:ext cx="3835685" cy="979469"/>
          </a:xfrm>
          <a:prstGeom prst="roundRect">
            <a:avLst>
              <a:gd name="adj" fmla="val 3928"/>
            </a:avLst>
          </a:prstGeom>
          <a:gradFill rotWithShape="1">
            <a:gsLst>
              <a:gs pos="0">
                <a:srgbClr val="C8F4D6"/>
              </a:gs>
              <a:gs pos="48000">
                <a:srgbClr val="FFF1AF"/>
              </a:gs>
              <a:gs pos="76000">
                <a:srgbClr val="FFA88C"/>
              </a:gs>
              <a:gs pos="100000">
                <a:srgbClr val="F58E91"/>
              </a:gs>
            </a:gsLst>
            <a:lin ang="5400000" scaled="1"/>
          </a:gra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TextBox 801"/>
          <p:cNvSpPr txBox="1"/>
          <p:nvPr/>
        </p:nvSpPr>
        <p:spPr>
          <a:xfrm>
            <a:off x="3842534" y="2123325"/>
            <a:ext cx="3623352" cy="452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14" b="0" i="0">
                <a:solidFill>
                  <a:srgbClr val="000000"/>
                </a:solidFill>
                <a:latin typeface="Liberation Serif"/>
              </a:rPr>
              <a:t>Urban Diffusion Transformer</a:t>
            </a:r>
          </a:p>
        </p:txBody>
      </p:sp>
      <p:sp>
        <p:nvSpPr>
          <p:cNvPr id="803" name="Rounded Rectangle 802"/>
          <p:cNvSpPr/>
          <p:nvPr/>
        </p:nvSpPr>
        <p:spPr>
          <a:xfrm>
            <a:off x="3739793" y="3452116"/>
            <a:ext cx="2068530" cy="828782"/>
          </a:xfrm>
          <a:prstGeom prst="roundRect">
            <a:avLst>
              <a:gd name="adj" fmla="val 5629"/>
            </a:avLst>
          </a:prstGeom>
          <a:solidFill>
            <a:srgbClr val="F4F4F4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TextBox 803"/>
          <p:cNvSpPr txBox="1"/>
          <p:nvPr/>
        </p:nvSpPr>
        <p:spPr>
          <a:xfrm>
            <a:off x="3815137" y="3534310"/>
            <a:ext cx="1917842" cy="6575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Spatio-temporal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patching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5972710" y="3438417"/>
            <a:ext cx="1595919" cy="828782"/>
          </a:xfrm>
          <a:prstGeom prst="roundRect">
            <a:avLst>
              <a:gd name="adj" fmla="val 6008"/>
            </a:avLst>
          </a:prstGeom>
          <a:solidFill>
            <a:srgbClr val="F4F4F4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6061752" y="3520611"/>
            <a:ext cx="1424683" cy="6575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Embedding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layer</a:t>
            </a:r>
          </a:p>
        </p:txBody>
      </p:sp>
      <p:sp>
        <p:nvSpPr>
          <p:cNvPr id="807" name="Rounded Rectangle 806"/>
          <p:cNvSpPr/>
          <p:nvPr/>
        </p:nvSpPr>
        <p:spPr>
          <a:xfrm>
            <a:off x="3739793" y="4760359"/>
            <a:ext cx="2068530" cy="828782"/>
          </a:xfrm>
          <a:prstGeom prst="roundRect">
            <a:avLst>
              <a:gd name="adj" fmla="val 4635"/>
            </a:avLst>
          </a:prstGeom>
          <a:solidFill>
            <a:srgbClr val="F7F7F7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TextBox 807"/>
          <p:cNvSpPr txBox="1"/>
          <p:nvPr/>
        </p:nvSpPr>
        <p:spPr>
          <a:xfrm>
            <a:off x="3821986" y="4828853"/>
            <a:ext cx="1904143" cy="6575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52" b="0" i="0">
                <a:solidFill>
                  <a:srgbClr val="000000"/>
                </a:solidFill>
                <a:latin typeface="Liberation Serif"/>
              </a:rPr>
              <a:t>Noisy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52" b="0" i="0">
                <a:solidFill>
                  <a:srgbClr val="000000"/>
                </a:solidFill>
                <a:latin typeface="Liberation Serif"/>
              </a:rPr>
              <a:t>ST data</a:t>
            </a:r>
          </a:p>
        </p:txBody>
      </p:sp>
      <p:sp>
        <p:nvSpPr>
          <p:cNvPr id="809" name="Rounded Rectangle 808"/>
          <p:cNvSpPr/>
          <p:nvPr/>
        </p:nvSpPr>
        <p:spPr>
          <a:xfrm>
            <a:off x="6041204" y="4753510"/>
            <a:ext cx="1513725" cy="828782"/>
          </a:xfrm>
          <a:prstGeom prst="roundRect">
            <a:avLst>
              <a:gd name="adj" fmla="val 5882"/>
            </a:avLst>
          </a:prstGeom>
          <a:solidFill>
            <a:srgbClr val="F4F4F4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TextBox 809"/>
          <p:cNvSpPr txBox="1"/>
          <p:nvPr/>
        </p:nvSpPr>
        <p:spPr>
          <a:xfrm>
            <a:off x="6123397" y="4822004"/>
            <a:ext cx="1349339" cy="6643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Timestep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98" b="0" i="0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811" name="Rounded Rectangle 810"/>
          <p:cNvSpPr/>
          <p:nvPr/>
        </p:nvSpPr>
        <p:spPr>
          <a:xfrm>
            <a:off x="5274067" y="2986355"/>
            <a:ext cx="1020566" cy="294525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5322013" y="3000053"/>
            <a:ext cx="931523" cy="267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2" b="0" i="0">
                <a:solidFill>
                  <a:srgbClr val="000000"/>
                </a:solidFill>
                <a:latin typeface="Liberation Serif"/>
              </a:rPr>
              <a:t>Concat</a:t>
            </a:r>
          </a:p>
        </p:txBody>
      </p:sp>
      <p:cxnSp>
        <p:nvCxnSpPr>
          <p:cNvPr id="813" name="Connector 812"/>
          <p:cNvCxnSpPr/>
          <p:nvPr/>
        </p:nvCxnSpPr>
        <p:spPr>
          <a:xfrm>
            <a:off x="4767208" y="2828817"/>
            <a:ext cx="0" cy="623299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cxnSp>
        <p:nvCxnSpPr>
          <p:cNvPr id="814" name="Connector 813"/>
          <p:cNvCxnSpPr/>
          <p:nvPr/>
        </p:nvCxnSpPr>
        <p:spPr>
          <a:xfrm>
            <a:off x="4767208" y="3123343"/>
            <a:ext cx="506859" cy="0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cxnSp>
        <p:nvCxnSpPr>
          <p:cNvPr id="815" name="Connector 814"/>
          <p:cNvCxnSpPr/>
          <p:nvPr/>
        </p:nvCxnSpPr>
        <p:spPr>
          <a:xfrm>
            <a:off x="6767244" y="2828817"/>
            <a:ext cx="0" cy="164387"/>
          </a:xfrm>
          <a:prstGeom prst="line">
            <a:avLst/>
          </a:prstGeom>
          <a:ln w="20574">
            <a:solidFill>
              <a:srgbClr val="111111"/>
            </a:solidFill>
          </a:ln>
        </p:spPr>
      </p:cxnSp>
      <p:sp>
        <p:nvSpPr>
          <p:cNvPr id="816" name="Freeform 815"/>
          <p:cNvSpPr/>
          <p:nvPr/>
        </p:nvSpPr>
        <p:spPr>
          <a:xfrm>
            <a:off x="6294633" y="2993204"/>
            <a:ext cx="472611" cy="130139"/>
          </a:xfrm>
          <a:custGeom>
            <a:avLst/>
            <a:gdLst/>
            <a:ahLst/>
            <a:cxnLst/>
            <a:rect l="l" t="t" r="r" b="b"/>
            <a:pathLst>
              <a:path w="472611" h="130139">
                <a:moveTo>
                  <a:pt x="472611" y="0"/>
                </a:moveTo>
                <a:lnTo>
                  <a:pt x="376719" y="0"/>
                </a:lnTo>
                <a:lnTo>
                  <a:pt x="376719" y="130139"/>
                </a:lnTo>
                <a:lnTo>
                  <a:pt x="0" y="130139"/>
                </a:lnTo>
              </a:path>
            </a:pathLst>
          </a:custGeom>
          <a:noFill/>
          <a:ln w="20574">
            <a:solidFill>
              <a:srgbClr val="111111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17" name="Connector 816"/>
          <p:cNvCxnSpPr/>
          <p:nvPr/>
        </p:nvCxnSpPr>
        <p:spPr>
          <a:xfrm flipV="1">
            <a:off x="4774058" y="4280898"/>
            <a:ext cx="0" cy="479461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cxnSp>
        <p:nvCxnSpPr>
          <p:cNvPr id="818" name="Connector 817"/>
          <p:cNvCxnSpPr/>
          <p:nvPr/>
        </p:nvCxnSpPr>
        <p:spPr>
          <a:xfrm flipV="1">
            <a:off x="6760395" y="4267200"/>
            <a:ext cx="0" cy="486310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cxnSp>
        <p:nvCxnSpPr>
          <p:cNvPr id="819" name="Connector 818"/>
          <p:cNvCxnSpPr/>
          <p:nvPr/>
        </p:nvCxnSpPr>
        <p:spPr>
          <a:xfrm>
            <a:off x="3390471" y="5137078"/>
            <a:ext cx="349322" cy="0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cxnSp>
        <p:nvCxnSpPr>
          <p:cNvPr id="820" name="Connector 819"/>
          <p:cNvCxnSpPr/>
          <p:nvPr/>
        </p:nvCxnSpPr>
        <p:spPr>
          <a:xfrm>
            <a:off x="3390471" y="2684979"/>
            <a:ext cx="349322" cy="1143856"/>
          </a:xfrm>
          <a:prstGeom prst="line">
            <a:avLst/>
          </a:prstGeom>
          <a:ln w="20574">
            <a:solidFill>
              <a:srgbClr val="111111"/>
            </a:solidFill>
            <a:tailEnd type="triangle" w="med" len="med"/>
          </a:ln>
        </p:spPr>
      </p:cxnSp>
      <p:sp>
        <p:nvSpPr>
          <p:cNvPr id="821" name="TextBox 820"/>
          <p:cNvSpPr txBox="1"/>
          <p:nvPr/>
        </p:nvSpPr>
        <p:spPr>
          <a:xfrm>
            <a:off x="3719244" y="5746678"/>
            <a:ext cx="3986373" cy="308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(b) Urban Diffusion Transformer</a:t>
            </a:r>
          </a:p>
        </p:txBody>
      </p:sp>
      <p:sp>
        <p:nvSpPr>
          <p:cNvPr id="822" name="Freeform 821"/>
          <p:cNvSpPr/>
          <p:nvPr/>
        </p:nvSpPr>
        <p:spPr>
          <a:xfrm>
            <a:off x="4767208" y="4506930"/>
            <a:ext cx="3739794" cy="61645"/>
          </a:xfrm>
          <a:custGeom>
            <a:avLst/>
            <a:gdLst/>
            <a:ahLst/>
            <a:cxnLst/>
            <a:rect l="l" t="t" r="r" b="b"/>
            <a:pathLst>
              <a:path w="3739794" h="61645">
                <a:moveTo>
                  <a:pt x="3739794" y="61645"/>
                </a:moveTo>
                <a:lnTo>
                  <a:pt x="2000036" y="61645"/>
                </a:lnTo>
                <a:lnTo>
                  <a:pt x="1917843" y="0"/>
                </a:lnTo>
                <a:lnTo>
                  <a:pt x="1821951" y="61645"/>
                </a:lnTo>
                <a:lnTo>
                  <a:pt x="0" y="61645"/>
                </a:lnTo>
              </a:path>
            </a:pathLst>
          </a:custGeom>
          <a:noFill/>
          <a:ln w="20574">
            <a:solidFill>
              <a:srgbClr val="111111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Rounded Rectangle 822"/>
          <p:cNvSpPr/>
          <p:nvPr/>
        </p:nvSpPr>
        <p:spPr>
          <a:xfrm>
            <a:off x="8191928" y="136988"/>
            <a:ext cx="4185006" cy="3904179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Rounded Rectangle 823"/>
          <p:cNvSpPr/>
          <p:nvPr/>
        </p:nvSpPr>
        <p:spPr>
          <a:xfrm>
            <a:off x="8356314" y="260278"/>
            <a:ext cx="3095946" cy="2116476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17145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8555222" y="428774"/>
            <a:ext cx="132605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8603442" y="338362"/>
            <a:ext cx="150687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8711937" y="314252"/>
            <a:ext cx="132605" cy="16877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8808377" y="332334"/>
            <a:ext cx="144660" cy="156715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8874680" y="416719"/>
            <a:ext cx="138632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8549194" y="537269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8627552" y="615627"/>
            <a:ext cx="138632" cy="14466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8766184" y="603572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8868652" y="531242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8711937" y="332334"/>
            <a:ext cx="90412" cy="3978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35" name="Connector 834"/>
          <p:cNvCxnSpPr/>
          <p:nvPr/>
        </p:nvCxnSpPr>
        <p:spPr>
          <a:xfrm>
            <a:off x="8757143" y="338362"/>
            <a:ext cx="0" cy="391788"/>
          </a:xfrm>
          <a:prstGeom prst="line">
            <a:avLst/>
          </a:prstGeom>
          <a:ln w="18105">
            <a:solidFill>
              <a:srgbClr val="3A3CA4"/>
            </a:solidFill>
          </a:ln>
        </p:spPr>
      </p:cxnSp>
      <p:sp>
        <p:nvSpPr>
          <p:cNvPr id="836" name="Oval 835"/>
          <p:cNvSpPr/>
          <p:nvPr/>
        </p:nvSpPr>
        <p:spPr>
          <a:xfrm>
            <a:off x="8615497" y="489049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8868652" y="561379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38" name="Connector 837"/>
          <p:cNvCxnSpPr/>
          <p:nvPr/>
        </p:nvCxnSpPr>
        <p:spPr>
          <a:xfrm flipV="1">
            <a:off x="8639607" y="483022"/>
            <a:ext cx="42192" cy="30137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cxnSp>
        <p:nvCxnSpPr>
          <p:cNvPr id="839" name="Connector 838"/>
          <p:cNvCxnSpPr/>
          <p:nvPr/>
        </p:nvCxnSpPr>
        <p:spPr>
          <a:xfrm flipH="1">
            <a:off x="8856597" y="585489"/>
            <a:ext cx="36165" cy="36166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sp>
        <p:nvSpPr>
          <p:cNvPr id="840" name="Oval 839"/>
          <p:cNvSpPr/>
          <p:nvPr/>
        </p:nvSpPr>
        <p:spPr>
          <a:xfrm>
            <a:off x="8555222" y="969880"/>
            <a:ext cx="132605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8603442" y="879467"/>
            <a:ext cx="150687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8711937" y="855357"/>
            <a:ext cx="132605" cy="16877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8808377" y="873440"/>
            <a:ext cx="144660" cy="156715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8874680" y="957825"/>
            <a:ext cx="138632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8549194" y="1078375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8627552" y="1156733"/>
            <a:ext cx="138632" cy="14466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8766184" y="1144678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8868652" y="1072348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8711937" y="873440"/>
            <a:ext cx="90412" cy="3978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0" name="Connector 849"/>
          <p:cNvCxnSpPr/>
          <p:nvPr/>
        </p:nvCxnSpPr>
        <p:spPr>
          <a:xfrm>
            <a:off x="8757143" y="879467"/>
            <a:ext cx="0" cy="391788"/>
          </a:xfrm>
          <a:prstGeom prst="line">
            <a:avLst/>
          </a:prstGeom>
          <a:ln w="18105">
            <a:solidFill>
              <a:srgbClr val="3A3CA4"/>
            </a:solidFill>
          </a:ln>
        </p:spPr>
      </p:cxnSp>
      <p:sp>
        <p:nvSpPr>
          <p:cNvPr id="851" name="Oval 850"/>
          <p:cNvSpPr/>
          <p:nvPr/>
        </p:nvSpPr>
        <p:spPr>
          <a:xfrm>
            <a:off x="8615497" y="1030155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8868652" y="1102485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53" name="Connector 852"/>
          <p:cNvCxnSpPr/>
          <p:nvPr/>
        </p:nvCxnSpPr>
        <p:spPr>
          <a:xfrm flipV="1">
            <a:off x="8639607" y="1024128"/>
            <a:ext cx="42192" cy="30137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cxnSp>
        <p:nvCxnSpPr>
          <p:cNvPr id="854" name="Connector 853"/>
          <p:cNvCxnSpPr/>
          <p:nvPr/>
        </p:nvCxnSpPr>
        <p:spPr>
          <a:xfrm flipH="1">
            <a:off x="8856597" y="1126595"/>
            <a:ext cx="36165" cy="36165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sp>
        <p:nvSpPr>
          <p:cNvPr id="855" name="Oval 854"/>
          <p:cNvSpPr/>
          <p:nvPr/>
        </p:nvSpPr>
        <p:spPr>
          <a:xfrm>
            <a:off x="8555222" y="1497287"/>
            <a:ext cx="132605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8603442" y="1406874"/>
            <a:ext cx="150687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8711937" y="1382764"/>
            <a:ext cx="132605" cy="16877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8808377" y="1400847"/>
            <a:ext cx="144660" cy="156715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8874680" y="1485232"/>
            <a:ext cx="138632" cy="138632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8549194" y="1605782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8627552" y="1684139"/>
            <a:ext cx="138632" cy="144660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8766184" y="1672084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8868652" y="1599754"/>
            <a:ext cx="132605" cy="150687"/>
          </a:xfrm>
          <a:prstGeom prst="ellipse">
            <a:avLst/>
          </a:prstGeom>
          <a:solidFill>
            <a:srgbClr val="FFFFFF"/>
          </a:solidFill>
          <a:ln w="18105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8711937" y="1400847"/>
            <a:ext cx="90412" cy="3978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>
            <a:off x="8757143" y="1406874"/>
            <a:ext cx="0" cy="391788"/>
          </a:xfrm>
          <a:prstGeom prst="line">
            <a:avLst/>
          </a:prstGeom>
          <a:ln w="18105">
            <a:solidFill>
              <a:srgbClr val="3A3CA4"/>
            </a:solidFill>
          </a:ln>
        </p:spPr>
      </p:cxnSp>
      <p:sp>
        <p:nvSpPr>
          <p:cNvPr id="866" name="Oval 865"/>
          <p:cNvSpPr/>
          <p:nvPr/>
        </p:nvSpPr>
        <p:spPr>
          <a:xfrm>
            <a:off x="8615497" y="1557562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8868652" y="1629892"/>
            <a:ext cx="48220" cy="48220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8639607" y="1551534"/>
            <a:ext cx="42192" cy="30138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cxnSp>
        <p:nvCxnSpPr>
          <p:cNvPr id="869" name="Connector 868"/>
          <p:cNvCxnSpPr/>
          <p:nvPr/>
        </p:nvCxnSpPr>
        <p:spPr>
          <a:xfrm flipH="1">
            <a:off x="8856597" y="1654002"/>
            <a:ext cx="36165" cy="36165"/>
          </a:xfrm>
          <a:prstGeom prst="line">
            <a:avLst/>
          </a:prstGeom>
          <a:ln w="12070">
            <a:solidFill>
              <a:srgbClr val="F4A51C"/>
            </a:solidFill>
          </a:ln>
        </p:spPr>
      </p:cxnSp>
      <p:sp>
        <p:nvSpPr>
          <p:cNvPr id="870" name="Rounded Rectangle 869"/>
          <p:cNvSpPr/>
          <p:nvPr/>
        </p:nvSpPr>
        <p:spPr>
          <a:xfrm>
            <a:off x="9370031" y="404116"/>
            <a:ext cx="1938391" cy="287676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7145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TextBox 870"/>
          <p:cNvSpPr txBox="1"/>
          <p:nvPr/>
        </p:nvSpPr>
        <p:spPr>
          <a:xfrm>
            <a:off x="9417977" y="417815"/>
            <a:ext cx="1842498" cy="246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Liberation Serif"/>
              </a:rPr>
              <a:t>Frequency pattern</a:t>
            </a:r>
          </a:p>
        </p:txBody>
      </p:sp>
      <p:cxnSp>
        <p:nvCxnSpPr>
          <p:cNvPr id="872" name="Connector 871"/>
          <p:cNvCxnSpPr/>
          <p:nvPr/>
        </p:nvCxnSpPr>
        <p:spPr>
          <a:xfrm flipH="1">
            <a:off x="9178247" y="547955"/>
            <a:ext cx="191784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873" name="Rounded Rectangle 872"/>
          <p:cNvSpPr/>
          <p:nvPr/>
        </p:nvSpPr>
        <p:spPr>
          <a:xfrm>
            <a:off x="9370031" y="979469"/>
            <a:ext cx="1938391" cy="287676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7145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TextBox 873"/>
          <p:cNvSpPr txBox="1"/>
          <p:nvPr/>
        </p:nvSpPr>
        <p:spPr>
          <a:xfrm>
            <a:off x="9417977" y="993168"/>
            <a:ext cx="1842498" cy="246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Liberation Serif"/>
              </a:rPr>
              <a:t>Temporal pattern</a:t>
            </a:r>
          </a:p>
        </p:txBody>
      </p:sp>
      <p:cxnSp>
        <p:nvCxnSpPr>
          <p:cNvPr id="875" name="Connector 874"/>
          <p:cNvCxnSpPr/>
          <p:nvPr/>
        </p:nvCxnSpPr>
        <p:spPr>
          <a:xfrm flipH="1">
            <a:off x="9178247" y="1123307"/>
            <a:ext cx="191784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876" name="Rounded Rectangle 875"/>
          <p:cNvSpPr/>
          <p:nvPr/>
        </p:nvSpPr>
        <p:spPr>
          <a:xfrm>
            <a:off x="9370031" y="1513725"/>
            <a:ext cx="1938391" cy="287676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7145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TextBox 876"/>
          <p:cNvSpPr txBox="1"/>
          <p:nvPr/>
        </p:nvSpPr>
        <p:spPr>
          <a:xfrm>
            <a:off x="9417977" y="1527424"/>
            <a:ext cx="1842498" cy="246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Liberation Serif"/>
              </a:rPr>
              <a:t>Spatial pattern</a:t>
            </a:r>
          </a:p>
        </p:txBody>
      </p:sp>
      <p:cxnSp>
        <p:nvCxnSpPr>
          <p:cNvPr id="878" name="Connector 877"/>
          <p:cNvCxnSpPr/>
          <p:nvPr/>
        </p:nvCxnSpPr>
        <p:spPr>
          <a:xfrm flipH="1">
            <a:off x="9178247" y="1657564"/>
            <a:ext cx="191784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879" name="TextBox 878"/>
          <p:cNvSpPr txBox="1"/>
          <p:nvPr/>
        </p:nvSpPr>
        <p:spPr>
          <a:xfrm>
            <a:off x="8404260" y="1904143"/>
            <a:ext cx="856179" cy="390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74" b="0" i="0">
                <a:solidFill>
                  <a:srgbClr val="000000"/>
                </a:solidFill>
                <a:latin typeface="Liberation Serif"/>
              </a:rPr>
              <a:t>Data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74" b="0" i="0">
                <a:solidFill>
                  <a:srgbClr val="000000"/>
                </a:solidFill>
                <a:latin typeface="Liberation Serif"/>
              </a:rPr>
              <a:t>memory</a:t>
            </a:r>
          </a:p>
        </p:txBody>
      </p:sp>
      <p:sp>
        <p:nvSpPr>
          <p:cNvPr id="880" name="TextBox 879"/>
          <p:cNvSpPr txBox="1"/>
          <p:nvPr/>
        </p:nvSpPr>
        <p:spPr>
          <a:xfrm>
            <a:off x="9315235" y="1945240"/>
            <a:ext cx="2041132" cy="3356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36" b="1" i="1">
                <a:solidFill>
                  <a:srgbClr val="000000"/>
                </a:solidFill>
                <a:latin typeface="Liberation Serif"/>
              </a:rPr>
              <a:t>Data-driven prompt</a:t>
            </a:r>
          </a:p>
        </p:txBody>
      </p:sp>
      <p:cxnSp>
        <p:nvCxnSpPr>
          <p:cNvPr id="881" name="Connector 880"/>
          <p:cNvCxnSpPr/>
          <p:nvPr/>
        </p:nvCxnSpPr>
        <p:spPr>
          <a:xfrm flipH="1">
            <a:off x="11452260" y="1171253"/>
            <a:ext cx="191784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882" name="TextBox 881"/>
          <p:cNvSpPr txBox="1"/>
          <p:nvPr/>
        </p:nvSpPr>
        <p:spPr>
          <a:xfrm>
            <a:off x="11623496" y="883577"/>
            <a:ext cx="705492" cy="684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ST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Data</a:t>
            </a:r>
          </a:p>
        </p:txBody>
      </p:sp>
      <p:sp>
        <p:nvSpPr>
          <p:cNvPr id="883" name="Rounded Rectangle 882"/>
          <p:cNvSpPr/>
          <p:nvPr/>
        </p:nvSpPr>
        <p:spPr>
          <a:xfrm>
            <a:off x="8356314" y="2513743"/>
            <a:ext cx="3095946" cy="1417833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7145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8571112" y="2831557"/>
            <a:ext cx="138632" cy="144934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8621524" y="2737035"/>
            <a:ext cx="157537" cy="157537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8734951" y="2711829"/>
            <a:ext cx="138632" cy="176441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8835775" y="2730734"/>
            <a:ext cx="151235" cy="163838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8905091" y="2818954"/>
            <a:ext cx="144934" cy="144934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8564811" y="2944984"/>
            <a:ext cx="138632" cy="157537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8646730" y="3026903"/>
            <a:ext cx="144934" cy="151235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8791664" y="3014300"/>
            <a:ext cx="138632" cy="157537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8898790" y="2938682"/>
            <a:ext cx="138632" cy="157537"/>
          </a:xfrm>
          <a:prstGeom prst="ellipse">
            <a:avLst/>
          </a:prstGeom>
          <a:solidFill>
            <a:srgbClr val="FFFFFF"/>
          </a:solidFill>
          <a:ln w="18928">
            <a:solidFill>
              <a:srgbClr val="3A3C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8734951" y="2730734"/>
            <a:ext cx="94522" cy="4158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94" name="Connector 893"/>
          <p:cNvCxnSpPr/>
          <p:nvPr/>
        </p:nvCxnSpPr>
        <p:spPr>
          <a:xfrm>
            <a:off x="8782212" y="2737035"/>
            <a:ext cx="0" cy="409596"/>
          </a:xfrm>
          <a:prstGeom prst="line">
            <a:avLst/>
          </a:prstGeom>
          <a:ln w="18928">
            <a:solidFill>
              <a:srgbClr val="3A3CA4"/>
            </a:solidFill>
          </a:ln>
        </p:spPr>
      </p:cxnSp>
      <p:sp>
        <p:nvSpPr>
          <p:cNvPr id="895" name="Oval 894"/>
          <p:cNvSpPr/>
          <p:nvPr/>
        </p:nvSpPr>
        <p:spPr>
          <a:xfrm>
            <a:off x="8634127" y="2894572"/>
            <a:ext cx="50411" cy="50411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8898790" y="2970190"/>
            <a:ext cx="50411" cy="50411"/>
          </a:xfrm>
          <a:prstGeom prst="ellipse">
            <a:avLst/>
          </a:prstGeom>
          <a:solidFill>
            <a:srgbClr val="F4A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8659333" y="2888271"/>
            <a:ext cx="44111" cy="31507"/>
          </a:xfrm>
          <a:prstGeom prst="line">
            <a:avLst/>
          </a:prstGeom>
          <a:ln w="12618">
            <a:solidFill>
              <a:srgbClr val="F4A51C"/>
            </a:solidFill>
          </a:ln>
        </p:spPr>
      </p:cxnSp>
      <p:cxnSp>
        <p:nvCxnSpPr>
          <p:cNvPr id="898" name="Connector 897"/>
          <p:cNvCxnSpPr/>
          <p:nvPr/>
        </p:nvCxnSpPr>
        <p:spPr>
          <a:xfrm flipH="1">
            <a:off x="8886187" y="2995396"/>
            <a:ext cx="37809" cy="37809"/>
          </a:xfrm>
          <a:prstGeom prst="line">
            <a:avLst/>
          </a:prstGeom>
          <a:ln w="12618">
            <a:solidFill>
              <a:srgbClr val="F4A51C"/>
            </a:solidFill>
          </a:ln>
        </p:spPr>
      </p:cxnSp>
      <p:sp>
        <p:nvSpPr>
          <p:cNvPr id="899" name="TextBox 898"/>
          <p:cNvSpPr txBox="1"/>
          <p:nvPr/>
        </p:nvSpPr>
        <p:spPr>
          <a:xfrm>
            <a:off x="8431658" y="3363074"/>
            <a:ext cx="904125" cy="383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74" b="0" i="0">
                <a:solidFill>
                  <a:srgbClr val="000000"/>
                </a:solidFill>
                <a:latin typeface="Liberation Serif"/>
              </a:rPr>
              <a:t>Task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74" b="0" i="0">
                <a:solidFill>
                  <a:srgbClr val="000000"/>
                </a:solidFill>
                <a:latin typeface="Liberation Serif"/>
              </a:rPr>
              <a:t>memory</a:t>
            </a:r>
          </a:p>
        </p:txBody>
      </p:sp>
      <p:sp>
        <p:nvSpPr>
          <p:cNvPr id="900" name="Rounded Rectangle 899"/>
          <p:cNvSpPr/>
          <p:nvPr/>
        </p:nvSpPr>
        <p:spPr>
          <a:xfrm>
            <a:off x="9500170" y="2568539"/>
            <a:ext cx="267128" cy="1006867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TextBox 900"/>
          <p:cNvSpPr txBox="1"/>
          <p:nvPr/>
        </p:nvSpPr>
        <p:spPr>
          <a:xfrm rot="5400000">
            <a:off x="9157698" y="2945258"/>
            <a:ext cx="945222" cy="2465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66" b="0" i="0">
                <a:solidFill>
                  <a:srgbClr val="000000"/>
                </a:solidFill>
                <a:latin typeface="Liberation Serif"/>
              </a:rPr>
              <a:t>Attention</a:t>
            </a:r>
          </a:p>
        </p:txBody>
      </p:sp>
      <p:sp>
        <p:nvSpPr>
          <p:cNvPr id="902" name="Freeform 901"/>
          <p:cNvSpPr/>
          <p:nvPr/>
        </p:nvSpPr>
        <p:spPr>
          <a:xfrm>
            <a:off x="10075523" y="2691467"/>
            <a:ext cx="401309" cy="623748"/>
          </a:xfrm>
          <a:custGeom>
            <a:avLst/>
            <a:gdLst/>
            <a:ahLst/>
            <a:cxnLst/>
            <a:rect l="l" t="t" r="r" b="b"/>
            <a:pathLst>
              <a:path w="401309" h="623748">
                <a:moveTo>
                  <a:pt x="57330" y="82555"/>
                </a:moveTo>
                <a:lnTo>
                  <a:pt x="401309" y="0"/>
                </a:lnTo>
                <a:lnTo>
                  <a:pt x="343979" y="541193"/>
                </a:lnTo>
                <a:lnTo>
                  <a:pt x="0" y="623748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0158651" y="285657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10152918" y="290244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10141452" y="2994168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10135719" y="3040032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10129986" y="308589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10178717" y="3040032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0281910" y="290244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10276177" y="2948305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10270444" y="2994168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10342107" y="2764849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10307709" y="3040032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10296243" y="313176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10290510" y="3177624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0339240" y="313176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0387970" y="308589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18" name="Connector 917"/>
          <p:cNvCxnSpPr/>
          <p:nvPr/>
        </p:nvCxnSpPr>
        <p:spPr>
          <a:xfrm flipH="1">
            <a:off x="10118520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19" name="Connector 918"/>
          <p:cNvCxnSpPr/>
          <p:nvPr/>
        </p:nvCxnSpPr>
        <p:spPr>
          <a:xfrm flipH="1">
            <a:off x="10161518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20" name="Connector 919"/>
          <p:cNvCxnSpPr/>
          <p:nvPr/>
        </p:nvCxnSpPr>
        <p:spPr>
          <a:xfrm flipH="1">
            <a:off x="10204515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21" name="Connector 920"/>
          <p:cNvCxnSpPr/>
          <p:nvPr/>
        </p:nvCxnSpPr>
        <p:spPr>
          <a:xfrm flipH="1">
            <a:off x="10247512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22" name="Connector 921"/>
          <p:cNvCxnSpPr/>
          <p:nvPr/>
        </p:nvCxnSpPr>
        <p:spPr>
          <a:xfrm flipH="1">
            <a:off x="10290510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23" name="Connector 922"/>
          <p:cNvCxnSpPr/>
          <p:nvPr/>
        </p:nvCxnSpPr>
        <p:spPr>
          <a:xfrm flipH="1">
            <a:off x="10333507" y="277402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24" name="Connector 923"/>
          <p:cNvCxnSpPr/>
          <p:nvPr/>
        </p:nvCxnSpPr>
        <p:spPr>
          <a:xfrm flipH="1">
            <a:off x="10376505" y="277402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925" name="Freeform 924"/>
          <p:cNvSpPr/>
          <p:nvPr/>
        </p:nvSpPr>
        <p:spPr>
          <a:xfrm>
            <a:off x="10171073" y="2875942"/>
            <a:ext cx="101919" cy="165619"/>
          </a:xfrm>
          <a:custGeom>
            <a:avLst/>
            <a:gdLst/>
            <a:ahLst/>
            <a:cxnLst/>
            <a:rect l="l" t="t" r="r" b="b"/>
            <a:pathLst>
              <a:path w="101919" h="165619">
                <a:moveTo>
                  <a:pt x="19110" y="12740"/>
                </a:moveTo>
                <a:lnTo>
                  <a:pt x="101919" y="0"/>
                </a:lnTo>
                <a:lnTo>
                  <a:pt x="82809" y="152879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0323952" y="2971491"/>
            <a:ext cx="101920" cy="165620"/>
          </a:xfrm>
          <a:custGeom>
            <a:avLst/>
            <a:gdLst/>
            <a:ahLst/>
            <a:cxnLst/>
            <a:rect l="l" t="t" r="r" b="b"/>
            <a:pathLst>
              <a:path w="101920" h="165620">
                <a:moveTo>
                  <a:pt x="19110" y="12740"/>
                </a:moveTo>
                <a:lnTo>
                  <a:pt x="101920" y="0"/>
                </a:lnTo>
                <a:lnTo>
                  <a:pt x="82810" y="152880"/>
                </a:lnTo>
                <a:lnTo>
                  <a:pt x="0" y="165620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0145593" y="2672357"/>
            <a:ext cx="401308" cy="623748"/>
          </a:xfrm>
          <a:custGeom>
            <a:avLst/>
            <a:gdLst/>
            <a:ahLst/>
            <a:cxnLst/>
            <a:rect l="l" t="t" r="r" b="b"/>
            <a:pathLst>
              <a:path w="401308" h="623748">
                <a:moveTo>
                  <a:pt x="57330" y="82555"/>
                </a:moveTo>
                <a:lnTo>
                  <a:pt x="401308" y="0"/>
                </a:lnTo>
                <a:lnTo>
                  <a:pt x="343979" y="541193"/>
                </a:lnTo>
                <a:lnTo>
                  <a:pt x="0" y="623748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0168525" y="2975058"/>
            <a:ext cx="42280" cy="46782"/>
          </a:xfrm>
          <a:custGeom>
            <a:avLst/>
            <a:gdLst/>
            <a:ahLst/>
            <a:cxnLst/>
            <a:rect l="l" t="t" r="r" b="b"/>
            <a:pathLst>
              <a:path w="42280" h="46782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10151326" y="311265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10228721" y="283746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10222988" y="288333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0205789" y="3020922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10200056" y="306678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10277451" y="279160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10243054" y="3066786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2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10314716" y="2837467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10303250" y="2929195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10297517" y="2975058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10280318" y="311265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10274585" y="3158514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0340514" y="2975058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10406443" y="279160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0400710" y="283746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10452307" y="311265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H="1">
            <a:off x="10188590" y="275491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46" name="Connector 945"/>
          <p:cNvCxnSpPr/>
          <p:nvPr/>
        </p:nvCxnSpPr>
        <p:spPr>
          <a:xfrm flipH="1">
            <a:off x="10231588" y="275491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47" name="Connector 946"/>
          <p:cNvCxnSpPr/>
          <p:nvPr/>
        </p:nvCxnSpPr>
        <p:spPr>
          <a:xfrm flipH="1">
            <a:off x="10274585" y="275491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48" name="Connector 947"/>
          <p:cNvCxnSpPr/>
          <p:nvPr/>
        </p:nvCxnSpPr>
        <p:spPr>
          <a:xfrm flipH="1">
            <a:off x="10317582" y="275491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49" name="Connector 948"/>
          <p:cNvCxnSpPr/>
          <p:nvPr/>
        </p:nvCxnSpPr>
        <p:spPr>
          <a:xfrm flipH="1">
            <a:off x="10360580" y="275491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50" name="Connector 949"/>
          <p:cNvCxnSpPr/>
          <p:nvPr/>
        </p:nvCxnSpPr>
        <p:spPr>
          <a:xfrm flipH="1">
            <a:off x="10403577" y="275491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51" name="Connector 950"/>
          <p:cNvCxnSpPr/>
          <p:nvPr/>
        </p:nvCxnSpPr>
        <p:spPr>
          <a:xfrm flipH="1">
            <a:off x="10446574" y="275491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952" name="Freeform 951"/>
          <p:cNvSpPr/>
          <p:nvPr/>
        </p:nvSpPr>
        <p:spPr>
          <a:xfrm>
            <a:off x="10241143" y="2952381"/>
            <a:ext cx="101919" cy="165620"/>
          </a:xfrm>
          <a:custGeom>
            <a:avLst/>
            <a:gdLst/>
            <a:ahLst/>
            <a:cxnLst/>
            <a:rect l="l" t="t" r="r" b="b"/>
            <a:pathLst>
              <a:path w="101919" h="165620">
                <a:moveTo>
                  <a:pt x="19109" y="12740"/>
                </a:moveTo>
                <a:lnTo>
                  <a:pt x="101919" y="0"/>
                </a:lnTo>
                <a:lnTo>
                  <a:pt x="82809" y="152880"/>
                </a:lnTo>
                <a:lnTo>
                  <a:pt x="0" y="165620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10394022" y="3047931"/>
            <a:ext cx="101920" cy="165619"/>
          </a:xfrm>
          <a:custGeom>
            <a:avLst/>
            <a:gdLst/>
            <a:ahLst/>
            <a:cxnLst/>
            <a:rect l="l" t="t" r="r" b="b"/>
            <a:pathLst>
              <a:path w="101920" h="165619">
                <a:moveTo>
                  <a:pt x="19110" y="12740"/>
                </a:moveTo>
                <a:lnTo>
                  <a:pt x="101920" y="0"/>
                </a:lnTo>
                <a:lnTo>
                  <a:pt x="82810" y="152879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10215663" y="2653247"/>
            <a:ext cx="401308" cy="623748"/>
          </a:xfrm>
          <a:custGeom>
            <a:avLst/>
            <a:gdLst/>
            <a:ahLst/>
            <a:cxnLst/>
            <a:rect l="l" t="t" r="r" b="b"/>
            <a:pathLst>
              <a:path w="401308" h="623748">
                <a:moveTo>
                  <a:pt x="57329" y="82555"/>
                </a:moveTo>
                <a:lnTo>
                  <a:pt x="401308" y="0"/>
                </a:lnTo>
                <a:lnTo>
                  <a:pt x="343978" y="541193"/>
                </a:lnTo>
                <a:lnTo>
                  <a:pt x="0" y="623748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0267259" y="272662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10244328" y="2910085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2" y="9172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10232862" y="3001812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10215663" y="3139404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0304524" y="277249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10298791" y="281835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10281592" y="295594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10258660" y="3139404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10313123" y="304767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10307390" y="309354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10396251" y="272662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10439249" y="272662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10393385" y="309354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10476513" y="277249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10470780" y="281835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10447848" y="3001812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10513778" y="2818357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10502312" y="2910085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2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10562508" y="277249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Freeform 973"/>
          <p:cNvSpPr/>
          <p:nvPr/>
        </p:nvSpPr>
        <p:spPr>
          <a:xfrm>
            <a:off x="10551042" y="286422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Freeform 974"/>
          <p:cNvSpPr/>
          <p:nvPr/>
        </p:nvSpPr>
        <p:spPr>
          <a:xfrm>
            <a:off x="10539576" y="295594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76" name="Connector 975"/>
          <p:cNvCxnSpPr/>
          <p:nvPr/>
        </p:nvCxnSpPr>
        <p:spPr>
          <a:xfrm flipH="1">
            <a:off x="10258660" y="273580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77" name="Connector 976"/>
          <p:cNvCxnSpPr/>
          <p:nvPr/>
        </p:nvCxnSpPr>
        <p:spPr>
          <a:xfrm flipH="1">
            <a:off x="10301657" y="273580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78" name="Connector 977"/>
          <p:cNvCxnSpPr/>
          <p:nvPr/>
        </p:nvCxnSpPr>
        <p:spPr>
          <a:xfrm flipH="1">
            <a:off x="10344655" y="273580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79" name="Connector 978"/>
          <p:cNvCxnSpPr/>
          <p:nvPr/>
        </p:nvCxnSpPr>
        <p:spPr>
          <a:xfrm flipH="1">
            <a:off x="10387652" y="273580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80" name="Connector 979"/>
          <p:cNvCxnSpPr/>
          <p:nvPr/>
        </p:nvCxnSpPr>
        <p:spPr>
          <a:xfrm flipH="1">
            <a:off x="10430649" y="273580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81" name="Connector 980"/>
          <p:cNvCxnSpPr/>
          <p:nvPr/>
        </p:nvCxnSpPr>
        <p:spPr>
          <a:xfrm flipH="1">
            <a:off x="10473647" y="273580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982" name="Connector 981"/>
          <p:cNvCxnSpPr/>
          <p:nvPr/>
        </p:nvCxnSpPr>
        <p:spPr>
          <a:xfrm flipH="1">
            <a:off x="10516644" y="273580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983" name="Freeform 982"/>
          <p:cNvSpPr/>
          <p:nvPr/>
        </p:nvSpPr>
        <p:spPr>
          <a:xfrm>
            <a:off x="10311212" y="3028821"/>
            <a:ext cx="101920" cy="165619"/>
          </a:xfrm>
          <a:custGeom>
            <a:avLst/>
            <a:gdLst/>
            <a:ahLst/>
            <a:cxnLst/>
            <a:rect l="l" t="t" r="r" b="b"/>
            <a:pathLst>
              <a:path w="101920" h="165619">
                <a:moveTo>
                  <a:pt x="19110" y="12740"/>
                </a:moveTo>
                <a:lnTo>
                  <a:pt x="101920" y="0"/>
                </a:lnTo>
                <a:lnTo>
                  <a:pt x="82810" y="152880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Freeform 983"/>
          <p:cNvSpPr/>
          <p:nvPr/>
        </p:nvSpPr>
        <p:spPr>
          <a:xfrm>
            <a:off x="10464092" y="2837722"/>
            <a:ext cx="101919" cy="165619"/>
          </a:xfrm>
          <a:custGeom>
            <a:avLst/>
            <a:gdLst/>
            <a:ahLst/>
            <a:cxnLst/>
            <a:rect l="l" t="t" r="r" b="b"/>
            <a:pathLst>
              <a:path w="101919" h="165619">
                <a:moveTo>
                  <a:pt x="19110" y="12740"/>
                </a:moveTo>
                <a:lnTo>
                  <a:pt x="101919" y="0"/>
                </a:lnTo>
                <a:lnTo>
                  <a:pt x="82809" y="152879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Freeform 984"/>
          <p:cNvSpPr/>
          <p:nvPr/>
        </p:nvSpPr>
        <p:spPr>
          <a:xfrm>
            <a:off x="10285732" y="2634137"/>
            <a:ext cx="401309" cy="623748"/>
          </a:xfrm>
          <a:custGeom>
            <a:avLst/>
            <a:gdLst/>
            <a:ahLst/>
            <a:cxnLst/>
            <a:rect l="l" t="t" r="r" b="b"/>
            <a:pathLst>
              <a:path w="401309" h="623748">
                <a:moveTo>
                  <a:pt x="57330" y="82555"/>
                </a:moveTo>
                <a:lnTo>
                  <a:pt x="401309" y="0"/>
                </a:lnTo>
                <a:lnTo>
                  <a:pt x="343979" y="541194"/>
                </a:lnTo>
                <a:lnTo>
                  <a:pt x="0" y="623748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Freeform 985"/>
          <p:cNvSpPr/>
          <p:nvPr/>
        </p:nvSpPr>
        <p:spPr>
          <a:xfrm>
            <a:off x="10325863" y="279924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Freeform 986"/>
          <p:cNvSpPr/>
          <p:nvPr/>
        </p:nvSpPr>
        <p:spPr>
          <a:xfrm>
            <a:off x="10320130" y="284511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Freeform 987"/>
          <p:cNvSpPr/>
          <p:nvPr/>
        </p:nvSpPr>
        <p:spPr>
          <a:xfrm>
            <a:off x="10314397" y="2890975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Freeform 988"/>
          <p:cNvSpPr/>
          <p:nvPr/>
        </p:nvSpPr>
        <p:spPr>
          <a:xfrm>
            <a:off x="10308664" y="293683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Freeform 989"/>
          <p:cNvSpPr/>
          <p:nvPr/>
        </p:nvSpPr>
        <p:spPr>
          <a:xfrm>
            <a:off x="10285732" y="3120294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Freeform 990"/>
          <p:cNvSpPr/>
          <p:nvPr/>
        </p:nvSpPr>
        <p:spPr>
          <a:xfrm>
            <a:off x="10368861" y="2799247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Freeform 991"/>
          <p:cNvSpPr/>
          <p:nvPr/>
        </p:nvSpPr>
        <p:spPr>
          <a:xfrm>
            <a:off x="10363128" y="2845111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Freeform 992"/>
          <p:cNvSpPr/>
          <p:nvPr/>
        </p:nvSpPr>
        <p:spPr>
          <a:xfrm>
            <a:off x="10345929" y="2982702"/>
            <a:ext cx="42280" cy="46782"/>
          </a:xfrm>
          <a:custGeom>
            <a:avLst/>
            <a:gdLst/>
            <a:ahLst/>
            <a:cxnLst/>
            <a:rect l="l" t="t" r="r" b="b"/>
            <a:pathLst>
              <a:path w="42280" h="46782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Freeform 993"/>
          <p:cNvSpPr/>
          <p:nvPr/>
        </p:nvSpPr>
        <p:spPr>
          <a:xfrm>
            <a:off x="10411858" y="279924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Freeform 994"/>
          <p:cNvSpPr/>
          <p:nvPr/>
        </p:nvSpPr>
        <p:spPr>
          <a:xfrm>
            <a:off x="10388926" y="2982702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6" name="Freeform 995"/>
          <p:cNvSpPr/>
          <p:nvPr/>
        </p:nvSpPr>
        <p:spPr>
          <a:xfrm>
            <a:off x="10377460" y="307443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7" name="Freeform 996"/>
          <p:cNvSpPr/>
          <p:nvPr/>
        </p:nvSpPr>
        <p:spPr>
          <a:xfrm>
            <a:off x="10420457" y="307443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8" name="Freeform 997"/>
          <p:cNvSpPr/>
          <p:nvPr/>
        </p:nvSpPr>
        <p:spPr>
          <a:xfrm>
            <a:off x="10503586" y="2753383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9" name="Freeform 998"/>
          <p:cNvSpPr/>
          <p:nvPr/>
        </p:nvSpPr>
        <p:spPr>
          <a:xfrm>
            <a:off x="10480654" y="2936839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2"/>
                </a:moveTo>
                <a:lnTo>
                  <a:pt x="42280" y="0"/>
                </a:lnTo>
                <a:lnTo>
                  <a:pt x="36117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0" name="Freeform 999"/>
          <p:cNvSpPr/>
          <p:nvPr/>
        </p:nvSpPr>
        <p:spPr>
          <a:xfrm>
            <a:off x="10546583" y="275338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1" name="Freeform 1000"/>
          <p:cNvSpPr/>
          <p:nvPr/>
        </p:nvSpPr>
        <p:spPr>
          <a:xfrm>
            <a:off x="10512185" y="302856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Freeform 1001"/>
          <p:cNvSpPr/>
          <p:nvPr/>
        </p:nvSpPr>
        <p:spPr>
          <a:xfrm>
            <a:off x="10506452" y="307443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3" name="Freeform 1002"/>
          <p:cNvSpPr/>
          <p:nvPr/>
        </p:nvSpPr>
        <p:spPr>
          <a:xfrm>
            <a:off x="10578114" y="284511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Freeform 1003"/>
          <p:cNvSpPr/>
          <p:nvPr/>
        </p:nvSpPr>
        <p:spPr>
          <a:xfrm>
            <a:off x="10572381" y="2890975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Freeform 1004"/>
          <p:cNvSpPr/>
          <p:nvPr/>
        </p:nvSpPr>
        <p:spPr>
          <a:xfrm>
            <a:off x="10543716" y="3120294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Freeform 1005"/>
          <p:cNvSpPr/>
          <p:nvPr/>
        </p:nvSpPr>
        <p:spPr>
          <a:xfrm>
            <a:off x="10626845" y="2799247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Freeform 1006"/>
          <p:cNvSpPr/>
          <p:nvPr/>
        </p:nvSpPr>
        <p:spPr>
          <a:xfrm>
            <a:off x="10603913" y="2982702"/>
            <a:ext cx="42280" cy="46782"/>
          </a:xfrm>
          <a:custGeom>
            <a:avLst/>
            <a:gdLst/>
            <a:ahLst/>
            <a:cxnLst/>
            <a:rect l="l" t="t" r="r" b="b"/>
            <a:pathLst>
              <a:path w="42280" h="46782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8" name="Freeform 1007"/>
          <p:cNvSpPr/>
          <p:nvPr/>
        </p:nvSpPr>
        <p:spPr>
          <a:xfrm>
            <a:off x="10598180" y="3028566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Freeform 1008"/>
          <p:cNvSpPr/>
          <p:nvPr/>
        </p:nvSpPr>
        <p:spPr>
          <a:xfrm>
            <a:off x="10592447" y="3074430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10" name="Connector 1009"/>
          <p:cNvCxnSpPr/>
          <p:nvPr/>
        </p:nvCxnSpPr>
        <p:spPr>
          <a:xfrm flipH="1">
            <a:off x="10328730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1" name="Connector 1010"/>
          <p:cNvCxnSpPr/>
          <p:nvPr/>
        </p:nvCxnSpPr>
        <p:spPr>
          <a:xfrm flipH="1">
            <a:off x="10371727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2" name="Connector 1011"/>
          <p:cNvCxnSpPr/>
          <p:nvPr/>
        </p:nvCxnSpPr>
        <p:spPr>
          <a:xfrm flipH="1">
            <a:off x="10414724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3" name="Connector 1012"/>
          <p:cNvCxnSpPr/>
          <p:nvPr/>
        </p:nvCxnSpPr>
        <p:spPr>
          <a:xfrm flipH="1">
            <a:off x="10457722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4" name="Connector 1013"/>
          <p:cNvCxnSpPr/>
          <p:nvPr/>
        </p:nvCxnSpPr>
        <p:spPr>
          <a:xfrm flipH="1">
            <a:off x="10500719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5" name="Connector 1014"/>
          <p:cNvCxnSpPr/>
          <p:nvPr/>
        </p:nvCxnSpPr>
        <p:spPr>
          <a:xfrm flipH="1">
            <a:off x="10543716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16" name="Connector 1015"/>
          <p:cNvCxnSpPr/>
          <p:nvPr/>
        </p:nvCxnSpPr>
        <p:spPr>
          <a:xfrm flipH="1">
            <a:off x="10586714" y="271669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017" name="Freeform 1016"/>
          <p:cNvSpPr/>
          <p:nvPr/>
        </p:nvSpPr>
        <p:spPr>
          <a:xfrm>
            <a:off x="10381282" y="2818612"/>
            <a:ext cx="101920" cy="165619"/>
          </a:xfrm>
          <a:custGeom>
            <a:avLst/>
            <a:gdLst/>
            <a:ahLst/>
            <a:cxnLst/>
            <a:rect l="l" t="t" r="r" b="b"/>
            <a:pathLst>
              <a:path w="101920" h="165619">
                <a:moveTo>
                  <a:pt x="19110" y="12740"/>
                </a:moveTo>
                <a:lnTo>
                  <a:pt x="101920" y="0"/>
                </a:lnTo>
                <a:lnTo>
                  <a:pt x="82810" y="152879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8" name="Freeform 1017"/>
          <p:cNvSpPr/>
          <p:nvPr/>
        </p:nvSpPr>
        <p:spPr>
          <a:xfrm>
            <a:off x="10534161" y="2914161"/>
            <a:ext cx="101920" cy="165620"/>
          </a:xfrm>
          <a:custGeom>
            <a:avLst/>
            <a:gdLst/>
            <a:ahLst/>
            <a:cxnLst/>
            <a:rect l="l" t="t" r="r" b="b"/>
            <a:pathLst>
              <a:path w="101920" h="165620">
                <a:moveTo>
                  <a:pt x="19110" y="12740"/>
                </a:moveTo>
                <a:lnTo>
                  <a:pt x="101920" y="0"/>
                </a:lnTo>
                <a:lnTo>
                  <a:pt x="82810" y="152880"/>
                </a:lnTo>
                <a:lnTo>
                  <a:pt x="0" y="165620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9" name="Freeform 1018"/>
          <p:cNvSpPr/>
          <p:nvPr/>
        </p:nvSpPr>
        <p:spPr>
          <a:xfrm>
            <a:off x="10355802" y="2615027"/>
            <a:ext cx="401309" cy="623749"/>
          </a:xfrm>
          <a:custGeom>
            <a:avLst/>
            <a:gdLst/>
            <a:ahLst/>
            <a:cxnLst/>
            <a:rect l="l" t="t" r="r" b="b"/>
            <a:pathLst>
              <a:path w="401309" h="623749">
                <a:moveTo>
                  <a:pt x="57330" y="82555"/>
                </a:moveTo>
                <a:lnTo>
                  <a:pt x="401309" y="0"/>
                </a:lnTo>
                <a:lnTo>
                  <a:pt x="343979" y="541194"/>
                </a:lnTo>
                <a:lnTo>
                  <a:pt x="0" y="623749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0" name="Freeform 1019"/>
          <p:cNvSpPr/>
          <p:nvPr/>
        </p:nvSpPr>
        <p:spPr>
          <a:xfrm>
            <a:off x="10395933" y="278013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1" name="Freeform 1020"/>
          <p:cNvSpPr/>
          <p:nvPr/>
        </p:nvSpPr>
        <p:spPr>
          <a:xfrm>
            <a:off x="10450396" y="2688409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2" name="Freeform 1021"/>
          <p:cNvSpPr/>
          <p:nvPr/>
        </p:nvSpPr>
        <p:spPr>
          <a:xfrm>
            <a:off x="10421731" y="291772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3" name="Freeform 1022"/>
          <p:cNvSpPr/>
          <p:nvPr/>
        </p:nvSpPr>
        <p:spPr>
          <a:xfrm>
            <a:off x="10415998" y="2963593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3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4" name="Freeform 1023"/>
          <p:cNvSpPr/>
          <p:nvPr/>
        </p:nvSpPr>
        <p:spPr>
          <a:xfrm>
            <a:off x="10410265" y="300945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5" name="Freeform 1024"/>
          <p:cNvSpPr/>
          <p:nvPr/>
        </p:nvSpPr>
        <p:spPr>
          <a:xfrm>
            <a:off x="10493394" y="2688409"/>
            <a:ext cx="42280" cy="46782"/>
          </a:xfrm>
          <a:custGeom>
            <a:avLst/>
            <a:gdLst/>
            <a:ahLst/>
            <a:cxnLst/>
            <a:rect l="l" t="t" r="r" b="b"/>
            <a:pathLst>
              <a:path w="42280" h="46782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6" name="Freeform 1025"/>
          <p:cNvSpPr/>
          <p:nvPr/>
        </p:nvSpPr>
        <p:spPr>
          <a:xfrm>
            <a:off x="10487661" y="2734273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7" name="Freeform 1026"/>
          <p:cNvSpPr/>
          <p:nvPr/>
        </p:nvSpPr>
        <p:spPr>
          <a:xfrm>
            <a:off x="10481928" y="2780137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8" name="Freeform 1027"/>
          <p:cNvSpPr/>
          <p:nvPr/>
        </p:nvSpPr>
        <p:spPr>
          <a:xfrm>
            <a:off x="10464729" y="2917729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2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10453263" y="3009456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10447530" y="3055320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1" name="Freeform 1030"/>
          <p:cNvSpPr/>
          <p:nvPr/>
        </p:nvSpPr>
        <p:spPr>
          <a:xfrm>
            <a:off x="10536391" y="2688409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10519192" y="282600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10579388" y="2688409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10567922" y="2780137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10539257" y="3009456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10593721" y="2917729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2"/>
                </a:moveTo>
                <a:lnTo>
                  <a:pt x="42280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10665383" y="2688409"/>
            <a:ext cx="42281" cy="46782"/>
          </a:xfrm>
          <a:custGeom>
            <a:avLst/>
            <a:gdLst/>
            <a:ahLst/>
            <a:cxnLst/>
            <a:rect l="l" t="t" r="r" b="b"/>
            <a:pathLst>
              <a:path w="42281" h="46782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2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10691181" y="2826001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3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10679715" y="2917729"/>
            <a:ext cx="42281" cy="46781"/>
          </a:xfrm>
          <a:custGeom>
            <a:avLst/>
            <a:gdLst/>
            <a:ahLst/>
            <a:cxnLst/>
            <a:rect l="l" t="t" r="r" b="b"/>
            <a:pathLst>
              <a:path w="42281" h="46781">
                <a:moveTo>
                  <a:pt x="5733" y="9172"/>
                </a:moveTo>
                <a:lnTo>
                  <a:pt x="42281" y="0"/>
                </a:lnTo>
                <a:lnTo>
                  <a:pt x="36118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10656784" y="3101184"/>
            <a:ext cx="42280" cy="46781"/>
          </a:xfrm>
          <a:custGeom>
            <a:avLst/>
            <a:gdLst/>
            <a:ahLst/>
            <a:cxnLst/>
            <a:rect l="l" t="t" r="r" b="b"/>
            <a:pathLst>
              <a:path w="42280" h="46781">
                <a:moveTo>
                  <a:pt x="5733" y="9173"/>
                </a:moveTo>
                <a:lnTo>
                  <a:pt x="42280" y="0"/>
                </a:lnTo>
                <a:lnTo>
                  <a:pt x="36117" y="45864"/>
                </a:lnTo>
                <a:lnTo>
                  <a:pt x="0" y="46781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41" name="Connector 1040"/>
          <p:cNvCxnSpPr/>
          <p:nvPr/>
        </p:nvCxnSpPr>
        <p:spPr>
          <a:xfrm flipH="1">
            <a:off x="10398799" y="269758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2" name="Connector 1041"/>
          <p:cNvCxnSpPr/>
          <p:nvPr/>
        </p:nvCxnSpPr>
        <p:spPr>
          <a:xfrm flipH="1">
            <a:off x="10441797" y="269758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3" name="Connector 1042"/>
          <p:cNvCxnSpPr/>
          <p:nvPr/>
        </p:nvCxnSpPr>
        <p:spPr>
          <a:xfrm flipH="1">
            <a:off x="10484794" y="269758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4" name="Connector 1043"/>
          <p:cNvCxnSpPr/>
          <p:nvPr/>
        </p:nvCxnSpPr>
        <p:spPr>
          <a:xfrm flipH="1">
            <a:off x="10527792" y="269758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5" name="Connector 1044"/>
          <p:cNvCxnSpPr/>
          <p:nvPr/>
        </p:nvCxnSpPr>
        <p:spPr>
          <a:xfrm flipH="1">
            <a:off x="10570789" y="269758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6" name="Connector 1045"/>
          <p:cNvCxnSpPr/>
          <p:nvPr/>
        </p:nvCxnSpPr>
        <p:spPr>
          <a:xfrm flipH="1">
            <a:off x="10613786" y="2697582"/>
            <a:ext cx="57330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47" name="Connector 1046"/>
          <p:cNvCxnSpPr/>
          <p:nvPr/>
        </p:nvCxnSpPr>
        <p:spPr>
          <a:xfrm flipH="1">
            <a:off x="10656784" y="2697582"/>
            <a:ext cx="57329" cy="472398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048" name="Freeform 1047"/>
          <p:cNvSpPr/>
          <p:nvPr/>
        </p:nvSpPr>
        <p:spPr>
          <a:xfrm>
            <a:off x="10451352" y="2895052"/>
            <a:ext cx="101919" cy="165619"/>
          </a:xfrm>
          <a:custGeom>
            <a:avLst/>
            <a:gdLst/>
            <a:ahLst/>
            <a:cxnLst/>
            <a:rect l="l" t="t" r="r" b="b"/>
            <a:pathLst>
              <a:path w="101919" h="165619">
                <a:moveTo>
                  <a:pt x="19110" y="12739"/>
                </a:moveTo>
                <a:lnTo>
                  <a:pt x="101919" y="0"/>
                </a:lnTo>
                <a:lnTo>
                  <a:pt x="82809" y="152879"/>
                </a:lnTo>
                <a:lnTo>
                  <a:pt x="0" y="165619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10604231" y="2990601"/>
            <a:ext cx="101920" cy="165620"/>
          </a:xfrm>
          <a:custGeom>
            <a:avLst/>
            <a:gdLst/>
            <a:ahLst/>
            <a:cxnLst/>
            <a:rect l="l" t="t" r="r" b="b"/>
            <a:pathLst>
              <a:path w="101920" h="165620">
                <a:moveTo>
                  <a:pt x="19110" y="12740"/>
                </a:moveTo>
                <a:lnTo>
                  <a:pt x="101920" y="0"/>
                </a:lnTo>
                <a:lnTo>
                  <a:pt x="82810" y="152880"/>
                </a:lnTo>
                <a:lnTo>
                  <a:pt x="0" y="165620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50" name="Connector 1049"/>
          <p:cNvCxnSpPr/>
          <p:nvPr/>
        </p:nvCxnSpPr>
        <p:spPr>
          <a:xfrm flipH="1">
            <a:off x="9774148" y="3054849"/>
            <a:ext cx="287676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cxnSp>
        <p:nvCxnSpPr>
          <p:cNvPr id="1051" name="Connector 1050"/>
          <p:cNvCxnSpPr/>
          <p:nvPr/>
        </p:nvCxnSpPr>
        <p:spPr>
          <a:xfrm flipH="1">
            <a:off x="9246741" y="3054849"/>
            <a:ext cx="253429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1052" name="TextBox 1051"/>
          <p:cNvSpPr txBox="1"/>
          <p:nvPr/>
        </p:nvSpPr>
        <p:spPr>
          <a:xfrm>
            <a:off x="9253591" y="3561707"/>
            <a:ext cx="2123325" cy="321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36" b="1" i="1">
                <a:solidFill>
                  <a:srgbClr val="000000"/>
                </a:solidFill>
                <a:latin typeface="Liberation Serif"/>
              </a:rPr>
              <a:t>Task-specific prompt</a:t>
            </a:r>
          </a:p>
        </p:txBody>
      </p:sp>
      <p:cxnSp>
        <p:nvCxnSpPr>
          <p:cNvPr id="1053" name="Connector 1052"/>
          <p:cNvCxnSpPr/>
          <p:nvPr/>
        </p:nvCxnSpPr>
        <p:spPr>
          <a:xfrm flipH="1">
            <a:off x="11452260" y="3219235"/>
            <a:ext cx="191784" cy="0"/>
          </a:xfrm>
          <a:prstGeom prst="line">
            <a:avLst/>
          </a:prstGeom>
          <a:ln w="17145">
            <a:solidFill>
              <a:srgbClr val="111111"/>
            </a:solidFill>
            <a:tailEnd type="triangle" w="med" len="med"/>
          </a:ln>
        </p:spPr>
      </p:cxnSp>
      <p:sp>
        <p:nvSpPr>
          <p:cNvPr id="1054" name="TextBox 1053"/>
          <p:cNvSpPr txBox="1"/>
          <p:nvPr/>
        </p:nvSpPr>
        <p:spPr>
          <a:xfrm>
            <a:off x="11671442" y="2979505"/>
            <a:ext cx="664395" cy="438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Mask</a:t>
            </a:r>
          </a:p>
        </p:txBody>
      </p:sp>
      <p:sp>
        <p:nvSpPr>
          <p:cNvPr id="1055" name="Freeform 1054"/>
          <p:cNvSpPr/>
          <p:nvPr/>
        </p:nvSpPr>
        <p:spPr>
          <a:xfrm>
            <a:off x="6294633" y="2089078"/>
            <a:ext cx="1897295" cy="1034265"/>
          </a:xfrm>
          <a:custGeom>
            <a:avLst/>
            <a:gdLst/>
            <a:ahLst/>
            <a:cxnLst/>
            <a:rect l="l" t="t" r="r" b="b"/>
            <a:pathLst>
              <a:path w="1897295" h="1034265">
                <a:moveTo>
                  <a:pt x="1897295" y="0"/>
                </a:moveTo>
                <a:lnTo>
                  <a:pt x="1554823" y="0"/>
                </a:lnTo>
                <a:lnTo>
                  <a:pt x="1554823" y="1034265"/>
                </a:lnTo>
                <a:lnTo>
                  <a:pt x="0" y="1034265"/>
                </a:lnTo>
              </a:path>
            </a:pathLst>
          </a:custGeom>
          <a:noFill/>
          <a:ln w="20574">
            <a:solidFill>
              <a:srgbClr val="111111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6" name="TextBox 1055"/>
          <p:cNvSpPr txBox="1"/>
          <p:nvPr/>
        </p:nvSpPr>
        <p:spPr>
          <a:xfrm>
            <a:off x="8561797" y="4075415"/>
            <a:ext cx="3376773" cy="328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0" i="0">
                <a:solidFill>
                  <a:srgbClr val="000000"/>
                </a:solidFill>
                <a:latin typeface="Liberation Serif"/>
              </a:rPr>
              <a:t>(d) Unified Prompt Learning</a:t>
            </a:r>
          </a:p>
        </p:txBody>
      </p:sp>
      <p:sp>
        <p:nvSpPr>
          <p:cNvPr id="1057" name="Rounded Rectangle 1056"/>
          <p:cNvSpPr/>
          <p:nvPr/>
        </p:nvSpPr>
        <p:spPr>
          <a:xfrm>
            <a:off x="8507002" y="4513779"/>
            <a:ext cx="3548008" cy="111645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0574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8657689" y="4574547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9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8664470" y="480781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8713632" y="461794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8706851" y="467219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8715327" y="480781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8708546" y="486206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8754318" y="469931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8750927" y="472644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8744146" y="47806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8737365" y="483493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8733975" y="486206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8762794" y="483493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8759404" y="486206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8811956" y="464506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8805175" y="469931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8801784" y="472644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8791613" y="480781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8823823" y="4753564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8866203" y="461794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8859422" y="467219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8852642" y="472644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79" name="Connector 1078"/>
          <p:cNvCxnSpPr/>
          <p:nvPr/>
        </p:nvCxnSpPr>
        <p:spPr>
          <a:xfrm flipH="1">
            <a:off x="8683118" y="4623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0" name="Connector 1079"/>
          <p:cNvCxnSpPr/>
          <p:nvPr/>
        </p:nvCxnSpPr>
        <p:spPr>
          <a:xfrm flipH="1">
            <a:off x="8708546" y="4623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1" name="Connector 1080"/>
          <p:cNvCxnSpPr/>
          <p:nvPr/>
        </p:nvCxnSpPr>
        <p:spPr>
          <a:xfrm flipH="1">
            <a:off x="8733975" y="4623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2" name="Connector 1081"/>
          <p:cNvCxnSpPr/>
          <p:nvPr/>
        </p:nvCxnSpPr>
        <p:spPr>
          <a:xfrm flipH="1">
            <a:off x="8759404" y="4623370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3" name="Connector 1082"/>
          <p:cNvCxnSpPr/>
          <p:nvPr/>
        </p:nvCxnSpPr>
        <p:spPr>
          <a:xfrm flipH="1">
            <a:off x="8784832" y="4623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4" name="Connector 1083"/>
          <p:cNvCxnSpPr/>
          <p:nvPr/>
        </p:nvCxnSpPr>
        <p:spPr>
          <a:xfrm flipH="1">
            <a:off x="8810261" y="4623370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085" name="Connector 1084"/>
          <p:cNvCxnSpPr/>
          <p:nvPr/>
        </p:nvCxnSpPr>
        <p:spPr>
          <a:xfrm flipH="1">
            <a:off x="8835689" y="4623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086" name="Freeform 1085"/>
          <p:cNvSpPr/>
          <p:nvPr/>
        </p:nvSpPr>
        <p:spPr>
          <a:xfrm>
            <a:off x="8714197" y="4683645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8804610" y="4740153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8699128" y="4563246"/>
            <a:ext cx="237334" cy="368883"/>
          </a:xfrm>
          <a:custGeom>
            <a:avLst/>
            <a:gdLst/>
            <a:ahLst/>
            <a:cxnLst/>
            <a:rect l="l" t="t" r="r" b="b"/>
            <a:pathLst>
              <a:path w="237334" h="368883">
                <a:moveTo>
                  <a:pt x="33905" y="48823"/>
                </a:moveTo>
                <a:lnTo>
                  <a:pt x="237334" y="0"/>
                </a:lnTo>
                <a:lnTo>
                  <a:pt x="203429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8726252" y="463376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8712690" y="474226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8702519" y="48236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8748290" y="466089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8741509" y="471513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8731338" y="479651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8724557" y="485075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8831357" y="460664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8807624" y="479651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8800843" y="4850758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8833052" y="479651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8861871" y="476938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8894081" y="471513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8877128" y="485075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03" name="Connector 1102"/>
          <p:cNvCxnSpPr/>
          <p:nvPr/>
        </p:nvCxnSpPr>
        <p:spPr>
          <a:xfrm flipH="1">
            <a:off x="8724557" y="461206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4" name="Connector 1103"/>
          <p:cNvCxnSpPr/>
          <p:nvPr/>
        </p:nvCxnSpPr>
        <p:spPr>
          <a:xfrm flipH="1">
            <a:off x="8749986" y="461206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5" name="Connector 1104"/>
          <p:cNvCxnSpPr/>
          <p:nvPr/>
        </p:nvCxnSpPr>
        <p:spPr>
          <a:xfrm flipH="1">
            <a:off x="8775414" y="461206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6" name="Connector 1105"/>
          <p:cNvCxnSpPr/>
          <p:nvPr/>
        </p:nvCxnSpPr>
        <p:spPr>
          <a:xfrm flipH="1">
            <a:off x="8800843" y="461206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7" name="Connector 1106"/>
          <p:cNvCxnSpPr/>
          <p:nvPr/>
        </p:nvCxnSpPr>
        <p:spPr>
          <a:xfrm flipH="1">
            <a:off x="8826271" y="461206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8" name="Connector 1107"/>
          <p:cNvCxnSpPr/>
          <p:nvPr/>
        </p:nvCxnSpPr>
        <p:spPr>
          <a:xfrm flipH="1">
            <a:off x="8851700" y="461206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09" name="Connector 1108"/>
          <p:cNvCxnSpPr/>
          <p:nvPr/>
        </p:nvCxnSpPr>
        <p:spPr>
          <a:xfrm flipH="1">
            <a:off x="8877128" y="461206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110" name="Freeform 1109"/>
          <p:cNvSpPr/>
          <p:nvPr/>
        </p:nvSpPr>
        <p:spPr>
          <a:xfrm>
            <a:off x="8755636" y="472885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8846049" y="4785360"/>
            <a:ext cx="60275" cy="97946"/>
          </a:xfrm>
          <a:custGeom>
            <a:avLst/>
            <a:gdLst/>
            <a:ahLst/>
            <a:cxnLst/>
            <a:rect l="l" t="t" r="r" b="b"/>
            <a:pathLst>
              <a:path w="60275" h="97946">
                <a:moveTo>
                  <a:pt x="11302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6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8740568" y="4551944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4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8750739" y="475808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8743958" y="481233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8786339" y="467671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8821939" y="459534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8794815" y="481233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8869406" y="462246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8855844" y="4730961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8852453" y="475808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8898225" y="4595342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8891444" y="464959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8888053" y="467671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8877882" y="475808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8906701" y="4730961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8903310" y="475808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8896529" y="481233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8935520" y="4703837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29" name="Connector 1128"/>
          <p:cNvCxnSpPr/>
          <p:nvPr/>
        </p:nvCxnSpPr>
        <p:spPr>
          <a:xfrm flipH="1">
            <a:off x="8765996" y="4600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0" name="Connector 1129"/>
          <p:cNvCxnSpPr/>
          <p:nvPr/>
        </p:nvCxnSpPr>
        <p:spPr>
          <a:xfrm flipH="1">
            <a:off x="8791425" y="4600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1" name="Connector 1130"/>
          <p:cNvCxnSpPr/>
          <p:nvPr/>
        </p:nvCxnSpPr>
        <p:spPr>
          <a:xfrm flipH="1">
            <a:off x="8816853" y="4600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2" name="Connector 1131"/>
          <p:cNvCxnSpPr/>
          <p:nvPr/>
        </p:nvCxnSpPr>
        <p:spPr>
          <a:xfrm flipH="1">
            <a:off x="8842282" y="4600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3" name="Connector 1132"/>
          <p:cNvCxnSpPr/>
          <p:nvPr/>
        </p:nvCxnSpPr>
        <p:spPr>
          <a:xfrm flipH="1">
            <a:off x="8867710" y="4600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4" name="Connector 1133"/>
          <p:cNvCxnSpPr/>
          <p:nvPr/>
        </p:nvCxnSpPr>
        <p:spPr>
          <a:xfrm flipH="1">
            <a:off x="8893139" y="4600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35" name="Connector 1134"/>
          <p:cNvCxnSpPr/>
          <p:nvPr/>
        </p:nvCxnSpPr>
        <p:spPr>
          <a:xfrm flipH="1">
            <a:off x="8918567" y="4600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136" name="Freeform 1135"/>
          <p:cNvSpPr/>
          <p:nvPr/>
        </p:nvSpPr>
        <p:spPr>
          <a:xfrm>
            <a:off x="8797075" y="4774058"/>
            <a:ext cx="60276" cy="97947"/>
          </a:xfrm>
          <a:custGeom>
            <a:avLst/>
            <a:gdLst/>
            <a:ahLst/>
            <a:cxnLst/>
            <a:rect l="l" t="t" r="r" b="b"/>
            <a:pathLst>
              <a:path w="60276" h="97947">
                <a:moveTo>
                  <a:pt x="11302" y="7534"/>
                </a:moveTo>
                <a:lnTo>
                  <a:pt x="60276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8887488" y="466104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8782007" y="4540643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4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8812521" y="458404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8809130" y="461116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8798959" y="469253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8824388" y="469253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8820997" y="471966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8863378" y="458404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8853207" y="466541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8849816" y="469253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8846426" y="471966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8888807" y="458404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8865073" y="477390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8914235" y="458404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8910845" y="461116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8900673" y="469253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8897283" y="471966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8922711" y="471966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8912540" y="480103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8909149" y="482815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8961702" y="461116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8934578" y="482815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8987130" y="461116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8983740" y="463828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61" name="Connector 1160"/>
          <p:cNvCxnSpPr/>
          <p:nvPr/>
        </p:nvCxnSpPr>
        <p:spPr>
          <a:xfrm flipH="1">
            <a:off x="8807435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2" name="Connector 1161"/>
          <p:cNvCxnSpPr/>
          <p:nvPr/>
        </p:nvCxnSpPr>
        <p:spPr>
          <a:xfrm flipH="1">
            <a:off x="8832864" y="4589466"/>
            <a:ext cx="33904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3" name="Connector 1162"/>
          <p:cNvCxnSpPr/>
          <p:nvPr/>
        </p:nvCxnSpPr>
        <p:spPr>
          <a:xfrm flipH="1">
            <a:off x="8858292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4" name="Connector 1163"/>
          <p:cNvCxnSpPr/>
          <p:nvPr/>
        </p:nvCxnSpPr>
        <p:spPr>
          <a:xfrm flipH="1">
            <a:off x="8883721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5" name="Connector 1164"/>
          <p:cNvCxnSpPr/>
          <p:nvPr/>
        </p:nvCxnSpPr>
        <p:spPr>
          <a:xfrm flipH="1">
            <a:off x="8909149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6" name="Connector 1165"/>
          <p:cNvCxnSpPr/>
          <p:nvPr/>
        </p:nvCxnSpPr>
        <p:spPr>
          <a:xfrm flipH="1">
            <a:off x="8934578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67" name="Connector 1166"/>
          <p:cNvCxnSpPr/>
          <p:nvPr/>
        </p:nvCxnSpPr>
        <p:spPr>
          <a:xfrm flipH="1">
            <a:off x="8960006" y="4589466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168" name="Freeform 1167"/>
          <p:cNvSpPr/>
          <p:nvPr/>
        </p:nvSpPr>
        <p:spPr>
          <a:xfrm>
            <a:off x="8838515" y="464974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8928927" y="4706248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8823446" y="4529341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8850570" y="459986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8843789" y="465411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8830227" y="476260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8823446" y="481685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8872608" y="462698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8848874" y="481685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8887865" y="4708358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8923465" y="462698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8920074" y="465411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8916684" y="4681234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8913293" y="470835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8909903" y="473548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8906512" y="476260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8903122" y="478972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8899731" y="481685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8948893" y="462698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8938722" y="470835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8931941" y="476260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8928550" y="478972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8953979" y="478972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9003141" y="459986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9021788" y="465411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9008227" y="476260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94" name="Connector 1193"/>
          <p:cNvCxnSpPr/>
          <p:nvPr/>
        </p:nvCxnSpPr>
        <p:spPr>
          <a:xfrm flipH="1">
            <a:off x="8848874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95" name="Connector 1194"/>
          <p:cNvCxnSpPr/>
          <p:nvPr/>
        </p:nvCxnSpPr>
        <p:spPr>
          <a:xfrm flipH="1">
            <a:off x="8874303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96" name="Connector 1195"/>
          <p:cNvCxnSpPr/>
          <p:nvPr/>
        </p:nvCxnSpPr>
        <p:spPr>
          <a:xfrm flipH="1">
            <a:off x="8899731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97" name="Connector 1196"/>
          <p:cNvCxnSpPr/>
          <p:nvPr/>
        </p:nvCxnSpPr>
        <p:spPr>
          <a:xfrm flipH="1">
            <a:off x="8925160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98" name="Connector 1197"/>
          <p:cNvCxnSpPr/>
          <p:nvPr/>
        </p:nvCxnSpPr>
        <p:spPr>
          <a:xfrm flipH="1">
            <a:off x="8950588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199" name="Connector 1198"/>
          <p:cNvCxnSpPr/>
          <p:nvPr/>
        </p:nvCxnSpPr>
        <p:spPr>
          <a:xfrm flipH="1">
            <a:off x="8976017" y="4578164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00" name="Connector 1199"/>
          <p:cNvCxnSpPr/>
          <p:nvPr/>
        </p:nvCxnSpPr>
        <p:spPr>
          <a:xfrm flipH="1">
            <a:off x="9001446" y="4578164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201" name="Freeform 1200"/>
          <p:cNvSpPr/>
          <p:nvPr/>
        </p:nvSpPr>
        <p:spPr>
          <a:xfrm>
            <a:off x="8879954" y="469494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8970366" y="4751455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9863191" y="4553999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4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9890314" y="46245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9876752" y="473301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9866581" y="481438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9915743" y="46245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9908962" y="46787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9895400" y="47872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9892010" y="4814387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9917438" y="481438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9959819" y="46787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9981857" y="47058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9971686" y="478726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10007286" y="4705892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10003895" y="473301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9993724" y="4814387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10036105" y="467876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10032714" y="47058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10064924" y="46516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10054752" y="473301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22" name="Connector 1221"/>
          <p:cNvCxnSpPr/>
          <p:nvPr/>
        </p:nvCxnSpPr>
        <p:spPr>
          <a:xfrm flipH="1">
            <a:off x="9888619" y="4602822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3" name="Connector 1222"/>
          <p:cNvCxnSpPr/>
          <p:nvPr/>
        </p:nvCxnSpPr>
        <p:spPr>
          <a:xfrm flipH="1">
            <a:off x="9914048" y="4602822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4" name="Connector 1223"/>
          <p:cNvCxnSpPr/>
          <p:nvPr/>
        </p:nvCxnSpPr>
        <p:spPr>
          <a:xfrm flipH="1">
            <a:off x="9939476" y="4602822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5" name="Connector 1224"/>
          <p:cNvCxnSpPr/>
          <p:nvPr/>
        </p:nvCxnSpPr>
        <p:spPr>
          <a:xfrm flipH="1">
            <a:off x="9964905" y="4602822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6" name="Connector 1225"/>
          <p:cNvCxnSpPr/>
          <p:nvPr/>
        </p:nvCxnSpPr>
        <p:spPr>
          <a:xfrm flipH="1">
            <a:off x="9990333" y="4602822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7" name="Connector 1226"/>
          <p:cNvCxnSpPr/>
          <p:nvPr/>
        </p:nvCxnSpPr>
        <p:spPr>
          <a:xfrm flipH="1">
            <a:off x="10015762" y="4602822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28" name="Connector 1227"/>
          <p:cNvCxnSpPr/>
          <p:nvPr/>
        </p:nvCxnSpPr>
        <p:spPr>
          <a:xfrm flipH="1">
            <a:off x="10041190" y="4602822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229" name="Freeform 1228"/>
          <p:cNvSpPr/>
          <p:nvPr/>
        </p:nvSpPr>
        <p:spPr>
          <a:xfrm>
            <a:off x="9919698" y="466309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10010111" y="4719605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9904630" y="4542698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4" y="48822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9935144" y="45860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9924972" y="46674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9921582" y="46945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9950401" y="46674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9933449" y="480308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9986001" y="45860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9975830" y="466746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9972439" y="46945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9969049" y="472171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9994477" y="47217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9991087" y="4748838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9987696" y="47759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9984306" y="480308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10036858" y="45860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10033468" y="4613219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10023296" y="46945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10013125" y="477596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10038553" y="47759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10087715" y="45860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10084325" y="4613219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10077544" y="466746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10074153" y="46945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10057201" y="483021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10113144" y="458609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10102972" y="46674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10099582" y="469459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58" name="Connector 1257"/>
          <p:cNvCxnSpPr/>
          <p:nvPr/>
        </p:nvCxnSpPr>
        <p:spPr>
          <a:xfrm flipH="1">
            <a:off x="9930058" y="459152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59" name="Connector 1258"/>
          <p:cNvCxnSpPr/>
          <p:nvPr/>
        </p:nvCxnSpPr>
        <p:spPr>
          <a:xfrm flipH="1">
            <a:off x="9955487" y="4591520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60" name="Connector 1259"/>
          <p:cNvCxnSpPr/>
          <p:nvPr/>
        </p:nvCxnSpPr>
        <p:spPr>
          <a:xfrm flipH="1">
            <a:off x="9980915" y="459152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61" name="Connector 1260"/>
          <p:cNvCxnSpPr/>
          <p:nvPr/>
        </p:nvCxnSpPr>
        <p:spPr>
          <a:xfrm flipH="1">
            <a:off x="10006344" y="4591520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62" name="Connector 1261"/>
          <p:cNvCxnSpPr/>
          <p:nvPr/>
        </p:nvCxnSpPr>
        <p:spPr>
          <a:xfrm flipH="1">
            <a:off x="10031772" y="459152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63" name="Connector 1262"/>
          <p:cNvCxnSpPr/>
          <p:nvPr/>
        </p:nvCxnSpPr>
        <p:spPr>
          <a:xfrm flipH="1">
            <a:off x="10057201" y="459152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64" name="Connector 1263"/>
          <p:cNvCxnSpPr/>
          <p:nvPr/>
        </p:nvCxnSpPr>
        <p:spPr>
          <a:xfrm flipH="1">
            <a:off x="10082629" y="459152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265" name="Freeform 1264"/>
          <p:cNvSpPr/>
          <p:nvPr/>
        </p:nvSpPr>
        <p:spPr>
          <a:xfrm>
            <a:off x="9961137" y="4708303"/>
            <a:ext cx="60276" cy="97947"/>
          </a:xfrm>
          <a:custGeom>
            <a:avLst/>
            <a:gdLst/>
            <a:ahLst/>
            <a:cxnLst/>
            <a:rect l="l" t="t" r="r" b="b"/>
            <a:pathLst>
              <a:path w="60276" h="97947">
                <a:moveTo>
                  <a:pt x="11302" y="7535"/>
                </a:moveTo>
                <a:lnTo>
                  <a:pt x="60276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10051550" y="476481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9946069" y="4531396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4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10002012" y="457479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9971497" y="481890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10020659" y="46290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10003707" y="476466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10035916" y="471041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10022354" y="481890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10057954" y="47375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10083383" y="47375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10129154" y="45747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10115592" y="468328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10112202" y="471041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10105421" y="476466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10151192" y="460191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10144411" y="465616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10137630" y="471041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10134240" y="47375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10130849" y="476466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85" name="Connector 1284"/>
          <p:cNvCxnSpPr/>
          <p:nvPr/>
        </p:nvCxnSpPr>
        <p:spPr>
          <a:xfrm flipH="1">
            <a:off x="9971497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86" name="Connector 1285"/>
          <p:cNvCxnSpPr/>
          <p:nvPr/>
        </p:nvCxnSpPr>
        <p:spPr>
          <a:xfrm flipH="1">
            <a:off x="9996926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87" name="Connector 1286"/>
          <p:cNvCxnSpPr/>
          <p:nvPr/>
        </p:nvCxnSpPr>
        <p:spPr>
          <a:xfrm flipH="1">
            <a:off x="10022354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88" name="Connector 1287"/>
          <p:cNvCxnSpPr/>
          <p:nvPr/>
        </p:nvCxnSpPr>
        <p:spPr>
          <a:xfrm flipH="1">
            <a:off x="10047783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89" name="Connector 1288"/>
          <p:cNvCxnSpPr/>
          <p:nvPr/>
        </p:nvCxnSpPr>
        <p:spPr>
          <a:xfrm flipH="1">
            <a:off x="10073211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90" name="Connector 1289"/>
          <p:cNvCxnSpPr/>
          <p:nvPr/>
        </p:nvCxnSpPr>
        <p:spPr>
          <a:xfrm flipH="1">
            <a:off x="10098640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291" name="Connector 1290"/>
          <p:cNvCxnSpPr/>
          <p:nvPr/>
        </p:nvCxnSpPr>
        <p:spPr>
          <a:xfrm flipH="1">
            <a:off x="10124068" y="458021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292" name="Freeform 1291"/>
          <p:cNvSpPr/>
          <p:nvPr/>
        </p:nvSpPr>
        <p:spPr>
          <a:xfrm>
            <a:off x="10002577" y="4753510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10092989" y="464049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9987508" y="4520094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10018022" y="45634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9990898" y="478048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10036670" y="461774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10023108" y="472623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10019717" y="475335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10016327" y="478048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10012936" y="480760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10055317" y="46719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10045146" y="475335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10090917" y="459061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10109565" y="46448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10102784" y="4699111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10141774" y="459061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10138384" y="46177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10134993" y="46448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10118041" y="478048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10163812" y="46177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10157031" y="46719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10146860" y="475335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10140079" y="480760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10185850" y="46448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10182460" y="46719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10175679" y="472623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18" name="Connector 1317"/>
          <p:cNvCxnSpPr/>
          <p:nvPr/>
        </p:nvCxnSpPr>
        <p:spPr>
          <a:xfrm flipH="1">
            <a:off x="10012936" y="456891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19" name="Connector 1318"/>
          <p:cNvCxnSpPr/>
          <p:nvPr/>
        </p:nvCxnSpPr>
        <p:spPr>
          <a:xfrm flipH="1">
            <a:off x="10038365" y="456891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20" name="Connector 1319"/>
          <p:cNvCxnSpPr/>
          <p:nvPr/>
        </p:nvCxnSpPr>
        <p:spPr>
          <a:xfrm flipH="1">
            <a:off x="10063793" y="456891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21" name="Connector 1320"/>
          <p:cNvCxnSpPr/>
          <p:nvPr/>
        </p:nvCxnSpPr>
        <p:spPr>
          <a:xfrm flipH="1">
            <a:off x="10089222" y="456891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22" name="Connector 1321"/>
          <p:cNvCxnSpPr/>
          <p:nvPr/>
        </p:nvCxnSpPr>
        <p:spPr>
          <a:xfrm flipH="1">
            <a:off x="10114651" y="456891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23" name="Connector 1322"/>
          <p:cNvCxnSpPr/>
          <p:nvPr/>
        </p:nvCxnSpPr>
        <p:spPr>
          <a:xfrm flipH="1">
            <a:off x="10140079" y="456891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24" name="Connector 1323"/>
          <p:cNvCxnSpPr/>
          <p:nvPr/>
        </p:nvCxnSpPr>
        <p:spPr>
          <a:xfrm flipH="1">
            <a:off x="10165508" y="456891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325" name="Freeform 1324"/>
          <p:cNvSpPr/>
          <p:nvPr/>
        </p:nvSpPr>
        <p:spPr>
          <a:xfrm>
            <a:off x="10044016" y="462919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10134428" y="4685700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10028947" y="4508793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10052680" y="46064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10042509" y="468781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10081499" y="45793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10078109" y="4606438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10074718" y="463356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10071328" y="466068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10061156" y="474205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10103537" y="46064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10093366" y="468781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10089975" y="47149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10079804" y="479630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10135747" y="45521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10115404" y="47149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10108623" y="476918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10105233" y="479630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10161175" y="45521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10130661" y="479630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10159480" y="476918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10208642" y="45793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10205251" y="46064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10198471" y="466068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10191690" y="471493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10188299" y="474205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10237461" y="45521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10234070" y="45793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10220509" y="468781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10206947" y="479630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55" name="Connector 1354"/>
          <p:cNvCxnSpPr/>
          <p:nvPr/>
        </p:nvCxnSpPr>
        <p:spPr>
          <a:xfrm flipH="1">
            <a:off x="10054375" y="455761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56" name="Connector 1355"/>
          <p:cNvCxnSpPr/>
          <p:nvPr/>
        </p:nvCxnSpPr>
        <p:spPr>
          <a:xfrm flipH="1">
            <a:off x="10079804" y="455761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57" name="Connector 1356"/>
          <p:cNvCxnSpPr/>
          <p:nvPr/>
        </p:nvCxnSpPr>
        <p:spPr>
          <a:xfrm flipH="1">
            <a:off x="10105233" y="4557616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58" name="Connector 1357"/>
          <p:cNvCxnSpPr/>
          <p:nvPr/>
        </p:nvCxnSpPr>
        <p:spPr>
          <a:xfrm flipH="1">
            <a:off x="10130661" y="455761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59" name="Connector 1358"/>
          <p:cNvCxnSpPr/>
          <p:nvPr/>
        </p:nvCxnSpPr>
        <p:spPr>
          <a:xfrm flipH="1">
            <a:off x="10156090" y="4557616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60" name="Connector 1359"/>
          <p:cNvCxnSpPr/>
          <p:nvPr/>
        </p:nvCxnSpPr>
        <p:spPr>
          <a:xfrm flipH="1">
            <a:off x="10181518" y="455761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61" name="Connector 1360"/>
          <p:cNvCxnSpPr/>
          <p:nvPr/>
        </p:nvCxnSpPr>
        <p:spPr>
          <a:xfrm flipH="1">
            <a:off x="10206947" y="4557616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362" name="Freeform 1361"/>
          <p:cNvSpPr/>
          <p:nvPr/>
        </p:nvSpPr>
        <p:spPr>
          <a:xfrm>
            <a:off x="10085455" y="4674399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10175867" y="4730906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11007047" y="4560849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4" y="48822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11020609" y="473986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11013828" y="479411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11059599" y="463137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11052818" y="468561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11042647" y="4766989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11057904" y="484836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11113847" y="460424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11132494" y="46584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11118932" y="476698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11164704" y="460424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11161313" y="463137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11190132" y="460424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11183351" y="46584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11166399" y="479411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11188437" y="48212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11185046" y="484836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81" name="Connector 1380"/>
          <p:cNvCxnSpPr/>
          <p:nvPr/>
        </p:nvCxnSpPr>
        <p:spPr>
          <a:xfrm flipH="1">
            <a:off x="11032475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2" name="Connector 1381"/>
          <p:cNvCxnSpPr/>
          <p:nvPr/>
        </p:nvCxnSpPr>
        <p:spPr>
          <a:xfrm flipH="1">
            <a:off x="11057904" y="4609671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3" name="Connector 1382"/>
          <p:cNvCxnSpPr/>
          <p:nvPr/>
        </p:nvCxnSpPr>
        <p:spPr>
          <a:xfrm flipH="1">
            <a:off x="11083332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4" name="Connector 1383"/>
          <p:cNvCxnSpPr/>
          <p:nvPr/>
        </p:nvCxnSpPr>
        <p:spPr>
          <a:xfrm flipH="1">
            <a:off x="11108761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5" name="Connector 1384"/>
          <p:cNvCxnSpPr/>
          <p:nvPr/>
        </p:nvCxnSpPr>
        <p:spPr>
          <a:xfrm flipH="1">
            <a:off x="11134189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6" name="Connector 1385"/>
          <p:cNvCxnSpPr/>
          <p:nvPr/>
        </p:nvCxnSpPr>
        <p:spPr>
          <a:xfrm flipH="1">
            <a:off x="11159618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387" name="Connector 1386"/>
          <p:cNvCxnSpPr/>
          <p:nvPr/>
        </p:nvCxnSpPr>
        <p:spPr>
          <a:xfrm flipH="1">
            <a:off x="11185046" y="4609671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388" name="Freeform 1387"/>
          <p:cNvSpPr/>
          <p:nvPr/>
        </p:nvSpPr>
        <p:spPr>
          <a:xfrm>
            <a:off x="11063555" y="4669946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11153967" y="472645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11048486" y="4549547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11072219" y="464719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11068829" y="4674316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11058657" y="47556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11055267" y="478281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11077305" y="480993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11126467" y="462006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11109514" y="47556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11151895" y="46200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11138333" y="47285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11128162" y="480993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11156981" y="478281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11189190" y="47285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11231571" y="45929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11221400" y="467431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11214619" y="47285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11211228" y="475568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11204448" y="4809935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11201057" y="483705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11253609" y="46200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11246828" y="467431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11" name="Connector 1410"/>
          <p:cNvCxnSpPr/>
          <p:nvPr/>
        </p:nvCxnSpPr>
        <p:spPr>
          <a:xfrm flipH="1">
            <a:off x="11073914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2" name="Connector 1411"/>
          <p:cNvCxnSpPr/>
          <p:nvPr/>
        </p:nvCxnSpPr>
        <p:spPr>
          <a:xfrm flipH="1">
            <a:off x="11099343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3" name="Connector 1412"/>
          <p:cNvCxnSpPr/>
          <p:nvPr/>
        </p:nvCxnSpPr>
        <p:spPr>
          <a:xfrm flipH="1">
            <a:off x="11124771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4" name="Connector 1413"/>
          <p:cNvCxnSpPr/>
          <p:nvPr/>
        </p:nvCxnSpPr>
        <p:spPr>
          <a:xfrm flipH="1">
            <a:off x="11150200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5" name="Connector 1414"/>
          <p:cNvCxnSpPr/>
          <p:nvPr/>
        </p:nvCxnSpPr>
        <p:spPr>
          <a:xfrm flipH="1">
            <a:off x="11175628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6" name="Connector 1415"/>
          <p:cNvCxnSpPr/>
          <p:nvPr/>
        </p:nvCxnSpPr>
        <p:spPr>
          <a:xfrm flipH="1">
            <a:off x="11201057" y="4598370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17" name="Connector 1416"/>
          <p:cNvCxnSpPr/>
          <p:nvPr/>
        </p:nvCxnSpPr>
        <p:spPr>
          <a:xfrm flipH="1">
            <a:off x="11226486" y="4598370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418" name="Freeform 1417"/>
          <p:cNvSpPr/>
          <p:nvPr/>
        </p:nvSpPr>
        <p:spPr>
          <a:xfrm>
            <a:off x="11104994" y="4715153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11195406" y="477166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11089925" y="4538245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11093315" y="47986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11142477" y="460876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11144172" y="47986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11183163" y="469013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11218763" y="460876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11201810" y="474438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11195030" y="479863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11237410" y="46630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11230629" y="471726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11223849" y="477151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11220458" y="479863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11298439" y="458164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1288267" y="46630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11278096" y="474438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11267925" y="4825757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36" name="Connector 1435"/>
          <p:cNvCxnSpPr/>
          <p:nvPr/>
        </p:nvCxnSpPr>
        <p:spPr>
          <a:xfrm flipH="1">
            <a:off x="11115353" y="458706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37" name="Connector 1436"/>
          <p:cNvCxnSpPr/>
          <p:nvPr/>
        </p:nvCxnSpPr>
        <p:spPr>
          <a:xfrm flipH="1">
            <a:off x="11140782" y="458706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38" name="Connector 1437"/>
          <p:cNvCxnSpPr/>
          <p:nvPr/>
        </p:nvCxnSpPr>
        <p:spPr>
          <a:xfrm flipH="1">
            <a:off x="11166211" y="458706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39" name="Connector 1438"/>
          <p:cNvCxnSpPr/>
          <p:nvPr/>
        </p:nvCxnSpPr>
        <p:spPr>
          <a:xfrm flipH="1">
            <a:off x="11191639" y="458706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40" name="Connector 1439"/>
          <p:cNvCxnSpPr/>
          <p:nvPr/>
        </p:nvCxnSpPr>
        <p:spPr>
          <a:xfrm flipH="1">
            <a:off x="11217068" y="458706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41" name="Connector 1440"/>
          <p:cNvCxnSpPr/>
          <p:nvPr/>
        </p:nvCxnSpPr>
        <p:spPr>
          <a:xfrm flipH="1">
            <a:off x="11242496" y="458706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42" name="Connector 1441"/>
          <p:cNvCxnSpPr/>
          <p:nvPr/>
        </p:nvCxnSpPr>
        <p:spPr>
          <a:xfrm flipH="1">
            <a:off x="11267925" y="458706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443" name="Freeform 1442"/>
          <p:cNvSpPr/>
          <p:nvPr/>
        </p:nvSpPr>
        <p:spPr>
          <a:xfrm>
            <a:off x="11146433" y="4760359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11236845" y="4647343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1131364" y="4526944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11173745" y="46788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11166964" y="473308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11205954" y="462458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11199173" y="46788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11238164" y="4570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11224602" y="46788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11260202" y="459746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11250031" y="467883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11246640" y="470596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11268678" y="473308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11265288" y="4760208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11314449" y="4570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11304278" y="465171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11297497" y="470596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11283935" y="481445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11339878" y="4570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11333097" y="462458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11326316" y="467883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64" name="Connector 1463"/>
          <p:cNvCxnSpPr/>
          <p:nvPr/>
        </p:nvCxnSpPr>
        <p:spPr>
          <a:xfrm flipH="1">
            <a:off x="11156793" y="4575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5" name="Connector 1464"/>
          <p:cNvCxnSpPr/>
          <p:nvPr/>
        </p:nvCxnSpPr>
        <p:spPr>
          <a:xfrm flipH="1">
            <a:off x="11182221" y="4575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6" name="Connector 1465"/>
          <p:cNvCxnSpPr/>
          <p:nvPr/>
        </p:nvCxnSpPr>
        <p:spPr>
          <a:xfrm flipH="1">
            <a:off x="11207650" y="4575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7" name="Connector 1466"/>
          <p:cNvCxnSpPr/>
          <p:nvPr/>
        </p:nvCxnSpPr>
        <p:spPr>
          <a:xfrm flipH="1">
            <a:off x="11233078" y="4575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8" name="Connector 1467"/>
          <p:cNvCxnSpPr/>
          <p:nvPr/>
        </p:nvCxnSpPr>
        <p:spPr>
          <a:xfrm flipH="1">
            <a:off x="11258507" y="4575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69" name="Connector 1468"/>
          <p:cNvCxnSpPr/>
          <p:nvPr/>
        </p:nvCxnSpPr>
        <p:spPr>
          <a:xfrm flipH="1">
            <a:off x="11283935" y="4575767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70" name="Connector 1469"/>
          <p:cNvCxnSpPr/>
          <p:nvPr/>
        </p:nvCxnSpPr>
        <p:spPr>
          <a:xfrm flipH="1">
            <a:off x="11309364" y="4575767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471" name="Freeform 1470"/>
          <p:cNvSpPr/>
          <p:nvPr/>
        </p:nvSpPr>
        <p:spPr>
          <a:xfrm>
            <a:off x="11187872" y="463604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11278284" y="4692550"/>
            <a:ext cx="60276" cy="97947"/>
          </a:xfrm>
          <a:custGeom>
            <a:avLst/>
            <a:gdLst/>
            <a:ahLst/>
            <a:cxnLst/>
            <a:rect l="l" t="t" r="r" b="b"/>
            <a:pathLst>
              <a:path w="60276" h="97947">
                <a:moveTo>
                  <a:pt x="11302" y="7534"/>
                </a:moveTo>
                <a:lnTo>
                  <a:pt x="60276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11172803" y="4515642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11199927" y="4586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11186365" y="469465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11182975" y="472178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11179584" y="474890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11225355" y="4586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11208403" y="472178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11230441" y="474890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11262651" y="469465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11255870" y="474890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11249089" y="4803154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11305032" y="455904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11277908" y="477603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11316898" y="466753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11310117" y="472178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11306727" y="474890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11332155" y="474890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11328765" y="477603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11377927" y="458616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11364365" y="469465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11357584" y="474890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94" name="Connector 1493"/>
          <p:cNvCxnSpPr/>
          <p:nvPr/>
        </p:nvCxnSpPr>
        <p:spPr>
          <a:xfrm flipH="1">
            <a:off x="11198232" y="4564465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95" name="Connector 1494"/>
          <p:cNvCxnSpPr/>
          <p:nvPr/>
        </p:nvCxnSpPr>
        <p:spPr>
          <a:xfrm flipH="1">
            <a:off x="11223660" y="4564465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96" name="Connector 1495"/>
          <p:cNvCxnSpPr/>
          <p:nvPr/>
        </p:nvCxnSpPr>
        <p:spPr>
          <a:xfrm flipH="1">
            <a:off x="11249089" y="4564465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97" name="Connector 1496"/>
          <p:cNvCxnSpPr/>
          <p:nvPr/>
        </p:nvCxnSpPr>
        <p:spPr>
          <a:xfrm flipH="1">
            <a:off x="11274517" y="4564465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98" name="Connector 1497"/>
          <p:cNvCxnSpPr/>
          <p:nvPr/>
        </p:nvCxnSpPr>
        <p:spPr>
          <a:xfrm flipH="1">
            <a:off x="11299946" y="4564465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499" name="Connector 1498"/>
          <p:cNvCxnSpPr/>
          <p:nvPr/>
        </p:nvCxnSpPr>
        <p:spPr>
          <a:xfrm flipH="1">
            <a:off x="11325374" y="4564465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00" name="Connector 1499"/>
          <p:cNvCxnSpPr/>
          <p:nvPr/>
        </p:nvCxnSpPr>
        <p:spPr>
          <a:xfrm flipH="1">
            <a:off x="11350803" y="4564465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501" name="Freeform 1500"/>
          <p:cNvSpPr/>
          <p:nvPr/>
        </p:nvSpPr>
        <p:spPr>
          <a:xfrm>
            <a:off x="11229311" y="4681248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11319724" y="4737756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9041258" y="5074556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9068382" y="5145078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9064991" y="517220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9058210" y="522645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9054820" y="525357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9097201" y="511795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9073467" y="53078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9122629" y="511795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9095505" y="53349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9134496" y="522645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9195524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9171791" y="53349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9220953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9246381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9242991" y="517220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9222648" y="53349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19" name="Connector 1518"/>
          <p:cNvCxnSpPr/>
          <p:nvPr/>
        </p:nvCxnSpPr>
        <p:spPr>
          <a:xfrm flipH="1">
            <a:off x="9066686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0" name="Connector 1519"/>
          <p:cNvCxnSpPr/>
          <p:nvPr/>
        </p:nvCxnSpPr>
        <p:spPr>
          <a:xfrm flipH="1">
            <a:off x="9092115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1" name="Connector 1520"/>
          <p:cNvCxnSpPr/>
          <p:nvPr/>
        </p:nvCxnSpPr>
        <p:spPr>
          <a:xfrm flipH="1">
            <a:off x="9117544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2" name="Connector 1521"/>
          <p:cNvCxnSpPr/>
          <p:nvPr/>
        </p:nvCxnSpPr>
        <p:spPr>
          <a:xfrm flipH="1">
            <a:off x="9142972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3" name="Connector 1522"/>
          <p:cNvCxnSpPr/>
          <p:nvPr/>
        </p:nvCxnSpPr>
        <p:spPr>
          <a:xfrm flipH="1">
            <a:off x="9168401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4" name="Connector 1523"/>
          <p:cNvCxnSpPr/>
          <p:nvPr/>
        </p:nvCxnSpPr>
        <p:spPr>
          <a:xfrm flipH="1">
            <a:off x="9193829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25" name="Connector 1524"/>
          <p:cNvCxnSpPr/>
          <p:nvPr/>
        </p:nvCxnSpPr>
        <p:spPr>
          <a:xfrm flipH="1">
            <a:off x="9219258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526" name="Freeform 1525"/>
          <p:cNvSpPr/>
          <p:nvPr/>
        </p:nvSpPr>
        <p:spPr>
          <a:xfrm>
            <a:off x="9097766" y="518365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9188178" y="524016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9082697" y="5063255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9109821" y="513377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9106430" y="516090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9103040" y="5188024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9096259" y="52422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9135249" y="513377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9128468" y="5188024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9111516" y="532364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9143726" y="526939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9140335" y="5296519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9162373" y="532364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9158983" y="535076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9208144" y="516090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9194583" y="526939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9240354" y="510665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9230183" y="5188024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9226792" y="52151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9245440" y="526939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9238659" y="532364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9291211" y="510665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9277649" y="52151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9264087" y="532364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9260697" y="53507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51" name="Connector 1550"/>
          <p:cNvCxnSpPr/>
          <p:nvPr/>
        </p:nvCxnSpPr>
        <p:spPr>
          <a:xfrm flipH="1">
            <a:off x="9108126" y="511207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2" name="Connector 1551"/>
          <p:cNvCxnSpPr/>
          <p:nvPr/>
        </p:nvCxnSpPr>
        <p:spPr>
          <a:xfrm flipH="1">
            <a:off x="9133554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3" name="Connector 1552"/>
          <p:cNvCxnSpPr/>
          <p:nvPr/>
        </p:nvCxnSpPr>
        <p:spPr>
          <a:xfrm flipH="1">
            <a:off x="9158983" y="511207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4" name="Connector 1553"/>
          <p:cNvCxnSpPr/>
          <p:nvPr/>
        </p:nvCxnSpPr>
        <p:spPr>
          <a:xfrm flipH="1">
            <a:off x="9184411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5" name="Connector 1554"/>
          <p:cNvCxnSpPr/>
          <p:nvPr/>
        </p:nvCxnSpPr>
        <p:spPr>
          <a:xfrm flipH="1">
            <a:off x="9209840" y="511207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6" name="Connector 1555"/>
          <p:cNvCxnSpPr/>
          <p:nvPr/>
        </p:nvCxnSpPr>
        <p:spPr>
          <a:xfrm flipH="1">
            <a:off x="9235268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57" name="Connector 1556"/>
          <p:cNvCxnSpPr/>
          <p:nvPr/>
        </p:nvCxnSpPr>
        <p:spPr>
          <a:xfrm flipH="1">
            <a:off x="9260697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558" name="Freeform 1557"/>
          <p:cNvSpPr/>
          <p:nvPr/>
        </p:nvSpPr>
        <p:spPr>
          <a:xfrm>
            <a:off x="9139205" y="522886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9229617" y="5285368"/>
            <a:ext cx="60276" cy="97947"/>
          </a:xfrm>
          <a:custGeom>
            <a:avLst/>
            <a:gdLst/>
            <a:ahLst/>
            <a:cxnLst/>
            <a:rect l="l" t="t" r="r" b="b"/>
            <a:pathLst>
              <a:path w="60276" h="97947">
                <a:moveTo>
                  <a:pt x="11302" y="7535"/>
                </a:moveTo>
                <a:lnTo>
                  <a:pt x="60276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9124136" y="5051953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9130917" y="528521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9124136" y="533946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9176688" y="512247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9163127" y="523097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9149565" y="5339465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9178384" y="531234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9213984" y="523097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9210593" y="52580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9207203" y="5285218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9200422" y="5339465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9249584" y="514959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9246193" y="517672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9242803" y="5203846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9281793" y="5095351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9286879" y="52580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9280098" y="5312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9322479" y="517672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9302136" y="533946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79" name="Connector 1578"/>
          <p:cNvCxnSpPr/>
          <p:nvPr/>
        </p:nvCxnSpPr>
        <p:spPr>
          <a:xfrm flipH="1">
            <a:off x="9149565" y="5100776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0" name="Connector 1579"/>
          <p:cNvCxnSpPr/>
          <p:nvPr/>
        </p:nvCxnSpPr>
        <p:spPr>
          <a:xfrm flipH="1">
            <a:off x="9174993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1" name="Connector 1580"/>
          <p:cNvCxnSpPr/>
          <p:nvPr/>
        </p:nvCxnSpPr>
        <p:spPr>
          <a:xfrm flipH="1">
            <a:off x="9200422" y="5100776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2" name="Connector 1581"/>
          <p:cNvCxnSpPr/>
          <p:nvPr/>
        </p:nvCxnSpPr>
        <p:spPr>
          <a:xfrm flipH="1">
            <a:off x="9225850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3" name="Connector 1582"/>
          <p:cNvCxnSpPr/>
          <p:nvPr/>
        </p:nvCxnSpPr>
        <p:spPr>
          <a:xfrm flipH="1">
            <a:off x="9251279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4" name="Connector 1583"/>
          <p:cNvCxnSpPr/>
          <p:nvPr/>
        </p:nvCxnSpPr>
        <p:spPr>
          <a:xfrm flipH="1">
            <a:off x="9276707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585" name="Connector 1584"/>
          <p:cNvCxnSpPr/>
          <p:nvPr/>
        </p:nvCxnSpPr>
        <p:spPr>
          <a:xfrm flipH="1">
            <a:off x="9302136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586" name="Freeform 1585"/>
          <p:cNvSpPr/>
          <p:nvPr/>
        </p:nvSpPr>
        <p:spPr>
          <a:xfrm>
            <a:off x="9180644" y="527406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9271057" y="516105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9165575" y="5040652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9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9189309" y="5138297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9185918" y="51654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9221518" y="508405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9194394" y="53010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9191004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9233385" y="51925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9255423" y="5219669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9245251" y="53010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9241861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9297804" y="508405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9277461" y="52467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9267289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9323232" y="508405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9306280" y="52196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9299499" y="527391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9296108" y="53010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9341880" y="513829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9338489" y="51654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9331708" y="52196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9328318" y="52467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9318146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10" name="Connector 1609"/>
          <p:cNvCxnSpPr/>
          <p:nvPr/>
        </p:nvCxnSpPr>
        <p:spPr>
          <a:xfrm flipH="1">
            <a:off x="9191004" y="5089475"/>
            <a:ext cx="33904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1" name="Connector 1610"/>
          <p:cNvCxnSpPr/>
          <p:nvPr/>
        </p:nvCxnSpPr>
        <p:spPr>
          <a:xfrm flipH="1">
            <a:off x="9216432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2" name="Connector 1611"/>
          <p:cNvCxnSpPr/>
          <p:nvPr/>
        </p:nvCxnSpPr>
        <p:spPr>
          <a:xfrm flipH="1">
            <a:off x="9241861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3" name="Connector 1612"/>
          <p:cNvCxnSpPr/>
          <p:nvPr/>
        </p:nvCxnSpPr>
        <p:spPr>
          <a:xfrm flipH="1">
            <a:off x="9267289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4" name="Connector 1613"/>
          <p:cNvCxnSpPr/>
          <p:nvPr/>
        </p:nvCxnSpPr>
        <p:spPr>
          <a:xfrm flipH="1">
            <a:off x="9292718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5" name="Connector 1614"/>
          <p:cNvCxnSpPr/>
          <p:nvPr/>
        </p:nvCxnSpPr>
        <p:spPr>
          <a:xfrm flipH="1">
            <a:off x="9318146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16" name="Connector 1615"/>
          <p:cNvCxnSpPr/>
          <p:nvPr/>
        </p:nvCxnSpPr>
        <p:spPr>
          <a:xfrm flipH="1">
            <a:off x="9343575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617" name="Freeform 1616"/>
          <p:cNvSpPr/>
          <p:nvPr/>
        </p:nvSpPr>
        <p:spPr>
          <a:xfrm>
            <a:off x="9222083" y="5149750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9312496" y="520625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9207014" y="5029350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9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9220576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9213795" y="52626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9210405" y="52897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9242614" y="52354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9239224" y="52626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9278214" y="515412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9268043" y="52354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9257871" y="53168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9296862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9290081" y="52626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9283300" y="53168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9335852" y="50998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9383319" y="51269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9373147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9405357" y="515412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9398576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9385014" y="53168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37" name="Connector 1636"/>
          <p:cNvCxnSpPr/>
          <p:nvPr/>
        </p:nvCxnSpPr>
        <p:spPr>
          <a:xfrm flipH="1">
            <a:off x="9232443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38" name="Connector 1637"/>
          <p:cNvCxnSpPr/>
          <p:nvPr/>
        </p:nvCxnSpPr>
        <p:spPr>
          <a:xfrm flipH="1">
            <a:off x="9257871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39" name="Connector 1638"/>
          <p:cNvCxnSpPr/>
          <p:nvPr/>
        </p:nvCxnSpPr>
        <p:spPr>
          <a:xfrm flipH="1">
            <a:off x="9283300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40" name="Connector 1639"/>
          <p:cNvCxnSpPr/>
          <p:nvPr/>
        </p:nvCxnSpPr>
        <p:spPr>
          <a:xfrm flipH="1">
            <a:off x="9308728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41" name="Connector 1640"/>
          <p:cNvCxnSpPr/>
          <p:nvPr/>
        </p:nvCxnSpPr>
        <p:spPr>
          <a:xfrm flipH="1">
            <a:off x="9334157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42" name="Connector 1641"/>
          <p:cNvCxnSpPr/>
          <p:nvPr/>
        </p:nvCxnSpPr>
        <p:spPr>
          <a:xfrm flipH="1">
            <a:off x="9359586" y="5078173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43" name="Connector 1642"/>
          <p:cNvCxnSpPr/>
          <p:nvPr/>
        </p:nvCxnSpPr>
        <p:spPr>
          <a:xfrm flipH="1">
            <a:off x="9385014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644" name="Freeform 1643"/>
          <p:cNvSpPr/>
          <p:nvPr/>
        </p:nvSpPr>
        <p:spPr>
          <a:xfrm>
            <a:off x="9263522" y="5194956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9353935" y="525146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10363200" y="5074556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4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10386933" y="517220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10380152" y="522645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10376761" y="525357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10415752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10408971" y="519932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10395409" y="53078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10392019" y="53349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10444571" y="511795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10466609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10453047" y="525357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10446266" y="530782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10495428" y="511795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10475085" y="528069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10517466" y="514507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10493733" y="53349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10529333" y="5253573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10525942" y="528069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10571714" y="511795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59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10544590" y="53349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66" name="Connector 1665"/>
          <p:cNvCxnSpPr/>
          <p:nvPr/>
        </p:nvCxnSpPr>
        <p:spPr>
          <a:xfrm flipH="1">
            <a:off x="10388628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67" name="Connector 1666"/>
          <p:cNvCxnSpPr/>
          <p:nvPr/>
        </p:nvCxnSpPr>
        <p:spPr>
          <a:xfrm flipH="1">
            <a:off x="10414057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68" name="Connector 1667"/>
          <p:cNvCxnSpPr/>
          <p:nvPr/>
        </p:nvCxnSpPr>
        <p:spPr>
          <a:xfrm flipH="1">
            <a:off x="10439485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69" name="Connector 1668"/>
          <p:cNvCxnSpPr/>
          <p:nvPr/>
        </p:nvCxnSpPr>
        <p:spPr>
          <a:xfrm flipH="1">
            <a:off x="10464914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70" name="Connector 1669"/>
          <p:cNvCxnSpPr/>
          <p:nvPr/>
        </p:nvCxnSpPr>
        <p:spPr>
          <a:xfrm flipH="1">
            <a:off x="10490342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71" name="Connector 1670"/>
          <p:cNvCxnSpPr/>
          <p:nvPr/>
        </p:nvCxnSpPr>
        <p:spPr>
          <a:xfrm flipH="1">
            <a:off x="10515771" y="5123379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72" name="Connector 1671"/>
          <p:cNvCxnSpPr/>
          <p:nvPr/>
        </p:nvCxnSpPr>
        <p:spPr>
          <a:xfrm flipH="1">
            <a:off x="10541199" y="5123379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673" name="Freeform 1672"/>
          <p:cNvSpPr/>
          <p:nvPr/>
        </p:nvSpPr>
        <p:spPr>
          <a:xfrm>
            <a:off x="10419707" y="518365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10510120" y="5240162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10404639" y="5063255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4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10421591" y="52151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10443629" y="52422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10433458" y="5323643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10472448" y="52151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10462277" y="5296519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10501267" y="5188024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10523305" y="52151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10519915" y="524227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10516524" y="52693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10513134" y="5296519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10509743" y="532364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10506353" y="5350767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10555515" y="516090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10541953" y="5269396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10580943" y="516090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10577553" y="5188024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10570772" y="524227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10557210" y="53507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10609762" y="513377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10602981" y="5188024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10596200" y="52422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10586029" y="532364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98" name="Connector 1697"/>
          <p:cNvCxnSpPr/>
          <p:nvPr/>
        </p:nvCxnSpPr>
        <p:spPr>
          <a:xfrm flipH="1">
            <a:off x="10430067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699" name="Connector 1698"/>
          <p:cNvCxnSpPr/>
          <p:nvPr/>
        </p:nvCxnSpPr>
        <p:spPr>
          <a:xfrm flipH="1">
            <a:off x="10455496" y="511207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00" name="Connector 1699"/>
          <p:cNvCxnSpPr/>
          <p:nvPr/>
        </p:nvCxnSpPr>
        <p:spPr>
          <a:xfrm flipH="1">
            <a:off x="10480924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01" name="Connector 1700"/>
          <p:cNvCxnSpPr/>
          <p:nvPr/>
        </p:nvCxnSpPr>
        <p:spPr>
          <a:xfrm flipH="1">
            <a:off x="10506353" y="5112078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02" name="Connector 1701"/>
          <p:cNvCxnSpPr/>
          <p:nvPr/>
        </p:nvCxnSpPr>
        <p:spPr>
          <a:xfrm flipH="1">
            <a:off x="10531781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03" name="Connector 1702"/>
          <p:cNvCxnSpPr/>
          <p:nvPr/>
        </p:nvCxnSpPr>
        <p:spPr>
          <a:xfrm flipH="1">
            <a:off x="10557210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04" name="Connector 1703"/>
          <p:cNvCxnSpPr/>
          <p:nvPr/>
        </p:nvCxnSpPr>
        <p:spPr>
          <a:xfrm flipH="1">
            <a:off x="10582638" y="5112078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705" name="Freeform 1704"/>
          <p:cNvSpPr/>
          <p:nvPr/>
        </p:nvSpPr>
        <p:spPr>
          <a:xfrm>
            <a:off x="10461146" y="5228861"/>
            <a:ext cx="60276" cy="97947"/>
          </a:xfrm>
          <a:custGeom>
            <a:avLst/>
            <a:gdLst/>
            <a:ahLst/>
            <a:cxnLst/>
            <a:rect l="l" t="t" r="r" b="b"/>
            <a:pathLst>
              <a:path w="60276" h="97947">
                <a:moveTo>
                  <a:pt x="11302" y="7534"/>
                </a:moveTo>
                <a:lnTo>
                  <a:pt x="60276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10551559" y="5285368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10446078" y="5051953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4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10469811" y="514959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10452859" y="5285218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10485068" y="523097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10527449" y="5095351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10510497" y="523097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10496935" y="5339465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10552878" y="5095351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10549487" y="512247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10535925" y="5230970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10578306" y="5095351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10561354" y="5230970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10600344" y="512247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10593563" y="517672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10583392" y="525809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10576611" y="5312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10629163" y="5095351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10622382" y="514959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10615601" y="5203846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10605430" y="528521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10651201" y="512247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10644420" y="5176723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10627468" y="531234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30" name="Connector 1729"/>
          <p:cNvCxnSpPr/>
          <p:nvPr/>
        </p:nvCxnSpPr>
        <p:spPr>
          <a:xfrm flipH="1">
            <a:off x="10471506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1" name="Connector 1730"/>
          <p:cNvCxnSpPr/>
          <p:nvPr/>
        </p:nvCxnSpPr>
        <p:spPr>
          <a:xfrm flipH="1">
            <a:off x="10496935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2" name="Connector 1731"/>
          <p:cNvCxnSpPr/>
          <p:nvPr/>
        </p:nvCxnSpPr>
        <p:spPr>
          <a:xfrm flipH="1">
            <a:off x="10522363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3" name="Connector 1732"/>
          <p:cNvCxnSpPr/>
          <p:nvPr/>
        </p:nvCxnSpPr>
        <p:spPr>
          <a:xfrm flipH="1">
            <a:off x="10547792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4" name="Connector 1733"/>
          <p:cNvCxnSpPr/>
          <p:nvPr/>
        </p:nvCxnSpPr>
        <p:spPr>
          <a:xfrm flipH="1">
            <a:off x="10573220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5" name="Connector 1734"/>
          <p:cNvCxnSpPr/>
          <p:nvPr/>
        </p:nvCxnSpPr>
        <p:spPr>
          <a:xfrm flipH="1">
            <a:off x="10598649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36" name="Connector 1735"/>
          <p:cNvCxnSpPr/>
          <p:nvPr/>
        </p:nvCxnSpPr>
        <p:spPr>
          <a:xfrm flipH="1">
            <a:off x="10624077" y="5100776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737" name="Freeform 1736"/>
          <p:cNvSpPr/>
          <p:nvPr/>
        </p:nvSpPr>
        <p:spPr>
          <a:xfrm>
            <a:off x="10502586" y="527406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10592998" y="5161051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10487517" y="5040652"/>
            <a:ext cx="237333" cy="368883"/>
          </a:xfrm>
          <a:custGeom>
            <a:avLst/>
            <a:gdLst/>
            <a:ahLst/>
            <a:cxnLst/>
            <a:rect l="l" t="t" r="r" b="b"/>
            <a:pathLst>
              <a:path w="237333" h="368883">
                <a:moveTo>
                  <a:pt x="33905" y="48823"/>
                </a:moveTo>
                <a:lnTo>
                  <a:pt x="237333" y="0"/>
                </a:lnTo>
                <a:lnTo>
                  <a:pt x="203428" y="320060"/>
                </a:lnTo>
                <a:lnTo>
                  <a:pt x="0" y="368883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10514641" y="511117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10529898" y="519254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10562107" y="513829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10551936" y="52196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10538374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10580755" y="51925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10577364" y="5219669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10567193" y="530104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10563802" y="532816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10606183" y="51925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10631612" y="51925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10624831" y="5246792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10614660" y="532816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10657040" y="51925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10692640" y="5111174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10689250" y="5138297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10682469" y="519254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10665517" y="5328164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58" name="Connector 1757"/>
          <p:cNvCxnSpPr/>
          <p:nvPr/>
        </p:nvCxnSpPr>
        <p:spPr>
          <a:xfrm flipH="1">
            <a:off x="10512945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59" name="Connector 1758"/>
          <p:cNvCxnSpPr/>
          <p:nvPr/>
        </p:nvCxnSpPr>
        <p:spPr>
          <a:xfrm flipH="1">
            <a:off x="10538374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60" name="Connector 1759"/>
          <p:cNvCxnSpPr/>
          <p:nvPr/>
        </p:nvCxnSpPr>
        <p:spPr>
          <a:xfrm flipH="1">
            <a:off x="10563802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61" name="Connector 1760"/>
          <p:cNvCxnSpPr/>
          <p:nvPr/>
        </p:nvCxnSpPr>
        <p:spPr>
          <a:xfrm flipH="1">
            <a:off x="10589231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62" name="Connector 1761"/>
          <p:cNvCxnSpPr/>
          <p:nvPr/>
        </p:nvCxnSpPr>
        <p:spPr>
          <a:xfrm flipH="1">
            <a:off x="10614660" y="5089475"/>
            <a:ext cx="33904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63" name="Connector 1762"/>
          <p:cNvCxnSpPr/>
          <p:nvPr/>
        </p:nvCxnSpPr>
        <p:spPr>
          <a:xfrm flipH="1">
            <a:off x="10640088" y="5089475"/>
            <a:ext cx="33905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64" name="Connector 1763"/>
          <p:cNvCxnSpPr/>
          <p:nvPr/>
        </p:nvCxnSpPr>
        <p:spPr>
          <a:xfrm flipH="1">
            <a:off x="10665517" y="5089475"/>
            <a:ext cx="33904" cy="279374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765" name="Freeform 1764"/>
          <p:cNvSpPr/>
          <p:nvPr/>
        </p:nvSpPr>
        <p:spPr>
          <a:xfrm>
            <a:off x="10544025" y="5149750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10634437" y="5206257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5"/>
                </a:moveTo>
                <a:lnTo>
                  <a:pt x="60275" y="0"/>
                </a:lnTo>
                <a:lnTo>
                  <a:pt x="48974" y="90413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10528956" y="5029350"/>
            <a:ext cx="237333" cy="368884"/>
          </a:xfrm>
          <a:custGeom>
            <a:avLst/>
            <a:gdLst/>
            <a:ahLst/>
            <a:cxnLst/>
            <a:rect l="l" t="t" r="r" b="b"/>
            <a:pathLst>
              <a:path w="237333" h="368884">
                <a:moveTo>
                  <a:pt x="33905" y="48823"/>
                </a:moveTo>
                <a:lnTo>
                  <a:pt x="237333" y="0"/>
                </a:lnTo>
                <a:lnTo>
                  <a:pt x="203428" y="320061"/>
                </a:lnTo>
                <a:lnTo>
                  <a:pt x="0" y="368884"/>
                </a:lnTo>
                <a:close/>
              </a:path>
            </a:pathLst>
          </a:custGeom>
          <a:solidFill>
            <a:srgbClr val="355F53">
              <a:alpha val="95000"/>
            </a:srgbClr>
          </a:solidFill>
          <a:ln w="4800">
            <a:solidFill>
              <a:srgbClr val="5C74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10559470" y="50727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10552689" y="51269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10549299" y="5154120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10557775" y="52897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10554384" y="53168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10603546" y="51269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10596765" y="518124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10589984" y="52354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10586594" y="5262615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10579813" y="531686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10635756" y="5072748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10625584" y="5154120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4"/>
                </a:moveTo>
                <a:lnTo>
                  <a:pt x="25005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10615413" y="5235491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10657794" y="50998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10644232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10634061" y="5289738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10683222" y="50998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10679832" y="5126996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10673051" y="5181243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0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10662880" y="5262615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4"/>
                </a:moveTo>
                <a:lnTo>
                  <a:pt x="25004" y="0"/>
                </a:lnTo>
                <a:lnTo>
                  <a:pt x="21360" y="27123"/>
                </a:lnTo>
                <a:lnTo>
                  <a:pt x="0" y="27666"/>
                </a:lnTo>
                <a:close/>
              </a:path>
            </a:pathLst>
          </a:custGeom>
          <a:solidFill>
            <a:srgbClr val="00C98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10659489" y="52897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1F8C7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10698480" y="5181243"/>
            <a:ext cx="25004" cy="27667"/>
          </a:xfrm>
          <a:custGeom>
            <a:avLst/>
            <a:gdLst/>
            <a:ahLst/>
            <a:cxnLst/>
            <a:rect l="l" t="t" r="r" b="b"/>
            <a:pathLst>
              <a:path w="25004" h="27667">
                <a:moveTo>
                  <a:pt x="3390" y="5425"/>
                </a:moveTo>
                <a:lnTo>
                  <a:pt x="25004" y="0"/>
                </a:lnTo>
                <a:lnTo>
                  <a:pt x="21359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10695089" y="5208367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10691699" y="5235491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BEEB3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10734079" y="5099872"/>
            <a:ext cx="25005" cy="27666"/>
          </a:xfrm>
          <a:custGeom>
            <a:avLst/>
            <a:gdLst/>
            <a:ahLst/>
            <a:cxnLst/>
            <a:rect l="l" t="t" r="r" b="b"/>
            <a:pathLst>
              <a:path w="25005" h="27666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10710346" y="5289738"/>
            <a:ext cx="25005" cy="27667"/>
          </a:xfrm>
          <a:custGeom>
            <a:avLst/>
            <a:gdLst/>
            <a:ahLst/>
            <a:cxnLst/>
            <a:rect l="l" t="t" r="r" b="b"/>
            <a:pathLst>
              <a:path w="25005" h="27667">
                <a:moveTo>
                  <a:pt x="3391" y="5425"/>
                </a:moveTo>
                <a:lnTo>
                  <a:pt x="25005" y="0"/>
                </a:lnTo>
                <a:lnTo>
                  <a:pt x="21360" y="27124"/>
                </a:lnTo>
                <a:lnTo>
                  <a:pt x="0" y="27667"/>
                </a:lnTo>
                <a:close/>
              </a:path>
            </a:pathLst>
          </a:custGeom>
          <a:solidFill>
            <a:srgbClr val="F8E83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10706956" y="5316862"/>
            <a:ext cx="25004" cy="27666"/>
          </a:xfrm>
          <a:custGeom>
            <a:avLst/>
            <a:gdLst/>
            <a:ahLst/>
            <a:cxnLst/>
            <a:rect l="l" t="t" r="r" b="b"/>
            <a:pathLst>
              <a:path w="25004" h="27666">
                <a:moveTo>
                  <a:pt x="3390" y="5425"/>
                </a:moveTo>
                <a:lnTo>
                  <a:pt x="25004" y="0"/>
                </a:lnTo>
                <a:lnTo>
                  <a:pt x="21360" y="27124"/>
                </a:lnTo>
                <a:lnTo>
                  <a:pt x="0" y="27666"/>
                </a:lnTo>
                <a:close/>
              </a:path>
            </a:pathLst>
          </a:custGeom>
          <a:solidFill>
            <a:srgbClr val="24E5A2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95" name="Connector 1794"/>
          <p:cNvCxnSpPr/>
          <p:nvPr/>
        </p:nvCxnSpPr>
        <p:spPr>
          <a:xfrm flipH="1">
            <a:off x="10554384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96" name="Connector 1795"/>
          <p:cNvCxnSpPr/>
          <p:nvPr/>
        </p:nvCxnSpPr>
        <p:spPr>
          <a:xfrm flipH="1">
            <a:off x="10579813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97" name="Connector 1796"/>
          <p:cNvCxnSpPr/>
          <p:nvPr/>
        </p:nvCxnSpPr>
        <p:spPr>
          <a:xfrm flipH="1">
            <a:off x="10605242" y="5078173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98" name="Connector 1797"/>
          <p:cNvCxnSpPr/>
          <p:nvPr/>
        </p:nvCxnSpPr>
        <p:spPr>
          <a:xfrm flipH="1">
            <a:off x="10630670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799" name="Connector 1798"/>
          <p:cNvCxnSpPr/>
          <p:nvPr/>
        </p:nvCxnSpPr>
        <p:spPr>
          <a:xfrm flipH="1">
            <a:off x="10656099" y="5078173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800" name="Connector 1799"/>
          <p:cNvCxnSpPr/>
          <p:nvPr/>
        </p:nvCxnSpPr>
        <p:spPr>
          <a:xfrm flipH="1">
            <a:off x="10681527" y="5078173"/>
            <a:ext cx="33905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cxnSp>
        <p:nvCxnSpPr>
          <p:cNvPr id="1801" name="Connector 1800"/>
          <p:cNvCxnSpPr/>
          <p:nvPr/>
        </p:nvCxnSpPr>
        <p:spPr>
          <a:xfrm flipH="1">
            <a:off x="10706956" y="5078173"/>
            <a:ext cx="33904" cy="279375"/>
          </a:xfrm>
          <a:prstGeom prst="line">
            <a:avLst/>
          </a:prstGeom>
          <a:ln w="2400">
            <a:solidFill>
              <a:srgbClr val="B8C6BF"/>
            </a:solidFill>
          </a:ln>
        </p:spPr>
      </p:cxnSp>
      <p:sp>
        <p:nvSpPr>
          <p:cNvPr id="1802" name="Freeform 1801"/>
          <p:cNvSpPr/>
          <p:nvPr/>
        </p:nvSpPr>
        <p:spPr>
          <a:xfrm>
            <a:off x="10585464" y="5194956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1" y="7534"/>
                </a:moveTo>
                <a:lnTo>
                  <a:pt x="60275" y="0"/>
                </a:lnTo>
                <a:lnTo>
                  <a:pt x="48973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10675876" y="5251464"/>
            <a:ext cx="60275" cy="97947"/>
          </a:xfrm>
          <a:custGeom>
            <a:avLst/>
            <a:gdLst/>
            <a:ahLst/>
            <a:cxnLst/>
            <a:rect l="l" t="t" r="r" b="b"/>
            <a:pathLst>
              <a:path w="60275" h="97947">
                <a:moveTo>
                  <a:pt x="11302" y="7534"/>
                </a:moveTo>
                <a:lnTo>
                  <a:pt x="60275" y="0"/>
                </a:lnTo>
                <a:lnTo>
                  <a:pt x="48974" y="90412"/>
                </a:lnTo>
                <a:lnTo>
                  <a:pt x="0" y="97947"/>
                </a:lnTo>
                <a:close/>
              </a:path>
            </a:pathLst>
          </a:custGeom>
          <a:solidFill>
            <a:srgbClr val="F48791">
              <a:alpha val="7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8643991" y="5746678"/>
            <a:ext cx="3335676" cy="308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0" i="0">
                <a:solidFill>
                  <a:srgbClr val="000000"/>
                </a:solidFill>
                <a:latin typeface="Liberation Serif"/>
              </a:rPr>
              <a:t>(c) Masking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iffusion Transformers as Open-World Spatiotemporal Foundat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" y="0"/>
            <a:ext cx="12390633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